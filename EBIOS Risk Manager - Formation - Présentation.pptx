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64"/>
  </p:notesMasterIdLst>
  <p:handoutMasterIdLst>
    <p:handoutMasterId r:id="rId165"/>
  </p:handoutMasterIdLst>
  <p:sldIdLst>
    <p:sldId id="1180" r:id="rId5"/>
    <p:sldId id="403" r:id="rId6"/>
    <p:sldId id="1181" r:id="rId7"/>
    <p:sldId id="1183" r:id="rId8"/>
    <p:sldId id="1051" r:id="rId9"/>
    <p:sldId id="1034" r:id="rId10"/>
    <p:sldId id="517" r:id="rId11"/>
    <p:sldId id="1049" r:id="rId12"/>
    <p:sldId id="1184" r:id="rId13"/>
    <p:sldId id="1185" r:id="rId14"/>
    <p:sldId id="746" r:id="rId15"/>
    <p:sldId id="603" r:id="rId16"/>
    <p:sldId id="614" r:id="rId17"/>
    <p:sldId id="1058" r:id="rId18"/>
    <p:sldId id="1214" r:id="rId19"/>
    <p:sldId id="1216" r:id="rId20"/>
    <p:sldId id="1217" r:id="rId21"/>
    <p:sldId id="1218" r:id="rId22"/>
    <p:sldId id="747" r:id="rId23"/>
    <p:sldId id="1057" r:id="rId24"/>
    <p:sldId id="755" r:id="rId25"/>
    <p:sldId id="766" r:id="rId26"/>
    <p:sldId id="1063" r:id="rId27"/>
    <p:sldId id="1101" r:id="rId28"/>
    <p:sldId id="1100" r:id="rId29"/>
    <p:sldId id="1213" r:id="rId30"/>
    <p:sldId id="1050" r:id="rId31"/>
    <p:sldId id="1186" r:id="rId32"/>
    <p:sldId id="1187" r:id="rId33"/>
    <p:sldId id="1060" r:id="rId34"/>
    <p:sldId id="1061" r:id="rId35"/>
    <p:sldId id="1064" r:id="rId36"/>
    <p:sldId id="1219" r:id="rId37"/>
    <p:sldId id="1062" r:id="rId38"/>
    <p:sldId id="1069" r:id="rId39"/>
    <p:sldId id="1066" r:id="rId40"/>
    <p:sldId id="1067" r:id="rId41"/>
    <p:sldId id="1106" r:id="rId42"/>
    <p:sldId id="1107" r:id="rId43"/>
    <p:sldId id="1108" r:id="rId44"/>
    <p:sldId id="1070" r:id="rId45"/>
    <p:sldId id="1109" r:id="rId46"/>
    <p:sldId id="1111" r:id="rId47"/>
    <p:sldId id="1110" r:id="rId48"/>
    <p:sldId id="1112" r:id="rId49"/>
    <p:sldId id="1076" r:id="rId50"/>
    <p:sldId id="1227" r:id="rId51"/>
    <p:sldId id="1065" r:id="rId52"/>
    <p:sldId id="1188" r:id="rId53"/>
    <p:sldId id="1096" r:id="rId54"/>
    <p:sldId id="1189" r:id="rId55"/>
    <p:sldId id="1075" r:id="rId56"/>
    <p:sldId id="1087" r:id="rId57"/>
    <p:sldId id="1098" r:id="rId58"/>
    <p:sldId id="1102" r:id="rId59"/>
    <p:sldId id="1105" r:id="rId60"/>
    <p:sldId id="1113" r:id="rId61"/>
    <p:sldId id="1159" r:id="rId62"/>
    <p:sldId id="1228" r:id="rId63"/>
    <p:sldId id="1104" r:id="rId64"/>
    <p:sldId id="1190" r:id="rId65"/>
    <p:sldId id="1191" r:id="rId66"/>
    <p:sldId id="1121" r:id="rId67"/>
    <p:sldId id="1116" r:id="rId68"/>
    <p:sldId id="1144" r:id="rId69"/>
    <p:sldId id="1117" r:id="rId70"/>
    <p:sldId id="1118" r:id="rId71"/>
    <p:sldId id="1133" r:id="rId72"/>
    <p:sldId id="1120" r:id="rId73"/>
    <p:sldId id="1129" r:id="rId74"/>
    <p:sldId id="1149" r:id="rId75"/>
    <p:sldId id="1147" r:id="rId76"/>
    <p:sldId id="1148" r:id="rId77"/>
    <p:sldId id="1142" r:id="rId78"/>
    <p:sldId id="1131" r:id="rId79"/>
    <p:sldId id="1134" r:id="rId80"/>
    <p:sldId id="1146" r:id="rId81"/>
    <p:sldId id="1150" r:id="rId82"/>
    <p:sldId id="1132" r:id="rId83"/>
    <p:sldId id="1141" r:id="rId84"/>
    <p:sldId id="1143" r:id="rId85"/>
    <p:sldId id="1153" r:id="rId86"/>
    <p:sldId id="1122" r:id="rId87"/>
    <p:sldId id="1135" r:id="rId88"/>
    <p:sldId id="1155" r:id="rId89"/>
    <p:sldId id="1151" r:id="rId90"/>
    <p:sldId id="1119" r:id="rId91"/>
    <p:sldId id="1157" r:id="rId92"/>
    <p:sldId id="1156" r:id="rId93"/>
    <p:sldId id="1160" r:id="rId94"/>
    <p:sldId id="1158" r:id="rId95"/>
    <p:sldId id="1161" r:id="rId96"/>
    <p:sldId id="1140" r:id="rId97"/>
    <p:sldId id="1164" r:id="rId98"/>
    <p:sldId id="1165" r:id="rId99"/>
    <p:sldId id="1166" r:id="rId100"/>
    <p:sldId id="1167" r:id="rId101"/>
    <p:sldId id="1168" r:id="rId102"/>
    <p:sldId id="1169" r:id="rId103"/>
    <p:sldId id="1170" r:id="rId104"/>
    <p:sldId id="1171" r:id="rId105"/>
    <p:sldId id="1172" r:id="rId106"/>
    <p:sldId id="1173" r:id="rId107"/>
    <p:sldId id="1176" r:id="rId108"/>
    <p:sldId id="1125" r:id="rId109"/>
    <p:sldId id="1175" r:id="rId110"/>
    <p:sldId id="1126" r:id="rId111"/>
    <p:sldId id="1128" r:id="rId112"/>
    <p:sldId id="1177" r:id="rId113"/>
    <p:sldId id="1178" r:id="rId114"/>
    <p:sldId id="1192" r:id="rId115"/>
    <p:sldId id="1193" r:id="rId116"/>
    <p:sldId id="1194" r:id="rId117"/>
    <p:sldId id="1229" r:id="rId118"/>
    <p:sldId id="1195" r:id="rId119"/>
    <p:sldId id="1196" r:id="rId120"/>
    <p:sldId id="1197" r:id="rId121"/>
    <p:sldId id="1200" r:id="rId122"/>
    <p:sldId id="1201" r:id="rId123"/>
    <p:sldId id="1202" r:id="rId124"/>
    <p:sldId id="1204" r:id="rId125"/>
    <p:sldId id="1206" r:id="rId126"/>
    <p:sldId id="1207" r:id="rId127"/>
    <p:sldId id="1203" r:id="rId128"/>
    <p:sldId id="1208" r:id="rId129"/>
    <p:sldId id="1209" r:id="rId130"/>
    <p:sldId id="1205" r:id="rId131"/>
    <p:sldId id="1230" r:id="rId132"/>
    <p:sldId id="1210" r:id="rId133"/>
    <p:sldId id="1198" r:id="rId134"/>
    <p:sldId id="1220" r:id="rId135"/>
    <p:sldId id="1221" r:id="rId136"/>
    <p:sldId id="1231" r:id="rId137"/>
    <p:sldId id="1232" r:id="rId138"/>
    <p:sldId id="1233" r:id="rId139"/>
    <p:sldId id="1234" r:id="rId140"/>
    <p:sldId id="1236" r:id="rId141"/>
    <p:sldId id="1235" r:id="rId142"/>
    <p:sldId id="1237" r:id="rId143"/>
    <p:sldId id="1238" r:id="rId144"/>
    <p:sldId id="1239" r:id="rId145"/>
    <p:sldId id="1240" r:id="rId146"/>
    <p:sldId id="1241" r:id="rId147"/>
    <p:sldId id="1242" r:id="rId148"/>
    <p:sldId id="1243" r:id="rId149"/>
    <p:sldId id="1244" r:id="rId150"/>
    <p:sldId id="1245" r:id="rId151"/>
    <p:sldId id="1246" r:id="rId152"/>
    <p:sldId id="1247" r:id="rId153"/>
    <p:sldId id="1248" r:id="rId154"/>
    <p:sldId id="1199" r:id="rId155"/>
    <p:sldId id="1222" r:id="rId156"/>
    <p:sldId id="1054" r:id="rId157"/>
    <p:sldId id="1211" r:id="rId158"/>
    <p:sldId id="1223" r:id="rId159"/>
    <p:sldId id="1224" r:id="rId160"/>
    <p:sldId id="1226" r:id="rId161"/>
    <p:sldId id="1056" r:id="rId162"/>
    <p:sldId id="1225" r:id="rId163"/>
  </p:sldIdLst>
  <p:sldSz cx="12192000" cy="6858000"/>
  <p:notesSz cx="7104063"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180"/>
            <p14:sldId id="403"/>
            <p14:sldId id="1181"/>
          </p14:sldIdLst>
        </p14:section>
        <p14:section name="Objectifs" id="{0EE0E986-90EF-453D-8D14-CB871F1C7965}">
          <p14:sldIdLst>
            <p14:sldId id="1183"/>
            <p14:sldId id="1051"/>
            <p14:sldId id="1034"/>
            <p14:sldId id="517"/>
            <p14:sldId id="1049"/>
          </p14:sldIdLst>
        </p14:section>
        <p14:section name="Concepts" id="{0830D6BD-764A-45C3-A078-13C4196E6523}">
          <p14:sldIdLst>
            <p14:sldId id="1184"/>
            <p14:sldId id="1185"/>
            <p14:sldId id="746"/>
            <p14:sldId id="603"/>
            <p14:sldId id="614"/>
            <p14:sldId id="1058"/>
            <p14:sldId id="1214"/>
            <p14:sldId id="1216"/>
            <p14:sldId id="1217"/>
            <p14:sldId id="1218"/>
            <p14:sldId id="747"/>
            <p14:sldId id="1057"/>
            <p14:sldId id="755"/>
            <p14:sldId id="766"/>
            <p14:sldId id="1063"/>
            <p14:sldId id="1101"/>
            <p14:sldId id="1100"/>
            <p14:sldId id="1213"/>
            <p14:sldId id="1050"/>
          </p14:sldIdLst>
        </p14:section>
        <p14:section name="Contexte" id="{0F80FABC-5656-4E65-A491-4E4CFA7C4FAB}">
          <p14:sldIdLst>
            <p14:sldId id="1186"/>
            <p14:sldId id="1187"/>
            <p14:sldId id="1060"/>
            <p14:sldId id="1061"/>
            <p14:sldId id="1064"/>
            <p14:sldId id="1219"/>
            <p14:sldId id="1062"/>
            <p14:sldId id="1069"/>
            <p14:sldId id="1066"/>
            <p14:sldId id="1067"/>
            <p14:sldId id="1106"/>
            <p14:sldId id="1107"/>
            <p14:sldId id="1108"/>
            <p14:sldId id="1070"/>
            <p14:sldId id="1109"/>
            <p14:sldId id="1111"/>
            <p14:sldId id="1110"/>
            <p14:sldId id="1112"/>
            <p14:sldId id="1076"/>
            <p14:sldId id="1227"/>
            <p14:sldId id="1065"/>
          </p14:sldIdLst>
        </p14:section>
        <p14:section name="Appréciation - Général" id="{DB6A4881-1DF5-4C62-A4EC-44EC33C2BF15}">
          <p14:sldIdLst>
            <p14:sldId id="1188"/>
            <p14:sldId id="1096"/>
          </p14:sldIdLst>
        </p14:section>
        <p14:section name="Appréciation - Conformité" id="{B4E62AC1-0698-4E81-8C31-FBF39A8BAF0A}">
          <p14:sldIdLst>
            <p14:sldId id="1189"/>
            <p14:sldId id="1075"/>
            <p14:sldId id="1087"/>
            <p14:sldId id="1098"/>
            <p14:sldId id="1102"/>
            <p14:sldId id="1105"/>
            <p14:sldId id="1113"/>
            <p14:sldId id="1159"/>
            <p14:sldId id="1228"/>
            <p14:sldId id="1104"/>
          </p14:sldIdLst>
        </p14:section>
        <p14:section name="Appréciation - Scénarios" id="{E724F8AF-2B1B-4509-9849-733CEF1EFFAF}">
          <p14:sldIdLst>
            <p14:sldId id="1190"/>
            <p14:sldId id="1191"/>
            <p14:sldId id="1121"/>
            <p14:sldId id="1116"/>
            <p14:sldId id="1144"/>
            <p14:sldId id="1117"/>
            <p14:sldId id="1118"/>
            <p14:sldId id="1133"/>
            <p14:sldId id="1120"/>
            <p14:sldId id="1129"/>
            <p14:sldId id="1149"/>
            <p14:sldId id="1147"/>
            <p14:sldId id="1148"/>
            <p14:sldId id="1142"/>
            <p14:sldId id="1131"/>
            <p14:sldId id="1134"/>
            <p14:sldId id="1146"/>
            <p14:sldId id="1150"/>
            <p14:sldId id="1132"/>
            <p14:sldId id="1141"/>
            <p14:sldId id="1143"/>
            <p14:sldId id="1153"/>
            <p14:sldId id="1122"/>
            <p14:sldId id="1135"/>
            <p14:sldId id="1155"/>
            <p14:sldId id="1151"/>
            <p14:sldId id="1119"/>
            <p14:sldId id="1157"/>
            <p14:sldId id="1156"/>
            <p14:sldId id="1160"/>
            <p14:sldId id="1158"/>
            <p14:sldId id="1161"/>
            <p14:sldId id="1140"/>
            <p14:sldId id="1164"/>
            <p14:sldId id="1165"/>
            <p14:sldId id="1166"/>
            <p14:sldId id="1167"/>
            <p14:sldId id="1168"/>
            <p14:sldId id="1169"/>
            <p14:sldId id="1170"/>
            <p14:sldId id="1171"/>
            <p14:sldId id="1172"/>
            <p14:sldId id="1173"/>
            <p14:sldId id="1176"/>
            <p14:sldId id="1125"/>
            <p14:sldId id="1175"/>
            <p14:sldId id="1126"/>
            <p14:sldId id="1128"/>
            <p14:sldId id="1177"/>
            <p14:sldId id="1178"/>
            <p14:sldId id="1192"/>
            <p14:sldId id="1193"/>
            <p14:sldId id="1194"/>
            <p14:sldId id="1229"/>
            <p14:sldId id="1195"/>
          </p14:sldIdLst>
        </p14:section>
        <p14:section name="Traitement" id="{22E56C3C-7309-4535-8941-B032EB94F240}">
          <p14:sldIdLst>
            <p14:sldId id="1196"/>
            <p14:sldId id="1197"/>
            <p14:sldId id="1200"/>
            <p14:sldId id="1201"/>
            <p14:sldId id="1202"/>
            <p14:sldId id="1204"/>
            <p14:sldId id="1206"/>
            <p14:sldId id="1207"/>
            <p14:sldId id="1203"/>
            <p14:sldId id="1208"/>
            <p14:sldId id="1209"/>
            <p14:sldId id="1205"/>
            <p14:sldId id="1230"/>
            <p14:sldId id="1210"/>
          </p14:sldIdLst>
        </p14:section>
        <p14:section name="Etude de cas" id="{A5F61D42-51C3-4FFF-B540-547AA5BBD3E4}">
          <p14:sldIdLst>
            <p14:sldId id="1198"/>
            <p14:sldId id="1220"/>
            <p14:sldId id="1221"/>
            <p14:sldId id="1231"/>
            <p14:sldId id="1232"/>
            <p14:sldId id="1233"/>
            <p14:sldId id="1234"/>
            <p14:sldId id="1236"/>
            <p14:sldId id="1235"/>
            <p14:sldId id="1237"/>
            <p14:sldId id="1238"/>
            <p14:sldId id="1239"/>
            <p14:sldId id="1240"/>
            <p14:sldId id="1241"/>
            <p14:sldId id="1242"/>
            <p14:sldId id="1243"/>
            <p14:sldId id="1244"/>
            <p14:sldId id="1245"/>
            <p14:sldId id="1246"/>
            <p14:sldId id="1247"/>
            <p14:sldId id="1248"/>
          </p14:sldIdLst>
        </p14:section>
        <p14:section name="Conclusion" id="{178D7389-06C8-4EAB-9049-C6839BB1169E}">
          <p14:sldIdLst>
            <p14:sldId id="1199"/>
            <p14:sldId id="1222"/>
            <p14:sldId id="1054"/>
            <p14:sldId id="1211"/>
            <p14:sldId id="1223"/>
            <p14:sldId id="1224"/>
            <p14:sldId id="1226"/>
            <p14:sldId id="1056"/>
            <p14:sldId id="12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946F94-920D-4506-B5B7-9EEEF5276AE3}" v="268" dt="2025-10-14T12:57:02.3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94" d="100"/>
          <a:sy n="94" d="100"/>
        </p:scale>
        <p:origin x="1152" y="84"/>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38" Type="http://schemas.openxmlformats.org/officeDocument/2006/relationships/slide" Target="slides/slide134.xml"/><Relationship Id="rId154" Type="http://schemas.openxmlformats.org/officeDocument/2006/relationships/slide" Target="slides/slide150.xml"/><Relationship Id="rId159" Type="http://schemas.openxmlformats.org/officeDocument/2006/relationships/slide" Target="slides/slide155.xml"/><Relationship Id="rId170" Type="http://schemas.microsoft.com/office/2016/11/relationships/changesInfo" Target="changesInfos/changesInfo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144" Type="http://schemas.openxmlformats.org/officeDocument/2006/relationships/slide" Target="slides/slide140.xml"/><Relationship Id="rId149" Type="http://schemas.openxmlformats.org/officeDocument/2006/relationships/slide" Target="slides/slide145.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160" Type="http://schemas.openxmlformats.org/officeDocument/2006/relationships/slide" Target="slides/slide156.xml"/><Relationship Id="rId165" Type="http://schemas.openxmlformats.org/officeDocument/2006/relationships/handoutMaster" Target="handoutMasters/handoutMaster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slide" Target="slides/slide146.xml"/><Relationship Id="rId155" Type="http://schemas.openxmlformats.org/officeDocument/2006/relationships/slide" Target="slides/slide151.xml"/><Relationship Id="rId171" Type="http://schemas.microsoft.com/office/2015/10/relationships/revisionInfo" Target="revisionInfo.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14" Type="http://schemas.openxmlformats.org/officeDocument/2006/relationships/slide" Target="slides/slide110.xml"/><Relationship Id="rId119" Type="http://schemas.openxmlformats.org/officeDocument/2006/relationships/slide" Target="slides/slide115.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30" Type="http://schemas.openxmlformats.org/officeDocument/2006/relationships/slide" Target="slides/slide126.xml"/><Relationship Id="rId135" Type="http://schemas.openxmlformats.org/officeDocument/2006/relationships/slide" Target="slides/slide131.xml"/><Relationship Id="rId143" Type="http://schemas.openxmlformats.org/officeDocument/2006/relationships/slide" Target="slides/slide139.xml"/><Relationship Id="rId148" Type="http://schemas.openxmlformats.org/officeDocument/2006/relationships/slide" Target="slides/slide144.xml"/><Relationship Id="rId151" Type="http://schemas.openxmlformats.org/officeDocument/2006/relationships/slide" Target="slides/slide147.xml"/><Relationship Id="rId156" Type="http://schemas.openxmlformats.org/officeDocument/2006/relationships/slide" Target="slides/slide152.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cec3ba0d20552ff9" providerId="LiveId" clId="{0A6F03BF-8110-4C9D-97AF-6AFB6093398E}"/>
    <pc:docChg chg="custSel delSld modSld modSection">
      <pc:chgData name="Matthieu GRALL" userId="cec3ba0d20552ff9" providerId="LiveId" clId="{0A6F03BF-8110-4C9D-97AF-6AFB6093398E}" dt="2024-12-25T15:10:00.328" v="748" actId="20577"/>
      <pc:docMkLst>
        <pc:docMk/>
      </pc:docMkLst>
      <pc:sldChg chg="del">
        <pc:chgData name="Matthieu GRALL" userId="cec3ba0d20552ff9" providerId="LiveId" clId="{0A6F03BF-8110-4C9D-97AF-6AFB6093398E}" dt="2024-12-25T14:40:06.544" v="0" actId="47"/>
        <pc:sldMkLst>
          <pc:docMk/>
          <pc:sldMk cId="3284755205" sldId="402"/>
        </pc:sldMkLst>
      </pc:sldChg>
      <pc:sldChg chg="modAnim">
        <pc:chgData name="Matthieu GRALL" userId="cec3ba0d20552ff9" providerId="LiveId" clId="{0A6F03BF-8110-4C9D-97AF-6AFB6093398E}" dt="2024-12-25T14:53:20.095" v="8"/>
        <pc:sldMkLst>
          <pc:docMk/>
          <pc:sldMk cId="1660377139" sldId="1105"/>
        </pc:sldMkLst>
      </pc:sldChg>
      <pc:sldChg chg="addSp modSp mod modClrScheme chgLayout">
        <pc:chgData name="Matthieu GRALL" userId="cec3ba0d20552ff9" providerId="LiveId" clId="{0A6F03BF-8110-4C9D-97AF-6AFB6093398E}" dt="2024-12-25T15:10:00.328" v="748" actId="20577"/>
        <pc:sldMkLst>
          <pc:docMk/>
          <pc:sldMk cId="362970679" sldId="1113"/>
        </pc:sldMkLst>
      </pc:sldChg>
      <pc:sldMasterChg chg="delSldLayout">
        <pc:chgData name="Matthieu GRALL" userId="cec3ba0d20552ff9" providerId="LiveId" clId="{0A6F03BF-8110-4C9D-97AF-6AFB6093398E}" dt="2024-12-25T14:40:06.544" v="0" actId="47"/>
        <pc:sldMasterMkLst>
          <pc:docMk/>
          <pc:sldMasterMk cId="3998894942" sldId="2147483683"/>
        </pc:sldMasterMkLst>
        <pc:sldLayoutChg chg="del">
          <pc:chgData name="Matthieu GRALL" userId="cec3ba0d20552ff9" providerId="LiveId" clId="{0A6F03BF-8110-4C9D-97AF-6AFB6093398E}" dt="2024-12-25T14:40:06.544" v="0" actId="47"/>
          <pc:sldLayoutMkLst>
            <pc:docMk/>
            <pc:sldMasterMk cId="3998894942" sldId="2147483683"/>
            <pc:sldLayoutMk cId="2381941880" sldId="2147483721"/>
          </pc:sldLayoutMkLst>
        </pc:sldLayoutChg>
      </pc:sldMasterChg>
    </pc:docChg>
  </pc:docChgLst>
  <pc:docChgLst>
    <pc:chgData name="Matthieu GRALL" userId="cec3ba0d20552ff9" providerId="LiveId" clId="{EFBBC405-6A2F-4127-AD63-18F549A0DAE8}"/>
    <pc:docChg chg="undo custSel addSld delSld modSld modSection">
      <pc:chgData name="Matthieu GRALL" userId="cec3ba0d20552ff9" providerId="LiveId" clId="{EFBBC405-6A2F-4127-AD63-18F549A0DAE8}" dt="2024-10-27T19:58:10.992" v="19" actId="47"/>
      <pc:docMkLst>
        <pc:docMk/>
      </pc:docMkLst>
      <pc:sldChg chg="addSp delSp modSp new del mod modClrScheme chgLayout">
        <pc:chgData name="Matthieu GRALL" userId="cec3ba0d20552ff9" providerId="LiveId" clId="{EFBBC405-6A2F-4127-AD63-18F549A0DAE8}" dt="2024-10-27T19:58:10.992" v="19" actId="47"/>
        <pc:sldMkLst>
          <pc:docMk/>
          <pc:sldMk cId="349277223" sldId="1114"/>
        </pc:sldMkLst>
      </pc:sldChg>
      <pc:sldChg chg="addSp delSp modSp new del mod modClrScheme chgLayout">
        <pc:chgData name="Matthieu GRALL" userId="cec3ba0d20552ff9" providerId="LiveId" clId="{EFBBC405-6A2F-4127-AD63-18F549A0DAE8}" dt="2024-10-27T19:55:23.350" v="13" actId="680"/>
        <pc:sldMkLst>
          <pc:docMk/>
          <pc:sldMk cId="3847707326" sldId="1114"/>
        </pc:sldMkLst>
      </pc:sldChg>
    </pc:docChg>
  </pc:docChgLst>
  <pc:docChgLst>
    <pc:chgData name="Matthieu GRALL" userId="cec3ba0d20552ff9" providerId="LiveId" clId="{17607227-0301-455D-9893-003FF349E4BF}"/>
    <pc:docChg chg="undo redo custSel addSld delSld modSld sldOrd modMainMaster modSection">
      <pc:chgData name="Matthieu GRALL" userId="cec3ba0d20552ff9" providerId="LiveId" clId="{17607227-0301-455D-9893-003FF349E4BF}" dt="2024-09-09T05:07:51.892" v="25504" actId="478"/>
      <pc:docMkLst>
        <pc:docMk/>
      </pc:docMkLst>
      <pc:sldChg chg="modSp mod">
        <pc:chgData name="Matthieu GRALL" userId="cec3ba0d20552ff9" providerId="LiveId" clId="{17607227-0301-455D-9893-003FF349E4BF}" dt="2024-08-24T11:10:07.371" v="613" actId="27636"/>
        <pc:sldMkLst>
          <pc:docMk/>
          <pc:sldMk cId="2721508595" sldId="266"/>
        </pc:sldMkLst>
      </pc:sldChg>
      <pc:sldChg chg="modSp mod">
        <pc:chgData name="Matthieu GRALL" userId="cec3ba0d20552ff9" providerId="LiveId" clId="{17607227-0301-455D-9893-003FF349E4BF}" dt="2024-08-24T11:10:07.385" v="614" actId="27636"/>
        <pc:sldMkLst>
          <pc:docMk/>
          <pc:sldMk cId="3831612662" sldId="398"/>
        </pc:sldMkLst>
      </pc:sldChg>
      <pc:sldChg chg="modSp mod">
        <pc:chgData name="Matthieu GRALL" userId="cec3ba0d20552ff9" providerId="LiveId" clId="{17607227-0301-455D-9893-003FF349E4BF}" dt="2024-08-24T09:29:50.730" v="5" actId="2711"/>
        <pc:sldMkLst>
          <pc:docMk/>
          <pc:sldMk cId="3196402734" sldId="400"/>
        </pc:sldMkLst>
      </pc:sldChg>
      <pc:sldChg chg="modSp mod">
        <pc:chgData name="Matthieu GRALL" userId="cec3ba0d20552ff9" providerId="LiveId" clId="{17607227-0301-455D-9893-003FF349E4BF}" dt="2024-09-08T14:03:59.990" v="22682" actId="732"/>
        <pc:sldMkLst>
          <pc:docMk/>
          <pc:sldMk cId="3284755205" sldId="402"/>
        </pc:sldMkLst>
      </pc:sldChg>
      <pc:sldChg chg="addSp delSp modSp mod">
        <pc:chgData name="Matthieu GRALL" userId="cec3ba0d20552ff9" providerId="LiveId" clId="{17607227-0301-455D-9893-003FF349E4BF}" dt="2024-09-04T06:04:02.072" v="20618" actId="113"/>
        <pc:sldMkLst>
          <pc:docMk/>
          <pc:sldMk cId="83597079" sldId="403"/>
        </pc:sldMkLst>
      </pc:sldChg>
      <pc:sldChg chg="del">
        <pc:chgData name="Matthieu GRALL" userId="cec3ba0d20552ff9" providerId="LiveId" clId="{17607227-0301-455D-9893-003FF349E4BF}" dt="2024-09-01T22:38:28.772" v="20339" actId="47"/>
        <pc:sldMkLst>
          <pc:docMk/>
          <pc:sldMk cId="1041610690" sldId="471"/>
        </pc:sldMkLst>
      </pc:sldChg>
      <pc:sldChg chg="modSp mod modNotesTx">
        <pc:chgData name="Matthieu GRALL" userId="cec3ba0d20552ff9" providerId="LiveId" clId="{17607227-0301-455D-9893-003FF349E4BF}" dt="2024-08-24T18:53:09.273" v="10362" actId="20577"/>
        <pc:sldMkLst>
          <pc:docMk/>
          <pc:sldMk cId="692695152" sldId="517"/>
        </pc:sldMkLst>
      </pc:sldChg>
      <pc:sldChg chg="del ord">
        <pc:chgData name="Matthieu GRALL" userId="cec3ba0d20552ff9" providerId="LiveId" clId="{17607227-0301-455D-9893-003FF349E4BF}" dt="2024-09-01T21:17:55.927" v="18935" actId="47"/>
        <pc:sldMkLst>
          <pc:docMk/>
          <pc:sldMk cId="981077061" sldId="544"/>
        </pc:sldMkLst>
      </pc:sldChg>
      <pc:sldChg chg="del ord">
        <pc:chgData name="Matthieu GRALL" userId="cec3ba0d20552ff9" providerId="LiveId" clId="{17607227-0301-455D-9893-003FF349E4BF}" dt="2024-09-01T21:26:50.641" v="19038" actId="47"/>
        <pc:sldMkLst>
          <pc:docMk/>
          <pc:sldMk cId="4196214329" sldId="596"/>
        </pc:sldMkLst>
      </pc:sldChg>
      <pc:sldChg chg="addSp delSp modSp add mod modAnim">
        <pc:chgData name="Matthieu GRALL" userId="cec3ba0d20552ff9" providerId="LiveId" clId="{17607227-0301-455D-9893-003FF349E4BF}" dt="2024-08-24T14:27:50.223" v="5901"/>
        <pc:sldMkLst>
          <pc:docMk/>
          <pc:sldMk cId="234962203" sldId="603"/>
        </pc:sldMkLst>
      </pc:sldChg>
      <pc:sldChg chg="modSp add del mod">
        <pc:chgData name="Matthieu GRALL" userId="cec3ba0d20552ff9" providerId="LiveId" clId="{17607227-0301-455D-9893-003FF349E4BF}" dt="2024-08-24T14:21:42.547" v="5875" actId="47"/>
        <pc:sldMkLst>
          <pc:docMk/>
          <pc:sldMk cId="2489286131" sldId="613"/>
        </pc:sldMkLst>
      </pc:sldChg>
      <pc:sldChg chg="addSp delSp modSp add mod modAnim">
        <pc:chgData name="Matthieu GRALL" userId="cec3ba0d20552ff9" providerId="LiveId" clId="{17607227-0301-455D-9893-003FF349E4BF}" dt="2024-09-01T10:37:25.114" v="13441" actId="1036"/>
        <pc:sldMkLst>
          <pc:docMk/>
          <pc:sldMk cId="1633259239" sldId="614"/>
        </pc:sldMkLst>
      </pc:sldChg>
      <pc:sldChg chg="del">
        <pc:chgData name="Matthieu GRALL" userId="cec3ba0d20552ff9" providerId="LiveId" clId="{17607227-0301-455D-9893-003FF349E4BF}" dt="2024-08-24T14:49:03.552" v="6039" actId="47"/>
        <pc:sldMkLst>
          <pc:docMk/>
          <pc:sldMk cId="3650261455" sldId="616"/>
        </pc:sldMkLst>
      </pc:sldChg>
      <pc:sldChg chg="mod modShow">
        <pc:chgData name="Matthieu GRALL" userId="cec3ba0d20552ff9" providerId="LiveId" clId="{17607227-0301-455D-9893-003FF349E4BF}" dt="2024-09-01T22:12:43.825" v="19271" actId="729"/>
        <pc:sldMkLst>
          <pc:docMk/>
          <pc:sldMk cId="2311874465" sldId="632"/>
        </pc:sldMkLst>
      </pc:sldChg>
      <pc:sldChg chg="modSp del mod">
        <pc:chgData name="Matthieu GRALL" userId="cec3ba0d20552ff9" providerId="LiveId" clId="{17607227-0301-455D-9893-003FF349E4BF}" dt="2024-09-09T05:02:56.332" v="25418" actId="47"/>
        <pc:sldMkLst>
          <pc:docMk/>
          <pc:sldMk cId="3108863828" sldId="634"/>
        </pc:sldMkLst>
      </pc:sldChg>
      <pc:sldChg chg="del ord">
        <pc:chgData name="Matthieu GRALL" userId="cec3ba0d20552ff9" providerId="LiveId" clId="{17607227-0301-455D-9893-003FF349E4BF}" dt="2024-08-25T01:24:09.433" v="13279" actId="47"/>
        <pc:sldMkLst>
          <pc:docMk/>
          <pc:sldMk cId="3275669995" sldId="645"/>
        </pc:sldMkLst>
      </pc:sldChg>
      <pc:sldChg chg="del">
        <pc:chgData name="Matthieu GRALL" userId="cec3ba0d20552ff9" providerId="LiveId" clId="{17607227-0301-455D-9893-003FF349E4BF}" dt="2024-08-24T14:52:25.277" v="6046" actId="2696"/>
        <pc:sldMkLst>
          <pc:docMk/>
          <pc:sldMk cId="793153951" sldId="646"/>
        </pc:sldMkLst>
      </pc:sldChg>
      <pc:sldChg chg="addSp delSp modSp add del mod">
        <pc:chgData name="Matthieu GRALL" userId="cec3ba0d20552ff9" providerId="LiveId" clId="{17607227-0301-455D-9893-003FF349E4BF}" dt="2024-08-25T01:21:07.017" v="13217" actId="47"/>
        <pc:sldMkLst>
          <pc:docMk/>
          <pc:sldMk cId="3944321190" sldId="646"/>
        </pc:sldMkLst>
      </pc:sldChg>
      <pc:sldChg chg="del ord">
        <pc:chgData name="Matthieu GRALL" userId="cec3ba0d20552ff9" providerId="LiveId" clId="{17607227-0301-455D-9893-003FF349E4BF}" dt="2024-09-01T15:34:45.219" v="18127" actId="47"/>
        <pc:sldMkLst>
          <pc:docMk/>
          <pc:sldMk cId="1098208944" sldId="648"/>
        </pc:sldMkLst>
      </pc:sldChg>
      <pc:sldChg chg="del ord">
        <pc:chgData name="Matthieu GRALL" userId="cec3ba0d20552ff9" providerId="LiveId" clId="{17607227-0301-455D-9893-003FF349E4BF}" dt="2024-09-01T15:34:56.347" v="18128" actId="47"/>
        <pc:sldMkLst>
          <pc:docMk/>
          <pc:sldMk cId="1855154865" sldId="649"/>
        </pc:sldMkLst>
      </pc:sldChg>
      <pc:sldChg chg="del">
        <pc:chgData name="Matthieu GRALL" userId="cec3ba0d20552ff9" providerId="LiveId" clId="{17607227-0301-455D-9893-003FF349E4BF}" dt="2024-09-01T22:13:50.310" v="19272" actId="47"/>
        <pc:sldMkLst>
          <pc:docMk/>
          <pc:sldMk cId="3647144627" sldId="652"/>
        </pc:sldMkLst>
      </pc:sldChg>
      <pc:sldChg chg="ord">
        <pc:chgData name="Matthieu GRALL" userId="cec3ba0d20552ff9" providerId="LiveId" clId="{17607227-0301-455D-9893-003FF349E4BF}" dt="2024-09-01T22:14:14.145" v="19275"/>
        <pc:sldMkLst>
          <pc:docMk/>
          <pc:sldMk cId="3302985641" sldId="717"/>
        </pc:sldMkLst>
      </pc:sldChg>
      <pc:sldChg chg="del">
        <pc:chgData name="Matthieu GRALL" userId="cec3ba0d20552ff9" providerId="LiveId" clId="{17607227-0301-455D-9893-003FF349E4BF}" dt="2024-09-01T22:11:46.887" v="19267" actId="47"/>
        <pc:sldMkLst>
          <pc:docMk/>
          <pc:sldMk cId="628194812" sldId="732"/>
        </pc:sldMkLst>
      </pc:sldChg>
      <pc:sldChg chg="del">
        <pc:chgData name="Matthieu GRALL" userId="cec3ba0d20552ff9" providerId="LiveId" clId="{17607227-0301-455D-9893-003FF349E4BF}" dt="2024-08-24T14:50:32.891" v="6045" actId="47"/>
        <pc:sldMkLst>
          <pc:docMk/>
          <pc:sldMk cId="3065647352" sldId="735"/>
        </pc:sldMkLst>
      </pc:sldChg>
      <pc:sldChg chg="del">
        <pc:chgData name="Matthieu GRALL" userId="cec3ba0d20552ff9" providerId="LiveId" clId="{17607227-0301-455D-9893-003FF349E4BF}" dt="2024-08-25T01:24:18.125" v="13280" actId="47"/>
        <pc:sldMkLst>
          <pc:docMk/>
          <pc:sldMk cId="1426083899" sldId="742"/>
        </pc:sldMkLst>
      </pc:sldChg>
      <pc:sldChg chg="addSp delSp modSp mod modClrScheme modAnim chgLayout">
        <pc:chgData name="Matthieu GRALL" userId="cec3ba0d20552ff9" providerId="LiveId" clId="{17607227-0301-455D-9893-003FF349E4BF}" dt="2024-08-24T14:25:12.068" v="5884"/>
        <pc:sldMkLst>
          <pc:docMk/>
          <pc:sldMk cId="2541567254" sldId="746"/>
        </pc:sldMkLst>
      </pc:sldChg>
      <pc:sldChg chg="addSp delSp modSp mod modClrScheme modAnim chgLayout">
        <pc:chgData name="Matthieu GRALL" userId="cec3ba0d20552ff9" providerId="LiveId" clId="{17607227-0301-455D-9893-003FF349E4BF}" dt="2024-08-24T14:29:02.697" v="5907"/>
        <pc:sldMkLst>
          <pc:docMk/>
          <pc:sldMk cId="2045758897" sldId="747"/>
        </pc:sldMkLst>
      </pc:sldChg>
      <pc:sldChg chg="addSp delSp modSp del mod modClrScheme chgLayout">
        <pc:chgData name="Matthieu GRALL" userId="cec3ba0d20552ff9" providerId="LiveId" clId="{17607227-0301-455D-9893-003FF349E4BF}" dt="2024-08-24T12:54:44.950" v="3638" actId="47"/>
        <pc:sldMkLst>
          <pc:docMk/>
          <pc:sldMk cId="178478537" sldId="748"/>
        </pc:sldMkLst>
      </pc:sldChg>
      <pc:sldChg chg="addSp delSp modSp mod ord modClrScheme modAnim modShow chgLayout">
        <pc:chgData name="Matthieu GRALL" userId="cec3ba0d20552ff9" providerId="LiveId" clId="{17607227-0301-455D-9893-003FF349E4BF}" dt="2024-08-24T14:30:13.371" v="5918"/>
        <pc:sldMkLst>
          <pc:docMk/>
          <pc:sldMk cId="846789428" sldId="755"/>
        </pc:sldMkLst>
      </pc:sldChg>
      <pc:sldChg chg="addSp delSp modSp mod ord modClrScheme delAnim chgLayout">
        <pc:chgData name="Matthieu GRALL" userId="cec3ba0d20552ff9" providerId="LiveId" clId="{17607227-0301-455D-9893-003FF349E4BF}" dt="2024-08-24T18:38:42.853" v="9728" actId="478"/>
        <pc:sldMkLst>
          <pc:docMk/>
          <pc:sldMk cId="3225738763" sldId="766"/>
        </pc:sldMkLst>
      </pc:sldChg>
      <pc:sldChg chg="del">
        <pc:chgData name="Matthieu GRALL" userId="cec3ba0d20552ff9" providerId="LiveId" clId="{17607227-0301-455D-9893-003FF349E4BF}" dt="2024-08-24T14:49:24.793" v="6044" actId="47"/>
        <pc:sldMkLst>
          <pc:docMk/>
          <pc:sldMk cId="3039979770" sldId="768"/>
        </pc:sldMkLst>
      </pc:sldChg>
      <pc:sldChg chg="del mod ord modShow">
        <pc:chgData name="Matthieu GRALL" userId="cec3ba0d20552ff9" providerId="LiveId" clId="{17607227-0301-455D-9893-003FF349E4BF}" dt="2024-08-24T14:32:29.869" v="5924" actId="47"/>
        <pc:sldMkLst>
          <pc:docMk/>
          <pc:sldMk cId="2289532212" sldId="851"/>
        </pc:sldMkLst>
      </pc:sldChg>
      <pc:sldChg chg="del">
        <pc:chgData name="Matthieu GRALL" userId="cec3ba0d20552ff9" providerId="LiveId" clId="{17607227-0301-455D-9893-003FF349E4BF}" dt="2024-08-24T14:49:22.246" v="6043" actId="47"/>
        <pc:sldMkLst>
          <pc:docMk/>
          <pc:sldMk cId="1413677051" sldId="858"/>
        </pc:sldMkLst>
      </pc:sldChg>
      <pc:sldChg chg="del">
        <pc:chgData name="Matthieu GRALL" userId="cec3ba0d20552ff9" providerId="LiveId" clId="{17607227-0301-455D-9893-003FF349E4BF}" dt="2024-09-01T22:13:54.440" v="19273" actId="47"/>
        <pc:sldMkLst>
          <pc:docMk/>
          <pc:sldMk cId="1196263282" sldId="860"/>
        </pc:sldMkLst>
      </pc:sldChg>
      <pc:sldChg chg="del">
        <pc:chgData name="Matthieu GRALL" userId="cec3ba0d20552ff9" providerId="LiveId" clId="{17607227-0301-455D-9893-003FF349E4BF}" dt="2024-09-01T22:11:37.930" v="19265" actId="47"/>
        <pc:sldMkLst>
          <pc:docMk/>
          <pc:sldMk cId="317107751" sldId="861"/>
        </pc:sldMkLst>
      </pc:sldChg>
      <pc:sldChg chg="del">
        <pc:chgData name="Matthieu GRALL" userId="cec3ba0d20552ff9" providerId="LiveId" clId="{17607227-0301-455D-9893-003FF349E4BF}" dt="2024-09-01T22:11:36.048" v="19264" actId="47"/>
        <pc:sldMkLst>
          <pc:docMk/>
          <pc:sldMk cId="3646462716" sldId="862"/>
        </pc:sldMkLst>
      </pc:sldChg>
      <pc:sldChg chg="del">
        <pc:chgData name="Matthieu GRALL" userId="cec3ba0d20552ff9" providerId="LiveId" clId="{17607227-0301-455D-9893-003FF349E4BF}" dt="2024-09-01T22:11:43.562" v="19266" actId="47"/>
        <pc:sldMkLst>
          <pc:docMk/>
          <pc:sldMk cId="1349035803" sldId="863"/>
        </pc:sldMkLst>
      </pc:sldChg>
      <pc:sldChg chg="del">
        <pc:chgData name="Matthieu GRALL" userId="cec3ba0d20552ff9" providerId="LiveId" clId="{17607227-0301-455D-9893-003FF349E4BF}" dt="2024-08-24T14:49:16.679" v="6041" actId="47"/>
        <pc:sldMkLst>
          <pc:docMk/>
          <pc:sldMk cId="3028513224" sldId="864"/>
        </pc:sldMkLst>
      </pc:sldChg>
      <pc:sldChg chg="del">
        <pc:chgData name="Matthieu GRALL" userId="cec3ba0d20552ff9" providerId="LiveId" clId="{17607227-0301-455D-9893-003FF349E4BF}" dt="2024-08-24T14:49:17.980" v="6042" actId="47"/>
        <pc:sldMkLst>
          <pc:docMk/>
          <pc:sldMk cId="672227644" sldId="865"/>
        </pc:sldMkLst>
      </pc:sldChg>
      <pc:sldChg chg="del">
        <pc:chgData name="Matthieu GRALL" userId="cec3ba0d20552ff9" providerId="LiveId" clId="{17607227-0301-455D-9893-003FF349E4BF}" dt="2024-08-24T12:54:51.684" v="3639" actId="47"/>
        <pc:sldMkLst>
          <pc:docMk/>
          <pc:sldMk cId="2802209190" sldId="866"/>
        </pc:sldMkLst>
      </pc:sldChg>
      <pc:sldChg chg="del">
        <pc:chgData name="Matthieu GRALL" userId="cec3ba0d20552ff9" providerId="LiveId" clId="{17607227-0301-455D-9893-003FF349E4BF}" dt="2024-09-08T22:22:45.418" v="24964" actId="47"/>
        <pc:sldMkLst>
          <pc:docMk/>
          <pc:sldMk cId="953380616" sldId="869"/>
        </pc:sldMkLst>
      </pc:sldChg>
      <pc:sldChg chg="del">
        <pc:chgData name="Matthieu GRALL" userId="cec3ba0d20552ff9" providerId="LiveId" clId="{17607227-0301-455D-9893-003FF349E4BF}" dt="2024-09-01T22:11:48.265" v="19268" actId="47"/>
        <pc:sldMkLst>
          <pc:docMk/>
          <pc:sldMk cId="1567649304" sldId="870"/>
        </pc:sldMkLst>
      </pc:sldChg>
      <pc:sldChg chg="del">
        <pc:chgData name="Matthieu GRALL" userId="cec3ba0d20552ff9" providerId="LiveId" clId="{17607227-0301-455D-9893-003FF349E4BF}" dt="2024-08-24T14:49:05.246" v="6040" actId="47"/>
        <pc:sldMkLst>
          <pc:docMk/>
          <pc:sldMk cId="495539530" sldId="985"/>
        </pc:sldMkLst>
      </pc:sldChg>
      <pc:sldChg chg="del ord">
        <pc:chgData name="Matthieu GRALL" userId="cec3ba0d20552ff9" providerId="LiveId" clId="{17607227-0301-455D-9893-003FF349E4BF}" dt="2024-09-01T22:11:25.772" v="19262" actId="47"/>
        <pc:sldMkLst>
          <pc:docMk/>
          <pc:sldMk cId="2875786665" sldId="988"/>
        </pc:sldMkLst>
      </pc:sldChg>
      <pc:sldChg chg="del ord">
        <pc:chgData name="Matthieu GRALL" userId="cec3ba0d20552ff9" providerId="LiveId" clId="{17607227-0301-455D-9893-003FF349E4BF}" dt="2024-09-01T22:11:32.486" v="19263" actId="47"/>
        <pc:sldMkLst>
          <pc:docMk/>
          <pc:sldMk cId="2950734699" sldId="989"/>
        </pc:sldMkLst>
      </pc:sldChg>
      <pc:sldChg chg="modSp mod">
        <pc:chgData name="Matthieu GRALL" userId="cec3ba0d20552ff9" providerId="LiveId" clId="{17607227-0301-455D-9893-003FF349E4BF}" dt="2024-08-24T09:31:03.546" v="11" actId="2711"/>
        <pc:sldMkLst>
          <pc:docMk/>
          <pc:sldMk cId="1269195055" sldId="1034"/>
        </pc:sldMkLst>
      </pc:sldChg>
      <pc:sldChg chg="modSp del mod">
        <pc:chgData name="Matthieu GRALL" userId="cec3ba0d20552ff9" providerId="LiveId" clId="{17607227-0301-455D-9893-003FF349E4BF}" dt="2024-09-04T05:59:25.222" v="20533" actId="47"/>
        <pc:sldMkLst>
          <pc:docMk/>
          <pc:sldMk cId="2879415528" sldId="1035"/>
        </pc:sldMkLst>
      </pc:sldChg>
      <pc:sldChg chg="addSp delSp modSp del mod">
        <pc:chgData name="Matthieu GRALL" userId="cec3ba0d20552ff9" providerId="LiveId" clId="{17607227-0301-455D-9893-003FF349E4BF}" dt="2024-09-04T05:59:01.162" v="20527" actId="47"/>
        <pc:sldMkLst>
          <pc:docMk/>
          <pc:sldMk cId="1552748387" sldId="1042"/>
        </pc:sldMkLst>
      </pc:sldChg>
      <pc:sldChg chg="modSp del mod">
        <pc:chgData name="Matthieu GRALL" userId="cec3ba0d20552ff9" providerId="LiveId" clId="{17607227-0301-455D-9893-003FF349E4BF}" dt="2024-09-04T05:58:31.563" v="20521" actId="47"/>
        <pc:sldMkLst>
          <pc:docMk/>
          <pc:sldMk cId="4214585374" sldId="1043"/>
        </pc:sldMkLst>
      </pc:sldChg>
      <pc:sldChg chg="modSp del mod">
        <pc:chgData name="Matthieu GRALL" userId="cec3ba0d20552ff9" providerId="LiveId" clId="{17607227-0301-455D-9893-003FF349E4BF}" dt="2024-09-04T05:57:51.534" v="20514" actId="47"/>
        <pc:sldMkLst>
          <pc:docMk/>
          <pc:sldMk cId="2074063400" sldId="1044"/>
        </pc:sldMkLst>
      </pc:sldChg>
      <pc:sldChg chg="del ord">
        <pc:chgData name="Matthieu GRALL" userId="cec3ba0d20552ff9" providerId="LiveId" clId="{17607227-0301-455D-9893-003FF349E4BF}" dt="2024-09-01T10:30:17.253" v="13314" actId="47"/>
        <pc:sldMkLst>
          <pc:docMk/>
          <pc:sldMk cId="1042004361" sldId="1045"/>
        </pc:sldMkLst>
      </pc:sldChg>
      <pc:sldChg chg="del">
        <pc:chgData name="Matthieu GRALL" userId="cec3ba0d20552ff9" providerId="LiveId" clId="{17607227-0301-455D-9893-003FF349E4BF}" dt="2024-09-01T10:30:18.926" v="13315" actId="47"/>
        <pc:sldMkLst>
          <pc:docMk/>
          <pc:sldMk cId="2363257682" sldId="1046"/>
        </pc:sldMkLst>
      </pc:sldChg>
      <pc:sldChg chg="del">
        <pc:chgData name="Matthieu GRALL" userId="cec3ba0d20552ff9" providerId="LiveId" clId="{17607227-0301-455D-9893-003FF349E4BF}" dt="2024-09-01T10:30:20.415" v="13316" actId="47"/>
        <pc:sldMkLst>
          <pc:docMk/>
          <pc:sldMk cId="2791715950" sldId="1047"/>
        </pc:sldMkLst>
      </pc:sldChg>
      <pc:sldChg chg="del">
        <pc:chgData name="Matthieu GRALL" userId="cec3ba0d20552ff9" providerId="LiveId" clId="{17607227-0301-455D-9893-003FF349E4BF}" dt="2024-08-24T13:32:58.253" v="4487" actId="47"/>
        <pc:sldMkLst>
          <pc:docMk/>
          <pc:sldMk cId="1466165120" sldId="1048"/>
        </pc:sldMkLst>
      </pc:sldChg>
      <pc:sldChg chg="modSp mod">
        <pc:chgData name="Matthieu GRALL" userId="cec3ba0d20552ff9" providerId="LiveId" clId="{17607227-0301-455D-9893-003FF349E4BF}" dt="2024-08-24T09:31:17.510" v="13" actId="2711"/>
        <pc:sldMkLst>
          <pc:docMk/>
          <pc:sldMk cId="4020083035" sldId="1049"/>
        </pc:sldMkLst>
      </pc:sldChg>
      <pc:sldChg chg="ord">
        <pc:chgData name="Matthieu GRALL" userId="cec3ba0d20552ff9" providerId="LiveId" clId="{17607227-0301-455D-9893-003FF349E4BF}" dt="2024-08-24T13:39:22.717" v="4787"/>
        <pc:sldMkLst>
          <pc:docMk/>
          <pc:sldMk cId="932379402" sldId="1050"/>
        </pc:sldMkLst>
      </pc:sldChg>
      <pc:sldChg chg="addSp delSp modSp mod">
        <pc:chgData name="Matthieu GRALL" userId="cec3ba0d20552ff9" providerId="LiveId" clId="{17607227-0301-455D-9893-003FF349E4BF}" dt="2024-08-24T09:40:49.422" v="56"/>
        <pc:sldMkLst>
          <pc:docMk/>
          <pc:sldMk cId="1318449080" sldId="1051"/>
        </pc:sldMkLst>
      </pc:sldChg>
      <pc:sldChg chg="addSp delSp modSp mod modAnim">
        <pc:chgData name="Matthieu GRALL" userId="cec3ba0d20552ff9" providerId="LiveId" clId="{17607227-0301-455D-9893-003FF349E4BF}" dt="2024-08-24T14:24:44.202" v="5879"/>
        <pc:sldMkLst>
          <pc:docMk/>
          <pc:sldMk cId="2280586236" sldId="1052"/>
        </pc:sldMkLst>
      </pc:sldChg>
      <pc:sldChg chg="addSp delSp modSp add mod modAnim">
        <pc:chgData name="Matthieu GRALL" userId="cec3ba0d20552ff9" providerId="LiveId" clId="{17607227-0301-455D-9893-003FF349E4BF}" dt="2024-08-24T14:29:24.565" v="5913"/>
        <pc:sldMkLst>
          <pc:docMk/>
          <pc:sldMk cId="26874279" sldId="1057"/>
        </pc:sldMkLst>
      </pc:sldChg>
      <pc:sldChg chg="addSp delSp modSp add mod">
        <pc:chgData name="Matthieu GRALL" userId="cec3ba0d20552ff9" providerId="LiveId" clId="{17607227-0301-455D-9893-003FF349E4BF}" dt="2024-09-01T16:39:02.050" v="18301" actId="6549"/>
        <pc:sldMkLst>
          <pc:docMk/>
          <pc:sldMk cId="4291156230" sldId="1058"/>
        </pc:sldMkLst>
      </pc:sldChg>
      <pc:sldChg chg="modSp add ord">
        <pc:chgData name="Matthieu GRALL" userId="cec3ba0d20552ff9" providerId="LiveId" clId="{17607227-0301-455D-9893-003FF349E4BF}" dt="2024-08-24T14:46:30.106" v="6038" actId="20577"/>
        <pc:sldMkLst>
          <pc:docMk/>
          <pc:sldMk cId="3800559491" sldId="1059"/>
        </pc:sldMkLst>
      </pc:sldChg>
      <pc:sldChg chg="addSp delSp modSp new mod setBg modAnim chgLayout">
        <pc:chgData name="Matthieu GRALL" userId="cec3ba0d20552ff9" providerId="LiveId" clId="{17607227-0301-455D-9893-003FF349E4BF}" dt="2024-09-01T10:49:22.066" v="13748" actId="20577"/>
        <pc:sldMkLst>
          <pc:docMk/>
          <pc:sldMk cId="2126662429" sldId="1060"/>
        </pc:sldMkLst>
      </pc:sldChg>
      <pc:sldChg chg="addSp delSp modSp new mod">
        <pc:chgData name="Matthieu GRALL" userId="cec3ba0d20552ff9" providerId="LiveId" clId="{17607227-0301-455D-9893-003FF349E4BF}" dt="2024-08-24T20:57:27.753" v="11631" actId="478"/>
        <pc:sldMkLst>
          <pc:docMk/>
          <pc:sldMk cId="1691437923" sldId="1061"/>
        </pc:sldMkLst>
      </pc:sldChg>
      <pc:sldChg chg="addSp delSp modSp new mod addAnim delAnim modAnim">
        <pc:chgData name="Matthieu GRALL" userId="cec3ba0d20552ff9" providerId="LiveId" clId="{17607227-0301-455D-9893-003FF349E4BF}" dt="2024-09-02T05:28:36.933" v="20351" actId="120"/>
        <pc:sldMkLst>
          <pc:docMk/>
          <pc:sldMk cId="178164553" sldId="1062"/>
        </pc:sldMkLst>
      </pc:sldChg>
      <pc:sldChg chg="addSp delSp modSp new del mod setBg">
        <pc:chgData name="Matthieu GRALL" userId="cec3ba0d20552ff9" providerId="LiveId" clId="{17607227-0301-455D-9893-003FF349E4BF}" dt="2024-08-24T17:12:55.055" v="9664" actId="47"/>
        <pc:sldMkLst>
          <pc:docMk/>
          <pc:sldMk cId="2507998000" sldId="1062"/>
        </pc:sldMkLst>
      </pc:sldChg>
      <pc:sldChg chg="modSp add mod">
        <pc:chgData name="Matthieu GRALL" userId="cec3ba0d20552ff9" providerId="LiveId" clId="{17607227-0301-455D-9893-003FF349E4BF}" dt="2024-08-24T18:38:32.334" v="9727" actId="20577"/>
        <pc:sldMkLst>
          <pc:docMk/>
          <pc:sldMk cId="3141358319" sldId="1063"/>
        </pc:sldMkLst>
      </pc:sldChg>
      <pc:sldChg chg="modSp add mod modAnim">
        <pc:chgData name="Matthieu GRALL" userId="cec3ba0d20552ff9" providerId="LiveId" clId="{17607227-0301-455D-9893-003FF349E4BF}" dt="2024-08-24T22:50:33.639" v="11999" actId="6549"/>
        <pc:sldMkLst>
          <pc:docMk/>
          <pc:sldMk cId="3918098526" sldId="1064"/>
        </pc:sldMkLst>
      </pc:sldChg>
      <pc:sldChg chg="addSp delSp modSp add mod ord setClrOvrMap">
        <pc:chgData name="Matthieu GRALL" userId="cec3ba0d20552ff9" providerId="LiveId" clId="{17607227-0301-455D-9893-003FF349E4BF}" dt="2024-09-01T22:26:50.555" v="20022" actId="20577"/>
        <pc:sldMkLst>
          <pc:docMk/>
          <pc:sldMk cId="621758560" sldId="1065"/>
        </pc:sldMkLst>
      </pc:sldChg>
      <pc:sldChg chg="modSp add mod ord addAnim delAnim">
        <pc:chgData name="Matthieu GRALL" userId="cec3ba0d20552ff9" providerId="LiveId" clId="{17607227-0301-455D-9893-003FF349E4BF}" dt="2024-09-01T15:38:06.414" v="18204" actId="6549"/>
        <pc:sldMkLst>
          <pc:docMk/>
          <pc:sldMk cId="2931514684" sldId="1066"/>
        </pc:sldMkLst>
      </pc:sldChg>
      <pc:sldChg chg="modSp add mod ord replId">
        <pc:chgData name="Matthieu GRALL" userId="cec3ba0d20552ff9" providerId="LiveId" clId="{17607227-0301-455D-9893-003FF349E4BF}" dt="2024-09-01T15:37:53.297" v="18202" actId="21"/>
        <pc:sldMkLst>
          <pc:docMk/>
          <pc:sldMk cId="3709665650" sldId="1067"/>
        </pc:sldMkLst>
      </pc:sldChg>
      <pc:sldChg chg="addSp delSp modSp new del mod">
        <pc:chgData name="Matthieu GRALL" userId="cec3ba0d20552ff9" providerId="LiveId" clId="{17607227-0301-455D-9893-003FF349E4BF}" dt="2024-09-01T15:34:36.984" v="18126" actId="47"/>
        <pc:sldMkLst>
          <pc:docMk/>
          <pc:sldMk cId="748202283" sldId="1068"/>
        </pc:sldMkLst>
      </pc:sldChg>
      <pc:sldChg chg="addSp delSp modSp new mod modAnim">
        <pc:chgData name="Matthieu GRALL" userId="cec3ba0d20552ff9" providerId="LiveId" clId="{17607227-0301-455D-9893-003FF349E4BF}" dt="2024-09-04T06:06:53.271" v="20624" actId="693"/>
        <pc:sldMkLst>
          <pc:docMk/>
          <pc:sldMk cId="1800103563" sldId="1069"/>
        </pc:sldMkLst>
      </pc:sldChg>
      <pc:sldChg chg="addSp delSp modSp new mod delAnim modAnim">
        <pc:chgData name="Matthieu GRALL" userId="cec3ba0d20552ff9" providerId="LiveId" clId="{17607227-0301-455D-9893-003FF349E4BF}" dt="2024-09-01T22:23:35.635" v="19825" actId="113"/>
        <pc:sldMkLst>
          <pc:docMk/>
          <pc:sldMk cId="3291618898" sldId="1070"/>
        </pc:sldMkLst>
      </pc:sldChg>
      <pc:sldChg chg="add del">
        <pc:chgData name="Matthieu GRALL" userId="cec3ba0d20552ff9" providerId="LiveId" clId="{17607227-0301-455D-9893-003FF349E4BF}" dt="2024-09-01T18:31:03.162" v="18356"/>
        <pc:sldMkLst>
          <pc:docMk/>
          <pc:sldMk cId="2459186889" sldId="1071"/>
        </pc:sldMkLst>
      </pc:sldChg>
      <pc:sldChg chg="addSp delSp modSp new mod">
        <pc:chgData name="Matthieu GRALL" userId="cec3ba0d20552ff9" providerId="LiveId" clId="{17607227-0301-455D-9893-003FF349E4BF}" dt="2024-09-01T22:16:11.438" v="19328" actId="1076"/>
        <pc:sldMkLst>
          <pc:docMk/>
          <pc:sldMk cId="3889741974" sldId="1071"/>
        </pc:sldMkLst>
      </pc:sldChg>
      <pc:sldChg chg="addSp delSp modSp add mod setBg setClrOvrMap">
        <pc:chgData name="Matthieu GRALL" userId="cec3ba0d20552ff9" providerId="LiveId" clId="{17607227-0301-455D-9893-003FF349E4BF}" dt="2024-09-01T22:16:36.317" v="19332" actId="26606"/>
        <pc:sldMkLst>
          <pc:docMk/>
          <pc:sldMk cId="3299747930" sldId="1072"/>
        </pc:sldMkLst>
      </pc:sldChg>
      <pc:sldChg chg="add del">
        <pc:chgData name="Matthieu GRALL" userId="cec3ba0d20552ff9" providerId="LiveId" clId="{17607227-0301-455D-9893-003FF349E4BF}" dt="2024-09-01T21:27:36.077" v="19040" actId="2890"/>
        <pc:sldMkLst>
          <pc:docMk/>
          <pc:sldMk cId="311317647" sldId="1073"/>
        </pc:sldMkLst>
      </pc:sldChg>
      <pc:sldChg chg="addSp modSp add mod">
        <pc:chgData name="Matthieu GRALL" userId="cec3ba0d20552ff9" providerId="LiveId" clId="{17607227-0301-455D-9893-003FF349E4BF}" dt="2024-09-01T22:16:19.441" v="19329"/>
        <pc:sldMkLst>
          <pc:docMk/>
          <pc:sldMk cId="2653058177" sldId="1073"/>
        </pc:sldMkLst>
      </pc:sldChg>
      <pc:sldChg chg="modSp add mod ord">
        <pc:chgData name="Matthieu GRALL" userId="cec3ba0d20552ff9" providerId="LiveId" clId="{17607227-0301-455D-9893-003FF349E4BF}" dt="2024-09-04T06:02:32.092" v="20581" actId="207"/>
        <pc:sldMkLst>
          <pc:docMk/>
          <pc:sldMk cId="3654082298" sldId="1074"/>
        </pc:sldMkLst>
      </pc:sldChg>
      <pc:sldChg chg="modSp add ord">
        <pc:chgData name="Matthieu GRALL" userId="cec3ba0d20552ff9" providerId="LiveId" clId="{17607227-0301-455D-9893-003FF349E4BF}" dt="2024-09-08T14:26:10.657" v="23630" actId="6549"/>
        <pc:sldMkLst>
          <pc:docMk/>
          <pc:sldMk cId="2248821212" sldId="1075"/>
        </pc:sldMkLst>
      </pc:sldChg>
      <pc:sldChg chg="new del">
        <pc:chgData name="Matthieu GRALL" userId="cec3ba0d20552ff9" providerId="LiveId" clId="{17607227-0301-455D-9893-003FF349E4BF}" dt="2024-09-01T22:32:10.753" v="20219" actId="680"/>
        <pc:sldMkLst>
          <pc:docMk/>
          <pc:sldMk cId="3077074228" sldId="1076"/>
        </pc:sldMkLst>
      </pc:sldChg>
      <pc:sldChg chg="addSp delSp modSp new mod modAnim">
        <pc:chgData name="Matthieu GRALL" userId="cec3ba0d20552ff9" providerId="LiveId" clId="{17607227-0301-455D-9893-003FF349E4BF}" dt="2024-09-04T06:17:23.846" v="20644" actId="20577"/>
        <pc:sldMkLst>
          <pc:docMk/>
          <pc:sldMk cId="4040424870" sldId="1076"/>
        </pc:sldMkLst>
      </pc:sldChg>
      <pc:sldChg chg="modSp add mod">
        <pc:chgData name="Matthieu GRALL" userId="cec3ba0d20552ff9" providerId="LiveId" clId="{17607227-0301-455D-9893-003FF349E4BF}" dt="2024-09-06T05:08:55.769" v="22462" actId="207"/>
        <pc:sldMkLst>
          <pc:docMk/>
          <pc:sldMk cId="4019348853" sldId="1077"/>
        </pc:sldMkLst>
      </pc:sldChg>
      <pc:sldChg chg="modSp add mod">
        <pc:chgData name="Matthieu GRALL" userId="cec3ba0d20552ff9" providerId="LiveId" clId="{17607227-0301-455D-9893-003FF349E4BF}" dt="2024-09-04T06:02:09.825" v="20574" actId="27636"/>
        <pc:sldMkLst>
          <pc:docMk/>
          <pc:sldMk cId="925280985" sldId="1078"/>
        </pc:sldMkLst>
      </pc:sldChg>
      <pc:sldChg chg="modSp add mod">
        <pc:chgData name="Matthieu GRALL" userId="cec3ba0d20552ff9" providerId="LiveId" clId="{17607227-0301-455D-9893-003FF349E4BF}" dt="2024-09-04T06:02:17.305" v="20576" actId="27636"/>
        <pc:sldMkLst>
          <pc:docMk/>
          <pc:sldMk cId="1546443610" sldId="1079"/>
        </pc:sldMkLst>
      </pc:sldChg>
      <pc:sldChg chg="modSp add mod">
        <pc:chgData name="Matthieu GRALL" userId="cec3ba0d20552ff9" providerId="LiveId" clId="{17607227-0301-455D-9893-003FF349E4BF}" dt="2024-09-04T06:02:23.445" v="20578" actId="27636"/>
        <pc:sldMkLst>
          <pc:docMk/>
          <pc:sldMk cId="2865950871" sldId="1080"/>
        </pc:sldMkLst>
      </pc:sldChg>
      <pc:sldChg chg="modSp add mod ord">
        <pc:chgData name="Matthieu GRALL" userId="cec3ba0d20552ff9" providerId="LiveId" clId="{17607227-0301-455D-9893-003FF349E4BF}" dt="2024-09-04T06:18:22.660" v="20646" actId="207"/>
        <pc:sldMkLst>
          <pc:docMk/>
          <pc:sldMk cId="3572952097" sldId="1081"/>
        </pc:sldMkLst>
      </pc:sldChg>
      <pc:sldChg chg="modSp add mod">
        <pc:chgData name="Matthieu GRALL" userId="cec3ba0d20552ff9" providerId="LiveId" clId="{17607227-0301-455D-9893-003FF349E4BF}" dt="2024-09-04T06:01:53.198" v="20568" actId="27636"/>
        <pc:sldMkLst>
          <pc:docMk/>
          <pc:sldMk cId="3943703388" sldId="1082"/>
        </pc:sldMkLst>
      </pc:sldChg>
      <pc:sldChg chg="modSp add mod ord">
        <pc:chgData name="Matthieu GRALL" userId="cec3ba0d20552ff9" providerId="LiveId" clId="{17607227-0301-455D-9893-003FF349E4BF}" dt="2024-09-04T06:01:47.265" v="20566" actId="27636"/>
        <pc:sldMkLst>
          <pc:docMk/>
          <pc:sldMk cId="4119919333" sldId="1083"/>
        </pc:sldMkLst>
      </pc:sldChg>
      <pc:sldChg chg="modSp add mod ord">
        <pc:chgData name="Matthieu GRALL" userId="cec3ba0d20552ff9" providerId="LiveId" clId="{17607227-0301-455D-9893-003FF349E4BF}" dt="2024-09-04T06:01:42.860" v="20564" actId="207"/>
        <pc:sldMkLst>
          <pc:docMk/>
          <pc:sldMk cId="2044842355" sldId="1084"/>
        </pc:sldMkLst>
      </pc:sldChg>
      <pc:sldChg chg="addSp delSp modSp new del mod modClrScheme modAnim chgLayout">
        <pc:chgData name="Matthieu GRALL" userId="cec3ba0d20552ff9" providerId="LiveId" clId="{17607227-0301-455D-9893-003FF349E4BF}" dt="2024-09-04T10:21:53.680" v="22430" actId="47"/>
        <pc:sldMkLst>
          <pc:docMk/>
          <pc:sldMk cId="3066032229" sldId="1085"/>
        </pc:sldMkLst>
      </pc:sldChg>
      <pc:sldChg chg="delSp modSp add del mod ord">
        <pc:chgData name="Matthieu GRALL" userId="cec3ba0d20552ff9" providerId="LiveId" clId="{17607227-0301-455D-9893-003FF349E4BF}" dt="2024-09-04T10:21:53.680" v="22430" actId="47"/>
        <pc:sldMkLst>
          <pc:docMk/>
          <pc:sldMk cId="2163837705" sldId="1086"/>
        </pc:sldMkLst>
      </pc:sldChg>
      <pc:sldChg chg="addSp delSp modSp add mod ord modAnim">
        <pc:chgData name="Matthieu GRALL" userId="cec3ba0d20552ff9" providerId="LiveId" clId="{17607227-0301-455D-9893-003FF349E4BF}" dt="2024-09-08T19:00:25.639" v="24885" actId="20577"/>
        <pc:sldMkLst>
          <pc:docMk/>
          <pc:sldMk cId="2392014724" sldId="1087"/>
        </pc:sldMkLst>
      </pc:sldChg>
      <pc:sldChg chg="add del">
        <pc:chgData name="Matthieu GRALL" userId="cec3ba0d20552ff9" providerId="LiveId" clId="{17607227-0301-455D-9893-003FF349E4BF}" dt="2024-09-04T10:13:41.470" v="22377"/>
        <pc:sldMkLst>
          <pc:docMk/>
          <pc:sldMk cId="1255966578" sldId="1088"/>
        </pc:sldMkLst>
      </pc:sldChg>
      <pc:sldChg chg="add del">
        <pc:chgData name="Matthieu GRALL" userId="cec3ba0d20552ff9" providerId="LiveId" clId="{17607227-0301-455D-9893-003FF349E4BF}" dt="2024-09-04T10:21:53.680" v="22430" actId="47"/>
        <pc:sldMkLst>
          <pc:docMk/>
          <pc:sldMk cId="2973230798" sldId="1088"/>
        </pc:sldMkLst>
      </pc:sldChg>
      <pc:sldChg chg="add del">
        <pc:chgData name="Matthieu GRALL" userId="cec3ba0d20552ff9" providerId="LiveId" clId="{17607227-0301-455D-9893-003FF349E4BF}" dt="2024-09-04T10:21:53.680" v="22430" actId="47"/>
        <pc:sldMkLst>
          <pc:docMk/>
          <pc:sldMk cId="3687495463" sldId="1089"/>
        </pc:sldMkLst>
      </pc:sldChg>
      <pc:sldChg chg="modSp add del mod ord">
        <pc:chgData name="Matthieu GRALL" userId="cec3ba0d20552ff9" providerId="LiveId" clId="{17607227-0301-455D-9893-003FF349E4BF}" dt="2024-09-06T02:53:47.227" v="22438" actId="47"/>
        <pc:sldMkLst>
          <pc:docMk/>
          <pc:sldMk cId="297247236" sldId="1090"/>
        </pc:sldMkLst>
      </pc:sldChg>
      <pc:sldChg chg="modSp add del mod ord">
        <pc:chgData name="Matthieu GRALL" userId="cec3ba0d20552ff9" providerId="LiveId" clId="{17607227-0301-455D-9893-003FF349E4BF}" dt="2024-09-06T02:53:47.227" v="22438" actId="47"/>
        <pc:sldMkLst>
          <pc:docMk/>
          <pc:sldMk cId="2455446657" sldId="1091"/>
        </pc:sldMkLst>
      </pc:sldChg>
      <pc:sldChg chg="modSp add del mod ord">
        <pc:chgData name="Matthieu GRALL" userId="cec3ba0d20552ff9" providerId="LiveId" clId="{17607227-0301-455D-9893-003FF349E4BF}" dt="2024-09-06T02:53:47.227" v="22438" actId="47"/>
        <pc:sldMkLst>
          <pc:docMk/>
          <pc:sldMk cId="1581130520" sldId="1092"/>
        </pc:sldMkLst>
      </pc:sldChg>
      <pc:sldChg chg="modSp add del mod ord">
        <pc:chgData name="Matthieu GRALL" userId="cec3ba0d20552ff9" providerId="LiveId" clId="{17607227-0301-455D-9893-003FF349E4BF}" dt="2024-09-06T02:53:47.227" v="22438" actId="47"/>
        <pc:sldMkLst>
          <pc:docMk/>
          <pc:sldMk cId="588286974" sldId="1093"/>
        </pc:sldMkLst>
      </pc:sldChg>
      <pc:sldChg chg="modSp add del mod">
        <pc:chgData name="Matthieu GRALL" userId="cec3ba0d20552ff9" providerId="LiveId" clId="{17607227-0301-455D-9893-003FF349E4BF}" dt="2024-09-06T02:53:47.227" v="22438" actId="47"/>
        <pc:sldMkLst>
          <pc:docMk/>
          <pc:sldMk cId="2982969462" sldId="1094"/>
        </pc:sldMkLst>
      </pc:sldChg>
      <pc:sldChg chg="modSp add del mod">
        <pc:chgData name="Matthieu GRALL" userId="cec3ba0d20552ff9" providerId="LiveId" clId="{17607227-0301-455D-9893-003FF349E4BF}" dt="2024-09-06T02:53:47.227" v="22438" actId="47"/>
        <pc:sldMkLst>
          <pc:docMk/>
          <pc:sldMk cId="3419125378" sldId="1095"/>
        </pc:sldMkLst>
      </pc:sldChg>
      <pc:sldChg chg="addSp delSp modSp new mod ord modAnim">
        <pc:chgData name="Matthieu GRALL" userId="cec3ba0d20552ff9" providerId="LiveId" clId="{17607227-0301-455D-9893-003FF349E4BF}" dt="2024-09-09T05:07:51.892" v="25504" actId="478"/>
        <pc:sldMkLst>
          <pc:docMk/>
          <pc:sldMk cId="1471937505" sldId="1096"/>
        </pc:sldMkLst>
      </pc:sldChg>
      <pc:sldChg chg="add ord">
        <pc:chgData name="Matthieu GRALL" userId="cec3ba0d20552ff9" providerId="LiveId" clId="{17607227-0301-455D-9893-003FF349E4BF}" dt="2024-09-06T05:08:22.392" v="22458"/>
        <pc:sldMkLst>
          <pc:docMk/>
          <pc:sldMk cId="3438634571" sldId="1097"/>
        </pc:sldMkLst>
      </pc:sldChg>
      <pc:sldChg chg="new">
        <pc:chgData name="Matthieu GRALL" userId="cec3ba0d20552ff9" providerId="LiveId" clId="{17607227-0301-455D-9893-003FF349E4BF}" dt="2024-09-08T14:46:00.467" v="24495" actId="680"/>
        <pc:sldMkLst>
          <pc:docMk/>
          <pc:sldMk cId="2205092931" sldId="1098"/>
        </pc:sldMkLst>
      </pc:sldChg>
      <pc:sldChg chg="addSp delSp modSp new del mod ord setBg setClrOvrMap">
        <pc:chgData name="Matthieu GRALL" userId="cec3ba0d20552ff9" providerId="LiveId" clId="{17607227-0301-455D-9893-003FF349E4BF}" dt="2024-09-08T22:27:21.058" v="25245" actId="47"/>
        <pc:sldMkLst>
          <pc:docMk/>
          <pc:sldMk cId="133517762" sldId="1099"/>
        </pc:sldMkLst>
      </pc:sldChg>
      <pc:sldChg chg="new del">
        <pc:chgData name="Matthieu GRALL" userId="cec3ba0d20552ff9" providerId="LiveId" clId="{17607227-0301-455D-9893-003FF349E4BF}" dt="2024-09-08T16:38:49.992" v="24750" actId="47"/>
        <pc:sldMkLst>
          <pc:docMk/>
          <pc:sldMk cId="1232370825" sldId="1099"/>
        </pc:sldMkLst>
      </pc:sldChg>
      <pc:sldChg chg="addSp delSp modSp new mod setBg">
        <pc:chgData name="Matthieu GRALL" userId="cec3ba0d20552ff9" providerId="LiveId" clId="{17607227-0301-455D-9893-003FF349E4BF}" dt="2024-09-09T05:06:03.988" v="25419"/>
        <pc:sldMkLst>
          <pc:docMk/>
          <pc:sldMk cId="1059960124" sldId="1100"/>
        </pc:sldMkLst>
      </pc:sldChg>
      <pc:sldChg chg="addSp delSp modSp new mod setBg">
        <pc:chgData name="Matthieu GRALL" userId="cec3ba0d20552ff9" providerId="LiveId" clId="{17607227-0301-455D-9893-003FF349E4BF}" dt="2024-09-08T22:30:42.604" v="25417" actId="20577"/>
        <pc:sldMkLst>
          <pc:docMk/>
          <pc:sldMk cId="3034365359" sldId="1101"/>
        </pc:sldMkLst>
      </pc:sldChg>
      <pc:sldMasterChg chg="modSp modSldLayout">
        <pc:chgData name="Matthieu GRALL" userId="cec3ba0d20552ff9" providerId="LiveId" clId="{17607227-0301-455D-9893-003FF349E4BF}" dt="2024-09-08T14:01:54.455" v="22680" actId="478"/>
        <pc:sldMasterMkLst>
          <pc:docMk/>
          <pc:sldMasterMk cId="3998894942" sldId="2147483683"/>
        </pc:sldMasterMkLst>
        <pc:sldLayoutChg chg="delSp mod">
          <pc:chgData name="Matthieu GRALL" userId="cec3ba0d20552ff9" providerId="LiveId" clId="{17607227-0301-455D-9893-003FF349E4BF}" dt="2024-09-08T14:01:54.455" v="22680" actId="478"/>
          <pc:sldLayoutMkLst>
            <pc:docMk/>
            <pc:sldMasterMk cId="3998894942" sldId="2147483683"/>
            <pc:sldLayoutMk cId="2381941880" sldId="2147483721"/>
          </pc:sldLayoutMkLst>
        </pc:sldLayoutChg>
      </pc:sldMasterChg>
    </pc:docChg>
  </pc:docChgLst>
  <pc:docChgLst>
    <pc:chgData name="Matthieu GRALL" userId="cec3ba0d20552ff9" providerId="LiveId" clId="{8CBFDC60-8066-4FB9-B61E-DC2F6D49CCED}"/>
    <pc:docChg chg="undo redo custSel addSld delSld modSld sldOrd modSection">
      <pc:chgData name="Matthieu GRALL" userId="cec3ba0d20552ff9" providerId="LiveId" clId="{8CBFDC60-8066-4FB9-B61E-DC2F6D49CCED}" dt="2025-07-01T15:06:08.464" v="1119" actId="6549"/>
      <pc:docMkLst>
        <pc:docMk/>
      </pc:docMkLst>
      <pc:sldChg chg="ord">
        <pc:chgData name="Matthieu GRALL" userId="cec3ba0d20552ff9" providerId="LiveId" clId="{8CBFDC60-8066-4FB9-B61E-DC2F6D49CCED}" dt="2025-07-01T12:22:10.260" v="209"/>
        <pc:sldMkLst>
          <pc:docMk/>
          <pc:sldMk cId="1946972276" sldId="1054"/>
        </pc:sldMkLst>
      </pc:sldChg>
      <pc:sldChg chg="modSp mod">
        <pc:chgData name="Matthieu GRALL" userId="cec3ba0d20552ff9" providerId="LiveId" clId="{8CBFDC60-8066-4FB9-B61E-DC2F6D49CCED}" dt="2025-07-01T13:37:08.512" v="1101" actId="6549"/>
        <pc:sldMkLst>
          <pc:docMk/>
          <pc:sldMk cId="3676879581" sldId="1056"/>
        </pc:sldMkLst>
      </pc:sldChg>
      <pc:sldChg chg="modSp mod">
        <pc:chgData name="Matthieu GRALL" userId="cec3ba0d20552ff9" providerId="LiveId" clId="{8CBFDC60-8066-4FB9-B61E-DC2F6D49CCED}" dt="2025-06-20T13:55:09.258" v="17" actId="14734"/>
        <pc:sldMkLst>
          <pc:docMk/>
          <pc:sldMk cId="2904657892" sldId="1117"/>
        </pc:sldMkLst>
      </pc:sldChg>
      <pc:sldChg chg="modSp mod">
        <pc:chgData name="Matthieu GRALL" userId="cec3ba0d20552ff9" providerId="LiveId" clId="{8CBFDC60-8066-4FB9-B61E-DC2F6D49CCED}" dt="2025-06-20T13:59:23.436" v="45" actId="20577"/>
        <pc:sldMkLst>
          <pc:docMk/>
          <pc:sldMk cId="858906089" sldId="1118"/>
        </pc:sldMkLst>
      </pc:sldChg>
      <pc:sldChg chg="modSp mod">
        <pc:chgData name="Matthieu GRALL" userId="cec3ba0d20552ff9" providerId="LiveId" clId="{8CBFDC60-8066-4FB9-B61E-DC2F6D49CCED}" dt="2025-06-20T14:02:08.187" v="60" actId="20577"/>
        <pc:sldMkLst>
          <pc:docMk/>
          <pc:sldMk cId="3855446942" sldId="1131"/>
        </pc:sldMkLst>
      </pc:sldChg>
      <pc:sldChg chg="modSp mod">
        <pc:chgData name="Matthieu GRALL" userId="cec3ba0d20552ff9" providerId="LiveId" clId="{8CBFDC60-8066-4FB9-B61E-DC2F6D49CCED}" dt="2025-06-20T13:59:14.619" v="31" actId="20577"/>
        <pc:sldMkLst>
          <pc:docMk/>
          <pc:sldMk cId="3615714820" sldId="1133"/>
        </pc:sldMkLst>
      </pc:sldChg>
      <pc:sldChg chg="modSp mod">
        <pc:chgData name="Matthieu GRALL" userId="cec3ba0d20552ff9" providerId="LiveId" clId="{8CBFDC60-8066-4FB9-B61E-DC2F6D49CCED}" dt="2025-06-20T14:07:54.990" v="63" actId="20577"/>
        <pc:sldMkLst>
          <pc:docMk/>
          <pc:sldMk cId="2874457299" sldId="1142"/>
        </pc:sldMkLst>
      </pc:sldChg>
      <pc:sldChg chg="addSp delSp modSp mod">
        <pc:chgData name="Matthieu GRALL" userId="cec3ba0d20552ff9" providerId="LiveId" clId="{8CBFDC60-8066-4FB9-B61E-DC2F6D49CCED}" dt="2025-07-01T12:24:44.383" v="224" actId="20577"/>
        <pc:sldMkLst>
          <pc:docMk/>
          <pc:sldMk cId="208998327" sldId="1180"/>
        </pc:sldMkLst>
      </pc:sldChg>
      <pc:sldChg chg="modSp mod">
        <pc:chgData name="Matthieu GRALL" userId="cec3ba0d20552ff9" providerId="LiveId" clId="{8CBFDC60-8066-4FB9-B61E-DC2F6D49CCED}" dt="2025-07-01T12:27:46.791" v="235" actId="313"/>
        <pc:sldMkLst>
          <pc:docMk/>
          <pc:sldMk cId="759702808" sldId="1206"/>
        </pc:sldMkLst>
      </pc:sldChg>
      <pc:sldChg chg="ord">
        <pc:chgData name="Matthieu GRALL" userId="cec3ba0d20552ff9" providerId="LiveId" clId="{8CBFDC60-8066-4FB9-B61E-DC2F6D49CCED}" dt="2025-07-01T12:22:36.500" v="211"/>
        <pc:sldMkLst>
          <pc:docMk/>
          <pc:sldMk cId="3402880619" sldId="1223"/>
        </pc:sldMkLst>
      </pc:sldChg>
      <pc:sldChg chg="modSp mod">
        <pc:chgData name="Matthieu GRALL" userId="cec3ba0d20552ff9" providerId="LiveId" clId="{8CBFDC60-8066-4FB9-B61E-DC2F6D49CCED}" dt="2025-07-01T15:06:08.464" v="1119" actId="6549"/>
        <pc:sldMkLst>
          <pc:docMk/>
          <pc:sldMk cId="1869716879" sldId="1225"/>
        </pc:sldMkLst>
      </pc:sldChg>
      <pc:sldChg chg="addSp delSp modSp mod">
        <pc:chgData name="Matthieu GRALL" userId="cec3ba0d20552ff9" providerId="LiveId" clId="{8CBFDC60-8066-4FB9-B61E-DC2F6D49CCED}" dt="2025-07-01T12:21:36.888" v="207" actId="207"/>
        <pc:sldMkLst>
          <pc:docMk/>
          <pc:sldMk cId="3382028266" sldId="1226"/>
        </pc:sldMkLst>
      </pc:sldChg>
      <pc:sldChg chg="addSp delSp modSp add mod">
        <pc:chgData name="Matthieu GRALL" userId="cec3ba0d20552ff9" providerId="LiveId" clId="{8CBFDC60-8066-4FB9-B61E-DC2F6D49CCED}" dt="2025-07-01T13:04:22.918" v="472" actId="113"/>
        <pc:sldMkLst>
          <pc:docMk/>
          <pc:sldMk cId="1176019878" sldId="1227"/>
        </pc:sldMkLst>
      </pc:sldChg>
      <pc:sldChg chg="addSp delSp modSp add del mod">
        <pc:chgData name="Matthieu GRALL" userId="cec3ba0d20552ff9" providerId="LiveId" clId="{8CBFDC60-8066-4FB9-B61E-DC2F6D49CCED}" dt="2025-07-01T13:13:40.178" v="1056" actId="2696"/>
        <pc:sldMkLst>
          <pc:docMk/>
          <pc:sldMk cId="2272187827" sldId="1228"/>
        </pc:sldMkLst>
      </pc:sldChg>
      <pc:sldChg chg="add">
        <pc:chgData name="Matthieu GRALL" userId="cec3ba0d20552ff9" providerId="LiveId" clId="{8CBFDC60-8066-4FB9-B61E-DC2F6D49CCED}" dt="2025-07-01T13:13:52.576" v="1057"/>
        <pc:sldMkLst>
          <pc:docMk/>
          <pc:sldMk cId="4261673760" sldId="1228"/>
        </pc:sldMkLst>
      </pc:sldChg>
      <pc:sldChg chg="add">
        <pc:chgData name="Matthieu GRALL" userId="cec3ba0d20552ff9" providerId="LiveId" clId="{8CBFDC60-8066-4FB9-B61E-DC2F6D49CCED}" dt="2025-07-01T13:14:15.649" v="1059"/>
        <pc:sldMkLst>
          <pc:docMk/>
          <pc:sldMk cId="389712980" sldId="1229"/>
        </pc:sldMkLst>
      </pc:sldChg>
      <pc:sldChg chg="modSp add del mod">
        <pc:chgData name="Matthieu GRALL" userId="cec3ba0d20552ff9" providerId="LiveId" clId="{8CBFDC60-8066-4FB9-B61E-DC2F6D49CCED}" dt="2025-07-01T13:13:40.178" v="1056" actId="2696"/>
        <pc:sldMkLst>
          <pc:docMk/>
          <pc:sldMk cId="1262343903" sldId="1229"/>
        </pc:sldMkLst>
      </pc:sldChg>
      <pc:sldChg chg="add del">
        <pc:chgData name="Matthieu GRALL" userId="cec3ba0d20552ff9" providerId="LiveId" clId="{8CBFDC60-8066-4FB9-B61E-DC2F6D49CCED}" dt="2025-07-01T13:13:55.735" v="1058" actId="2696"/>
        <pc:sldMkLst>
          <pc:docMk/>
          <pc:sldMk cId="2309885291" sldId="1229"/>
        </pc:sldMkLst>
      </pc:sldChg>
      <pc:sldChg chg="modSp add del mod">
        <pc:chgData name="Matthieu GRALL" userId="cec3ba0d20552ff9" providerId="LiveId" clId="{8CBFDC60-8066-4FB9-B61E-DC2F6D49CCED}" dt="2025-07-01T13:13:40.178" v="1056" actId="2696"/>
        <pc:sldMkLst>
          <pc:docMk/>
          <pc:sldMk cId="555589185" sldId="1230"/>
        </pc:sldMkLst>
      </pc:sldChg>
      <pc:sldChg chg="add">
        <pc:chgData name="Matthieu GRALL" userId="cec3ba0d20552ff9" providerId="LiveId" clId="{8CBFDC60-8066-4FB9-B61E-DC2F6D49CCED}" dt="2025-07-01T13:14:26.698" v="1061"/>
        <pc:sldMkLst>
          <pc:docMk/>
          <pc:sldMk cId="2179288471" sldId="1230"/>
        </pc:sldMkLst>
      </pc:sldChg>
      <pc:sldChg chg="add del">
        <pc:chgData name="Matthieu GRALL" userId="cec3ba0d20552ff9" providerId="LiveId" clId="{8CBFDC60-8066-4FB9-B61E-DC2F6D49CCED}" dt="2025-07-01T13:14:22.128" v="1060" actId="2696"/>
        <pc:sldMkLst>
          <pc:docMk/>
          <pc:sldMk cId="2358808214" sldId="1230"/>
        </pc:sldMkLst>
      </pc:sldChg>
      <pc:sldChg chg="add del">
        <pc:chgData name="Matthieu GRALL" userId="cec3ba0d20552ff9" providerId="LiveId" clId="{8CBFDC60-8066-4FB9-B61E-DC2F6D49CCED}" dt="2025-07-01T13:13:55.735" v="1058" actId="2696"/>
        <pc:sldMkLst>
          <pc:docMk/>
          <pc:sldMk cId="3137998966" sldId="1230"/>
        </pc:sldMkLst>
      </pc:sldChg>
    </pc:docChg>
  </pc:docChgLst>
  <pc:docChgLst>
    <pc:chgData name="Matthieu GRALL" userId="cec3ba0d20552ff9" providerId="LiveId" clId="{F6CAC87A-B65E-4EC1-89BF-8772C3B539CE}"/>
    <pc:docChg chg="undo custSel addSld delSld modSld sldOrd modMainMaster modSection">
      <pc:chgData name="Matthieu GRALL" userId="cec3ba0d20552ff9" providerId="LiveId" clId="{F6CAC87A-B65E-4EC1-89BF-8772C3B539CE}" dt="2025-07-08T10:04:47.047" v="759" actId="20577"/>
      <pc:docMkLst>
        <pc:docMk/>
      </pc:docMkLst>
      <pc:sldChg chg="addSp modSp del">
        <pc:chgData name="Matthieu GRALL" userId="cec3ba0d20552ff9" providerId="LiveId" clId="{F6CAC87A-B65E-4EC1-89BF-8772C3B539CE}" dt="2025-06-23T11:51:35.372" v="22" actId="47"/>
        <pc:sldMkLst>
          <pc:docMk/>
          <pc:sldMk cId="470654986" sldId="1154"/>
        </pc:sldMkLst>
      </pc:sldChg>
      <pc:sldChg chg="addSp modSp">
        <pc:chgData name="Matthieu GRALL" userId="cec3ba0d20552ff9" providerId="LiveId" clId="{F6CAC87A-B65E-4EC1-89BF-8772C3B539CE}" dt="2025-06-23T11:50:27.229" v="21" actId="164"/>
        <pc:sldMkLst>
          <pc:docMk/>
          <pc:sldMk cId="1780674926" sldId="1155"/>
        </pc:sldMkLst>
      </pc:sldChg>
      <pc:sldChg chg="delSp modSp mod delAnim">
        <pc:chgData name="Matthieu GRALL" userId="cec3ba0d20552ff9" providerId="LiveId" clId="{F6CAC87A-B65E-4EC1-89BF-8772C3B539CE}" dt="2025-06-23T12:34:11.866" v="26" actId="478"/>
        <pc:sldMkLst>
          <pc:docMk/>
          <pc:sldMk cId="1089408725" sldId="1156"/>
        </pc:sldMkLst>
      </pc:sldChg>
      <pc:sldChg chg="del mod modShow">
        <pc:chgData name="Matthieu GRALL" userId="cec3ba0d20552ff9" providerId="LiveId" clId="{F6CAC87A-B65E-4EC1-89BF-8772C3B539CE}" dt="2025-07-08T10:04:36.358" v="757" actId="47"/>
        <pc:sldMkLst>
          <pc:docMk/>
          <pc:sldMk cId="372278672" sldId="1162"/>
        </pc:sldMkLst>
      </pc:sldChg>
      <pc:sldChg chg="del mod modShow">
        <pc:chgData name="Matthieu GRALL" userId="cec3ba0d20552ff9" providerId="LiveId" clId="{F6CAC87A-B65E-4EC1-89BF-8772C3B539CE}" dt="2025-07-08T10:04:33.213" v="756" actId="47"/>
        <pc:sldMkLst>
          <pc:docMk/>
          <pc:sldMk cId="2429086636" sldId="1163"/>
        </pc:sldMkLst>
      </pc:sldChg>
      <pc:sldChg chg="addSp modSp mod">
        <pc:chgData name="Matthieu GRALL" userId="cec3ba0d20552ff9" providerId="LiveId" clId="{F6CAC87A-B65E-4EC1-89BF-8772C3B539CE}" dt="2025-07-08T10:03:54.003" v="755" actId="20577"/>
        <pc:sldMkLst>
          <pc:docMk/>
          <pc:sldMk cId="208998327" sldId="1180"/>
        </pc:sldMkLst>
      </pc:sldChg>
      <pc:sldChg chg="modSp mod">
        <pc:chgData name="Matthieu GRALL" userId="cec3ba0d20552ff9" providerId="LiveId" clId="{F6CAC87A-B65E-4EC1-89BF-8772C3B539CE}" dt="2025-07-08T10:04:47.047" v="759" actId="20577"/>
        <pc:sldMkLst>
          <pc:docMk/>
          <pc:sldMk cId="1869716879" sldId="1225"/>
        </pc:sldMkLst>
      </pc:sldChg>
      <pc:sldChg chg="addSp delSp modSp new mod">
        <pc:chgData name="Matthieu GRALL" userId="cec3ba0d20552ff9" providerId="LiveId" clId="{F6CAC87A-B65E-4EC1-89BF-8772C3B539CE}" dt="2025-07-03T15:36:18.993" v="552" actId="478"/>
        <pc:sldMkLst>
          <pc:docMk/>
          <pc:sldMk cId="917710309" sldId="1231"/>
        </pc:sldMkLst>
      </pc:sldChg>
      <pc:sldChg chg="addSp delSp modSp new mod">
        <pc:chgData name="Matthieu GRALL" userId="cec3ba0d20552ff9" providerId="LiveId" clId="{F6CAC87A-B65E-4EC1-89BF-8772C3B539CE}" dt="2025-07-03T15:36:15.514" v="551" actId="478"/>
        <pc:sldMkLst>
          <pc:docMk/>
          <pc:sldMk cId="153416097" sldId="1232"/>
        </pc:sldMkLst>
      </pc:sldChg>
      <pc:sldChg chg="addSp delSp modSp new mod">
        <pc:chgData name="Matthieu GRALL" userId="cec3ba0d20552ff9" providerId="LiveId" clId="{F6CAC87A-B65E-4EC1-89BF-8772C3B539CE}" dt="2025-07-03T15:36:12.678" v="550" actId="478"/>
        <pc:sldMkLst>
          <pc:docMk/>
          <pc:sldMk cId="577114559" sldId="1233"/>
        </pc:sldMkLst>
      </pc:sldChg>
      <pc:sldChg chg="addSp delSp modSp new mod">
        <pc:chgData name="Matthieu GRALL" userId="cec3ba0d20552ff9" providerId="LiveId" clId="{F6CAC87A-B65E-4EC1-89BF-8772C3B539CE}" dt="2025-07-03T15:36:09.670" v="549" actId="478"/>
        <pc:sldMkLst>
          <pc:docMk/>
          <pc:sldMk cId="1956058766" sldId="1234"/>
        </pc:sldMkLst>
      </pc:sldChg>
      <pc:sldChg chg="addSp delSp modSp new mod ord">
        <pc:chgData name="Matthieu GRALL" userId="cec3ba0d20552ff9" providerId="LiveId" clId="{F6CAC87A-B65E-4EC1-89BF-8772C3B539CE}" dt="2025-07-03T15:36:03.749" v="547" actId="478"/>
        <pc:sldMkLst>
          <pc:docMk/>
          <pc:sldMk cId="1105154322" sldId="1235"/>
        </pc:sldMkLst>
      </pc:sldChg>
      <pc:sldChg chg="addSp delSp modSp new mod">
        <pc:chgData name="Matthieu GRALL" userId="cec3ba0d20552ff9" providerId="LiveId" clId="{F6CAC87A-B65E-4EC1-89BF-8772C3B539CE}" dt="2025-07-03T15:36:06.434" v="548" actId="478"/>
        <pc:sldMkLst>
          <pc:docMk/>
          <pc:sldMk cId="3560113651" sldId="1236"/>
        </pc:sldMkLst>
      </pc:sldChg>
      <pc:sldChg chg="addSp delSp modSp new mod">
        <pc:chgData name="Matthieu GRALL" userId="cec3ba0d20552ff9" providerId="LiveId" clId="{F6CAC87A-B65E-4EC1-89BF-8772C3B539CE}" dt="2025-07-03T15:36:00.664" v="546" actId="478"/>
        <pc:sldMkLst>
          <pc:docMk/>
          <pc:sldMk cId="574295821" sldId="1237"/>
        </pc:sldMkLst>
      </pc:sldChg>
      <pc:sldChg chg="addSp delSp modSp add mod">
        <pc:chgData name="Matthieu GRALL" userId="cec3ba0d20552ff9" providerId="LiveId" clId="{F6CAC87A-B65E-4EC1-89BF-8772C3B539CE}" dt="2025-07-03T15:35:57.803" v="545" actId="478"/>
        <pc:sldMkLst>
          <pc:docMk/>
          <pc:sldMk cId="3174511764" sldId="1238"/>
        </pc:sldMkLst>
      </pc:sldChg>
      <pc:sldChg chg="addSp delSp modSp new mod">
        <pc:chgData name="Matthieu GRALL" userId="cec3ba0d20552ff9" providerId="LiveId" clId="{F6CAC87A-B65E-4EC1-89BF-8772C3B539CE}" dt="2025-07-03T15:35:54.789" v="544" actId="478"/>
        <pc:sldMkLst>
          <pc:docMk/>
          <pc:sldMk cId="67889769" sldId="1239"/>
        </pc:sldMkLst>
      </pc:sldChg>
      <pc:sldChg chg="addSp delSp modSp new mod">
        <pc:chgData name="Matthieu GRALL" userId="cec3ba0d20552ff9" providerId="LiveId" clId="{F6CAC87A-B65E-4EC1-89BF-8772C3B539CE}" dt="2025-07-03T15:35:52.201" v="543" actId="478"/>
        <pc:sldMkLst>
          <pc:docMk/>
          <pc:sldMk cId="529893229" sldId="1240"/>
        </pc:sldMkLst>
      </pc:sldChg>
      <pc:sldChg chg="addSp delSp modSp new mod">
        <pc:chgData name="Matthieu GRALL" userId="cec3ba0d20552ff9" providerId="LiveId" clId="{F6CAC87A-B65E-4EC1-89BF-8772C3B539CE}" dt="2025-07-03T15:35:49.656" v="542" actId="478"/>
        <pc:sldMkLst>
          <pc:docMk/>
          <pc:sldMk cId="3831038070" sldId="1241"/>
        </pc:sldMkLst>
      </pc:sldChg>
      <pc:sldChg chg="addSp delSp modSp new mod">
        <pc:chgData name="Matthieu GRALL" userId="cec3ba0d20552ff9" providerId="LiveId" clId="{F6CAC87A-B65E-4EC1-89BF-8772C3B539CE}" dt="2025-07-03T15:35:45.731" v="541" actId="478"/>
        <pc:sldMkLst>
          <pc:docMk/>
          <pc:sldMk cId="37758864" sldId="1242"/>
        </pc:sldMkLst>
      </pc:sldChg>
      <pc:sldChg chg="addSp delSp modSp new mod">
        <pc:chgData name="Matthieu GRALL" userId="cec3ba0d20552ff9" providerId="LiveId" clId="{F6CAC87A-B65E-4EC1-89BF-8772C3B539CE}" dt="2025-07-03T15:35:18.052" v="540" actId="1037"/>
        <pc:sldMkLst>
          <pc:docMk/>
          <pc:sldMk cId="2651720804" sldId="1243"/>
        </pc:sldMkLst>
      </pc:sldChg>
      <pc:sldChg chg="addSp delSp modSp new mod">
        <pc:chgData name="Matthieu GRALL" userId="cec3ba0d20552ff9" providerId="LiveId" clId="{F6CAC87A-B65E-4EC1-89BF-8772C3B539CE}" dt="2025-07-03T15:33:50.060" v="517" actId="1037"/>
        <pc:sldMkLst>
          <pc:docMk/>
          <pc:sldMk cId="3683874962" sldId="1244"/>
        </pc:sldMkLst>
      </pc:sldChg>
      <pc:sldChg chg="addSp delSp modSp new mod">
        <pc:chgData name="Matthieu GRALL" userId="cec3ba0d20552ff9" providerId="LiveId" clId="{F6CAC87A-B65E-4EC1-89BF-8772C3B539CE}" dt="2025-07-03T15:33:08.166" v="485" actId="1037"/>
        <pc:sldMkLst>
          <pc:docMk/>
          <pc:sldMk cId="1410164408" sldId="1245"/>
        </pc:sldMkLst>
      </pc:sldChg>
      <pc:sldChg chg="addSp delSp modSp new mod">
        <pc:chgData name="Matthieu GRALL" userId="cec3ba0d20552ff9" providerId="LiveId" clId="{F6CAC87A-B65E-4EC1-89BF-8772C3B539CE}" dt="2025-07-03T15:33:24.195" v="501" actId="478"/>
        <pc:sldMkLst>
          <pc:docMk/>
          <pc:sldMk cId="1101084730" sldId="1246"/>
        </pc:sldMkLst>
      </pc:sldChg>
      <pc:sldChg chg="addSp delSp modSp new mod">
        <pc:chgData name="Matthieu GRALL" userId="cec3ba0d20552ff9" providerId="LiveId" clId="{F6CAC87A-B65E-4EC1-89BF-8772C3B539CE}" dt="2025-07-03T15:39:02.546" v="621" actId="478"/>
        <pc:sldMkLst>
          <pc:docMk/>
          <pc:sldMk cId="444720461" sldId="1247"/>
        </pc:sldMkLst>
      </pc:sldChg>
      <pc:sldChg chg="addSp delSp modSp new mod">
        <pc:chgData name="Matthieu GRALL" userId="cec3ba0d20552ff9" providerId="LiveId" clId="{F6CAC87A-B65E-4EC1-89BF-8772C3B539CE}" dt="2025-07-03T15:43:38.699" v="702" actId="1076"/>
        <pc:sldMkLst>
          <pc:docMk/>
          <pc:sldMk cId="3839255894" sldId="1248"/>
        </pc:sldMkLst>
      </pc:sldChg>
      <pc:sldMasterChg chg="modSp mod modSldLayout">
        <pc:chgData name="Matthieu GRALL" userId="cec3ba0d20552ff9" providerId="LiveId" clId="{F6CAC87A-B65E-4EC1-89BF-8772C3B539CE}" dt="2025-06-23T11:32:23.922" v="19" actId="14100"/>
        <pc:sldMasterMkLst>
          <pc:docMk/>
          <pc:sldMasterMk cId="748153411" sldId="2147483721"/>
        </pc:sldMasterMkLst>
        <pc:sldLayoutChg chg="modSp mod">
          <pc:chgData name="Matthieu GRALL" userId="cec3ba0d20552ff9" providerId="LiveId" clId="{F6CAC87A-B65E-4EC1-89BF-8772C3B539CE}" dt="2025-06-23T11:31:45.146" v="12" actId="14100"/>
          <pc:sldLayoutMkLst>
            <pc:docMk/>
            <pc:sldMasterMk cId="748153411" sldId="2147483721"/>
            <pc:sldLayoutMk cId="1318496155" sldId="2147483754"/>
          </pc:sldLayoutMkLst>
        </pc:sldLayoutChg>
      </pc:sldMasterChg>
    </pc:docChg>
  </pc:docChgLst>
  <pc:docChgLst>
    <pc:chgData name="Matthieu GRALL" userId="118c06a7-9453-4716-8b3c-62df6b2b424e" providerId="ADAL" clId="{58FAAD79-255B-491A-AC31-6EF27ECA3FED}"/>
    <pc:docChg chg="undo custSel modSld modNotesMaster modHandout">
      <pc:chgData name="Matthieu GRALL" userId="118c06a7-9453-4716-8b3c-62df6b2b424e" providerId="ADAL" clId="{58FAAD79-255B-491A-AC31-6EF27ECA3FED}" dt="2025-10-14T13:07:33.742" v="1324" actId="20577"/>
      <pc:docMkLst>
        <pc:docMk/>
      </pc:docMkLst>
      <pc:sldChg chg="modNotes">
        <pc:chgData name="Matthieu GRALL" userId="118c06a7-9453-4716-8b3c-62df6b2b424e" providerId="ADAL" clId="{58FAAD79-255B-491A-AC31-6EF27ECA3FED}" dt="2025-10-14T12:28:03.509" v="1088"/>
        <pc:sldMkLst>
          <pc:docMk/>
          <pc:sldMk cId="692695152" sldId="517"/>
        </pc:sldMkLst>
      </pc:sldChg>
      <pc:sldChg chg="modSp">
        <pc:chgData name="Matthieu GRALL" userId="118c06a7-9453-4716-8b3c-62df6b2b424e" providerId="ADAL" clId="{58FAAD79-255B-491A-AC31-6EF27ECA3FED}" dt="2025-10-14T12:26:54.711" v="1070" actId="6549"/>
        <pc:sldMkLst>
          <pc:docMk/>
          <pc:sldMk cId="234962203" sldId="603"/>
        </pc:sldMkLst>
        <pc:spChg chg="mod">
          <ac:chgData name="Matthieu GRALL" userId="118c06a7-9453-4716-8b3c-62df6b2b424e" providerId="ADAL" clId="{58FAAD79-255B-491A-AC31-6EF27ECA3FED}" dt="2025-10-14T12:26:54.711" v="1070" actId="6549"/>
          <ac:spMkLst>
            <pc:docMk/>
            <pc:sldMk cId="234962203" sldId="603"/>
            <ac:spMk id="23" creationId="{9820EABD-D176-4E29-BD2D-E3937105B0F3}"/>
          </ac:spMkLst>
        </pc:spChg>
      </pc:sldChg>
      <pc:sldChg chg="modNotes">
        <pc:chgData name="Matthieu GRALL" userId="118c06a7-9453-4716-8b3c-62df6b2b424e" providerId="ADAL" clId="{58FAAD79-255B-491A-AC31-6EF27ECA3FED}" dt="2025-10-14T12:28:03.509" v="1088"/>
        <pc:sldMkLst>
          <pc:docMk/>
          <pc:sldMk cId="2541567254" sldId="746"/>
        </pc:sldMkLst>
      </pc:sldChg>
      <pc:sldChg chg="modNotes">
        <pc:chgData name="Matthieu GRALL" userId="118c06a7-9453-4716-8b3c-62df6b2b424e" providerId="ADAL" clId="{58FAAD79-255B-491A-AC31-6EF27ECA3FED}" dt="2025-10-14T12:28:03.509" v="1088"/>
        <pc:sldMkLst>
          <pc:docMk/>
          <pc:sldMk cId="2045758897" sldId="747"/>
        </pc:sldMkLst>
      </pc:sldChg>
      <pc:sldChg chg="modNotes">
        <pc:chgData name="Matthieu GRALL" userId="118c06a7-9453-4716-8b3c-62df6b2b424e" providerId="ADAL" clId="{58FAAD79-255B-491A-AC31-6EF27ECA3FED}" dt="2025-10-14T12:28:03.509" v="1088"/>
        <pc:sldMkLst>
          <pc:docMk/>
          <pc:sldMk cId="846789428" sldId="755"/>
        </pc:sldMkLst>
      </pc:sldChg>
      <pc:sldChg chg="modNotes">
        <pc:chgData name="Matthieu GRALL" userId="118c06a7-9453-4716-8b3c-62df6b2b424e" providerId="ADAL" clId="{58FAAD79-255B-491A-AC31-6EF27ECA3FED}" dt="2025-10-14T12:28:03.509" v="1088"/>
        <pc:sldMkLst>
          <pc:docMk/>
          <pc:sldMk cId="3225738763" sldId="766"/>
        </pc:sldMkLst>
      </pc:sldChg>
      <pc:sldChg chg="modNotes">
        <pc:chgData name="Matthieu GRALL" userId="118c06a7-9453-4716-8b3c-62df6b2b424e" providerId="ADAL" clId="{58FAAD79-255B-491A-AC31-6EF27ECA3FED}" dt="2025-10-14T12:28:03.509" v="1088"/>
        <pc:sldMkLst>
          <pc:docMk/>
          <pc:sldMk cId="26874279" sldId="1057"/>
        </pc:sldMkLst>
      </pc:sldChg>
      <pc:sldChg chg="modNotes">
        <pc:chgData name="Matthieu GRALL" userId="118c06a7-9453-4716-8b3c-62df6b2b424e" providerId="ADAL" clId="{58FAAD79-255B-491A-AC31-6EF27ECA3FED}" dt="2025-10-14T12:28:03.509" v="1088"/>
        <pc:sldMkLst>
          <pc:docMk/>
          <pc:sldMk cId="3141358319" sldId="1063"/>
        </pc:sldMkLst>
      </pc:sldChg>
      <pc:sldChg chg="modSp mod">
        <pc:chgData name="Matthieu GRALL" userId="118c06a7-9453-4716-8b3c-62df6b2b424e" providerId="ADAL" clId="{58FAAD79-255B-491A-AC31-6EF27ECA3FED}" dt="2025-10-14T12:16:44.862" v="577" actId="20577"/>
        <pc:sldMkLst>
          <pc:docMk/>
          <pc:sldMk cId="3967936223" sldId="1119"/>
        </pc:sldMkLst>
        <pc:spChg chg="mod">
          <ac:chgData name="Matthieu GRALL" userId="118c06a7-9453-4716-8b3c-62df6b2b424e" providerId="ADAL" clId="{58FAAD79-255B-491A-AC31-6EF27ECA3FED}" dt="2025-10-14T12:16:44.862" v="577" actId="20577"/>
          <ac:spMkLst>
            <pc:docMk/>
            <pc:sldMk cId="3967936223" sldId="1119"/>
            <ac:spMk id="58" creationId="{D525CAA0-E79A-23A1-D73A-38093443BF96}"/>
          </ac:spMkLst>
        </pc:spChg>
      </pc:sldChg>
      <pc:sldChg chg="modSp mod">
        <pc:chgData name="Matthieu GRALL" userId="118c06a7-9453-4716-8b3c-62df6b2b424e" providerId="ADAL" clId="{58FAAD79-255B-491A-AC31-6EF27ECA3FED}" dt="2025-10-14T12:17:42.945" v="595" actId="20577"/>
        <pc:sldMkLst>
          <pc:docMk/>
          <pc:sldMk cId="2401667870" sldId="1125"/>
        </pc:sldMkLst>
        <pc:spChg chg="mod">
          <ac:chgData name="Matthieu GRALL" userId="118c06a7-9453-4716-8b3c-62df6b2b424e" providerId="ADAL" clId="{58FAAD79-255B-491A-AC31-6EF27ECA3FED}" dt="2025-10-14T12:17:42.945" v="595" actId="20577"/>
          <ac:spMkLst>
            <pc:docMk/>
            <pc:sldMk cId="2401667870" sldId="1125"/>
            <ac:spMk id="50" creationId="{A22CE5CA-1039-BFFC-D74A-71E598C2E415}"/>
          </ac:spMkLst>
        </pc:spChg>
      </pc:sldChg>
      <pc:sldChg chg="modSp mod">
        <pc:chgData name="Matthieu GRALL" userId="118c06a7-9453-4716-8b3c-62df6b2b424e" providerId="ADAL" clId="{58FAAD79-255B-491A-AC31-6EF27ECA3FED}" dt="2025-10-14T10:49:47.822" v="111" actId="15"/>
        <pc:sldMkLst>
          <pc:docMk/>
          <pc:sldMk cId="218010953" sldId="1126"/>
        </pc:sldMkLst>
        <pc:spChg chg="mod">
          <ac:chgData name="Matthieu GRALL" userId="118c06a7-9453-4716-8b3c-62df6b2b424e" providerId="ADAL" clId="{58FAAD79-255B-491A-AC31-6EF27ECA3FED}" dt="2025-10-14T10:49:47.822" v="111" actId="15"/>
          <ac:spMkLst>
            <pc:docMk/>
            <pc:sldMk cId="218010953" sldId="1126"/>
            <ac:spMk id="9" creationId="{5E37E16A-5FBB-3740-4282-7A660A7C3099}"/>
          </ac:spMkLst>
        </pc:spChg>
      </pc:sldChg>
      <pc:sldChg chg="modSp mod">
        <pc:chgData name="Matthieu GRALL" userId="118c06a7-9453-4716-8b3c-62df6b2b424e" providerId="ADAL" clId="{58FAAD79-255B-491A-AC31-6EF27ECA3FED}" dt="2025-10-14T12:57:46.741" v="1223" actId="27636"/>
        <pc:sldMkLst>
          <pc:docMk/>
          <pc:sldMk cId="2806509409" sldId="1128"/>
        </pc:sldMkLst>
        <pc:spChg chg="mod">
          <ac:chgData name="Matthieu GRALL" userId="118c06a7-9453-4716-8b3c-62df6b2b424e" providerId="ADAL" clId="{58FAAD79-255B-491A-AC31-6EF27ECA3FED}" dt="2025-10-14T12:57:46.741" v="1223" actId="27636"/>
          <ac:spMkLst>
            <pc:docMk/>
            <pc:sldMk cId="2806509409" sldId="1128"/>
            <ac:spMk id="3" creationId="{DADCBD6A-ACFA-DCE5-8D97-730DAC085C99}"/>
          </ac:spMkLst>
        </pc:spChg>
      </pc:sldChg>
      <pc:sldChg chg="modSp mod">
        <pc:chgData name="Matthieu GRALL" userId="118c06a7-9453-4716-8b3c-62df6b2b424e" providerId="ADAL" clId="{58FAAD79-255B-491A-AC31-6EF27ECA3FED}" dt="2025-10-14T12:19:56.884" v="710" actId="27636"/>
        <pc:sldMkLst>
          <pc:docMk/>
          <pc:sldMk cId="2282294363" sldId="1140"/>
        </pc:sldMkLst>
        <pc:spChg chg="mod">
          <ac:chgData name="Matthieu GRALL" userId="118c06a7-9453-4716-8b3c-62df6b2b424e" providerId="ADAL" clId="{58FAAD79-255B-491A-AC31-6EF27ECA3FED}" dt="2025-10-14T12:19:56.884" v="710" actId="27636"/>
          <ac:spMkLst>
            <pc:docMk/>
            <pc:sldMk cId="2282294363" sldId="1140"/>
            <ac:spMk id="10" creationId="{D8530B2A-C8C6-9014-88E4-474B94A1650B}"/>
          </ac:spMkLst>
        </pc:spChg>
      </pc:sldChg>
      <pc:sldChg chg="modSp">
        <pc:chgData name="Matthieu GRALL" userId="118c06a7-9453-4716-8b3c-62df6b2b424e" providerId="ADAL" clId="{58FAAD79-255B-491A-AC31-6EF27ECA3FED}" dt="2025-10-14T10:46:20.214" v="13" actId="20577"/>
        <pc:sldMkLst>
          <pc:docMk/>
          <pc:sldMk cId="626765711" sldId="1157"/>
        </pc:sldMkLst>
        <pc:spChg chg="mod">
          <ac:chgData name="Matthieu GRALL" userId="118c06a7-9453-4716-8b3c-62df6b2b424e" providerId="ADAL" clId="{58FAAD79-255B-491A-AC31-6EF27ECA3FED}" dt="2025-10-14T10:46:20.214" v="13" actId="20577"/>
          <ac:spMkLst>
            <pc:docMk/>
            <pc:sldMk cId="626765711" sldId="1157"/>
            <ac:spMk id="27" creationId="{2470487B-90BB-1528-6A76-58BCDDA6D98C}"/>
          </ac:spMkLst>
        </pc:spChg>
      </pc:sldChg>
      <pc:sldChg chg="modSp mod">
        <pc:chgData name="Matthieu GRALL" userId="118c06a7-9453-4716-8b3c-62df6b2b424e" providerId="ADAL" clId="{58FAAD79-255B-491A-AC31-6EF27ECA3FED}" dt="2025-10-14T12:16:57.267" v="583" actId="20577"/>
        <pc:sldMkLst>
          <pc:docMk/>
          <pc:sldMk cId="2390841847" sldId="1161"/>
        </pc:sldMkLst>
        <pc:graphicFrameChg chg="modGraphic">
          <ac:chgData name="Matthieu GRALL" userId="118c06a7-9453-4716-8b3c-62df6b2b424e" providerId="ADAL" clId="{58FAAD79-255B-491A-AC31-6EF27ECA3FED}" dt="2025-10-14T12:16:57.267" v="583" actId="20577"/>
          <ac:graphicFrameMkLst>
            <pc:docMk/>
            <pc:sldMk cId="2390841847" sldId="1161"/>
            <ac:graphicFrameMk id="29" creationId="{912A6899-C04C-E1AD-4041-19AD1B7D63A7}"/>
          </ac:graphicFrameMkLst>
        </pc:graphicFrameChg>
      </pc:sldChg>
      <pc:sldChg chg="modSp mod">
        <pc:chgData name="Matthieu GRALL" userId="118c06a7-9453-4716-8b3c-62df6b2b424e" providerId="ADAL" clId="{58FAAD79-255B-491A-AC31-6EF27ECA3FED}" dt="2025-10-14T12:17:28.045" v="589" actId="20577"/>
        <pc:sldMkLst>
          <pc:docMk/>
          <pc:sldMk cId="3906060561" sldId="1172"/>
        </pc:sldMkLst>
        <pc:spChg chg="mod">
          <ac:chgData name="Matthieu GRALL" userId="118c06a7-9453-4716-8b3c-62df6b2b424e" providerId="ADAL" clId="{58FAAD79-255B-491A-AC31-6EF27ECA3FED}" dt="2025-10-14T12:17:28.045" v="589" actId="20577"/>
          <ac:spMkLst>
            <pc:docMk/>
            <pc:sldMk cId="3906060561" sldId="1172"/>
            <ac:spMk id="43" creationId="{C734E01F-CE82-A5B4-BFDE-8BE47BA40BE0}"/>
          </ac:spMkLst>
        </pc:spChg>
      </pc:sldChg>
      <pc:sldChg chg="modSp">
        <pc:chgData name="Matthieu GRALL" userId="118c06a7-9453-4716-8b3c-62df6b2b424e" providerId="ADAL" clId="{58FAAD79-255B-491A-AC31-6EF27ECA3FED}" dt="2025-10-14T12:18:34.575" v="650" actId="20577"/>
        <pc:sldMkLst>
          <pc:docMk/>
          <pc:sldMk cId="3902531355" sldId="1173"/>
        </pc:sldMkLst>
        <pc:spChg chg="mod">
          <ac:chgData name="Matthieu GRALL" userId="118c06a7-9453-4716-8b3c-62df6b2b424e" providerId="ADAL" clId="{58FAAD79-255B-491A-AC31-6EF27ECA3FED}" dt="2025-10-14T12:18:34.575" v="650" actId="20577"/>
          <ac:spMkLst>
            <pc:docMk/>
            <pc:sldMk cId="3902531355" sldId="1173"/>
            <ac:spMk id="24" creationId="{6729121B-15DD-8762-4DE4-B15D4B729C55}"/>
          </ac:spMkLst>
        </pc:spChg>
        <pc:spChg chg="mod">
          <ac:chgData name="Matthieu GRALL" userId="118c06a7-9453-4716-8b3c-62df6b2b424e" providerId="ADAL" clId="{58FAAD79-255B-491A-AC31-6EF27ECA3FED}" dt="2025-10-14T12:18:24.810" v="631" actId="20577"/>
          <ac:spMkLst>
            <pc:docMk/>
            <pc:sldMk cId="3902531355" sldId="1173"/>
            <ac:spMk id="56" creationId="{1468E290-AE66-9176-C214-B9ADB0D64194}"/>
          </ac:spMkLst>
        </pc:spChg>
      </pc:sldChg>
      <pc:sldChg chg="modSp mod">
        <pc:chgData name="Matthieu GRALL" userId="118c06a7-9453-4716-8b3c-62df6b2b424e" providerId="ADAL" clId="{58FAAD79-255B-491A-AC31-6EF27ECA3FED}" dt="2025-10-14T10:49:26.502" v="100" actId="20577"/>
        <pc:sldMkLst>
          <pc:docMk/>
          <pc:sldMk cId="3568491748" sldId="1175"/>
        </pc:sldMkLst>
        <pc:spChg chg="mod">
          <ac:chgData name="Matthieu GRALL" userId="118c06a7-9453-4716-8b3c-62df6b2b424e" providerId="ADAL" clId="{58FAAD79-255B-491A-AC31-6EF27ECA3FED}" dt="2025-10-14T10:49:26.502" v="100" actId="20577"/>
          <ac:spMkLst>
            <pc:docMk/>
            <pc:sldMk cId="3568491748" sldId="1175"/>
            <ac:spMk id="50" creationId="{B19E27B0-9AE5-232E-F071-2C2AF19C5293}"/>
          </ac:spMkLst>
        </pc:spChg>
      </pc:sldChg>
      <pc:sldChg chg="modSp mod">
        <pc:chgData name="Matthieu GRALL" userId="118c06a7-9453-4716-8b3c-62df6b2b424e" providerId="ADAL" clId="{58FAAD79-255B-491A-AC31-6EF27ECA3FED}" dt="2025-10-14T12:21:49.873" v="821" actId="20577"/>
        <pc:sldMkLst>
          <pc:docMk/>
          <pc:sldMk cId="1951799724" sldId="1176"/>
        </pc:sldMkLst>
        <pc:spChg chg="mod">
          <ac:chgData name="Matthieu GRALL" userId="118c06a7-9453-4716-8b3c-62df6b2b424e" providerId="ADAL" clId="{58FAAD79-255B-491A-AC31-6EF27ECA3FED}" dt="2025-10-14T12:21:49.873" v="821" actId="20577"/>
          <ac:spMkLst>
            <pc:docMk/>
            <pc:sldMk cId="1951799724" sldId="1176"/>
            <ac:spMk id="10" creationId="{15BBB92E-68CE-81BF-CB81-FD2D36C8843F}"/>
          </ac:spMkLst>
        </pc:spChg>
        <pc:graphicFrameChg chg="mod modGraphic">
          <ac:chgData name="Matthieu GRALL" userId="118c06a7-9453-4716-8b3c-62df6b2b424e" providerId="ADAL" clId="{58FAAD79-255B-491A-AC31-6EF27ECA3FED}" dt="2025-10-14T12:21:21.908" v="753"/>
          <ac:graphicFrameMkLst>
            <pc:docMk/>
            <pc:sldMk cId="1951799724" sldId="1176"/>
            <ac:graphicFrameMk id="6" creationId="{66FBDFF3-E40D-BCF9-D796-B91384154773}"/>
          </ac:graphicFrameMkLst>
        </pc:graphicFrameChg>
      </pc:sldChg>
      <pc:sldChg chg="addSp delSp modSp mod">
        <pc:chgData name="Matthieu GRALL" userId="118c06a7-9453-4716-8b3c-62df6b2b424e" providerId="ADAL" clId="{58FAAD79-255B-491A-AC31-6EF27ECA3FED}" dt="2025-10-14T12:57:01.617" v="1133" actId="478"/>
        <pc:sldMkLst>
          <pc:docMk/>
          <pc:sldMk cId="2591070033" sldId="1177"/>
        </pc:sldMkLst>
        <pc:spChg chg="mod">
          <ac:chgData name="Matthieu GRALL" userId="118c06a7-9453-4716-8b3c-62df6b2b424e" providerId="ADAL" clId="{58FAAD79-255B-491A-AC31-6EF27ECA3FED}" dt="2025-10-14T12:56:48.887" v="1130" actId="6549"/>
          <ac:spMkLst>
            <pc:docMk/>
            <pc:sldMk cId="2591070033" sldId="1177"/>
            <ac:spMk id="2" creationId="{7F11BB34-F2BF-216B-BCA5-368B91F8B39C}"/>
          </ac:spMkLst>
        </pc:spChg>
        <pc:spChg chg="mod">
          <ac:chgData name="Matthieu GRALL" userId="118c06a7-9453-4716-8b3c-62df6b2b424e" providerId="ADAL" clId="{58FAAD79-255B-491A-AC31-6EF27ECA3FED}" dt="2025-10-14T12:23:48.032" v="982" actId="6549"/>
          <ac:spMkLst>
            <pc:docMk/>
            <pc:sldMk cId="2591070033" sldId="1177"/>
            <ac:spMk id="7" creationId="{BAF0FDFE-41B0-B9AC-4CF0-86F6EF0120DE}"/>
          </ac:spMkLst>
        </pc:spChg>
        <pc:spChg chg="mod">
          <ac:chgData name="Matthieu GRALL" userId="118c06a7-9453-4716-8b3c-62df6b2b424e" providerId="ADAL" clId="{58FAAD79-255B-491A-AC31-6EF27ECA3FED}" dt="2025-10-14T12:23:29.792" v="959" actId="20577"/>
          <ac:spMkLst>
            <pc:docMk/>
            <pc:sldMk cId="2591070033" sldId="1177"/>
            <ac:spMk id="13" creationId="{B9F4C448-E746-5BA3-11FD-D325B835A248}"/>
          </ac:spMkLst>
        </pc:spChg>
        <pc:spChg chg="mod">
          <ac:chgData name="Matthieu GRALL" userId="118c06a7-9453-4716-8b3c-62df6b2b424e" providerId="ADAL" clId="{58FAAD79-255B-491A-AC31-6EF27ECA3FED}" dt="2025-10-14T12:24:11.661" v="999" actId="20577"/>
          <ac:spMkLst>
            <pc:docMk/>
            <pc:sldMk cId="2591070033" sldId="1177"/>
            <ac:spMk id="20" creationId="{A234F81E-0067-7B75-BE97-4268416362D6}"/>
          </ac:spMkLst>
        </pc:spChg>
        <pc:spChg chg="mod">
          <ac:chgData name="Matthieu GRALL" userId="118c06a7-9453-4716-8b3c-62df6b2b424e" providerId="ADAL" clId="{58FAAD79-255B-491A-AC31-6EF27ECA3FED}" dt="2025-10-14T12:24:20.762" v="1017" actId="20577"/>
          <ac:spMkLst>
            <pc:docMk/>
            <pc:sldMk cId="2591070033" sldId="1177"/>
            <ac:spMk id="21" creationId="{F5DA837C-914F-5901-2FBE-31A6CFCD86FB}"/>
          </ac:spMkLst>
        </pc:spChg>
        <pc:spChg chg="add del mod">
          <ac:chgData name="Matthieu GRALL" userId="118c06a7-9453-4716-8b3c-62df6b2b424e" providerId="ADAL" clId="{58FAAD79-255B-491A-AC31-6EF27ECA3FED}" dt="2025-10-14T12:57:01.617" v="1133" actId="478"/>
          <ac:spMkLst>
            <pc:docMk/>
            <pc:sldMk cId="2591070033" sldId="1177"/>
            <ac:spMk id="52" creationId="{7C25C91F-5166-7076-2CFA-905D1AC27450}"/>
          </ac:spMkLst>
        </pc:spChg>
        <pc:spChg chg="add del mod">
          <ac:chgData name="Matthieu GRALL" userId="118c06a7-9453-4716-8b3c-62df6b2b424e" providerId="ADAL" clId="{58FAAD79-255B-491A-AC31-6EF27ECA3FED}" dt="2025-10-14T12:57:01.617" v="1133" actId="478"/>
          <ac:spMkLst>
            <pc:docMk/>
            <pc:sldMk cId="2591070033" sldId="1177"/>
            <ac:spMk id="54" creationId="{2EF6AD7D-2BCD-BE01-FA05-FA572F9896E0}"/>
          </ac:spMkLst>
        </pc:spChg>
      </pc:sldChg>
      <pc:sldChg chg="modSp mod">
        <pc:chgData name="Matthieu GRALL" userId="118c06a7-9453-4716-8b3c-62df6b2b424e" providerId="ADAL" clId="{58FAAD79-255B-491A-AC31-6EF27ECA3FED}" dt="2025-10-14T12:27:19.040" v="1087" actId="20577"/>
        <pc:sldMkLst>
          <pc:docMk/>
          <pc:sldMk cId="124793383" sldId="1178"/>
        </pc:sldMkLst>
        <pc:spChg chg="mod">
          <ac:chgData name="Matthieu GRALL" userId="118c06a7-9453-4716-8b3c-62df6b2b424e" providerId="ADAL" clId="{58FAAD79-255B-491A-AC31-6EF27ECA3FED}" dt="2025-10-14T12:27:19.040" v="1087" actId="20577"/>
          <ac:spMkLst>
            <pc:docMk/>
            <pc:sldMk cId="124793383" sldId="1178"/>
            <ac:spMk id="11" creationId="{3C550849-CCB7-A434-E17C-53272E202FED}"/>
          </ac:spMkLst>
        </pc:spChg>
      </pc:sldChg>
      <pc:sldChg chg="addSp modSp mod">
        <pc:chgData name="Matthieu GRALL" userId="118c06a7-9453-4716-8b3c-62df6b2b424e" providerId="ADAL" clId="{58FAAD79-255B-491A-AC31-6EF27ECA3FED}" dt="2025-10-14T10:56:46.888" v="563" actId="20577"/>
        <pc:sldMkLst>
          <pc:docMk/>
          <pc:sldMk cId="208998327" sldId="1180"/>
        </pc:sldMkLst>
        <pc:spChg chg="add mod">
          <ac:chgData name="Matthieu GRALL" userId="118c06a7-9453-4716-8b3c-62df6b2b424e" providerId="ADAL" clId="{58FAAD79-255B-491A-AC31-6EF27ECA3FED}" dt="2025-10-14T10:56:42.699" v="558"/>
          <ac:spMkLst>
            <pc:docMk/>
            <pc:sldMk cId="208998327" sldId="1180"/>
            <ac:spMk id="2" creationId="{CEC2138A-9173-8785-2586-EB046702E121}"/>
          </ac:spMkLst>
        </pc:spChg>
        <pc:spChg chg="add mod">
          <ac:chgData name="Matthieu GRALL" userId="118c06a7-9453-4716-8b3c-62df6b2b424e" providerId="ADAL" clId="{58FAAD79-255B-491A-AC31-6EF27ECA3FED}" dt="2025-10-14T10:56:46.888" v="563" actId="20577"/>
          <ac:spMkLst>
            <pc:docMk/>
            <pc:sldMk cId="208998327" sldId="1180"/>
            <ac:spMk id="3" creationId="{E1EF4AE6-9179-9978-2198-962DBCF36CD3}"/>
          </ac:spMkLst>
        </pc:spChg>
        <pc:spChg chg="add mod">
          <ac:chgData name="Matthieu GRALL" userId="118c06a7-9453-4716-8b3c-62df6b2b424e" providerId="ADAL" clId="{58FAAD79-255B-491A-AC31-6EF27ECA3FED}" dt="2025-10-14T10:56:24.829" v="557" actId="1076"/>
          <ac:spMkLst>
            <pc:docMk/>
            <pc:sldMk cId="208998327" sldId="1180"/>
            <ac:spMk id="4" creationId="{CB51E51D-1F5C-1C95-C1D9-DD36CC4A7586}"/>
          </ac:spMkLst>
        </pc:spChg>
        <pc:spChg chg="add mod">
          <ac:chgData name="Matthieu GRALL" userId="118c06a7-9453-4716-8b3c-62df6b2b424e" providerId="ADAL" clId="{58FAAD79-255B-491A-AC31-6EF27ECA3FED}" dt="2025-10-14T10:56:24.829" v="557" actId="1076"/>
          <ac:spMkLst>
            <pc:docMk/>
            <pc:sldMk cId="208998327" sldId="1180"/>
            <ac:spMk id="5" creationId="{969DB910-4C4B-613B-C1B6-4C69790AD4D5}"/>
          </ac:spMkLst>
        </pc:spChg>
      </pc:sldChg>
      <pc:sldChg chg="modSp mod">
        <pc:chgData name="Matthieu GRALL" userId="118c06a7-9453-4716-8b3c-62df6b2b424e" providerId="ADAL" clId="{58FAAD79-255B-491A-AC31-6EF27ECA3FED}" dt="2025-10-14T13:07:09.682" v="1300" actId="113"/>
        <pc:sldMkLst>
          <pc:docMk/>
          <pc:sldMk cId="822497607" sldId="1195"/>
        </pc:sldMkLst>
        <pc:spChg chg="mod">
          <ac:chgData name="Matthieu GRALL" userId="118c06a7-9453-4716-8b3c-62df6b2b424e" providerId="ADAL" clId="{58FAAD79-255B-491A-AC31-6EF27ECA3FED}" dt="2025-10-14T13:07:09.682" v="1300" actId="113"/>
          <ac:spMkLst>
            <pc:docMk/>
            <pc:sldMk cId="822497607" sldId="1195"/>
            <ac:spMk id="4" creationId="{8477699B-C881-5772-8BFF-2BA13BF49EF5}"/>
          </ac:spMkLst>
        </pc:spChg>
      </pc:sldChg>
      <pc:sldChg chg="modSp mod">
        <pc:chgData name="Matthieu GRALL" userId="118c06a7-9453-4716-8b3c-62df6b2b424e" providerId="ADAL" clId="{58FAAD79-255B-491A-AC31-6EF27ECA3FED}" dt="2025-10-14T12:25:02.511" v="1037" actId="6549"/>
        <pc:sldMkLst>
          <pc:docMk/>
          <pc:sldMk cId="564264668" sldId="1222"/>
        </pc:sldMkLst>
        <pc:spChg chg="mod">
          <ac:chgData name="Matthieu GRALL" userId="118c06a7-9453-4716-8b3c-62df6b2b424e" providerId="ADAL" clId="{58FAAD79-255B-491A-AC31-6EF27ECA3FED}" dt="2025-10-14T12:25:02.511" v="1037" actId="6549"/>
          <ac:spMkLst>
            <pc:docMk/>
            <pc:sldMk cId="564264668" sldId="1222"/>
            <ac:spMk id="11" creationId="{C6F0F630-D750-4446-A28C-C4AEBBF5BAA9}"/>
          </ac:spMkLst>
        </pc:spChg>
      </pc:sldChg>
      <pc:sldChg chg="addSp modSp mod">
        <pc:chgData name="Matthieu GRALL" userId="118c06a7-9453-4716-8b3c-62df6b2b424e" providerId="ADAL" clId="{58FAAD79-255B-491A-AC31-6EF27ECA3FED}" dt="2025-10-14T13:07:33.742" v="1324" actId="20577"/>
        <pc:sldMkLst>
          <pc:docMk/>
          <pc:sldMk cId="1869716879" sldId="1225"/>
        </pc:sldMkLst>
        <pc:graphicFrameChg chg="mod modGraphic">
          <ac:chgData name="Matthieu GRALL" userId="118c06a7-9453-4716-8b3c-62df6b2b424e" providerId="ADAL" clId="{58FAAD79-255B-491A-AC31-6EF27ECA3FED}" dt="2025-10-14T13:07:33.742" v="1324" actId="20577"/>
          <ac:graphicFrameMkLst>
            <pc:docMk/>
            <pc:sldMk cId="1869716879" sldId="1225"/>
            <ac:graphicFrameMk id="14" creationId="{4F3F4863-8D99-1CBD-040F-E490061F51E8}"/>
          </ac:graphicFrameMkLst>
        </pc:graphicFrameChg>
        <pc:picChg chg="add mod">
          <ac:chgData name="Matthieu GRALL" userId="118c06a7-9453-4716-8b3c-62df6b2b424e" providerId="ADAL" clId="{58FAAD79-255B-491A-AC31-6EF27ECA3FED}" dt="2025-10-14T10:55:33.519" v="554" actId="1037"/>
          <ac:picMkLst>
            <pc:docMk/>
            <pc:sldMk cId="1869716879" sldId="1225"/>
            <ac:picMk id="3" creationId="{83449F3C-80D3-81D2-05C5-73AD6BE7BD43}"/>
          </ac:picMkLst>
        </pc:picChg>
        <pc:picChg chg="mod">
          <ac:chgData name="Matthieu GRALL" userId="118c06a7-9453-4716-8b3c-62df6b2b424e" providerId="ADAL" clId="{58FAAD79-255B-491A-AC31-6EF27ECA3FED}" dt="2025-10-14T10:55:33.519" v="554" actId="1037"/>
          <ac:picMkLst>
            <pc:docMk/>
            <pc:sldMk cId="1869716879" sldId="1225"/>
            <ac:picMk id="17" creationId="{473B9448-0AB5-BFCA-1017-15715D395E9E}"/>
          </ac:picMkLst>
        </pc:picChg>
        <pc:picChg chg="mod">
          <ac:chgData name="Matthieu GRALL" userId="118c06a7-9453-4716-8b3c-62df6b2b424e" providerId="ADAL" clId="{58FAAD79-255B-491A-AC31-6EF27ECA3FED}" dt="2025-10-14T10:55:33.519" v="554" actId="1037"/>
          <ac:picMkLst>
            <pc:docMk/>
            <pc:sldMk cId="1869716879" sldId="1225"/>
            <ac:picMk id="18" creationId="{50A05FB1-E2DE-85D4-EFF6-6A9F784B0850}"/>
          </ac:picMkLst>
        </pc:picChg>
        <pc:picChg chg="mod">
          <ac:chgData name="Matthieu GRALL" userId="118c06a7-9453-4716-8b3c-62df6b2b424e" providerId="ADAL" clId="{58FAAD79-255B-491A-AC31-6EF27ECA3FED}" dt="2025-10-14T10:55:33.519" v="554" actId="1037"/>
          <ac:picMkLst>
            <pc:docMk/>
            <pc:sldMk cId="1869716879" sldId="1225"/>
            <ac:picMk id="19" creationId="{2D66AD61-4BF9-EDAA-1D8C-FA2A65BBCC35}"/>
          </ac:picMkLst>
        </pc:picChg>
        <pc:picChg chg="mod">
          <ac:chgData name="Matthieu GRALL" userId="118c06a7-9453-4716-8b3c-62df6b2b424e" providerId="ADAL" clId="{58FAAD79-255B-491A-AC31-6EF27ECA3FED}" dt="2025-10-14T10:55:33.519" v="554" actId="1037"/>
          <ac:picMkLst>
            <pc:docMk/>
            <pc:sldMk cId="1869716879" sldId="1225"/>
            <ac:picMk id="20" creationId="{376D387C-CF4C-8482-F168-72A9E7EE9E6B}"/>
          </ac:picMkLst>
        </pc:picChg>
      </pc:sldChg>
      <pc:sldChg chg="addSp delSp modSp mod">
        <pc:chgData name="Matthieu GRALL" userId="118c06a7-9453-4716-8b3c-62df6b2b424e" providerId="ADAL" clId="{58FAAD79-255B-491A-AC31-6EF27ECA3FED}" dt="2025-10-14T10:57:23.483" v="570" actId="20577"/>
        <pc:sldMkLst>
          <pc:docMk/>
          <pc:sldMk cId="3382028266" sldId="1226"/>
        </pc:sldMkLst>
        <pc:spChg chg="add del mod">
          <ac:chgData name="Matthieu GRALL" userId="118c06a7-9453-4716-8b3c-62df6b2b424e" providerId="ADAL" clId="{58FAAD79-255B-491A-AC31-6EF27ECA3FED}" dt="2025-10-14T10:57:18.618" v="565" actId="478"/>
          <ac:spMkLst>
            <pc:docMk/>
            <pc:sldMk cId="3382028266" sldId="1226"/>
            <ac:spMk id="3" creationId="{A6FE54AD-AF05-A46A-1B22-1619DD7C6F7A}"/>
          </ac:spMkLst>
        </pc:spChg>
        <pc:spChg chg="add mod">
          <ac:chgData name="Matthieu GRALL" userId="118c06a7-9453-4716-8b3c-62df6b2b424e" providerId="ADAL" clId="{58FAAD79-255B-491A-AC31-6EF27ECA3FED}" dt="2025-10-14T10:57:23.483" v="570" actId="20577"/>
          <ac:spMkLst>
            <pc:docMk/>
            <pc:sldMk cId="3382028266" sldId="1226"/>
            <ac:spMk id="4" creationId="{2E733995-D778-5216-1663-AB86F3D84024}"/>
          </ac:spMkLst>
        </pc:spChg>
      </pc:sldChg>
    </pc:docChg>
  </pc:docChgLst>
  <pc:docChgLst>
    <pc:chgData name="Matthieu GRALL" userId="cec3ba0d20552ff9" providerId="LiveId" clId="{A354E579-6C7F-49E5-9288-44A7DE5D239A}"/>
    <pc:docChg chg="undo redo custSel addSld delSld modSld sldOrd modSection">
      <pc:chgData name="Matthieu GRALL" userId="cec3ba0d20552ff9" providerId="LiveId" clId="{A354E579-6C7F-49E5-9288-44A7DE5D239A}" dt="2025-02-22T10:20:05.605" v="3280" actId="20577"/>
      <pc:docMkLst>
        <pc:docMk/>
      </pc:docMkLst>
      <pc:sldChg chg="modSp del">
        <pc:chgData name="Matthieu GRALL" userId="cec3ba0d20552ff9" providerId="LiveId" clId="{A354E579-6C7F-49E5-9288-44A7DE5D239A}" dt="2025-02-22T08:52:38.294" v="1841" actId="47"/>
        <pc:sldMkLst>
          <pc:docMk/>
          <pc:sldMk cId="2705942901" sldId="1103"/>
        </pc:sldMkLst>
      </pc:sldChg>
      <pc:sldChg chg="addSp delSp modSp new mod modClrScheme chgLayout">
        <pc:chgData name="Matthieu GRALL" userId="cec3ba0d20552ff9" providerId="LiveId" clId="{A354E579-6C7F-49E5-9288-44A7DE5D239A}" dt="2025-02-22T09:15:31.728" v="1968" actId="404"/>
        <pc:sldMkLst>
          <pc:docMk/>
          <pc:sldMk cId="2858516459" sldId="1116"/>
        </pc:sldMkLst>
      </pc:sldChg>
      <pc:sldChg chg="addSp delSp modSp new mod modClrScheme modAnim chgLayout">
        <pc:chgData name="Matthieu GRALL" userId="cec3ba0d20552ff9" providerId="LiveId" clId="{A354E579-6C7F-49E5-9288-44A7DE5D239A}" dt="2025-02-22T09:52:22.987" v="2538" actId="20577"/>
        <pc:sldMkLst>
          <pc:docMk/>
          <pc:sldMk cId="2904657892" sldId="1117"/>
        </pc:sldMkLst>
      </pc:sldChg>
      <pc:sldChg chg="modSp new mod">
        <pc:chgData name="Matthieu GRALL" userId="cec3ba0d20552ff9" providerId="LiveId" clId="{A354E579-6C7F-49E5-9288-44A7DE5D239A}" dt="2025-02-22T08:32:35.619" v="1316" actId="20577"/>
        <pc:sldMkLst>
          <pc:docMk/>
          <pc:sldMk cId="858906089" sldId="1118"/>
        </pc:sldMkLst>
      </pc:sldChg>
      <pc:sldChg chg="modSp new mod">
        <pc:chgData name="Matthieu GRALL" userId="cec3ba0d20552ff9" providerId="LiveId" clId="{A354E579-6C7F-49E5-9288-44A7DE5D239A}" dt="2025-02-22T09:15:47.843" v="1976" actId="404"/>
        <pc:sldMkLst>
          <pc:docMk/>
          <pc:sldMk cId="3967936223" sldId="1119"/>
        </pc:sldMkLst>
      </pc:sldChg>
      <pc:sldChg chg="modSp new mod">
        <pc:chgData name="Matthieu GRALL" userId="cec3ba0d20552ff9" providerId="LiveId" clId="{A354E579-6C7F-49E5-9288-44A7DE5D239A}" dt="2025-02-22T09:56:37.997" v="2753" actId="404"/>
        <pc:sldMkLst>
          <pc:docMk/>
          <pc:sldMk cId="1932322543" sldId="1120"/>
        </pc:sldMkLst>
      </pc:sldChg>
      <pc:sldChg chg="addSp delSp modSp add mod">
        <pc:chgData name="Matthieu GRALL" userId="cec3ba0d20552ff9" providerId="LiveId" clId="{A354E579-6C7F-49E5-9288-44A7DE5D239A}" dt="2025-02-22T09:15:22.992" v="1964" actId="404"/>
        <pc:sldMkLst>
          <pc:docMk/>
          <pc:sldMk cId="2258595350" sldId="1121"/>
        </pc:sldMkLst>
      </pc:sldChg>
      <pc:sldChg chg="add">
        <pc:chgData name="Matthieu GRALL" userId="cec3ba0d20552ff9" providerId="LiveId" clId="{A354E579-6C7F-49E5-9288-44A7DE5D239A}" dt="2025-02-22T08:47:28.758" v="1666"/>
        <pc:sldMkLst>
          <pc:docMk/>
          <pc:sldMk cId="793694464" sldId="1122"/>
        </pc:sldMkLst>
      </pc:sldChg>
      <pc:sldChg chg="modSp add del mod">
        <pc:chgData name="Matthieu GRALL" userId="cec3ba0d20552ff9" providerId="LiveId" clId="{A354E579-6C7F-49E5-9288-44A7DE5D239A}" dt="2025-02-22T10:10:41.591" v="3092" actId="47"/>
        <pc:sldMkLst>
          <pc:docMk/>
          <pc:sldMk cId="169305743" sldId="1123"/>
        </pc:sldMkLst>
      </pc:sldChg>
      <pc:sldChg chg="modSp add mod">
        <pc:chgData name="Matthieu GRALL" userId="cec3ba0d20552ff9" providerId="LiveId" clId="{A354E579-6C7F-49E5-9288-44A7DE5D239A}" dt="2025-02-22T10:12:10.886" v="3164" actId="27636"/>
        <pc:sldMkLst>
          <pc:docMk/>
          <pc:sldMk cId="474124158" sldId="1124"/>
        </pc:sldMkLst>
      </pc:sldChg>
      <pc:sldChg chg="add">
        <pc:chgData name="Matthieu GRALL" userId="cec3ba0d20552ff9" providerId="LiveId" clId="{A354E579-6C7F-49E5-9288-44A7DE5D239A}" dt="2025-02-22T08:47:51.468" v="1667"/>
        <pc:sldMkLst>
          <pc:docMk/>
          <pc:sldMk cId="2401667870" sldId="1125"/>
        </pc:sldMkLst>
      </pc:sldChg>
      <pc:sldChg chg="add">
        <pc:chgData name="Matthieu GRALL" userId="cec3ba0d20552ff9" providerId="LiveId" clId="{A354E579-6C7F-49E5-9288-44A7DE5D239A}" dt="2025-02-22T08:47:51.468" v="1667"/>
        <pc:sldMkLst>
          <pc:docMk/>
          <pc:sldMk cId="218010953" sldId="1126"/>
        </pc:sldMkLst>
      </pc:sldChg>
      <pc:sldChg chg="modSp add">
        <pc:chgData name="Matthieu GRALL" userId="cec3ba0d20552ff9" providerId="LiveId" clId="{A354E579-6C7F-49E5-9288-44A7DE5D239A}" dt="2025-02-22T09:13:14.321" v="1931" actId="20577"/>
        <pc:sldMkLst>
          <pc:docMk/>
          <pc:sldMk cId="2008000353" sldId="1127"/>
        </pc:sldMkLst>
      </pc:sldChg>
      <pc:sldChg chg="modSp new mod">
        <pc:chgData name="Matthieu GRALL" userId="cec3ba0d20552ff9" providerId="LiveId" clId="{A354E579-6C7F-49E5-9288-44A7DE5D239A}" dt="2025-02-22T08:50:59.156" v="1840" actId="20577"/>
        <pc:sldMkLst>
          <pc:docMk/>
          <pc:sldMk cId="2806509409" sldId="1128"/>
        </pc:sldMkLst>
      </pc:sldChg>
      <pc:sldChg chg="addSp delSp modSp add mod">
        <pc:chgData name="Matthieu GRALL" userId="cec3ba0d20552ff9" providerId="LiveId" clId="{A354E579-6C7F-49E5-9288-44A7DE5D239A}" dt="2025-02-22T09:19:57.067" v="2036" actId="20577"/>
        <pc:sldMkLst>
          <pc:docMk/>
          <pc:sldMk cId="1014956570" sldId="1129"/>
        </pc:sldMkLst>
      </pc:sldChg>
      <pc:sldChg chg="add del">
        <pc:chgData name="Matthieu GRALL" userId="cec3ba0d20552ff9" providerId="LiveId" clId="{A354E579-6C7F-49E5-9288-44A7DE5D239A}" dt="2025-02-22T09:20:23.620" v="2037" actId="47"/>
        <pc:sldMkLst>
          <pc:docMk/>
          <pc:sldMk cId="2959955627" sldId="1130"/>
        </pc:sldMkLst>
      </pc:sldChg>
      <pc:sldChg chg="add">
        <pc:chgData name="Matthieu GRALL" userId="cec3ba0d20552ff9" providerId="LiveId" clId="{A354E579-6C7F-49E5-9288-44A7DE5D239A}" dt="2025-02-22T09:17:13.338" v="1980"/>
        <pc:sldMkLst>
          <pc:docMk/>
          <pc:sldMk cId="3855446942" sldId="1131"/>
        </pc:sldMkLst>
      </pc:sldChg>
      <pc:sldChg chg="modSp add mod ord">
        <pc:chgData name="Matthieu GRALL" userId="cec3ba0d20552ff9" providerId="LiveId" clId="{A354E579-6C7F-49E5-9288-44A7DE5D239A}" dt="2025-02-22T09:58:16.260" v="2755"/>
        <pc:sldMkLst>
          <pc:docMk/>
          <pc:sldMk cId="259636404" sldId="1132"/>
        </pc:sldMkLst>
      </pc:sldChg>
      <pc:sldChg chg="modSp add mod">
        <pc:chgData name="Matthieu GRALL" userId="cec3ba0d20552ff9" providerId="LiveId" clId="{A354E579-6C7F-49E5-9288-44A7DE5D239A}" dt="2025-02-22T09:53:47.318" v="2622"/>
        <pc:sldMkLst>
          <pc:docMk/>
          <pc:sldMk cId="3615714820" sldId="1133"/>
        </pc:sldMkLst>
      </pc:sldChg>
      <pc:sldChg chg="modSp add mod">
        <pc:chgData name="Matthieu GRALL" userId="cec3ba0d20552ff9" providerId="LiveId" clId="{A354E579-6C7F-49E5-9288-44A7DE5D239A}" dt="2025-02-22T09:54:24.186" v="2642" actId="20577"/>
        <pc:sldMkLst>
          <pc:docMk/>
          <pc:sldMk cId="3058020324" sldId="1134"/>
        </pc:sldMkLst>
      </pc:sldChg>
      <pc:sldChg chg="modSp add mod">
        <pc:chgData name="Matthieu GRALL" userId="cec3ba0d20552ff9" providerId="LiveId" clId="{A354E579-6C7F-49E5-9288-44A7DE5D239A}" dt="2025-02-22T10:11:18.837" v="3093" actId="20577"/>
        <pc:sldMkLst>
          <pc:docMk/>
          <pc:sldMk cId="74076825" sldId="1135"/>
        </pc:sldMkLst>
      </pc:sldChg>
      <pc:sldChg chg="add del">
        <pc:chgData name="Matthieu GRALL" userId="cec3ba0d20552ff9" providerId="LiveId" clId="{A354E579-6C7F-49E5-9288-44A7DE5D239A}" dt="2025-02-22T10:03:01.507" v="2909" actId="47"/>
        <pc:sldMkLst>
          <pc:docMk/>
          <pc:sldMk cId="1893955604" sldId="1136"/>
        </pc:sldMkLst>
      </pc:sldChg>
      <pc:sldChg chg="add">
        <pc:chgData name="Matthieu GRALL" userId="cec3ba0d20552ff9" providerId="LiveId" clId="{A354E579-6C7F-49E5-9288-44A7DE5D239A}" dt="2025-02-22T10:01:37.322" v="2860"/>
        <pc:sldMkLst>
          <pc:docMk/>
          <pc:sldMk cId="196772769" sldId="1137"/>
        </pc:sldMkLst>
      </pc:sldChg>
      <pc:sldChg chg="modSp add mod">
        <pc:chgData name="Matthieu GRALL" userId="cec3ba0d20552ff9" providerId="LiveId" clId="{A354E579-6C7F-49E5-9288-44A7DE5D239A}" dt="2025-02-22T10:03:17.425" v="2931" actId="20577"/>
        <pc:sldMkLst>
          <pc:docMk/>
          <pc:sldMk cId="3534135643" sldId="1138"/>
        </pc:sldMkLst>
      </pc:sldChg>
      <pc:sldChg chg="modSp add mod">
        <pc:chgData name="Matthieu GRALL" userId="cec3ba0d20552ff9" providerId="LiveId" clId="{A354E579-6C7F-49E5-9288-44A7DE5D239A}" dt="2025-02-22T10:10:28.661" v="3091" actId="20577"/>
        <pc:sldMkLst>
          <pc:docMk/>
          <pc:sldMk cId="1438800487" sldId="1139"/>
        </pc:sldMkLst>
      </pc:sldChg>
      <pc:sldChg chg="add">
        <pc:chgData name="Matthieu GRALL" userId="cec3ba0d20552ff9" providerId="LiveId" clId="{A354E579-6C7F-49E5-9288-44A7DE5D239A}" dt="2025-02-22T10:01:37.322" v="2860"/>
        <pc:sldMkLst>
          <pc:docMk/>
          <pc:sldMk cId="2282294363" sldId="1140"/>
        </pc:sldMkLst>
      </pc:sldChg>
      <pc:sldChg chg="modSp add mod">
        <pc:chgData name="Matthieu GRALL" userId="cec3ba0d20552ff9" providerId="LiveId" clId="{A354E579-6C7F-49E5-9288-44A7DE5D239A}" dt="2025-02-22T10:02:12.912" v="2879" actId="20577"/>
        <pc:sldMkLst>
          <pc:docMk/>
          <pc:sldMk cId="2633670147" sldId="1141"/>
        </pc:sldMkLst>
      </pc:sldChg>
      <pc:sldChg chg="addSp delSp modSp new mod modClrScheme chgLayout">
        <pc:chgData name="Matthieu GRALL" userId="cec3ba0d20552ff9" providerId="LiveId" clId="{A354E579-6C7F-49E5-9288-44A7DE5D239A}" dt="2025-02-22T10:19:03.632" v="3234" actId="700"/>
        <pc:sldMkLst>
          <pc:docMk/>
          <pc:sldMk cId="2874457299" sldId="1142"/>
        </pc:sldMkLst>
      </pc:sldChg>
      <pc:sldChg chg="modSp add mod">
        <pc:chgData name="Matthieu GRALL" userId="cec3ba0d20552ff9" providerId="LiveId" clId="{A354E579-6C7F-49E5-9288-44A7DE5D239A}" dt="2025-02-22T10:20:05.605" v="3280" actId="20577"/>
        <pc:sldMkLst>
          <pc:docMk/>
          <pc:sldMk cId="3772202389" sldId="1143"/>
        </pc:sldMkLst>
      </pc:sldChg>
    </pc:docChg>
  </pc:docChgLst>
  <pc:docChgLst>
    <pc:chgData name="Matthieu GRALL" userId="cec3ba0d20552ff9" providerId="LiveId" clId="{7078BA1D-0DDB-4910-B890-79D7165836C1}"/>
    <pc:docChg chg="undo redo custSel addSld delSld modSld sldOrd modMainMaster delSection modSection">
      <pc:chgData name="Matthieu GRALL" userId="cec3ba0d20552ff9" providerId="LiveId" clId="{7078BA1D-0DDB-4910-B890-79D7165836C1}" dt="2025-06-18T15:21:30.526" v="18769" actId="47"/>
      <pc:docMkLst>
        <pc:docMk/>
      </pc:docMkLst>
      <pc:sldChg chg="modSp del mod">
        <pc:chgData name="Matthieu GRALL" userId="cec3ba0d20552ff9" providerId="LiveId" clId="{7078BA1D-0DDB-4910-B890-79D7165836C1}" dt="2025-06-18T12:03:08.665" v="14997" actId="47"/>
        <pc:sldMkLst>
          <pc:docMk/>
          <pc:sldMk cId="613291450" sldId="263"/>
        </pc:sldMkLst>
      </pc:sldChg>
      <pc:sldChg chg="addSp delSp modSp add del mod modClrScheme chgLayout">
        <pc:chgData name="Matthieu GRALL" userId="cec3ba0d20552ff9" providerId="LiveId" clId="{7078BA1D-0DDB-4910-B890-79D7165836C1}" dt="2025-06-18T15:21:30.526" v="18769" actId="47"/>
        <pc:sldMkLst>
          <pc:docMk/>
          <pc:sldMk cId="287713102" sldId="286"/>
        </pc:sldMkLst>
      </pc:sldChg>
      <pc:sldChg chg="del">
        <pc:chgData name="Matthieu GRALL" userId="cec3ba0d20552ff9" providerId="LiveId" clId="{7078BA1D-0DDB-4910-B890-79D7165836C1}" dt="2025-06-18T12:03:56.925" v="15009" actId="2696"/>
        <pc:sldMkLst>
          <pc:docMk/>
          <pc:sldMk cId="4268509636" sldId="286"/>
        </pc:sldMkLst>
      </pc:sldChg>
      <pc:sldChg chg="del">
        <pc:chgData name="Matthieu GRALL" userId="cec3ba0d20552ff9" providerId="LiveId" clId="{7078BA1D-0DDB-4910-B890-79D7165836C1}" dt="2025-06-18T12:03:18.134" v="14998" actId="47"/>
        <pc:sldMkLst>
          <pc:docMk/>
          <pc:sldMk cId="3831612662" sldId="398"/>
        </pc:sldMkLst>
      </pc:sldChg>
      <pc:sldChg chg="del">
        <pc:chgData name="Matthieu GRALL" userId="cec3ba0d20552ff9" providerId="LiveId" clId="{7078BA1D-0DDB-4910-B890-79D7165836C1}" dt="2025-06-10T08:53:23.644" v="90" actId="47"/>
        <pc:sldMkLst>
          <pc:docMk/>
          <pc:sldMk cId="3196402734" sldId="400"/>
        </pc:sldMkLst>
      </pc:sldChg>
      <pc:sldChg chg="del">
        <pc:chgData name="Matthieu GRALL" userId="cec3ba0d20552ff9" providerId="LiveId" clId="{7078BA1D-0DDB-4910-B890-79D7165836C1}" dt="2025-06-18T12:03:56.925" v="15009" actId="2696"/>
        <pc:sldMkLst>
          <pc:docMk/>
          <pc:sldMk cId="1716500862" sldId="401"/>
        </pc:sldMkLst>
      </pc:sldChg>
      <pc:sldChg chg="modSp add del mod ord">
        <pc:chgData name="Matthieu GRALL" userId="cec3ba0d20552ff9" providerId="LiveId" clId="{7078BA1D-0DDB-4910-B890-79D7165836C1}" dt="2025-06-18T14:38:47.813" v="17738" actId="47"/>
        <pc:sldMkLst>
          <pc:docMk/>
          <pc:sldMk cId="2057955666" sldId="401"/>
        </pc:sldMkLst>
      </pc:sldChg>
      <pc:sldChg chg="addSp delSp modSp mod setBg modClrScheme modAnim chgLayout">
        <pc:chgData name="Matthieu GRALL" userId="cec3ba0d20552ff9" providerId="LiveId" clId="{7078BA1D-0DDB-4910-B890-79D7165836C1}" dt="2025-06-17T08:58:59.880" v="8302" actId="20577"/>
        <pc:sldMkLst>
          <pc:docMk/>
          <pc:sldMk cId="83597079" sldId="403"/>
        </pc:sldMkLst>
      </pc:sldChg>
      <pc:sldChg chg="addSp delSp modSp mod modClrScheme chgLayout">
        <pc:chgData name="Matthieu GRALL" userId="cec3ba0d20552ff9" providerId="LiveId" clId="{7078BA1D-0DDB-4910-B890-79D7165836C1}" dt="2025-06-10T11:08:39.647" v="1357" actId="1035"/>
        <pc:sldMkLst>
          <pc:docMk/>
          <pc:sldMk cId="692695152" sldId="517"/>
        </pc:sldMkLst>
      </pc:sldChg>
      <pc:sldChg chg="addSp modSp mod modClrScheme chgLayout">
        <pc:chgData name="Matthieu GRALL" userId="cec3ba0d20552ff9" providerId="LiveId" clId="{7078BA1D-0DDB-4910-B890-79D7165836C1}" dt="2025-06-17T09:19:33.682" v="8775" actId="313"/>
        <pc:sldMkLst>
          <pc:docMk/>
          <pc:sldMk cId="234962203" sldId="603"/>
        </pc:sldMkLst>
      </pc:sldChg>
      <pc:sldChg chg="addSp modSp mod modClrScheme chgLayout">
        <pc:chgData name="Matthieu GRALL" userId="cec3ba0d20552ff9" providerId="LiveId" clId="{7078BA1D-0DDB-4910-B890-79D7165836C1}" dt="2025-06-17T09:19:36.114" v="8776" actId="313"/>
        <pc:sldMkLst>
          <pc:docMk/>
          <pc:sldMk cId="1633259239" sldId="614"/>
        </pc:sldMkLst>
      </pc:sldChg>
      <pc:sldChg chg="del">
        <pc:chgData name="Matthieu GRALL" userId="cec3ba0d20552ff9" providerId="LiveId" clId="{7078BA1D-0DDB-4910-B890-79D7165836C1}" dt="2025-06-18T12:03:24.799" v="14999" actId="47"/>
        <pc:sldMkLst>
          <pc:docMk/>
          <pc:sldMk cId="2311874465" sldId="632"/>
        </pc:sldMkLst>
      </pc:sldChg>
      <pc:sldChg chg="del">
        <pc:chgData name="Matthieu GRALL" userId="cec3ba0d20552ff9" providerId="LiveId" clId="{7078BA1D-0DDB-4910-B890-79D7165836C1}" dt="2025-06-18T12:03:28.852" v="15000" actId="47"/>
        <pc:sldMkLst>
          <pc:docMk/>
          <pc:sldMk cId="719667479" sldId="633"/>
        </pc:sldMkLst>
      </pc:sldChg>
      <pc:sldChg chg="del">
        <pc:chgData name="Matthieu GRALL" userId="cec3ba0d20552ff9" providerId="LiveId" clId="{7078BA1D-0DDB-4910-B890-79D7165836C1}" dt="2025-06-18T12:03:31.360" v="15001" actId="47"/>
        <pc:sldMkLst>
          <pc:docMk/>
          <pc:sldMk cId="2202489299" sldId="636"/>
        </pc:sldMkLst>
      </pc:sldChg>
      <pc:sldChg chg="del">
        <pc:chgData name="Matthieu GRALL" userId="cec3ba0d20552ff9" providerId="LiveId" clId="{7078BA1D-0DDB-4910-B890-79D7165836C1}" dt="2025-06-18T12:03:36.795" v="15003" actId="47"/>
        <pc:sldMkLst>
          <pc:docMk/>
          <pc:sldMk cId="3298835741" sldId="639"/>
        </pc:sldMkLst>
      </pc:sldChg>
      <pc:sldChg chg="del">
        <pc:chgData name="Matthieu GRALL" userId="cec3ba0d20552ff9" providerId="LiveId" clId="{7078BA1D-0DDB-4910-B890-79D7165836C1}" dt="2025-06-18T12:03:38.805" v="15004" actId="47"/>
        <pc:sldMkLst>
          <pc:docMk/>
          <pc:sldMk cId="4201772039" sldId="640"/>
        </pc:sldMkLst>
      </pc:sldChg>
      <pc:sldChg chg="del">
        <pc:chgData name="Matthieu GRALL" userId="cec3ba0d20552ff9" providerId="LiveId" clId="{7078BA1D-0DDB-4910-B890-79D7165836C1}" dt="2025-06-18T12:03:43.496" v="15005" actId="47"/>
        <pc:sldMkLst>
          <pc:docMk/>
          <pc:sldMk cId="2117377091" sldId="641"/>
        </pc:sldMkLst>
      </pc:sldChg>
      <pc:sldChg chg="del">
        <pc:chgData name="Matthieu GRALL" userId="cec3ba0d20552ff9" providerId="LiveId" clId="{7078BA1D-0DDB-4910-B890-79D7165836C1}" dt="2025-06-18T11:55:05.384" v="14933" actId="47"/>
        <pc:sldMkLst>
          <pc:docMk/>
          <pc:sldMk cId="1982286551" sldId="658"/>
        </pc:sldMkLst>
      </pc:sldChg>
      <pc:sldChg chg="modSp del mod">
        <pc:chgData name="Matthieu GRALL" userId="cec3ba0d20552ff9" providerId="LiveId" clId="{7078BA1D-0DDB-4910-B890-79D7165836C1}" dt="2025-06-18T12:33:55.636" v="15161" actId="2696"/>
        <pc:sldMkLst>
          <pc:docMk/>
          <pc:sldMk cId="0" sldId="661"/>
        </pc:sldMkLst>
      </pc:sldChg>
      <pc:sldChg chg="modSp add del mod">
        <pc:chgData name="Matthieu GRALL" userId="cec3ba0d20552ff9" providerId="LiveId" clId="{7078BA1D-0DDB-4910-B890-79D7165836C1}" dt="2025-06-18T13:05:05.022" v="15708" actId="47"/>
        <pc:sldMkLst>
          <pc:docMk/>
          <pc:sldMk cId="3261526097" sldId="661"/>
        </pc:sldMkLst>
      </pc:sldChg>
      <pc:sldChg chg="del">
        <pc:chgData name="Matthieu GRALL" userId="cec3ba0d20552ff9" providerId="LiveId" clId="{7078BA1D-0DDB-4910-B890-79D7165836C1}" dt="2025-06-18T11:55:20.328" v="14935" actId="47"/>
        <pc:sldMkLst>
          <pc:docMk/>
          <pc:sldMk cId="0" sldId="664"/>
        </pc:sldMkLst>
      </pc:sldChg>
      <pc:sldChg chg="modSp del mod">
        <pc:chgData name="Matthieu GRALL" userId="cec3ba0d20552ff9" providerId="LiveId" clId="{7078BA1D-0DDB-4910-B890-79D7165836C1}" dt="2025-06-18T12:33:55.636" v="15161" actId="2696"/>
        <pc:sldMkLst>
          <pc:docMk/>
          <pc:sldMk cId="0" sldId="665"/>
        </pc:sldMkLst>
      </pc:sldChg>
      <pc:sldChg chg="add del">
        <pc:chgData name="Matthieu GRALL" userId="cec3ba0d20552ff9" providerId="LiveId" clId="{7078BA1D-0DDB-4910-B890-79D7165836C1}" dt="2025-06-18T12:59:52.841" v="15675" actId="47"/>
        <pc:sldMkLst>
          <pc:docMk/>
          <pc:sldMk cId="726541181" sldId="665"/>
        </pc:sldMkLst>
      </pc:sldChg>
      <pc:sldChg chg="del">
        <pc:chgData name="Matthieu GRALL" userId="cec3ba0d20552ff9" providerId="LiveId" clId="{7078BA1D-0DDB-4910-B890-79D7165836C1}" dt="2025-06-18T12:03:45.025" v="15006" actId="47"/>
        <pc:sldMkLst>
          <pc:docMk/>
          <pc:sldMk cId="3302985641" sldId="717"/>
        </pc:sldMkLst>
      </pc:sldChg>
      <pc:sldChg chg="addSp delSp modSp mod modClrScheme chgLayout">
        <pc:chgData name="Matthieu GRALL" userId="cec3ba0d20552ff9" providerId="LiveId" clId="{7078BA1D-0DDB-4910-B890-79D7165836C1}" dt="2025-06-17T09:27:53.754" v="9197" actId="20577"/>
        <pc:sldMkLst>
          <pc:docMk/>
          <pc:sldMk cId="2541567254" sldId="746"/>
        </pc:sldMkLst>
      </pc:sldChg>
      <pc:sldChg chg="addSp modSp mod modClrScheme chgLayout">
        <pc:chgData name="Matthieu GRALL" userId="cec3ba0d20552ff9" providerId="LiveId" clId="{7078BA1D-0DDB-4910-B890-79D7165836C1}" dt="2025-06-17T09:31:48.886" v="9268" actId="313"/>
        <pc:sldMkLst>
          <pc:docMk/>
          <pc:sldMk cId="2045758897" sldId="747"/>
        </pc:sldMkLst>
      </pc:sldChg>
      <pc:sldChg chg="del">
        <pc:chgData name="Matthieu GRALL" userId="cec3ba0d20552ff9" providerId="LiveId" clId="{7078BA1D-0DDB-4910-B890-79D7165836C1}" dt="2025-06-18T12:03:49.796" v="15008" actId="47"/>
        <pc:sldMkLst>
          <pc:docMk/>
          <pc:sldMk cId="1101431967" sldId="750"/>
        </pc:sldMkLst>
      </pc:sldChg>
      <pc:sldChg chg="addSp modSp mod modClrScheme chgLayout">
        <pc:chgData name="Matthieu GRALL" userId="cec3ba0d20552ff9" providerId="LiveId" clId="{7078BA1D-0DDB-4910-B890-79D7165836C1}" dt="2025-06-10T11:22:49.343" v="1688" actId="1035"/>
        <pc:sldMkLst>
          <pc:docMk/>
          <pc:sldMk cId="846789428" sldId="755"/>
        </pc:sldMkLst>
      </pc:sldChg>
      <pc:sldChg chg="del">
        <pc:chgData name="Matthieu GRALL" userId="cec3ba0d20552ff9" providerId="LiveId" clId="{7078BA1D-0DDB-4910-B890-79D7165836C1}" dt="2025-06-18T11:54:54.162" v="14932" actId="47"/>
        <pc:sldMkLst>
          <pc:docMk/>
          <pc:sldMk cId="174091268" sldId="764"/>
        </pc:sldMkLst>
      </pc:sldChg>
      <pc:sldChg chg="addSp modSp mod modClrScheme chgLayout">
        <pc:chgData name="Matthieu GRALL" userId="cec3ba0d20552ff9" providerId="LiveId" clId="{7078BA1D-0DDB-4910-B890-79D7165836C1}" dt="2025-06-17T09:21:13.743" v="8856" actId="20577"/>
        <pc:sldMkLst>
          <pc:docMk/>
          <pc:sldMk cId="3225738763" sldId="766"/>
        </pc:sldMkLst>
      </pc:sldChg>
      <pc:sldChg chg="del">
        <pc:chgData name="Matthieu GRALL" userId="cec3ba0d20552ff9" providerId="LiveId" clId="{7078BA1D-0DDB-4910-B890-79D7165836C1}" dt="2025-06-18T12:03:35.533" v="15002" actId="47"/>
        <pc:sldMkLst>
          <pc:docMk/>
          <pc:sldMk cId="203112253" sldId="867"/>
        </pc:sldMkLst>
      </pc:sldChg>
      <pc:sldChg chg="add del">
        <pc:chgData name="Matthieu GRALL" userId="cec3ba0d20552ff9" providerId="LiveId" clId="{7078BA1D-0DDB-4910-B890-79D7165836C1}" dt="2025-06-18T12:59:51.346" v="15674" actId="47"/>
        <pc:sldMkLst>
          <pc:docMk/>
          <pc:sldMk cId="2699833753" sldId="879"/>
        </pc:sldMkLst>
      </pc:sldChg>
      <pc:sldChg chg="modSp del mod">
        <pc:chgData name="Matthieu GRALL" userId="cec3ba0d20552ff9" providerId="LiveId" clId="{7078BA1D-0DDB-4910-B890-79D7165836C1}" dt="2025-06-18T12:33:55.636" v="15161" actId="2696"/>
        <pc:sldMkLst>
          <pc:docMk/>
          <pc:sldMk cId="4017258344" sldId="879"/>
        </pc:sldMkLst>
      </pc:sldChg>
      <pc:sldChg chg="modSp del mod">
        <pc:chgData name="Matthieu GRALL" userId="cec3ba0d20552ff9" providerId="LiveId" clId="{7078BA1D-0DDB-4910-B890-79D7165836C1}" dt="2025-06-18T12:33:55.636" v="15161" actId="2696"/>
        <pc:sldMkLst>
          <pc:docMk/>
          <pc:sldMk cId="753497384" sldId="880"/>
        </pc:sldMkLst>
      </pc:sldChg>
      <pc:sldChg chg="add del">
        <pc:chgData name="Matthieu GRALL" userId="cec3ba0d20552ff9" providerId="LiveId" clId="{7078BA1D-0DDB-4910-B890-79D7165836C1}" dt="2025-06-18T13:05:41.687" v="15716" actId="47"/>
        <pc:sldMkLst>
          <pc:docMk/>
          <pc:sldMk cId="4006815490" sldId="880"/>
        </pc:sldMkLst>
      </pc:sldChg>
      <pc:sldChg chg="del ord">
        <pc:chgData name="Matthieu GRALL" userId="cec3ba0d20552ff9" providerId="LiveId" clId="{7078BA1D-0DDB-4910-B890-79D7165836C1}" dt="2025-06-18T11:44:00.513" v="13993" actId="47"/>
        <pc:sldMkLst>
          <pc:docMk/>
          <pc:sldMk cId="508844211" sldId="919"/>
        </pc:sldMkLst>
      </pc:sldChg>
      <pc:sldChg chg="del">
        <pc:chgData name="Matthieu GRALL" userId="cec3ba0d20552ff9" providerId="LiveId" clId="{7078BA1D-0DDB-4910-B890-79D7165836C1}" dt="2025-06-11T14:51:49.711" v="4367" actId="47"/>
        <pc:sldMkLst>
          <pc:docMk/>
          <pc:sldMk cId="2464720471" sldId="931"/>
        </pc:sldMkLst>
      </pc:sldChg>
      <pc:sldChg chg="del">
        <pc:chgData name="Matthieu GRALL" userId="cec3ba0d20552ff9" providerId="LiveId" clId="{7078BA1D-0DDB-4910-B890-79D7165836C1}" dt="2025-06-15T15:14:35.295" v="5441" actId="47"/>
        <pc:sldMkLst>
          <pc:docMk/>
          <pc:sldMk cId="1205990962" sldId="932"/>
        </pc:sldMkLst>
      </pc:sldChg>
      <pc:sldChg chg="del">
        <pc:chgData name="Matthieu GRALL" userId="cec3ba0d20552ff9" providerId="LiveId" clId="{7078BA1D-0DDB-4910-B890-79D7165836C1}" dt="2025-06-15T15:14:41.681" v="5442" actId="47"/>
        <pc:sldMkLst>
          <pc:docMk/>
          <pc:sldMk cId="827151590" sldId="933"/>
        </pc:sldMkLst>
      </pc:sldChg>
      <pc:sldChg chg="del">
        <pc:chgData name="Matthieu GRALL" userId="cec3ba0d20552ff9" providerId="LiveId" clId="{7078BA1D-0DDB-4910-B890-79D7165836C1}" dt="2025-06-11T14:46:14.503" v="4277" actId="47"/>
        <pc:sldMkLst>
          <pc:docMk/>
          <pc:sldMk cId="1440493151" sldId="935"/>
        </pc:sldMkLst>
      </pc:sldChg>
      <pc:sldChg chg="del ord">
        <pc:chgData name="Matthieu GRALL" userId="cec3ba0d20552ff9" providerId="LiveId" clId="{7078BA1D-0DDB-4910-B890-79D7165836C1}" dt="2025-06-11T14:50:19.313" v="4366" actId="47"/>
        <pc:sldMkLst>
          <pc:docMk/>
          <pc:sldMk cId="3251918497" sldId="936"/>
        </pc:sldMkLst>
      </pc:sldChg>
      <pc:sldChg chg="del">
        <pc:chgData name="Matthieu GRALL" userId="cec3ba0d20552ff9" providerId="LiveId" clId="{7078BA1D-0DDB-4910-B890-79D7165836C1}" dt="2025-06-11T14:51:58.669" v="4368" actId="47"/>
        <pc:sldMkLst>
          <pc:docMk/>
          <pc:sldMk cId="3793446042" sldId="937"/>
        </pc:sldMkLst>
      </pc:sldChg>
      <pc:sldChg chg="del ord">
        <pc:chgData name="Matthieu GRALL" userId="cec3ba0d20552ff9" providerId="LiveId" clId="{7078BA1D-0DDB-4910-B890-79D7165836C1}" dt="2025-06-15T15:00:52.035" v="4809" actId="47"/>
        <pc:sldMkLst>
          <pc:docMk/>
          <pc:sldMk cId="2821991503" sldId="944"/>
        </pc:sldMkLst>
      </pc:sldChg>
      <pc:sldChg chg="del ord">
        <pc:chgData name="Matthieu GRALL" userId="cec3ba0d20552ff9" providerId="LiveId" clId="{7078BA1D-0DDB-4910-B890-79D7165836C1}" dt="2025-06-15T15:39:59.536" v="6354" actId="47"/>
        <pc:sldMkLst>
          <pc:docMk/>
          <pc:sldMk cId="1658351539" sldId="945"/>
        </pc:sldMkLst>
      </pc:sldChg>
      <pc:sldChg chg="del">
        <pc:chgData name="Matthieu GRALL" userId="cec3ba0d20552ff9" providerId="LiveId" clId="{7078BA1D-0DDB-4910-B890-79D7165836C1}" dt="2025-06-15T15:14:59.625" v="5445" actId="47"/>
        <pc:sldMkLst>
          <pc:docMk/>
          <pc:sldMk cId="1000032612" sldId="946"/>
        </pc:sldMkLst>
      </pc:sldChg>
      <pc:sldChg chg="del ord">
        <pc:chgData name="Matthieu GRALL" userId="cec3ba0d20552ff9" providerId="LiveId" clId="{7078BA1D-0DDB-4910-B890-79D7165836C1}" dt="2025-06-17T09:59:59.154" v="10075" actId="47"/>
        <pc:sldMkLst>
          <pc:docMk/>
          <pc:sldMk cId="3052558727" sldId="948"/>
        </pc:sldMkLst>
      </pc:sldChg>
      <pc:sldChg chg="del ord">
        <pc:chgData name="Matthieu GRALL" userId="cec3ba0d20552ff9" providerId="LiveId" clId="{7078BA1D-0DDB-4910-B890-79D7165836C1}" dt="2025-06-17T09:56:00.890" v="10022" actId="47"/>
        <pc:sldMkLst>
          <pc:docMk/>
          <pc:sldMk cId="2723807682" sldId="949"/>
        </pc:sldMkLst>
      </pc:sldChg>
      <pc:sldChg chg="del ord">
        <pc:chgData name="Matthieu GRALL" userId="cec3ba0d20552ff9" providerId="LiveId" clId="{7078BA1D-0DDB-4910-B890-79D7165836C1}" dt="2025-06-17T10:01:22.942" v="10107" actId="47"/>
        <pc:sldMkLst>
          <pc:docMk/>
          <pc:sldMk cId="3747834307" sldId="950"/>
        </pc:sldMkLst>
      </pc:sldChg>
      <pc:sldChg chg="del ord">
        <pc:chgData name="Matthieu GRALL" userId="cec3ba0d20552ff9" providerId="LiveId" clId="{7078BA1D-0DDB-4910-B890-79D7165836C1}" dt="2025-06-17T10:32:55.669" v="10545" actId="47"/>
        <pc:sldMkLst>
          <pc:docMk/>
          <pc:sldMk cId="2560101833" sldId="951"/>
        </pc:sldMkLst>
      </pc:sldChg>
      <pc:sldChg chg="del ord">
        <pc:chgData name="Matthieu GRALL" userId="cec3ba0d20552ff9" providerId="LiveId" clId="{7078BA1D-0DDB-4910-B890-79D7165836C1}" dt="2025-06-17T10:33:46.803" v="10575" actId="47"/>
        <pc:sldMkLst>
          <pc:docMk/>
          <pc:sldMk cId="2123512772" sldId="952"/>
        </pc:sldMkLst>
      </pc:sldChg>
      <pc:sldChg chg="del ord">
        <pc:chgData name="Matthieu GRALL" userId="cec3ba0d20552ff9" providerId="LiveId" clId="{7078BA1D-0DDB-4910-B890-79D7165836C1}" dt="2025-06-18T11:28:41.177" v="13287" actId="47"/>
        <pc:sldMkLst>
          <pc:docMk/>
          <pc:sldMk cId="2647976985" sldId="953"/>
        </pc:sldMkLst>
      </pc:sldChg>
      <pc:sldChg chg="del ord">
        <pc:chgData name="Matthieu GRALL" userId="cec3ba0d20552ff9" providerId="LiveId" clId="{7078BA1D-0DDB-4910-B890-79D7165836C1}" dt="2025-06-17T11:36:22.430" v="10660" actId="47"/>
        <pc:sldMkLst>
          <pc:docMk/>
          <pc:sldMk cId="837917435" sldId="956"/>
        </pc:sldMkLst>
      </pc:sldChg>
      <pc:sldChg chg="addSp modSp del ord">
        <pc:chgData name="Matthieu GRALL" userId="cec3ba0d20552ff9" providerId="LiveId" clId="{7078BA1D-0DDB-4910-B890-79D7165836C1}" dt="2025-06-17T11:59:04.686" v="11589" actId="47"/>
        <pc:sldMkLst>
          <pc:docMk/>
          <pc:sldMk cId="935667066" sldId="957"/>
        </pc:sldMkLst>
      </pc:sldChg>
      <pc:sldChg chg="del ord">
        <pc:chgData name="Matthieu GRALL" userId="cec3ba0d20552ff9" providerId="LiveId" clId="{7078BA1D-0DDB-4910-B890-79D7165836C1}" dt="2025-06-17T10:13:47.299" v="10245" actId="47"/>
        <pc:sldMkLst>
          <pc:docMk/>
          <pc:sldMk cId="3066292399" sldId="958"/>
        </pc:sldMkLst>
      </pc:sldChg>
      <pc:sldChg chg="del">
        <pc:chgData name="Matthieu GRALL" userId="cec3ba0d20552ff9" providerId="LiveId" clId="{7078BA1D-0DDB-4910-B890-79D7165836C1}" dt="2025-06-15T15:17:18.878" v="5446" actId="47"/>
        <pc:sldMkLst>
          <pc:docMk/>
          <pc:sldMk cId="910662838" sldId="959"/>
        </pc:sldMkLst>
      </pc:sldChg>
      <pc:sldChg chg="del ord">
        <pc:chgData name="Matthieu GRALL" userId="cec3ba0d20552ff9" providerId="LiveId" clId="{7078BA1D-0DDB-4910-B890-79D7165836C1}" dt="2025-06-18T11:29:45.654" v="13331" actId="47"/>
        <pc:sldMkLst>
          <pc:docMk/>
          <pc:sldMk cId="2577640554" sldId="960"/>
        </pc:sldMkLst>
      </pc:sldChg>
      <pc:sldChg chg="del">
        <pc:chgData name="Matthieu GRALL" userId="cec3ba0d20552ff9" providerId="LiveId" clId="{7078BA1D-0DDB-4910-B890-79D7165836C1}" dt="2025-06-11T14:42:51.416" v="4246" actId="47"/>
        <pc:sldMkLst>
          <pc:docMk/>
          <pc:sldMk cId="1865514339" sldId="961"/>
        </pc:sldMkLst>
      </pc:sldChg>
      <pc:sldChg chg="del">
        <pc:chgData name="Matthieu GRALL" userId="cec3ba0d20552ff9" providerId="LiveId" clId="{7078BA1D-0DDB-4910-B890-79D7165836C1}" dt="2025-06-11T14:42:55.005" v="4247" actId="47"/>
        <pc:sldMkLst>
          <pc:docMk/>
          <pc:sldMk cId="2375919869" sldId="962"/>
        </pc:sldMkLst>
      </pc:sldChg>
      <pc:sldChg chg="del ord">
        <pc:chgData name="Matthieu GRALL" userId="cec3ba0d20552ff9" providerId="LiveId" clId="{7078BA1D-0DDB-4910-B890-79D7165836C1}" dt="2025-06-18T12:36:48.841" v="15163" actId="2696"/>
        <pc:sldMkLst>
          <pc:docMk/>
          <pc:sldMk cId="975080683" sldId="963"/>
        </pc:sldMkLst>
      </pc:sldChg>
      <pc:sldChg chg="add del">
        <pc:chgData name="Matthieu GRALL" userId="cec3ba0d20552ff9" providerId="LiveId" clId="{7078BA1D-0DDB-4910-B890-79D7165836C1}" dt="2025-06-18T13:07:54.128" v="15730" actId="47"/>
        <pc:sldMkLst>
          <pc:docMk/>
          <pc:sldMk cId="1965078270" sldId="963"/>
        </pc:sldMkLst>
      </pc:sldChg>
      <pc:sldChg chg="del">
        <pc:chgData name="Matthieu GRALL" userId="cec3ba0d20552ff9" providerId="LiveId" clId="{7078BA1D-0DDB-4910-B890-79D7165836C1}" dt="2025-06-18T12:01:11.721" v="14948" actId="47"/>
        <pc:sldMkLst>
          <pc:docMk/>
          <pc:sldMk cId="1095938237" sldId="964"/>
        </pc:sldMkLst>
      </pc:sldChg>
      <pc:sldChg chg="del">
        <pc:chgData name="Matthieu GRALL" userId="cec3ba0d20552ff9" providerId="LiveId" clId="{7078BA1D-0DDB-4910-B890-79D7165836C1}" dt="2025-06-18T12:32:58.035" v="15156" actId="47"/>
        <pc:sldMkLst>
          <pc:docMk/>
          <pc:sldMk cId="214221127" sldId="965"/>
        </pc:sldMkLst>
      </pc:sldChg>
      <pc:sldChg chg="del">
        <pc:chgData name="Matthieu GRALL" userId="cec3ba0d20552ff9" providerId="LiveId" clId="{7078BA1D-0DDB-4910-B890-79D7165836C1}" dt="2025-06-18T12:32:58.035" v="15156" actId="47"/>
        <pc:sldMkLst>
          <pc:docMk/>
          <pc:sldMk cId="3726756928" sldId="966"/>
        </pc:sldMkLst>
      </pc:sldChg>
      <pc:sldChg chg="del">
        <pc:chgData name="Matthieu GRALL" userId="cec3ba0d20552ff9" providerId="LiveId" clId="{7078BA1D-0DDB-4910-B890-79D7165836C1}" dt="2025-06-18T12:32:58.035" v="15156" actId="47"/>
        <pc:sldMkLst>
          <pc:docMk/>
          <pc:sldMk cId="2938821966" sldId="967"/>
        </pc:sldMkLst>
      </pc:sldChg>
      <pc:sldChg chg="del">
        <pc:chgData name="Matthieu GRALL" userId="cec3ba0d20552ff9" providerId="LiveId" clId="{7078BA1D-0DDB-4910-B890-79D7165836C1}" dt="2025-06-18T12:32:58.035" v="15156" actId="47"/>
        <pc:sldMkLst>
          <pc:docMk/>
          <pc:sldMk cId="2533234677" sldId="968"/>
        </pc:sldMkLst>
      </pc:sldChg>
      <pc:sldChg chg="del">
        <pc:chgData name="Matthieu GRALL" userId="cec3ba0d20552ff9" providerId="LiveId" clId="{7078BA1D-0DDB-4910-B890-79D7165836C1}" dt="2025-06-18T12:32:58.035" v="15156" actId="47"/>
        <pc:sldMkLst>
          <pc:docMk/>
          <pc:sldMk cId="111451384" sldId="969"/>
        </pc:sldMkLst>
      </pc:sldChg>
      <pc:sldChg chg="del">
        <pc:chgData name="Matthieu GRALL" userId="cec3ba0d20552ff9" providerId="LiveId" clId="{7078BA1D-0DDB-4910-B890-79D7165836C1}" dt="2025-06-18T12:02:08.934" v="14985" actId="47"/>
        <pc:sldMkLst>
          <pc:docMk/>
          <pc:sldMk cId="1402033942" sldId="970"/>
        </pc:sldMkLst>
      </pc:sldChg>
      <pc:sldChg chg="del ord">
        <pc:chgData name="Matthieu GRALL" userId="cec3ba0d20552ff9" providerId="LiveId" clId="{7078BA1D-0DDB-4910-B890-79D7165836C1}" dt="2025-06-18T14:09:05.246" v="16571" actId="47"/>
        <pc:sldMkLst>
          <pc:docMk/>
          <pc:sldMk cId="1061482707" sldId="971"/>
        </pc:sldMkLst>
      </pc:sldChg>
      <pc:sldChg chg="del">
        <pc:chgData name="Matthieu GRALL" userId="cec3ba0d20552ff9" providerId="LiveId" clId="{7078BA1D-0DDB-4910-B890-79D7165836C1}" dt="2025-06-18T12:02:36.543" v="14988" actId="47"/>
        <pc:sldMkLst>
          <pc:docMk/>
          <pc:sldMk cId="2071998555" sldId="973"/>
        </pc:sldMkLst>
      </pc:sldChg>
      <pc:sldChg chg="del">
        <pc:chgData name="Matthieu GRALL" userId="cec3ba0d20552ff9" providerId="LiveId" clId="{7078BA1D-0DDB-4910-B890-79D7165836C1}" dt="2025-06-18T12:02:42.615" v="14989" actId="47"/>
        <pc:sldMkLst>
          <pc:docMk/>
          <pc:sldMk cId="2200075357" sldId="974"/>
        </pc:sldMkLst>
      </pc:sldChg>
      <pc:sldChg chg="delSp add del mod">
        <pc:chgData name="Matthieu GRALL" userId="cec3ba0d20552ff9" providerId="LiveId" clId="{7078BA1D-0DDB-4910-B890-79D7165836C1}" dt="2025-06-18T12:41:03.971" v="15181" actId="47"/>
        <pc:sldMkLst>
          <pc:docMk/>
          <pc:sldMk cId="1348494103" sldId="975"/>
        </pc:sldMkLst>
      </pc:sldChg>
      <pc:sldChg chg="del">
        <pc:chgData name="Matthieu GRALL" userId="cec3ba0d20552ff9" providerId="LiveId" clId="{7078BA1D-0DDB-4910-B890-79D7165836C1}" dt="2025-06-18T12:39:34.006" v="15170" actId="2696"/>
        <pc:sldMkLst>
          <pc:docMk/>
          <pc:sldMk cId="3598872706" sldId="975"/>
        </pc:sldMkLst>
      </pc:sldChg>
      <pc:sldChg chg="del">
        <pc:chgData name="Matthieu GRALL" userId="cec3ba0d20552ff9" providerId="LiveId" clId="{7078BA1D-0DDB-4910-B890-79D7165836C1}" dt="2025-06-18T12:02:48.572" v="14990" actId="47"/>
        <pc:sldMkLst>
          <pc:docMk/>
          <pc:sldMk cId="2814542902" sldId="976"/>
        </pc:sldMkLst>
      </pc:sldChg>
      <pc:sldChg chg="del">
        <pc:chgData name="Matthieu GRALL" userId="cec3ba0d20552ff9" providerId="LiveId" clId="{7078BA1D-0DDB-4910-B890-79D7165836C1}" dt="2025-06-18T12:05:47.968" v="15096" actId="47"/>
        <pc:sldMkLst>
          <pc:docMk/>
          <pc:sldMk cId="1205220263" sldId="977"/>
        </pc:sldMkLst>
      </pc:sldChg>
      <pc:sldChg chg="del">
        <pc:chgData name="Matthieu GRALL" userId="cec3ba0d20552ff9" providerId="LiveId" clId="{7078BA1D-0DDB-4910-B890-79D7165836C1}" dt="2025-06-18T12:02:50.530" v="14991" actId="47"/>
        <pc:sldMkLst>
          <pc:docMk/>
          <pc:sldMk cId="3312097951" sldId="978"/>
        </pc:sldMkLst>
      </pc:sldChg>
      <pc:sldChg chg="del">
        <pc:chgData name="Matthieu GRALL" userId="cec3ba0d20552ff9" providerId="LiveId" clId="{7078BA1D-0DDB-4910-B890-79D7165836C1}" dt="2025-06-18T12:02:56.100" v="14992" actId="47"/>
        <pc:sldMkLst>
          <pc:docMk/>
          <pc:sldMk cId="3236688071" sldId="979"/>
        </pc:sldMkLst>
      </pc:sldChg>
      <pc:sldChg chg="del">
        <pc:chgData name="Matthieu GRALL" userId="cec3ba0d20552ff9" providerId="LiveId" clId="{7078BA1D-0DDB-4910-B890-79D7165836C1}" dt="2025-06-18T12:02:57.263" v="14993" actId="47"/>
        <pc:sldMkLst>
          <pc:docMk/>
          <pc:sldMk cId="3308618675" sldId="980"/>
        </pc:sldMkLst>
      </pc:sldChg>
      <pc:sldChg chg="del">
        <pc:chgData name="Matthieu GRALL" userId="cec3ba0d20552ff9" providerId="LiveId" clId="{7078BA1D-0DDB-4910-B890-79D7165836C1}" dt="2025-06-18T12:03:03.872" v="14994" actId="47"/>
        <pc:sldMkLst>
          <pc:docMk/>
          <pc:sldMk cId="3958397985" sldId="981"/>
        </pc:sldMkLst>
      </pc:sldChg>
      <pc:sldChg chg="del">
        <pc:chgData name="Matthieu GRALL" userId="cec3ba0d20552ff9" providerId="LiveId" clId="{7078BA1D-0DDB-4910-B890-79D7165836C1}" dt="2025-06-18T12:03:05.842" v="14995" actId="47"/>
        <pc:sldMkLst>
          <pc:docMk/>
          <pc:sldMk cId="3424694920" sldId="982"/>
        </pc:sldMkLst>
      </pc:sldChg>
      <pc:sldChg chg="del">
        <pc:chgData name="Matthieu GRALL" userId="cec3ba0d20552ff9" providerId="LiveId" clId="{7078BA1D-0DDB-4910-B890-79D7165836C1}" dt="2025-06-18T12:03:07.169" v="14996" actId="47"/>
        <pc:sldMkLst>
          <pc:docMk/>
          <pc:sldMk cId="4292310787" sldId="984"/>
        </pc:sldMkLst>
      </pc:sldChg>
      <pc:sldChg chg="del">
        <pc:chgData name="Matthieu GRALL" userId="cec3ba0d20552ff9" providerId="LiveId" clId="{7078BA1D-0DDB-4910-B890-79D7165836C1}" dt="2025-06-18T12:02:13.282" v="14986" actId="47"/>
        <pc:sldMkLst>
          <pc:docMk/>
          <pc:sldMk cId="1297808798" sldId="1016"/>
        </pc:sldMkLst>
      </pc:sldChg>
      <pc:sldChg chg="add del">
        <pc:chgData name="Matthieu GRALL" userId="cec3ba0d20552ff9" providerId="LiveId" clId="{7078BA1D-0DDB-4910-B890-79D7165836C1}" dt="2025-06-18T12:38:37.284" v="15169" actId="47"/>
        <pc:sldMkLst>
          <pc:docMk/>
          <pc:sldMk cId="3203873986" sldId="1017"/>
        </pc:sldMkLst>
      </pc:sldChg>
      <pc:sldChg chg="add del">
        <pc:chgData name="Matthieu GRALL" userId="cec3ba0d20552ff9" providerId="LiveId" clId="{7078BA1D-0DDB-4910-B890-79D7165836C1}" dt="2025-06-18T12:38:37.284" v="15169" actId="47"/>
        <pc:sldMkLst>
          <pc:docMk/>
          <pc:sldMk cId="3098817496" sldId="1018"/>
        </pc:sldMkLst>
      </pc:sldChg>
      <pc:sldChg chg="add del">
        <pc:chgData name="Matthieu GRALL" userId="cec3ba0d20552ff9" providerId="LiveId" clId="{7078BA1D-0DDB-4910-B890-79D7165836C1}" dt="2025-06-18T12:38:37.284" v="15169" actId="47"/>
        <pc:sldMkLst>
          <pc:docMk/>
          <pc:sldMk cId="3550722126" sldId="1019"/>
        </pc:sldMkLst>
      </pc:sldChg>
      <pc:sldChg chg="add del">
        <pc:chgData name="Matthieu GRALL" userId="cec3ba0d20552ff9" providerId="LiveId" clId="{7078BA1D-0DDB-4910-B890-79D7165836C1}" dt="2025-06-18T12:38:37.284" v="15169" actId="47"/>
        <pc:sldMkLst>
          <pc:docMk/>
          <pc:sldMk cId="606513557" sldId="1020"/>
        </pc:sldMkLst>
      </pc:sldChg>
      <pc:sldChg chg="add del">
        <pc:chgData name="Matthieu GRALL" userId="cec3ba0d20552ff9" providerId="LiveId" clId="{7078BA1D-0DDB-4910-B890-79D7165836C1}" dt="2025-06-18T12:38:37.284" v="15169" actId="47"/>
        <pc:sldMkLst>
          <pc:docMk/>
          <pc:sldMk cId="763178826" sldId="1021"/>
        </pc:sldMkLst>
      </pc:sldChg>
      <pc:sldChg chg="del">
        <pc:chgData name="Matthieu GRALL" userId="cec3ba0d20552ff9" providerId="LiveId" clId="{7078BA1D-0DDB-4910-B890-79D7165836C1}" dt="2025-06-18T12:02:30.083" v="14987" actId="47"/>
        <pc:sldMkLst>
          <pc:docMk/>
          <pc:sldMk cId="2469356130" sldId="1022"/>
        </pc:sldMkLst>
      </pc:sldChg>
      <pc:sldChg chg="add del">
        <pc:chgData name="Matthieu GRALL" userId="cec3ba0d20552ff9" providerId="LiveId" clId="{7078BA1D-0DDB-4910-B890-79D7165836C1}" dt="2025-06-18T12:37:19.934" v="15165" actId="2696"/>
        <pc:sldMkLst>
          <pc:docMk/>
          <pc:sldMk cId="335488680" sldId="1024"/>
        </pc:sldMkLst>
      </pc:sldChg>
      <pc:sldChg chg="del ord">
        <pc:chgData name="Matthieu GRALL" userId="cec3ba0d20552ff9" providerId="LiveId" clId="{7078BA1D-0DDB-4910-B890-79D7165836C1}" dt="2025-06-18T12:36:48.841" v="15163" actId="2696"/>
        <pc:sldMkLst>
          <pc:docMk/>
          <pc:sldMk cId="1312947755" sldId="1024"/>
        </pc:sldMkLst>
      </pc:sldChg>
      <pc:sldChg chg="delSp modSp add del mod ord">
        <pc:chgData name="Matthieu GRALL" userId="cec3ba0d20552ff9" providerId="LiveId" clId="{7078BA1D-0DDB-4910-B890-79D7165836C1}" dt="2025-06-18T14:37:32.753" v="17730" actId="47"/>
        <pc:sldMkLst>
          <pc:docMk/>
          <pc:sldMk cId="1621879632" sldId="1024"/>
        </pc:sldMkLst>
      </pc:sldChg>
      <pc:sldChg chg="del ord">
        <pc:chgData name="Matthieu GRALL" userId="cec3ba0d20552ff9" providerId="LiveId" clId="{7078BA1D-0DDB-4910-B890-79D7165836C1}" dt="2025-06-15T14:56:24.137" v="4720" actId="47"/>
        <pc:sldMkLst>
          <pc:docMk/>
          <pc:sldMk cId="309102718" sldId="1025"/>
        </pc:sldMkLst>
      </pc:sldChg>
      <pc:sldChg chg="del ord">
        <pc:chgData name="Matthieu GRALL" userId="cec3ba0d20552ff9" providerId="LiveId" clId="{7078BA1D-0DDB-4910-B890-79D7165836C1}" dt="2025-06-18T14:12:43.807" v="16662" actId="47"/>
        <pc:sldMkLst>
          <pc:docMk/>
          <pc:sldMk cId="316196442" sldId="1030"/>
        </pc:sldMkLst>
      </pc:sldChg>
      <pc:sldChg chg="del ord">
        <pc:chgData name="Matthieu GRALL" userId="cec3ba0d20552ff9" providerId="LiveId" clId="{7078BA1D-0DDB-4910-B890-79D7165836C1}" dt="2025-06-17T11:59:12.913" v="11590" actId="47"/>
        <pc:sldMkLst>
          <pc:docMk/>
          <pc:sldMk cId="2890030603" sldId="1032"/>
        </pc:sldMkLst>
      </pc:sldChg>
      <pc:sldChg chg="addSp delSp modSp mod setBg modClrScheme chgLayout">
        <pc:chgData name="Matthieu GRALL" userId="cec3ba0d20552ff9" providerId="LiveId" clId="{7078BA1D-0DDB-4910-B890-79D7165836C1}" dt="2025-06-18T14:36:42.032" v="17729" actId="478"/>
        <pc:sldMkLst>
          <pc:docMk/>
          <pc:sldMk cId="1269195055" sldId="1034"/>
        </pc:sldMkLst>
      </pc:sldChg>
      <pc:sldChg chg="addSp delSp modSp mod setBg">
        <pc:chgData name="Matthieu GRALL" userId="cec3ba0d20552ff9" providerId="LiveId" clId="{7078BA1D-0DDB-4910-B890-79D7165836C1}" dt="2025-06-10T10:56:40.875" v="1267"/>
        <pc:sldMkLst>
          <pc:docMk/>
          <pc:sldMk cId="4020083035" sldId="1049"/>
        </pc:sldMkLst>
      </pc:sldChg>
      <pc:sldChg chg="addSp delSp modSp mod setBg">
        <pc:chgData name="Matthieu GRALL" userId="cec3ba0d20552ff9" providerId="LiveId" clId="{7078BA1D-0DDB-4910-B890-79D7165836C1}" dt="2025-06-10T11:27:14.011" v="1750" actId="20577"/>
        <pc:sldMkLst>
          <pc:docMk/>
          <pc:sldMk cId="932379402" sldId="1050"/>
        </pc:sldMkLst>
      </pc:sldChg>
      <pc:sldChg chg="addSp delSp modSp mod modClrScheme chgLayout">
        <pc:chgData name="Matthieu GRALL" userId="cec3ba0d20552ff9" providerId="LiveId" clId="{7078BA1D-0DDB-4910-B890-79D7165836C1}" dt="2025-06-10T10:49:18.259" v="1155" actId="478"/>
        <pc:sldMkLst>
          <pc:docMk/>
          <pc:sldMk cId="1318449080" sldId="1051"/>
        </pc:sldMkLst>
      </pc:sldChg>
      <pc:sldChg chg="del">
        <pc:chgData name="Matthieu GRALL" userId="cec3ba0d20552ff9" providerId="LiveId" clId="{7078BA1D-0DDB-4910-B890-79D7165836C1}" dt="2025-06-10T11:11:26.795" v="1473" actId="47"/>
        <pc:sldMkLst>
          <pc:docMk/>
          <pc:sldMk cId="2280586236" sldId="1052"/>
        </pc:sldMkLst>
      </pc:sldChg>
      <pc:sldChg chg="del">
        <pc:chgData name="Matthieu GRALL" userId="cec3ba0d20552ff9" providerId="LiveId" clId="{7078BA1D-0DDB-4910-B890-79D7165836C1}" dt="2025-06-11T14:37:09.017" v="4232" actId="47"/>
        <pc:sldMkLst>
          <pc:docMk/>
          <pc:sldMk cId="887665511" sldId="1053"/>
        </pc:sldMkLst>
      </pc:sldChg>
      <pc:sldChg chg="addSp modSp mod ord modClrScheme modAnim chgLayout">
        <pc:chgData name="Matthieu GRALL" userId="cec3ba0d20552ff9" providerId="LiveId" clId="{7078BA1D-0DDB-4910-B890-79D7165836C1}" dt="2025-06-18T14:27:31.598" v="17608"/>
        <pc:sldMkLst>
          <pc:docMk/>
          <pc:sldMk cId="1946972276" sldId="1054"/>
        </pc:sldMkLst>
      </pc:sldChg>
      <pc:sldChg chg="addSp delSp modSp del mod setBg chgLayout">
        <pc:chgData name="Matthieu GRALL" userId="cec3ba0d20552ff9" providerId="LiveId" clId="{7078BA1D-0DDB-4910-B890-79D7165836C1}" dt="2025-06-18T12:04:17.626" v="15011" actId="47"/>
        <pc:sldMkLst>
          <pc:docMk/>
          <pc:sldMk cId="1932647062" sldId="1055"/>
        </pc:sldMkLst>
      </pc:sldChg>
      <pc:sldChg chg="addSp delSp modSp mod ord modClrScheme chgLayout">
        <pc:chgData name="Matthieu GRALL" userId="cec3ba0d20552ff9" providerId="LiveId" clId="{7078BA1D-0DDB-4910-B890-79D7165836C1}" dt="2025-06-18T15:09:07.740" v="18325" actId="114"/>
        <pc:sldMkLst>
          <pc:docMk/>
          <pc:sldMk cId="3676879581" sldId="1056"/>
        </pc:sldMkLst>
      </pc:sldChg>
      <pc:sldChg chg="addSp modSp mod modClrScheme chgLayout">
        <pc:chgData name="Matthieu GRALL" userId="cec3ba0d20552ff9" providerId="LiveId" clId="{7078BA1D-0DDB-4910-B890-79D7165836C1}" dt="2025-06-10T11:22:04.833" v="1654" actId="1035"/>
        <pc:sldMkLst>
          <pc:docMk/>
          <pc:sldMk cId="26874279" sldId="1057"/>
        </pc:sldMkLst>
      </pc:sldChg>
      <pc:sldChg chg="addSp modSp mod modClrScheme chgLayout">
        <pc:chgData name="Matthieu GRALL" userId="cec3ba0d20552ff9" providerId="LiveId" clId="{7078BA1D-0DDB-4910-B890-79D7165836C1}" dt="2025-06-17T09:29:37.260" v="9250" actId="20577"/>
        <pc:sldMkLst>
          <pc:docMk/>
          <pc:sldMk cId="4291156230" sldId="1058"/>
        </pc:sldMkLst>
      </pc:sldChg>
      <pc:sldChg chg="del">
        <pc:chgData name="Matthieu GRALL" userId="cec3ba0d20552ff9" providerId="LiveId" clId="{7078BA1D-0DDB-4910-B890-79D7165836C1}" dt="2025-06-10T11:43:24.384" v="1902" actId="47"/>
        <pc:sldMkLst>
          <pc:docMk/>
          <pc:sldMk cId="3800559491" sldId="1059"/>
        </pc:sldMkLst>
      </pc:sldChg>
      <pc:sldChg chg="addSp delSp modSp mod setBg modClrScheme chgLayout">
        <pc:chgData name="Matthieu GRALL" userId="cec3ba0d20552ff9" providerId="LiveId" clId="{7078BA1D-0DDB-4910-B890-79D7165836C1}" dt="2025-06-17T09:29:49.178" v="9265" actId="20577"/>
        <pc:sldMkLst>
          <pc:docMk/>
          <pc:sldMk cId="2126662429" sldId="1060"/>
        </pc:sldMkLst>
      </pc:sldChg>
      <pc:sldChg chg="addSp delSp modSp mod modClrScheme chgLayout">
        <pc:chgData name="Matthieu GRALL" userId="cec3ba0d20552ff9" providerId="LiveId" clId="{7078BA1D-0DDB-4910-B890-79D7165836C1}" dt="2025-06-10T11:48:11.671" v="1969"/>
        <pc:sldMkLst>
          <pc:docMk/>
          <pc:sldMk cId="1691437923" sldId="1061"/>
        </pc:sldMkLst>
      </pc:sldChg>
      <pc:sldChg chg="addSp delSp modSp mod ord modClrScheme chgLayout">
        <pc:chgData name="Matthieu GRALL" userId="cec3ba0d20552ff9" providerId="LiveId" clId="{7078BA1D-0DDB-4910-B890-79D7165836C1}" dt="2025-06-18T13:09:34.189" v="15760" actId="20577"/>
        <pc:sldMkLst>
          <pc:docMk/>
          <pc:sldMk cId="178164553" sldId="1062"/>
        </pc:sldMkLst>
      </pc:sldChg>
      <pc:sldChg chg="addSp modSp mod modClrScheme chgLayout">
        <pc:chgData name="Matthieu GRALL" userId="cec3ba0d20552ff9" providerId="LiveId" clId="{7078BA1D-0DDB-4910-B890-79D7165836C1}" dt="2025-06-17T09:28:32.728" v="9224" actId="20577"/>
        <pc:sldMkLst>
          <pc:docMk/>
          <pc:sldMk cId="3141358319" sldId="1063"/>
        </pc:sldMkLst>
      </pc:sldChg>
      <pc:sldChg chg="addSp delSp modSp mod modClrScheme chgLayout">
        <pc:chgData name="Matthieu GRALL" userId="cec3ba0d20552ff9" providerId="LiveId" clId="{7078BA1D-0DDB-4910-B890-79D7165836C1}" dt="2025-06-10T11:47:55.019" v="1967" actId="1035"/>
        <pc:sldMkLst>
          <pc:docMk/>
          <pc:sldMk cId="3918098526" sldId="1064"/>
        </pc:sldMkLst>
      </pc:sldChg>
      <pc:sldChg chg="addSp delSp modSp mod setBg">
        <pc:chgData name="Matthieu GRALL" userId="cec3ba0d20552ff9" providerId="LiveId" clId="{7078BA1D-0DDB-4910-B890-79D7165836C1}" dt="2025-06-10T12:12:10.382" v="2428" actId="14100"/>
        <pc:sldMkLst>
          <pc:docMk/>
          <pc:sldMk cId="621758560" sldId="1065"/>
        </pc:sldMkLst>
      </pc:sldChg>
      <pc:sldChg chg="addSp delSp modSp mod modClrScheme chgLayout">
        <pc:chgData name="Matthieu GRALL" userId="cec3ba0d20552ff9" providerId="LiveId" clId="{7078BA1D-0DDB-4910-B890-79D7165836C1}" dt="2025-06-10T11:56:40.795" v="2187"/>
        <pc:sldMkLst>
          <pc:docMk/>
          <pc:sldMk cId="2931514684" sldId="1066"/>
        </pc:sldMkLst>
      </pc:sldChg>
      <pc:sldChg chg="addSp delSp modSp mod modClrScheme chgLayout">
        <pc:chgData name="Matthieu GRALL" userId="cec3ba0d20552ff9" providerId="LiveId" clId="{7078BA1D-0DDB-4910-B890-79D7165836C1}" dt="2025-06-10T11:56:59.255" v="2193"/>
        <pc:sldMkLst>
          <pc:docMk/>
          <pc:sldMk cId="3709665650" sldId="1067"/>
        </pc:sldMkLst>
      </pc:sldChg>
      <pc:sldChg chg="addSp delSp modSp mod modClrScheme modAnim chgLayout">
        <pc:chgData name="Matthieu GRALL" userId="cec3ba0d20552ff9" providerId="LiveId" clId="{7078BA1D-0DDB-4910-B890-79D7165836C1}" dt="2025-06-10T11:55:27.033" v="2181" actId="1038"/>
        <pc:sldMkLst>
          <pc:docMk/>
          <pc:sldMk cId="1800103563" sldId="1069"/>
        </pc:sldMkLst>
      </pc:sldChg>
      <pc:sldChg chg="addSp delSp modSp mod modClrScheme chgLayout">
        <pc:chgData name="Matthieu GRALL" userId="cec3ba0d20552ff9" providerId="LiveId" clId="{7078BA1D-0DDB-4910-B890-79D7165836C1}" dt="2025-06-10T12:00:13.605" v="2284" actId="207"/>
        <pc:sldMkLst>
          <pc:docMk/>
          <pc:sldMk cId="3291618898" sldId="1070"/>
        </pc:sldMkLst>
      </pc:sldChg>
      <pc:sldChg chg="modSp del mod chgLayout">
        <pc:chgData name="Matthieu GRALL" userId="cec3ba0d20552ff9" providerId="LiveId" clId="{7078BA1D-0DDB-4910-B890-79D7165836C1}" dt="2025-06-10T09:44:16.761" v="679" actId="47"/>
        <pc:sldMkLst>
          <pc:docMk/>
          <pc:sldMk cId="3654082298" sldId="1074"/>
        </pc:sldMkLst>
      </pc:sldChg>
      <pc:sldChg chg="addSp delSp modSp mod modClrScheme delAnim chgLayout">
        <pc:chgData name="Matthieu GRALL" userId="cec3ba0d20552ff9" providerId="LiveId" clId="{7078BA1D-0DDB-4910-B890-79D7165836C1}" dt="2025-06-10T12:20:36.890" v="2525" actId="478"/>
        <pc:sldMkLst>
          <pc:docMk/>
          <pc:sldMk cId="2248821212" sldId="1075"/>
        </pc:sldMkLst>
      </pc:sldChg>
      <pc:sldChg chg="addSp delSp modSp mod modClrScheme chgLayout">
        <pc:chgData name="Matthieu GRALL" userId="cec3ba0d20552ff9" providerId="LiveId" clId="{7078BA1D-0DDB-4910-B890-79D7165836C1}" dt="2025-06-10T12:07:44.549" v="2391" actId="1036"/>
        <pc:sldMkLst>
          <pc:docMk/>
          <pc:sldMk cId="4040424870" sldId="1076"/>
        </pc:sldMkLst>
      </pc:sldChg>
      <pc:sldChg chg="del">
        <pc:chgData name="Matthieu GRALL" userId="cec3ba0d20552ff9" providerId="LiveId" clId="{7078BA1D-0DDB-4910-B890-79D7165836C1}" dt="2025-06-10T12:13:32.698" v="2433" actId="47"/>
        <pc:sldMkLst>
          <pc:docMk/>
          <pc:sldMk cId="4019348853" sldId="1077"/>
        </pc:sldMkLst>
      </pc:sldChg>
      <pc:sldChg chg="del">
        <pc:chgData name="Matthieu GRALL" userId="cec3ba0d20552ff9" providerId="LiveId" clId="{7078BA1D-0DDB-4910-B890-79D7165836C1}" dt="2025-06-10T11:40:31.753" v="1783" actId="47"/>
        <pc:sldMkLst>
          <pc:docMk/>
          <pc:sldMk cId="925280985" sldId="1078"/>
        </pc:sldMkLst>
      </pc:sldChg>
      <pc:sldChg chg="del">
        <pc:chgData name="Matthieu GRALL" userId="cec3ba0d20552ff9" providerId="LiveId" clId="{7078BA1D-0DDB-4910-B890-79D7165836C1}" dt="2025-06-10T11:09:36.650" v="1364" actId="47"/>
        <pc:sldMkLst>
          <pc:docMk/>
          <pc:sldMk cId="1546443610" sldId="1079"/>
        </pc:sldMkLst>
      </pc:sldChg>
      <pc:sldChg chg="del">
        <pc:chgData name="Matthieu GRALL" userId="cec3ba0d20552ff9" providerId="LiveId" clId="{7078BA1D-0DDB-4910-B890-79D7165836C1}" dt="2025-06-10T09:48:14.402" v="689" actId="47"/>
        <pc:sldMkLst>
          <pc:docMk/>
          <pc:sldMk cId="2865950871" sldId="1080"/>
        </pc:sldMkLst>
      </pc:sldChg>
      <pc:sldChg chg="del">
        <pc:chgData name="Matthieu GRALL" userId="cec3ba0d20552ff9" providerId="LiveId" clId="{7078BA1D-0DDB-4910-B890-79D7165836C1}" dt="2025-06-11T13:35:21.315" v="2906" actId="47"/>
        <pc:sldMkLst>
          <pc:docMk/>
          <pc:sldMk cId="3572952097" sldId="1081"/>
        </pc:sldMkLst>
      </pc:sldChg>
      <pc:sldChg chg="del">
        <pc:chgData name="Matthieu GRALL" userId="cec3ba0d20552ff9" providerId="LiveId" clId="{7078BA1D-0DDB-4910-B890-79D7165836C1}" dt="2025-06-15T15:13:17.648" v="5430" actId="47"/>
        <pc:sldMkLst>
          <pc:docMk/>
          <pc:sldMk cId="3943703388" sldId="1082"/>
        </pc:sldMkLst>
      </pc:sldChg>
      <pc:sldChg chg="del">
        <pc:chgData name="Matthieu GRALL" userId="cec3ba0d20552ff9" providerId="LiveId" clId="{7078BA1D-0DDB-4910-B890-79D7165836C1}" dt="2025-06-15T15:13:51.241" v="5436" actId="47"/>
        <pc:sldMkLst>
          <pc:docMk/>
          <pc:sldMk cId="4119919333" sldId="1083"/>
        </pc:sldMkLst>
      </pc:sldChg>
      <pc:sldChg chg="del">
        <pc:chgData name="Matthieu GRALL" userId="cec3ba0d20552ff9" providerId="LiveId" clId="{7078BA1D-0DDB-4910-B890-79D7165836C1}" dt="2025-06-15T15:14:03.252" v="5438" actId="47"/>
        <pc:sldMkLst>
          <pc:docMk/>
          <pc:sldMk cId="2044842355" sldId="1084"/>
        </pc:sldMkLst>
      </pc:sldChg>
      <pc:sldChg chg="addSp delSp modSp mod modClrScheme chgLayout">
        <pc:chgData name="Matthieu GRALL" userId="cec3ba0d20552ff9" providerId="LiveId" clId="{7078BA1D-0DDB-4910-B890-79D7165836C1}" dt="2025-06-10T12:26:17.580" v="2712"/>
        <pc:sldMkLst>
          <pc:docMk/>
          <pc:sldMk cId="2392014724" sldId="1087"/>
        </pc:sldMkLst>
      </pc:sldChg>
      <pc:sldChg chg="addSp delSp modSp mod modClrScheme chgLayout">
        <pc:chgData name="Matthieu GRALL" userId="cec3ba0d20552ff9" providerId="LiveId" clId="{7078BA1D-0DDB-4910-B890-79D7165836C1}" dt="2025-06-10T12:14:58.623" v="2471" actId="1035"/>
        <pc:sldMkLst>
          <pc:docMk/>
          <pc:sldMk cId="1471937505" sldId="1096"/>
        </pc:sldMkLst>
      </pc:sldChg>
      <pc:sldChg chg="del">
        <pc:chgData name="Matthieu GRALL" userId="cec3ba0d20552ff9" providerId="LiveId" clId="{7078BA1D-0DDB-4910-B890-79D7165836C1}" dt="2025-06-10T12:17:10.875" v="2506" actId="47"/>
        <pc:sldMkLst>
          <pc:docMk/>
          <pc:sldMk cId="3438634571" sldId="1097"/>
        </pc:sldMkLst>
      </pc:sldChg>
      <pc:sldChg chg="addSp delSp modSp mod modClrScheme chgLayout">
        <pc:chgData name="Matthieu GRALL" userId="cec3ba0d20552ff9" providerId="LiveId" clId="{7078BA1D-0DDB-4910-B890-79D7165836C1}" dt="2025-06-10T12:27:36.084" v="2764" actId="1035"/>
        <pc:sldMkLst>
          <pc:docMk/>
          <pc:sldMk cId="2205092931" sldId="1098"/>
        </pc:sldMkLst>
      </pc:sldChg>
      <pc:sldChg chg="addSp delSp modSp mod modClrScheme chgLayout">
        <pc:chgData name="Matthieu GRALL" userId="cec3ba0d20552ff9" providerId="LiveId" clId="{7078BA1D-0DDB-4910-B890-79D7165836C1}" dt="2025-06-17T10:27:13.573" v="10511" actId="6549"/>
        <pc:sldMkLst>
          <pc:docMk/>
          <pc:sldMk cId="1059960124" sldId="1100"/>
        </pc:sldMkLst>
      </pc:sldChg>
      <pc:sldChg chg="addSp delSp modSp mod modClrScheme chgLayout">
        <pc:chgData name="Matthieu GRALL" userId="cec3ba0d20552ff9" providerId="LiveId" clId="{7078BA1D-0DDB-4910-B890-79D7165836C1}" dt="2025-06-18T15:01:24.424" v="18048" actId="1037"/>
        <pc:sldMkLst>
          <pc:docMk/>
          <pc:sldMk cId="3034365359" sldId="1101"/>
        </pc:sldMkLst>
      </pc:sldChg>
      <pc:sldChg chg="addSp delSp modSp mod modClrScheme chgLayout">
        <pc:chgData name="Matthieu GRALL" userId="cec3ba0d20552ff9" providerId="LiveId" clId="{7078BA1D-0DDB-4910-B890-79D7165836C1}" dt="2025-06-10T12:27:25.117" v="2744" actId="1035"/>
        <pc:sldMkLst>
          <pc:docMk/>
          <pc:sldMk cId="2493712290" sldId="1102"/>
        </pc:sldMkLst>
      </pc:sldChg>
      <pc:sldChg chg="addSp delSp modSp mod">
        <pc:chgData name="Matthieu GRALL" userId="cec3ba0d20552ff9" providerId="LiveId" clId="{7078BA1D-0DDB-4910-B890-79D7165836C1}" dt="2025-06-11T13:32:11.500" v="2898"/>
        <pc:sldMkLst>
          <pc:docMk/>
          <pc:sldMk cId="406103256" sldId="1104"/>
        </pc:sldMkLst>
      </pc:sldChg>
      <pc:sldChg chg="addSp delSp modSp mod modClrScheme chgLayout">
        <pc:chgData name="Matthieu GRALL" userId="cec3ba0d20552ff9" providerId="LiveId" clId="{7078BA1D-0DDB-4910-B890-79D7165836C1}" dt="2025-06-11T13:28:09.092" v="2838" actId="20577"/>
        <pc:sldMkLst>
          <pc:docMk/>
          <pc:sldMk cId="1660377139" sldId="1105"/>
        </pc:sldMkLst>
      </pc:sldChg>
      <pc:sldChg chg="addSp delSp modSp mod modClrScheme chgLayout">
        <pc:chgData name="Matthieu GRALL" userId="cec3ba0d20552ff9" providerId="LiveId" clId="{7078BA1D-0DDB-4910-B890-79D7165836C1}" dt="2025-06-10T11:57:47.034" v="2222" actId="1035"/>
        <pc:sldMkLst>
          <pc:docMk/>
          <pc:sldMk cId="2181861508" sldId="1106"/>
        </pc:sldMkLst>
      </pc:sldChg>
      <pc:sldChg chg="addSp delSp modSp mod modClrScheme chgLayout">
        <pc:chgData name="Matthieu GRALL" userId="cec3ba0d20552ff9" providerId="LiveId" clId="{7078BA1D-0DDB-4910-B890-79D7165836C1}" dt="2025-06-10T11:59:34.837" v="2274" actId="1035"/>
        <pc:sldMkLst>
          <pc:docMk/>
          <pc:sldMk cId="1609253854" sldId="1107"/>
        </pc:sldMkLst>
      </pc:sldChg>
      <pc:sldChg chg="addSp delSp modSp mod modClrScheme chgLayout">
        <pc:chgData name="Matthieu GRALL" userId="cec3ba0d20552ff9" providerId="LiveId" clId="{7078BA1D-0DDB-4910-B890-79D7165836C1}" dt="2025-06-10T11:59:39.960" v="2279" actId="1035"/>
        <pc:sldMkLst>
          <pc:docMk/>
          <pc:sldMk cId="963854095" sldId="1108"/>
        </pc:sldMkLst>
      </pc:sldChg>
      <pc:sldChg chg="addSp delSp modSp mod modClrScheme chgLayout">
        <pc:chgData name="Matthieu GRALL" userId="cec3ba0d20552ff9" providerId="LiveId" clId="{7078BA1D-0DDB-4910-B890-79D7165836C1}" dt="2025-06-10T12:04:00.941" v="2318" actId="20577"/>
        <pc:sldMkLst>
          <pc:docMk/>
          <pc:sldMk cId="3678163508" sldId="1109"/>
        </pc:sldMkLst>
      </pc:sldChg>
      <pc:sldChg chg="addSp delSp modSp mod modClrScheme chgLayout">
        <pc:chgData name="Matthieu GRALL" userId="cec3ba0d20552ff9" providerId="LiveId" clId="{7078BA1D-0DDB-4910-B890-79D7165836C1}" dt="2025-06-18T13:18:21.287" v="15970" actId="14100"/>
        <pc:sldMkLst>
          <pc:docMk/>
          <pc:sldMk cId="4058146610" sldId="1110"/>
        </pc:sldMkLst>
      </pc:sldChg>
      <pc:sldChg chg="addSp delSp modSp mod modClrScheme chgLayout">
        <pc:chgData name="Matthieu GRALL" userId="cec3ba0d20552ff9" providerId="LiveId" clId="{7078BA1D-0DDB-4910-B890-79D7165836C1}" dt="2025-06-18T13:38:59.310" v="16444" actId="13782"/>
        <pc:sldMkLst>
          <pc:docMk/>
          <pc:sldMk cId="1348902480" sldId="1111"/>
        </pc:sldMkLst>
      </pc:sldChg>
      <pc:sldChg chg="addSp delSp modSp mod modClrScheme chgLayout">
        <pc:chgData name="Matthieu GRALL" userId="cec3ba0d20552ff9" providerId="LiveId" clId="{7078BA1D-0DDB-4910-B890-79D7165836C1}" dt="2025-06-18T13:16:30.271" v="15950"/>
        <pc:sldMkLst>
          <pc:docMk/>
          <pc:sldMk cId="2330890016" sldId="1112"/>
        </pc:sldMkLst>
      </pc:sldChg>
      <pc:sldChg chg="addSp delSp modSp mod modClrScheme chgLayout">
        <pc:chgData name="Matthieu GRALL" userId="cec3ba0d20552ff9" providerId="LiveId" clId="{7078BA1D-0DDB-4910-B890-79D7165836C1}" dt="2025-06-11T13:28:57.544" v="2840" actId="113"/>
        <pc:sldMkLst>
          <pc:docMk/>
          <pc:sldMk cId="362970679" sldId="1113"/>
        </pc:sldMkLst>
      </pc:sldChg>
      <pc:sldChg chg="addSp delSp modSp mod">
        <pc:chgData name="Matthieu GRALL" userId="cec3ba0d20552ff9" providerId="LiveId" clId="{7078BA1D-0DDB-4910-B890-79D7165836C1}" dt="2025-06-17T09:28:55.122" v="9240" actId="20577"/>
        <pc:sldMkLst>
          <pc:docMk/>
          <pc:sldMk cId="2858516459" sldId="1116"/>
        </pc:sldMkLst>
      </pc:sldChg>
      <pc:sldChg chg="addSp delSp modSp mod modClrScheme chgLayout">
        <pc:chgData name="Matthieu GRALL" userId="cec3ba0d20552ff9" providerId="LiveId" clId="{7078BA1D-0DDB-4910-B890-79D7165836C1}" dt="2025-06-17T09:44:05.839" v="9799" actId="20577"/>
        <pc:sldMkLst>
          <pc:docMk/>
          <pc:sldMk cId="2904657892" sldId="1117"/>
        </pc:sldMkLst>
      </pc:sldChg>
      <pc:sldChg chg="addSp delSp modSp mod modClrScheme chgLayout">
        <pc:chgData name="Matthieu GRALL" userId="cec3ba0d20552ff9" providerId="LiveId" clId="{7078BA1D-0DDB-4910-B890-79D7165836C1}" dt="2025-06-17T09:13:28" v="8650"/>
        <pc:sldMkLst>
          <pc:docMk/>
          <pc:sldMk cId="858906089" sldId="1118"/>
        </pc:sldMkLst>
      </pc:sldChg>
      <pc:sldChg chg="addSp delSp modSp mod modClrScheme chgLayout">
        <pc:chgData name="Matthieu GRALL" userId="cec3ba0d20552ff9" providerId="LiveId" clId="{7078BA1D-0DDB-4910-B890-79D7165836C1}" dt="2025-06-11T14:04:30.081" v="3631" actId="27636"/>
        <pc:sldMkLst>
          <pc:docMk/>
          <pc:sldMk cId="3967936223" sldId="1119"/>
        </pc:sldMkLst>
      </pc:sldChg>
      <pc:sldChg chg="addSp delSp modSp mod modClrScheme chgLayout">
        <pc:chgData name="Matthieu GRALL" userId="cec3ba0d20552ff9" providerId="LiveId" clId="{7078BA1D-0DDB-4910-B890-79D7165836C1}" dt="2025-06-17T11:39:55.012" v="10661"/>
        <pc:sldMkLst>
          <pc:docMk/>
          <pc:sldMk cId="1932322543" sldId="1120"/>
        </pc:sldMkLst>
      </pc:sldChg>
      <pc:sldChg chg="addSp delSp modSp mod modClrScheme chgLayout">
        <pc:chgData name="Matthieu GRALL" userId="cec3ba0d20552ff9" providerId="LiveId" clId="{7078BA1D-0DDB-4910-B890-79D7165836C1}" dt="2025-06-11T13:37:23.663" v="3019" actId="20577"/>
        <pc:sldMkLst>
          <pc:docMk/>
          <pc:sldMk cId="2258595350" sldId="1121"/>
        </pc:sldMkLst>
      </pc:sldChg>
      <pc:sldChg chg="addSp delSp modSp mod modClrScheme chgLayout">
        <pc:chgData name="Matthieu GRALL" userId="cec3ba0d20552ff9" providerId="LiveId" clId="{7078BA1D-0DDB-4910-B890-79D7165836C1}" dt="2025-06-11T13:53:54.265" v="3402"/>
        <pc:sldMkLst>
          <pc:docMk/>
          <pc:sldMk cId="793694464" sldId="1122"/>
        </pc:sldMkLst>
      </pc:sldChg>
      <pc:sldChg chg="addSp delSp modSp mod modClrScheme chgLayout">
        <pc:chgData name="Matthieu GRALL" userId="cec3ba0d20552ff9" providerId="LiveId" clId="{7078BA1D-0DDB-4910-B890-79D7165836C1}" dt="2025-06-11T14:30:00.170" v="4142" actId="1035"/>
        <pc:sldMkLst>
          <pc:docMk/>
          <pc:sldMk cId="2401667870" sldId="1125"/>
        </pc:sldMkLst>
      </pc:sldChg>
      <pc:sldChg chg="addSp delSp modSp mod modClrScheme chgLayout">
        <pc:chgData name="Matthieu GRALL" userId="cec3ba0d20552ff9" providerId="LiveId" clId="{7078BA1D-0DDB-4910-B890-79D7165836C1}" dt="2025-06-17T11:39:55.012" v="10661"/>
        <pc:sldMkLst>
          <pc:docMk/>
          <pc:sldMk cId="218010953" sldId="1126"/>
        </pc:sldMkLst>
      </pc:sldChg>
      <pc:sldChg chg="del">
        <pc:chgData name="Matthieu GRALL" userId="cec3ba0d20552ff9" providerId="LiveId" clId="{7078BA1D-0DDB-4910-B890-79D7165836C1}" dt="2025-06-11T13:36:13.911" v="3004" actId="47"/>
        <pc:sldMkLst>
          <pc:docMk/>
          <pc:sldMk cId="2008000353" sldId="1127"/>
        </pc:sldMkLst>
      </pc:sldChg>
      <pc:sldChg chg="addSp delSp modSp mod modClrScheme chgLayout">
        <pc:chgData name="Matthieu GRALL" userId="cec3ba0d20552ff9" providerId="LiveId" clId="{7078BA1D-0DDB-4910-B890-79D7165836C1}" dt="2025-06-15T15:25:08.146" v="5592" actId="20577"/>
        <pc:sldMkLst>
          <pc:docMk/>
          <pc:sldMk cId="2806509409" sldId="1128"/>
        </pc:sldMkLst>
      </pc:sldChg>
      <pc:sldChg chg="addSp delSp modSp mod">
        <pc:chgData name="Matthieu GRALL" userId="cec3ba0d20552ff9" providerId="LiveId" clId="{7078BA1D-0DDB-4910-B890-79D7165836C1}" dt="2025-06-15T14:37:27.452" v="4402" actId="20577"/>
        <pc:sldMkLst>
          <pc:docMk/>
          <pc:sldMk cId="1014956570" sldId="1129"/>
        </pc:sldMkLst>
      </pc:sldChg>
      <pc:sldChg chg="addSp delSp modSp mod modClrScheme chgLayout">
        <pc:chgData name="Matthieu GRALL" userId="cec3ba0d20552ff9" providerId="LiveId" clId="{7078BA1D-0DDB-4910-B890-79D7165836C1}" dt="2025-06-11T13:48:25.253" v="3270" actId="1035"/>
        <pc:sldMkLst>
          <pc:docMk/>
          <pc:sldMk cId="3855446942" sldId="1131"/>
        </pc:sldMkLst>
      </pc:sldChg>
      <pc:sldChg chg="addSp delSp modSp mod modClrScheme chgLayout">
        <pc:chgData name="Matthieu GRALL" userId="cec3ba0d20552ff9" providerId="LiveId" clId="{7078BA1D-0DDB-4910-B890-79D7165836C1}" dt="2025-06-17T11:39:55.012" v="10661"/>
        <pc:sldMkLst>
          <pc:docMk/>
          <pc:sldMk cId="259636404" sldId="1132"/>
        </pc:sldMkLst>
      </pc:sldChg>
      <pc:sldChg chg="addSp delSp modSp mod modClrScheme chgLayout">
        <pc:chgData name="Matthieu GRALL" userId="cec3ba0d20552ff9" providerId="LiveId" clId="{7078BA1D-0DDB-4910-B890-79D7165836C1}" dt="2025-06-17T09:26:01.384" v="9100" actId="20577"/>
        <pc:sldMkLst>
          <pc:docMk/>
          <pc:sldMk cId="3615714820" sldId="1133"/>
        </pc:sldMkLst>
      </pc:sldChg>
      <pc:sldChg chg="addSp delSp modSp mod modClrScheme chgLayout">
        <pc:chgData name="Matthieu GRALL" userId="cec3ba0d20552ff9" providerId="LiveId" clId="{7078BA1D-0DDB-4910-B890-79D7165836C1}" dt="2025-06-11T13:49:03.369" v="3287" actId="1035"/>
        <pc:sldMkLst>
          <pc:docMk/>
          <pc:sldMk cId="3058020324" sldId="1134"/>
        </pc:sldMkLst>
      </pc:sldChg>
      <pc:sldChg chg="addSp delSp modSp mod modClrScheme chgLayout">
        <pc:chgData name="Matthieu GRALL" userId="cec3ba0d20552ff9" providerId="LiveId" clId="{7078BA1D-0DDB-4910-B890-79D7165836C1}" dt="2025-06-11T13:56:33.376" v="3446"/>
        <pc:sldMkLst>
          <pc:docMk/>
          <pc:sldMk cId="74076825" sldId="1135"/>
        </pc:sldMkLst>
      </pc:sldChg>
      <pc:sldChg chg="addSp delSp modSp mod modClrScheme chgLayout">
        <pc:chgData name="Matthieu GRALL" userId="cec3ba0d20552ff9" providerId="LiveId" clId="{7078BA1D-0DDB-4910-B890-79D7165836C1}" dt="2025-06-15T14:34:37.244" v="4378" actId="20577"/>
        <pc:sldMkLst>
          <pc:docMk/>
          <pc:sldMk cId="2282294363" sldId="1140"/>
        </pc:sldMkLst>
      </pc:sldChg>
      <pc:sldChg chg="addSp delSp modSp mod modClrScheme chgLayout">
        <pc:chgData name="Matthieu GRALL" userId="cec3ba0d20552ff9" providerId="LiveId" clId="{7078BA1D-0DDB-4910-B890-79D7165836C1}" dt="2025-06-15T14:36:04.472" v="4394" actId="20577"/>
        <pc:sldMkLst>
          <pc:docMk/>
          <pc:sldMk cId="2633670147" sldId="1141"/>
        </pc:sldMkLst>
      </pc:sldChg>
      <pc:sldChg chg="addSp delSp modSp mod modClrScheme chgLayout">
        <pc:chgData name="Matthieu GRALL" userId="cec3ba0d20552ff9" providerId="LiveId" clId="{7078BA1D-0DDB-4910-B890-79D7165836C1}" dt="2025-06-17T09:44:25.588" v="9800"/>
        <pc:sldMkLst>
          <pc:docMk/>
          <pc:sldMk cId="2874457299" sldId="1142"/>
        </pc:sldMkLst>
      </pc:sldChg>
      <pc:sldChg chg="addSp delSp modSp mod modClrScheme chgLayout">
        <pc:chgData name="Matthieu GRALL" userId="cec3ba0d20552ff9" providerId="LiveId" clId="{7078BA1D-0DDB-4910-B890-79D7165836C1}" dt="2025-06-17T09:44:38.525" v="9801"/>
        <pc:sldMkLst>
          <pc:docMk/>
          <pc:sldMk cId="3772202389" sldId="1143"/>
        </pc:sldMkLst>
      </pc:sldChg>
      <pc:sldChg chg="addSp delSp modSp mod modClrScheme chgLayout">
        <pc:chgData name="Matthieu GRALL" userId="cec3ba0d20552ff9" providerId="LiveId" clId="{7078BA1D-0DDB-4910-B890-79D7165836C1}" dt="2025-06-17T09:25:39.062" v="9079" actId="14100"/>
        <pc:sldMkLst>
          <pc:docMk/>
          <pc:sldMk cId="170068941" sldId="1144"/>
        </pc:sldMkLst>
      </pc:sldChg>
      <pc:sldChg chg="del">
        <pc:chgData name="Matthieu GRALL" userId="cec3ba0d20552ff9" providerId="LiveId" clId="{7078BA1D-0DDB-4910-B890-79D7165836C1}" dt="2025-06-18T12:03:47.564" v="15007" actId="47"/>
        <pc:sldMkLst>
          <pc:docMk/>
          <pc:sldMk cId="1674062375" sldId="1145"/>
        </pc:sldMkLst>
      </pc:sldChg>
      <pc:sldChg chg="addSp delSp modSp mod modClrScheme chgLayout">
        <pc:chgData name="Matthieu GRALL" userId="cec3ba0d20552ff9" providerId="LiveId" clId="{7078BA1D-0DDB-4910-B890-79D7165836C1}" dt="2025-06-11T13:49:38.088" v="3315" actId="1035"/>
        <pc:sldMkLst>
          <pc:docMk/>
          <pc:sldMk cId="2228376451" sldId="1146"/>
        </pc:sldMkLst>
      </pc:sldChg>
      <pc:sldChg chg="addSp delSp modSp mod modClrScheme chgLayout">
        <pc:chgData name="Matthieu GRALL" userId="cec3ba0d20552ff9" providerId="LiveId" clId="{7078BA1D-0DDB-4910-B890-79D7165836C1}" dt="2025-06-17T09:26:35.974" v="9135" actId="20577"/>
        <pc:sldMkLst>
          <pc:docMk/>
          <pc:sldMk cId="2051895864" sldId="1147"/>
        </pc:sldMkLst>
      </pc:sldChg>
      <pc:sldChg chg="addSp delSp modSp mod modClrScheme chgLayout">
        <pc:chgData name="Matthieu GRALL" userId="cec3ba0d20552ff9" providerId="LiveId" clId="{7078BA1D-0DDB-4910-B890-79D7165836C1}" dt="2025-06-17T09:27:13.010" v="9195" actId="20577"/>
        <pc:sldMkLst>
          <pc:docMk/>
          <pc:sldMk cId="511842156" sldId="1148"/>
        </pc:sldMkLst>
      </pc:sldChg>
      <pc:sldChg chg="addSp delSp modSp mod modClrScheme chgLayout">
        <pc:chgData name="Matthieu GRALL" userId="cec3ba0d20552ff9" providerId="LiveId" clId="{7078BA1D-0DDB-4910-B890-79D7165836C1}" dt="2025-06-17T09:15:07.726" v="8670" actId="313"/>
        <pc:sldMkLst>
          <pc:docMk/>
          <pc:sldMk cId="3068500926" sldId="1149"/>
        </pc:sldMkLst>
      </pc:sldChg>
      <pc:sldChg chg="addSp delSp modSp mod modClrScheme chgLayout">
        <pc:chgData name="Matthieu GRALL" userId="cec3ba0d20552ff9" providerId="LiveId" clId="{7078BA1D-0DDB-4910-B890-79D7165836C1}" dt="2025-06-11T13:50:06.504" v="3321"/>
        <pc:sldMkLst>
          <pc:docMk/>
          <pc:sldMk cId="4042514045" sldId="1150"/>
        </pc:sldMkLst>
      </pc:sldChg>
      <pc:sldChg chg="addSp delSp modSp mod modClrScheme chgLayout">
        <pc:chgData name="Matthieu GRALL" userId="cec3ba0d20552ff9" providerId="LiveId" clId="{7078BA1D-0DDB-4910-B890-79D7165836C1}" dt="2025-06-15T14:35:08.495" v="4386" actId="20577"/>
        <pc:sldMkLst>
          <pc:docMk/>
          <pc:sldMk cId="1436287032" sldId="1151"/>
        </pc:sldMkLst>
      </pc:sldChg>
      <pc:sldChg chg="addSp delSp modSp del mod modClrScheme chgLayout">
        <pc:chgData name="Matthieu GRALL" userId="cec3ba0d20552ff9" providerId="LiveId" clId="{7078BA1D-0DDB-4910-B890-79D7165836C1}" dt="2025-06-17T09:55:42.098" v="10021" actId="47"/>
        <pc:sldMkLst>
          <pc:docMk/>
          <pc:sldMk cId="2452702040" sldId="1152"/>
        </pc:sldMkLst>
      </pc:sldChg>
      <pc:sldChg chg="addSp delSp modSp mod modClrScheme chgLayout">
        <pc:chgData name="Matthieu GRALL" userId="cec3ba0d20552ff9" providerId="LiveId" clId="{7078BA1D-0DDB-4910-B890-79D7165836C1}" dt="2025-06-15T14:41:37.195" v="4475" actId="20577"/>
        <pc:sldMkLst>
          <pc:docMk/>
          <pc:sldMk cId="7468882" sldId="1153"/>
        </pc:sldMkLst>
      </pc:sldChg>
      <pc:sldChg chg="addSp modSp mod modClrScheme chgLayout">
        <pc:chgData name="Matthieu GRALL" userId="cec3ba0d20552ff9" providerId="LiveId" clId="{7078BA1D-0DDB-4910-B890-79D7165836C1}" dt="2025-06-11T14:00:24.081" v="3577" actId="1035"/>
        <pc:sldMkLst>
          <pc:docMk/>
          <pc:sldMk cId="470654986" sldId="1154"/>
        </pc:sldMkLst>
      </pc:sldChg>
      <pc:sldChg chg="addSp delSp modSp mod modClrScheme chgLayout">
        <pc:chgData name="Matthieu GRALL" userId="cec3ba0d20552ff9" providerId="LiveId" clId="{7078BA1D-0DDB-4910-B890-79D7165836C1}" dt="2025-06-11T13:59:37.420" v="3538" actId="1035"/>
        <pc:sldMkLst>
          <pc:docMk/>
          <pc:sldMk cId="1780674926" sldId="1155"/>
        </pc:sldMkLst>
      </pc:sldChg>
      <pc:sldChg chg="addSp delSp modSp mod modClrScheme chgLayout">
        <pc:chgData name="Matthieu GRALL" userId="cec3ba0d20552ff9" providerId="LiveId" clId="{7078BA1D-0DDB-4910-B890-79D7165836C1}" dt="2025-06-11T14:07:59.730" v="3672" actId="1035"/>
        <pc:sldMkLst>
          <pc:docMk/>
          <pc:sldMk cId="1089408725" sldId="1156"/>
        </pc:sldMkLst>
      </pc:sldChg>
      <pc:sldChg chg="addSp delSp modSp mod modClrScheme chgLayout">
        <pc:chgData name="Matthieu GRALL" userId="cec3ba0d20552ff9" providerId="LiveId" clId="{7078BA1D-0DDB-4910-B890-79D7165836C1}" dt="2025-06-15T14:42:13.996" v="4483" actId="20577"/>
        <pc:sldMkLst>
          <pc:docMk/>
          <pc:sldMk cId="626765711" sldId="1157"/>
        </pc:sldMkLst>
      </pc:sldChg>
      <pc:sldChg chg="addSp delSp modSp mod modClrScheme chgLayout">
        <pc:chgData name="Matthieu GRALL" userId="cec3ba0d20552ff9" providerId="LiveId" clId="{7078BA1D-0DDB-4910-B890-79D7165836C1}" dt="2025-06-17T11:39:55.012" v="10661"/>
        <pc:sldMkLst>
          <pc:docMk/>
          <pc:sldMk cId="978239101" sldId="1158"/>
        </pc:sldMkLst>
      </pc:sldChg>
      <pc:sldChg chg="addSp delSp modSp mod modClrScheme chgLayout">
        <pc:chgData name="Matthieu GRALL" userId="cec3ba0d20552ff9" providerId="LiveId" clId="{7078BA1D-0DDB-4910-B890-79D7165836C1}" dt="2025-06-17T11:44:14.139" v="10900" actId="6549"/>
        <pc:sldMkLst>
          <pc:docMk/>
          <pc:sldMk cId="1439898323" sldId="1159"/>
        </pc:sldMkLst>
      </pc:sldChg>
      <pc:sldChg chg="addSp delSp modSp mod modClrScheme chgLayout">
        <pc:chgData name="Matthieu GRALL" userId="cec3ba0d20552ff9" providerId="LiveId" clId="{7078BA1D-0DDB-4910-B890-79D7165836C1}" dt="2025-06-11T14:08:37.493" v="3686"/>
        <pc:sldMkLst>
          <pc:docMk/>
          <pc:sldMk cId="3009534273" sldId="1160"/>
        </pc:sldMkLst>
      </pc:sldChg>
      <pc:sldChg chg="addSp delSp modSp mod modClrScheme chgLayout">
        <pc:chgData name="Matthieu GRALL" userId="cec3ba0d20552ff9" providerId="LiveId" clId="{7078BA1D-0DDB-4910-B890-79D7165836C1}" dt="2025-06-11T14:10:34.582" v="3766" actId="1035"/>
        <pc:sldMkLst>
          <pc:docMk/>
          <pc:sldMk cId="2390841847" sldId="1161"/>
        </pc:sldMkLst>
      </pc:sldChg>
      <pc:sldChg chg="addSp delSp modSp mod modClrScheme chgLayout">
        <pc:chgData name="Matthieu GRALL" userId="cec3ba0d20552ff9" providerId="LiveId" clId="{7078BA1D-0DDB-4910-B890-79D7165836C1}" dt="2025-06-11T14:14:20.790" v="3791" actId="1035"/>
        <pc:sldMkLst>
          <pc:docMk/>
          <pc:sldMk cId="372278672" sldId="1162"/>
        </pc:sldMkLst>
      </pc:sldChg>
      <pc:sldChg chg="addSp delSp modSp mod modClrScheme chgLayout">
        <pc:chgData name="Matthieu GRALL" userId="cec3ba0d20552ff9" providerId="LiveId" clId="{7078BA1D-0DDB-4910-B890-79D7165836C1}" dt="2025-06-11T14:14:47.064" v="3796" actId="478"/>
        <pc:sldMkLst>
          <pc:docMk/>
          <pc:sldMk cId="2429086636" sldId="1163"/>
        </pc:sldMkLst>
      </pc:sldChg>
      <pc:sldChg chg="addSp delSp modSp mod modClrScheme chgLayout">
        <pc:chgData name="Matthieu GRALL" userId="cec3ba0d20552ff9" providerId="LiveId" clId="{7078BA1D-0DDB-4910-B890-79D7165836C1}" dt="2025-06-11T14:20:01.948" v="3895" actId="1036"/>
        <pc:sldMkLst>
          <pc:docMk/>
          <pc:sldMk cId="663291523" sldId="1164"/>
        </pc:sldMkLst>
      </pc:sldChg>
      <pc:sldChg chg="addSp delSp modSp mod modClrScheme chgLayout">
        <pc:chgData name="Matthieu GRALL" userId="cec3ba0d20552ff9" providerId="LiveId" clId="{7078BA1D-0DDB-4910-B890-79D7165836C1}" dt="2025-06-11T14:23:36.487" v="4004" actId="404"/>
        <pc:sldMkLst>
          <pc:docMk/>
          <pc:sldMk cId="3726557649" sldId="1165"/>
        </pc:sldMkLst>
      </pc:sldChg>
      <pc:sldChg chg="addSp delSp modSp mod modClrScheme chgLayout">
        <pc:chgData name="Matthieu GRALL" userId="cec3ba0d20552ff9" providerId="LiveId" clId="{7078BA1D-0DDB-4910-B890-79D7165836C1}" dt="2025-06-11T14:22:11.510" v="3951"/>
        <pc:sldMkLst>
          <pc:docMk/>
          <pc:sldMk cId="4126883953" sldId="1166"/>
        </pc:sldMkLst>
      </pc:sldChg>
      <pc:sldChg chg="addSp delSp modSp mod modClrScheme chgLayout">
        <pc:chgData name="Matthieu GRALL" userId="cec3ba0d20552ff9" providerId="LiveId" clId="{7078BA1D-0DDB-4910-B890-79D7165836C1}" dt="2025-06-11T14:22:42.913" v="3978" actId="1035"/>
        <pc:sldMkLst>
          <pc:docMk/>
          <pc:sldMk cId="4144065367" sldId="1167"/>
        </pc:sldMkLst>
      </pc:sldChg>
      <pc:sldChg chg="addSp delSp modSp mod modClrScheme chgLayout">
        <pc:chgData name="Matthieu GRALL" userId="cec3ba0d20552ff9" providerId="LiveId" clId="{7078BA1D-0DDB-4910-B890-79D7165836C1}" dt="2025-06-11T14:23:14.217" v="4003" actId="403"/>
        <pc:sldMkLst>
          <pc:docMk/>
          <pc:sldMk cId="3420609405" sldId="1168"/>
        </pc:sldMkLst>
      </pc:sldChg>
      <pc:sldChg chg="addSp delSp modSp mod modClrScheme chgLayout">
        <pc:chgData name="Matthieu GRALL" userId="cec3ba0d20552ff9" providerId="LiveId" clId="{7078BA1D-0DDB-4910-B890-79D7165836C1}" dt="2025-06-11T14:24:15.920" v="4029" actId="403"/>
        <pc:sldMkLst>
          <pc:docMk/>
          <pc:sldMk cId="2705748325" sldId="1169"/>
        </pc:sldMkLst>
      </pc:sldChg>
      <pc:sldChg chg="addSp delSp modSp mod modClrScheme chgLayout">
        <pc:chgData name="Matthieu GRALL" userId="cec3ba0d20552ff9" providerId="LiveId" clId="{7078BA1D-0DDB-4910-B890-79D7165836C1}" dt="2025-06-11T14:26:33.805" v="4087" actId="14100"/>
        <pc:sldMkLst>
          <pc:docMk/>
          <pc:sldMk cId="2302647121" sldId="1170"/>
        </pc:sldMkLst>
      </pc:sldChg>
      <pc:sldChg chg="addSp delSp modSp mod modClrScheme chgLayout">
        <pc:chgData name="Matthieu GRALL" userId="cec3ba0d20552ff9" providerId="LiveId" clId="{7078BA1D-0DDB-4910-B890-79D7165836C1}" dt="2025-06-11T14:26:19.485" v="4086" actId="403"/>
        <pc:sldMkLst>
          <pc:docMk/>
          <pc:sldMk cId="1100237435" sldId="1171"/>
        </pc:sldMkLst>
      </pc:sldChg>
      <pc:sldChg chg="addSp delSp modSp mod modClrScheme modAnim chgLayout">
        <pc:chgData name="Matthieu GRALL" userId="cec3ba0d20552ff9" providerId="LiveId" clId="{7078BA1D-0DDB-4910-B890-79D7165836C1}" dt="2025-06-15T14:43:13.677" v="4487" actId="20577"/>
        <pc:sldMkLst>
          <pc:docMk/>
          <pc:sldMk cId="3906060561" sldId="1172"/>
        </pc:sldMkLst>
      </pc:sldChg>
      <pc:sldChg chg="addSp delSp modSp mod modClrScheme chgLayout">
        <pc:chgData name="Matthieu GRALL" userId="cec3ba0d20552ff9" providerId="LiveId" clId="{7078BA1D-0DDB-4910-B890-79D7165836C1}" dt="2025-06-11T14:28:21.479" v="4113" actId="1035"/>
        <pc:sldMkLst>
          <pc:docMk/>
          <pc:sldMk cId="3902531355" sldId="1173"/>
        </pc:sldMkLst>
      </pc:sldChg>
      <pc:sldChg chg="addSp delSp modSp mod modClrScheme chgLayout">
        <pc:chgData name="Matthieu GRALL" userId="cec3ba0d20552ff9" providerId="LiveId" clId="{7078BA1D-0DDB-4910-B890-79D7165836C1}" dt="2025-06-11T14:30:27.596" v="4151" actId="1035"/>
        <pc:sldMkLst>
          <pc:docMk/>
          <pc:sldMk cId="3568491748" sldId="1175"/>
        </pc:sldMkLst>
      </pc:sldChg>
      <pc:sldChg chg="addSp modSp mod modClrScheme chgLayout">
        <pc:chgData name="Matthieu GRALL" userId="cec3ba0d20552ff9" providerId="LiveId" clId="{7078BA1D-0DDB-4910-B890-79D7165836C1}" dt="2025-06-17T09:44:53.784" v="9802"/>
        <pc:sldMkLst>
          <pc:docMk/>
          <pc:sldMk cId="1951799724" sldId="1176"/>
        </pc:sldMkLst>
      </pc:sldChg>
      <pc:sldChg chg="addSp delSp modSp mod modClrScheme chgLayout">
        <pc:chgData name="Matthieu GRALL" userId="cec3ba0d20552ff9" providerId="LiveId" clId="{7078BA1D-0DDB-4910-B890-79D7165836C1}" dt="2025-06-11T14:45:23.621" v="4276" actId="20577"/>
        <pc:sldMkLst>
          <pc:docMk/>
          <pc:sldMk cId="2591070033" sldId="1177"/>
        </pc:sldMkLst>
      </pc:sldChg>
      <pc:sldChg chg="addSp delSp modSp mod modClrScheme chgLayout">
        <pc:chgData name="Matthieu GRALL" userId="cec3ba0d20552ff9" providerId="LiveId" clId="{7078BA1D-0DDB-4910-B890-79D7165836C1}" dt="2025-06-11T14:49:25.154" v="4363"/>
        <pc:sldMkLst>
          <pc:docMk/>
          <pc:sldMk cId="124793383" sldId="1178"/>
        </pc:sldMkLst>
      </pc:sldChg>
      <pc:sldChg chg="del">
        <pc:chgData name="Matthieu GRALL" userId="cec3ba0d20552ff9" providerId="LiveId" clId="{7078BA1D-0DDB-4910-B890-79D7165836C1}" dt="2025-06-10T09:30:10.565" v="408" actId="47"/>
        <pc:sldMkLst>
          <pc:docMk/>
          <pc:sldMk cId="1114398125" sldId="1179"/>
        </pc:sldMkLst>
      </pc:sldChg>
      <pc:sldChg chg="addSp delSp modSp new mod modClrScheme chgLayout">
        <pc:chgData name="Matthieu GRALL" userId="cec3ba0d20552ff9" providerId="LiveId" clId="{7078BA1D-0DDB-4910-B890-79D7165836C1}" dt="2025-06-10T09:47:28.862" v="688"/>
        <pc:sldMkLst>
          <pc:docMk/>
          <pc:sldMk cId="208998327" sldId="1180"/>
        </pc:sldMkLst>
      </pc:sldChg>
      <pc:sldChg chg="addSp delSp modSp new mod modClrScheme chgLayout">
        <pc:chgData name="Matthieu GRALL" userId="cec3ba0d20552ff9" providerId="LiveId" clId="{7078BA1D-0DDB-4910-B890-79D7165836C1}" dt="2025-06-10T11:04:01.251" v="1295" actId="27636"/>
        <pc:sldMkLst>
          <pc:docMk/>
          <pc:sldMk cId="654064814" sldId="1181"/>
        </pc:sldMkLst>
      </pc:sldChg>
      <pc:sldChg chg="modSp new del mod">
        <pc:chgData name="Matthieu GRALL" userId="cec3ba0d20552ff9" providerId="LiveId" clId="{7078BA1D-0DDB-4910-B890-79D7165836C1}" dt="2025-06-10T09:30:17.433" v="409" actId="47"/>
        <pc:sldMkLst>
          <pc:docMk/>
          <pc:sldMk cId="3533010062" sldId="1181"/>
        </pc:sldMkLst>
      </pc:sldChg>
      <pc:sldChg chg="modSp add del mod ord">
        <pc:chgData name="Matthieu GRALL" userId="cec3ba0d20552ff9" providerId="LiveId" clId="{7078BA1D-0DDB-4910-B890-79D7165836C1}" dt="2025-06-10T09:59:59.597" v="803" actId="47"/>
        <pc:sldMkLst>
          <pc:docMk/>
          <pc:sldMk cId="1650876974" sldId="1182"/>
        </pc:sldMkLst>
      </pc:sldChg>
      <pc:sldChg chg="modSp add mod ord">
        <pc:chgData name="Matthieu GRALL" userId="cec3ba0d20552ff9" providerId="LiveId" clId="{7078BA1D-0DDB-4910-B890-79D7165836C1}" dt="2025-06-10T11:07:58.759" v="1331" actId="207"/>
        <pc:sldMkLst>
          <pc:docMk/>
          <pc:sldMk cId="512438612" sldId="1183"/>
        </pc:sldMkLst>
      </pc:sldChg>
      <pc:sldChg chg="modSp add mod ord">
        <pc:chgData name="Matthieu GRALL" userId="cec3ba0d20552ff9" providerId="LiveId" clId="{7078BA1D-0DDB-4910-B890-79D7165836C1}" dt="2025-06-10T11:09:33.692" v="1363"/>
        <pc:sldMkLst>
          <pc:docMk/>
          <pc:sldMk cId="3772234075" sldId="1184"/>
        </pc:sldMkLst>
      </pc:sldChg>
      <pc:sldChg chg="modSp add mod">
        <pc:chgData name="Matthieu GRALL" userId="cec3ba0d20552ff9" providerId="LiveId" clId="{7078BA1D-0DDB-4910-B890-79D7165836C1}" dt="2025-06-10T11:11:17.410" v="1472" actId="20577"/>
        <pc:sldMkLst>
          <pc:docMk/>
          <pc:sldMk cId="2544118018" sldId="1185"/>
        </pc:sldMkLst>
      </pc:sldChg>
      <pc:sldChg chg="modSp add mod">
        <pc:chgData name="Matthieu GRALL" userId="cec3ba0d20552ff9" providerId="LiveId" clId="{7078BA1D-0DDB-4910-B890-79D7165836C1}" dt="2025-06-10T11:40:05.590" v="1782" actId="207"/>
        <pc:sldMkLst>
          <pc:docMk/>
          <pc:sldMk cId="3387690770" sldId="1186"/>
        </pc:sldMkLst>
      </pc:sldChg>
      <pc:sldChg chg="addSp modSp add mod">
        <pc:chgData name="Matthieu GRALL" userId="cec3ba0d20552ff9" providerId="LiveId" clId="{7078BA1D-0DDB-4910-B890-79D7165836C1}" dt="2025-06-10T11:43:09.134" v="1901" actId="14100"/>
        <pc:sldMkLst>
          <pc:docMk/>
          <pc:sldMk cId="97801512" sldId="1187"/>
        </pc:sldMkLst>
      </pc:sldChg>
      <pc:sldChg chg="add del">
        <pc:chgData name="Matthieu GRALL" userId="cec3ba0d20552ff9" providerId="LiveId" clId="{7078BA1D-0DDB-4910-B890-79D7165836C1}" dt="2025-06-10T11:41:46.798" v="1893"/>
        <pc:sldMkLst>
          <pc:docMk/>
          <pc:sldMk cId="153465089" sldId="1188"/>
        </pc:sldMkLst>
      </pc:sldChg>
      <pc:sldChg chg="modSp add mod">
        <pc:chgData name="Matthieu GRALL" userId="cec3ba0d20552ff9" providerId="LiveId" clId="{7078BA1D-0DDB-4910-B890-79D7165836C1}" dt="2025-06-10T12:13:25.865" v="2432" actId="207"/>
        <pc:sldMkLst>
          <pc:docMk/>
          <pc:sldMk cId="3341420327" sldId="1188"/>
        </pc:sldMkLst>
      </pc:sldChg>
      <pc:sldChg chg="modSp add mod">
        <pc:chgData name="Matthieu GRALL" userId="cec3ba0d20552ff9" providerId="LiveId" clId="{7078BA1D-0DDB-4910-B890-79D7165836C1}" dt="2025-06-10T12:16:55.246" v="2505" actId="207"/>
        <pc:sldMkLst>
          <pc:docMk/>
          <pc:sldMk cId="163488838" sldId="1189"/>
        </pc:sldMkLst>
      </pc:sldChg>
      <pc:sldChg chg="modSp add mod">
        <pc:chgData name="Matthieu GRALL" userId="cec3ba0d20552ff9" providerId="LiveId" clId="{7078BA1D-0DDB-4910-B890-79D7165836C1}" dt="2025-06-11T13:35:04.979" v="2905" actId="207"/>
        <pc:sldMkLst>
          <pc:docMk/>
          <pc:sldMk cId="3798540051" sldId="1190"/>
        </pc:sldMkLst>
      </pc:sldChg>
      <pc:sldChg chg="modSp add mod">
        <pc:chgData name="Matthieu GRALL" userId="cec3ba0d20552ff9" providerId="LiveId" clId="{7078BA1D-0DDB-4910-B890-79D7165836C1}" dt="2025-06-11T13:36:02.508" v="3003" actId="20577"/>
        <pc:sldMkLst>
          <pc:docMk/>
          <pc:sldMk cId="3305127921" sldId="1191"/>
        </pc:sldMkLst>
      </pc:sldChg>
      <pc:sldChg chg="addSp modSp new mod">
        <pc:chgData name="Matthieu GRALL" userId="cec3ba0d20552ff9" providerId="LiveId" clId="{7078BA1D-0DDB-4910-B890-79D7165836C1}" dt="2025-06-15T16:03:41.569" v="7256" actId="1035"/>
        <pc:sldMkLst>
          <pc:docMk/>
          <pc:sldMk cId="1511483275" sldId="1192"/>
        </pc:sldMkLst>
      </pc:sldChg>
      <pc:sldChg chg="addSp delSp modSp add mod modAnim">
        <pc:chgData name="Matthieu GRALL" userId="cec3ba0d20552ff9" providerId="LiveId" clId="{7078BA1D-0DDB-4910-B890-79D7165836C1}" dt="2025-06-18T11:17:57.147" v="12432" actId="20577"/>
        <pc:sldMkLst>
          <pc:docMk/>
          <pc:sldMk cId="4234280186" sldId="1193"/>
        </pc:sldMkLst>
      </pc:sldChg>
      <pc:sldChg chg="delSp modSp add mod ord">
        <pc:chgData name="Matthieu GRALL" userId="cec3ba0d20552ff9" providerId="LiveId" clId="{7078BA1D-0DDB-4910-B890-79D7165836C1}" dt="2025-06-15T16:04:55.091" v="7269" actId="1035"/>
        <pc:sldMkLst>
          <pc:docMk/>
          <pc:sldMk cId="3277480339" sldId="1194"/>
        </pc:sldMkLst>
      </pc:sldChg>
      <pc:sldChg chg="addSp delSp modSp add mod">
        <pc:chgData name="Matthieu GRALL" userId="cec3ba0d20552ff9" providerId="LiveId" clId="{7078BA1D-0DDB-4910-B890-79D7165836C1}" dt="2025-06-15T15:10:08.891" v="5272" actId="20577"/>
        <pc:sldMkLst>
          <pc:docMk/>
          <pc:sldMk cId="822497607" sldId="1195"/>
        </pc:sldMkLst>
      </pc:sldChg>
      <pc:sldChg chg="modSp add mod">
        <pc:chgData name="Matthieu GRALL" userId="cec3ba0d20552ff9" providerId="LiveId" clId="{7078BA1D-0DDB-4910-B890-79D7165836C1}" dt="2025-06-15T15:11:37.238" v="5275" actId="207"/>
        <pc:sldMkLst>
          <pc:docMk/>
          <pc:sldMk cId="3913661462" sldId="1196"/>
        </pc:sldMkLst>
      </pc:sldChg>
      <pc:sldChg chg="modSp add mod">
        <pc:chgData name="Matthieu GRALL" userId="cec3ba0d20552ff9" providerId="LiveId" clId="{7078BA1D-0DDB-4910-B890-79D7165836C1}" dt="2025-06-15T15:13:12.675" v="5429" actId="20577"/>
        <pc:sldMkLst>
          <pc:docMk/>
          <pc:sldMk cId="3360419019" sldId="1197"/>
        </pc:sldMkLst>
      </pc:sldChg>
      <pc:sldChg chg="modSp add mod">
        <pc:chgData name="Matthieu GRALL" userId="cec3ba0d20552ff9" providerId="LiveId" clId="{7078BA1D-0DDB-4910-B890-79D7165836C1}" dt="2025-06-15T15:13:47.758" v="5435" actId="207"/>
        <pc:sldMkLst>
          <pc:docMk/>
          <pc:sldMk cId="1195988392" sldId="1198"/>
        </pc:sldMkLst>
      </pc:sldChg>
      <pc:sldChg chg="modSp add mod">
        <pc:chgData name="Matthieu GRALL" userId="cec3ba0d20552ff9" providerId="LiveId" clId="{7078BA1D-0DDB-4910-B890-79D7165836C1}" dt="2025-06-15T15:14:17.453" v="5440" actId="207"/>
        <pc:sldMkLst>
          <pc:docMk/>
          <pc:sldMk cId="2397080558" sldId="1199"/>
        </pc:sldMkLst>
      </pc:sldChg>
      <pc:sldChg chg="addSp modSp add mod modAnim">
        <pc:chgData name="Matthieu GRALL" userId="cec3ba0d20552ff9" providerId="LiveId" clId="{7078BA1D-0DDB-4910-B890-79D7165836C1}" dt="2025-06-17T12:01:51.892" v="11591" actId="6549"/>
        <pc:sldMkLst>
          <pc:docMk/>
          <pc:sldMk cId="1804294097" sldId="1200"/>
        </pc:sldMkLst>
      </pc:sldChg>
      <pc:sldChg chg="addSp modSp add mod modAnim">
        <pc:chgData name="Matthieu GRALL" userId="cec3ba0d20552ff9" providerId="LiveId" clId="{7078BA1D-0DDB-4910-B890-79D7165836C1}" dt="2025-06-17T09:33:38.139" v="9272"/>
        <pc:sldMkLst>
          <pc:docMk/>
          <pc:sldMk cId="1729227677" sldId="1201"/>
        </pc:sldMkLst>
      </pc:sldChg>
      <pc:sldChg chg="addSp delSp modSp new del mod modMedia modClrScheme delAnim chgLayout">
        <pc:chgData name="Matthieu GRALL" userId="cec3ba0d20552ff9" providerId="LiveId" clId="{7078BA1D-0DDB-4910-B890-79D7165836C1}" dt="2025-06-15T15:42:56.624" v="6513" actId="680"/>
        <pc:sldMkLst>
          <pc:docMk/>
          <pc:sldMk cId="2377010668" sldId="1201"/>
        </pc:sldMkLst>
      </pc:sldChg>
      <pc:sldChg chg="addSp delSp modSp add mod delAnim modAnim chgLayout">
        <pc:chgData name="Matthieu GRALL" userId="cec3ba0d20552ff9" providerId="LiveId" clId="{7078BA1D-0DDB-4910-B890-79D7165836C1}" dt="2025-06-17T10:43:14.761" v="10659"/>
        <pc:sldMkLst>
          <pc:docMk/>
          <pc:sldMk cId="3979384615" sldId="1202"/>
        </pc:sldMkLst>
      </pc:sldChg>
      <pc:sldChg chg="modSp add mod ord">
        <pc:chgData name="Matthieu GRALL" userId="cec3ba0d20552ff9" providerId="LiveId" clId="{7078BA1D-0DDB-4910-B890-79D7165836C1}" dt="2025-06-17T11:57:23.370" v="11558" actId="207"/>
        <pc:sldMkLst>
          <pc:docMk/>
          <pc:sldMk cId="2558161952" sldId="1203"/>
        </pc:sldMkLst>
      </pc:sldChg>
      <pc:sldChg chg="modSp new del mod">
        <pc:chgData name="Matthieu GRALL" userId="cec3ba0d20552ff9" providerId="LiveId" clId="{7078BA1D-0DDB-4910-B890-79D7165836C1}" dt="2025-06-17T09:33:58.543" v="9273" actId="47"/>
        <pc:sldMkLst>
          <pc:docMk/>
          <pc:sldMk cId="98071548" sldId="1204"/>
        </pc:sldMkLst>
      </pc:sldChg>
      <pc:sldChg chg="addSp delSp modSp new mod modClrScheme chgLayout">
        <pc:chgData name="Matthieu GRALL" userId="cec3ba0d20552ff9" providerId="LiveId" clId="{7078BA1D-0DDB-4910-B890-79D7165836C1}" dt="2025-06-17T10:39:35.916" v="10595" actId="113"/>
        <pc:sldMkLst>
          <pc:docMk/>
          <pc:sldMk cId="948610399" sldId="1204"/>
        </pc:sldMkLst>
      </pc:sldChg>
      <pc:sldChg chg="modSp add mod ord">
        <pc:chgData name="Matthieu GRALL" userId="cec3ba0d20552ff9" providerId="LiveId" clId="{7078BA1D-0DDB-4910-B890-79D7165836C1}" dt="2025-06-18T11:29:39.164" v="13330"/>
        <pc:sldMkLst>
          <pc:docMk/>
          <pc:sldMk cId="2070066827" sldId="1205"/>
        </pc:sldMkLst>
      </pc:sldChg>
      <pc:sldChg chg="addSp delSp modSp new mod">
        <pc:chgData name="Matthieu GRALL" userId="cec3ba0d20552ff9" providerId="LiveId" clId="{7078BA1D-0DDB-4910-B890-79D7165836C1}" dt="2025-06-17T10:39:51.302" v="10602" actId="20577"/>
        <pc:sldMkLst>
          <pc:docMk/>
          <pc:sldMk cId="759702808" sldId="1206"/>
        </pc:sldMkLst>
      </pc:sldChg>
      <pc:sldChg chg="addSp delSp modSp add mod">
        <pc:chgData name="Matthieu GRALL" userId="cec3ba0d20552ff9" providerId="LiveId" clId="{7078BA1D-0DDB-4910-B890-79D7165836C1}" dt="2025-06-17T12:03:42.483" v="11593" actId="207"/>
        <pc:sldMkLst>
          <pc:docMk/>
          <pc:sldMk cId="1688091984" sldId="1207"/>
        </pc:sldMkLst>
      </pc:sldChg>
      <pc:sldChg chg="addSp delSp modSp new mod modClrScheme chgLayout">
        <pc:chgData name="Matthieu GRALL" userId="cec3ba0d20552ff9" providerId="LiveId" clId="{7078BA1D-0DDB-4910-B890-79D7165836C1}" dt="2025-06-18T11:14:51.871" v="12332"/>
        <pc:sldMkLst>
          <pc:docMk/>
          <pc:sldMk cId="980172710" sldId="1208"/>
        </pc:sldMkLst>
      </pc:sldChg>
      <pc:sldChg chg="addSp delSp modSp add mod modAnim">
        <pc:chgData name="Matthieu GRALL" userId="cec3ba0d20552ff9" providerId="LiveId" clId="{7078BA1D-0DDB-4910-B890-79D7165836C1}" dt="2025-06-18T11:17:33.109" v="12412" actId="20577"/>
        <pc:sldMkLst>
          <pc:docMk/>
          <pc:sldMk cId="2771107871" sldId="1209"/>
        </pc:sldMkLst>
      </pc:sldChg>
      <pc:sldChg chg="delSp modSp add mod">
        <pc:chgData name="Matthieu GRALL" userId="cec3ba0d20552ff9" providerId="LiveId" clId="{7078BA1D-0DDB-4910-B890-79D7165836C1}" dt="2025-06-18T11:35:46.855" v="13576" actId="20577"/>
        <pc:sldMkLst>
          <pc:docMk/>
          <pc:sldMk cId="356817617" sldId="1210"/>
        </pc:sldMkLst>
      </pc:sldChg>
      <pc:sldChg chg="delSp modSp add mod">
        <pc:chgData name="Matthieu GRALL" userId="cec3ba0d20552ff9" providerId="LiveId" clId="{7078BA1D-0DDB-4910-B890-79D7165836C1}" dt="2025-06-18T14:28:06.526" v="17611" actId="20577"/>
        <pc:sldMkLst>
          <pc:docMk/>
          <pc:sldMk cId="974699618" sldId="1211"/>
        </pc:sldMkLst>
      </pc:sldChg>
      <pc:sldChg chg="modSp add del mod">
        <pc:chgData name="Matthieu GRALL" userId="cec3ba0d20552ff9" providerId="LiveId" clId="{7078BA1D-0DDB-4910-B890-79D7165836C1}" dt="2025-06-18T15:18:41.344" v="18752" actId="47"/>
        <pc:sldMkLst>
          <pc:docMk/>
          <pc:sldMk cId="4064584153" sldId="1212"/>
        </pc:sldMkLst>
      </pc:sldChg>
      <pc:sldChg chg="addSp delSp modSp new mod modClrScheme chgLayout">
        <pc:chgData name="Matthieu GRALL" userId="cec3ba0d20552ff9" providerId="LiveId" clId="{7078BA1D-0DDB-4910-B890-79D7165836C1}" dt="2025-06-18T15:02:29.106" v="18102" actId="693"/>
        <pc:sldMkLst>
          <pc:docMk/>
          <pc:sldMk cId="3433586656" sldId="1213"/>
        </pc:sldMkLst>
      </pc:sldChg>
      <pc:sldChg chg="addSp delSp modSp add mod ord">
        <pc:chgData name="Matthieu GRALL" userId="cec3ba0d20552ff9" providerId="LiveId" clId="{7078BA1D-0DDB-4910-B890-79D7165836C1}" dt="2025-06-18T13:02:22.285" v="15692" actId="20577"/>
        <pc:sldMkLst>
          <pc:docMk/>
          <pc:sldMk cId="4192932522" sldId="1214"/>
        </pc:sldMkLst>
      </pc:sldChg>
      <pc:sldChg chg="add del ord">
        <pc:chgData name="Matthieu GRALL" userId="cec3ba0d20552ff9" providerId="LiveId" clId="{7078BA1D-0DDB-4910-B890-79D7165836C1}" dt="2025-06-18T12:59:54.159" v="15676" actId="47"/>
        <pc:sldMkLst>
          <pc:docMk/>
          <pc:sldMk cId="2817370168" sldId="1215"/>
        </pc:sldMkLst>
      </pc:sldChg>
      <pc:sldChg chg="modSp add mod">
        <pc:chgData name="Matthieu GRALL" userId="cec3ba0d20552ff9" providerId="LiveId" clId="{7078BA1D-0DDB-4910-B890-79D7165836C1}" dt="2025-06-18T13:02:29.294" v="15696" actId="20577"/>
        <pc:sldMkLst>
          <pc:docMk/>
          <pc:sldMk cId="3515351350" sldId="1216"/>
        </pc:sldMkLst>
      </pc:sldChg>
      <pc:sldChg chg="addSp delSp modSp add mod">
        <pc:chgData name="Matthieu GRALL" userId="cec3ba0d20552ff9" providerId="LiveId" clId="{7078BA1D-0DDB-4910-B890-79D7165836C1}" dt="2025-06-18T13:04:50.788" v="15706" actId="1076"/>
        <pc:sldMkLst>
          <pc:docMk/>
          <pc:sldMk cId="2159966535" sldId="1217"/>
        </pc:sldMkLst>
      </pc:sldChg>
      <pc:sldChg chg="modSp add mod">
        <pc:chgData name="Matthieu GRALL" userId="cec3ba0d20552ff9" providerId="LiveId" clId="{7078BA1D-0DDB-4910-B890-79D7165836C1}" dt="2025-06-18T13:05:57.660" v="15726" actId="20577"/>
        <pc:sldMkLst>
          <pc:docMk/>
          <pc:sldMk cId="2937718740" sldId="1218"/>
        </pc:sldMkLst>
      </pc:sldChg>
      <pc:sldChg chg="addSp modSp new mod modAnim">
        <pc:chgData name="Matthieu GRALL" userId="cec3ba0d20552ff9" providerId="LiveId" clId="{7078BA1D-0DDB-4910-B890-79D7165836C1}" dt="2025-06-18T13:12:19.425" v="15840" actId="14734"/>
        <pc:sldMkLst>
          <pc:docMk/>
          <pc:sldMk cId="231365442" sldId="1219"/>
        </pc:sldMkLst>
      </pc:sldChg>
      <pc:sldChg chg="addSp delSp modSp new mod modClrScheme chgLayout">
        <pc:chgData name="Matthieu GRALL" userId="cec3ba0d20552ff9" providerId="LiveId" clId="{7078BA1D-0DDB-4910-B890-79D7165836C1}" dt="2025-06-18T14:08:56.434" v="16570" actId="1036"/>
        <pc:sldMkLst>
          <pc:docMk/>
          <pc:sldMk cId="1437233690" sldId="1220"/>
        </pc:sldMkLst>
      </pc:sldChg>
      <pc:sldChg chg="modSp add del">
        <pc:chgData name="Matthieu GRALL" userId="cec3ba0d20552ff9" providerId="LiveId" clId="{7078BA1D-0DDB-4910-B890-79D7165836C1}" dt="2025-06-18T13:39:03.406" v="16445" actId="47"/>
        <pc:sldMkLst>
          <pc:docMk/>
          <pc:sldMk cId="4271450164" sldId="1220"/>
        </pc:sldMkLst>
      </pc:sldChg>
      <pc:sldChg chg="addSp modSp new mod">
        <pc:chgData name="Matthieu GRALL" userId="cec3ba0d20552ff9" providerId="LiveId" clId="{7078BA1D-0DDB-4910-B890-79D7165836C1}" dt="2025-06-18T14:13:30.794" v="16688" actId="1035"/>
        <pc:sldMkLst>
          <pc:docMk/>
          <pc:sldMk cId="3622721403" sldId="1221"/>
        </pc:sldMkLst>
      </pc:sldChg>
      <pc:sldChg chg="addSp delSp modSp new mod ord modClrScheme chgLayout">
        <pc:chgData name="Matthieu GRALL" userId="cec3ba0d20552ff9" providerId="LiveId" clId="{7078BA1D-0DDB-4910-B890-79D7165836C1}" dt="2025-06-18T14:23:19.174" v="17347" actId="20577"/>
        <pc:sldMkLst>
          <pc:docMk/>
          <pc:sldMk cId="564264668" sldId="1222"/>
        </pc:sldMkLst>
      </pc:sldChg>
      <pc:sldChg chg="new del">
        <pc:chgData name="Matthieu GRALL" userId="cec3ba0d20552ff9" providerId="LiveId" clId="{7078BA1D-0DDB-4910-B890-79D7165836C1}" dt="2025-06-18T14:14:29.205" v="16692" actId="47"/>
        <pc:sldMkLst>
          <pc:docMk/>
          <pc:sldMk cId="2596709841" sldId="1222"/>
        </pc:sldMkLst>
      </pc:sldChg>
      <pc:sldChg chg="addSp delSp modSp new mod modClrScheme chgLayout">
        <pc:chgData name="Matthieu GRALL" userId="cec3ba0d20552ff9" providerId="LiveId" clId="{7078BA1D-0DDB-4910-B890-79D7165836C1}" dt="2025-06-18T14:27:10.368" v="17597" actId="478"/>
        <pc:sldMkLst>
          <pc:docMk/>
          <pc:sldMk cId="3402880619" sldId="1223"/>
        </pc:sldMkLst>
      </pc:sldChg>
      <pc:sldChg chg="addSp delSp modSp new mod modClrScheme chgLayout">
        <pc:chgData name="Matthieu GRALL" userId="cec3ba0d20552ff9" providerId="LiveId" clId="{7078BA1D-0DDB-4910-B890-79D7165836C1}" dt="2025-06-18T14:38:39.844" v="17737" actId="12"/>
        <pc:sldMkLst>
          <pc:docMk/>
          <pc:sldMk cId="286344147" sldId="1224"/>
        </pc:sldMkLst>
      </pc:sldChg>
      <pc:sldChg chg="addSp delSp modSp new mod">
        <pc:chgData name="Matthieu GRALL" userId="cec3ba0d20552ff9" providerId="LiveId" clId="{7078BA1D-0DDB-4910-B890-79D7165836C1}" dt="2025-06-18T15:18:31.364" v="18751" actId="121"/>
        <pc:sldMkLst>
          <pc:docMk/>
          <pc:sldMk cId="1869716879" sldId="1225"/>
        </pc:sldMkLst>
      </pc:sldChg>
      <pc:sldChg chg="addSp delSp modSp add mod">
        <pc:chgData name="Matthieu GRALL" userId="cec3ba0d20552ff9" providerId="LiveId" clId="{7078BA1D-0DDB-4910-B890-79D7165836C1}" dt="2025-06-18T15:21:20.250" v="18768" actId="14100"/>
        <pc:sldMkLst>
          <pc:docMk/>
          <pc:sldMk cId="3382028266" sldId="1226"/>
        </pc:sldMkLst>
      </pc:sldChg>
      <pc:sldMasterChg chg="addSp delSp modSp mod addSldLayout delSldLayout modSldLayout sldLayoutOrd">
        <pc:chgData name="Matthieu GRALL" userId="cec3ba0d20552ff9" providerId="LiveId" clId="{7078BA1D-0DDB-4910-B890-79D7165836C1}" dt="2025-06-18T14:44:46.679" v="17761" actId="20578"/>
        <pc:sldMasterMkLst>
          <pc:docMk/>
          <pc:sldMasterMk cId="748153411" sldId="2147483721"/>
        </pc:sldMasterMkLst>
        <pc:sldLayoutChg chg="addSp delSp modSp mod setBg">
          <pc:chgData name="Matthieu GRALL" userId="cec3ba0d20552ff9" providerId="LiveId" clId="{7078BA1D-0DDB-4910-B890-79D7165836C1}" dt="2025-06-11T13:33:47.281" v="2902"/>
          <pc:sldLayoutMkLst>
            <pc:docMk/>
            <pc:sldMasterMk cId="748153411" sldId="2147483721"/>
            <pc:sldLayoutMk cId="1519146020" sldId="2147483722"/>
          </pc:sldLayoutMkLst>
        </pc:sldLayoutChg>
        <pc:sldLayoutChg chg="addSp delSp modSp mod ord setBg">
          <pc:chgData name="Matthieu GRALL" userId="cec3ba0d20552ff9" providerId="LiveId" clId="{7078BA1D-0DDB-4910-B890-79D7165836C1}" dt="2025-06-11T13:33:05.052" v="2899"/>
          <pc:sldLayoutMkLst>
            <pc:docMk/>
            <pc:sldMasterMk cId="748153411" sldId="2147483721"/>
            <pc:sldLayoutMk cId="2359847446" sldId="2147483723"/>
          </pc:sldLayoutMkLst>
        </pc:sldLayoutChg>
        <pc:sldLayoutChg chg="addSp delSp modSp mod ord">
          <pc:chgData name="Matthieu GRALL" userId="cec3ba0d20552ff9" providerId="LiveId" clId="{7078BA1D-0DDB-4910-B890-79D7165836C1}" dt="2025-06-10T11:19:01.080" v="1606"/>
          <pc:sldLayoutMkLst>
            <pc:docMk/>
            <pc:sldMasterMk cId="748153411" sldId="2147483721"/>
            <pc:sldLayoutMk cId="2605277287" sldId="2147483725"/>
          </pc:sldLayoutMkLst>
        </pc:sldLayoutChg>
        <pc:sldLayoutChg chg="addSp delSp modSp mod setBg">
          <pc:chgData name="Matthieu GRALL" userId="cec3ba0d20552ff9" providerId="LiveId" clId="{7078BA1D-0DDB-4910-B890-79D7165836C1}" dt="2025-06-11T13:33:18.172" v="2900"/>
          <pc:sldLayoutMkLst>
            <pc:docMk/>
            <pc:sldMasterMk cId="748153411" sldId="2147483721"/>
            <pc:sldLayoutMk cId="1146305045" sldId="2147483727"/>
          </pc:sldLayoutMkLst>
        </pc:sldLayoutChg>
        <pc:sldLayoutChg chg="del">
          <pc:chgData name="Matthieu GRALL" userId="cec3ba0d20552ff9" providerId="LiveId" clId="{7078BA1D-0DDB-4910-B890-79D7165836C1}" dt="2025-06-10T08:53:23.644" v="90" actId="47"/>
          <pc:sldLayoutMkLst>
            <pc:docMk/>
            <pc:sldMasterMk cId="748153411" sldId="2147483721"/>
            <pc:sldLayoutMk cId="2459948635" sldId="2147483733"/>
          </pc:sldLayoutMkLst>
        </pc:sldLayoutChg>
        <pc:sldLayoutChg chg="del">
          <pc:chgData name="Matthieu GRALL" userId="cec3ba0d20552ff9" providerId="LiveId" clId="{7078BA1D-0DDB-4910-B890-79D7165836C1}" dt="2025-06-11T14:37:09.017" v="4232" actId="47"/>
          <pc:sldLayoutMkLst>
            <pc:docMk/>
            <pc:sldMasterMk cId="748153411" sldId="2147483721"/>
            <pc:sldLayoutMk cId="251330536" sldId="2147483734"/>
          </pc:sldLayoutMkLst>
        </pc:sldLayoutChg>
        <pc:sldLayoutChg chg="del">
          <pc:chgData name="Matthieu GRALL" userId="cec3ba0d20552ff9" providerId="LiveId" clId="{7078BA1D-0DDB-4910-B890-79D7165836C1}" dt="2025-06-15T15:14:03.252" v="5438" actId="47"/>
          <pc:sldLayoutMkLst>
            <pc:docMk/>
            <pc:sldMasterMk cId="748153411" sldId="2147483721"/>
            <pc:sldLayoutMk cId="2100265317" sldId="2147483735"/>
          </pc:sldLayoutMkLst>
        </pc:sldLayoutChg>
        <pc:sldLayoutChg chg="del">
          <pc:chgData name="Matthieu GRALL" userId="cec3ba0d20552ff9" providerId="LiveId" clId="{7078BA1D-0DDB-4910-B890-79D7165836C1}" dt="2025-06-18T11:55:05.384" v="14933" actId="47"/>
          <pc:sldLayoutMkLst>
            <pc:docMk/>
            <pc:sldMasterMk cId="748153411" sldId="2147483721"/>
            <pc:sldLayoutMk cId="1341502579" sldId="2147483736"/>
          </pc:sldLayoutMkLst>
        </pc:sldLayoutChg>
        <pc:sldLayoutChg chg="del">
          <pc:chgData name="Matthieu GRALL" userId="cec3ba0d20552ff9" providerId="LiveId" clId="{7078BA1D-0DDB-4910-B890-79D7165836C1}" dt="2025-06-18T11:55:20.328" v="14935" actId="47"/>
          <pc:sldLayoutMkLst>
            <pc:docMk/>
            <pc:sldMasterMk cId="748153411" sldId="2147483721"/>
            <pc:sldLayoutMk cId="1471667165" sldId="2147483737"/>
          </pc:sldLayoutMkLst>
        </pc:sldLayoutChg>
        <pc:sldLayoutChg chg="del">
          <pc:chgData name="Matthieu GRALL" userId="cec3ba0d20552ff9" providerId="LiveId" clId="{7078BA1D-0DDB-4910-B890-79D7165836C1}" dt="2025-06-18T12:33:55.636" v="15161" actId="2696"/>
          <pc:sldLayoutMkLst>
            <pc:docMk/>
            <pc:sldMasterMk cId="748153411" sldId="2147483721"/>
            <pc:sldLayoutMk cId="3470205641" sldId="2147483738"/>
          </pc:sldLayoutMkLst>
        </pc:sldLayoutChg>
        <pc:sldLayoutChg chg="addSp modSp del mod">
          <pc:chgData name="Matthieu GRALL" userId="cec3ba0d20552ff9" providerId="LiveId" clId="{7078BA1D-0DDB-4910-B890-79D7165836C1}" dt="2025-06-18T14:37:32.753" v="17730" actId="47"/>
          <pc:sldLayoutMkLst>
            <pc:docMk/>
            <pc:sldMasterMk cId="748153411" sldId="2147483721"/>
            <pc:sldLayoutMk cId="2297339356" sldId="2147483739"/>
          </pc:sldLayoutMkLst>
        </pc:sldLayoutChg>
        <pc:sldLayoutChg chg="del">
          <pc:chgData name="Matthieu GRALL" userId="cec3ba0d20552ff9" providerId="LiveId" clId="{7078BA1D-0DDB-4910-B890-79D7165836C1}" dt="2025-06-18T11:29:45.654" v="13331" actId="47"/>
          <pc:sldLayoutMkLst>
            <pc:docMk/>
            <pc:sldMasterMk cId="748153411" sldId="2147483721"/>
            <pc:sldLayoutMk cId="345773762" sldId="2147483740"/>
          </pc:sldLayoutMkLst>
        </pc:sldLayoutChg>
        <pc:sldLayoutChg chg="del">
          <pc:chgData name="Matthieu GRALL" userId="cec3ba0d20552ff9" providerId="LiveId" clId="{7078BA1D-0DDB-4910-B890-79D7165836C1}" dt="2025-06-18T12:02:13.282" v="14986" actId="47"/>
          <pc:sldLayoutMkLst>
            <pc:docMk/>
            <pc:sldMasterMk cId="748153411" sldId="2147483721"/>
            <pc:sldLayoutMk cId="1500837014" sldId="2147483741"/>
          </pc:sldLayoutMkLst>
        </pc:sldLayoutChg>
        <pc:sldLayoutChg chg="add del">
          <pc:chgData name="Matthieu GRALL" userId="cec3ba0d20552ff9" providerId="LiveId" clId="{7078BA1D-0DDB-4910-B890-79D7165836C1}" dt="2025-06-18T12:38:37.284" v="15169" actId="47"/>
          <pc:sldLayoutMkLst>
            <pc:docMk/>
            <pc:sldMasterMk cId="748153411" sldId="2147483721"/>
            <pc:sldLayoutMk cId="913402846" sldId="2147483742"/>
          </pc:sldLayoutMkLst>
        </pc:sldLayoutChg>
        <pc:sldLayoutChg chg="del">
          <pc:chgData name="Matthieu GRALL" userId="cec3ba0d20552ff9" providerId="LiveId" clId="{7078BA1D-0DDB-4910-B890-79D7165836C1}" dt="2025-06-18T12:02:30.083" v="14987" actId="47"/>
          <pc:sldLayoutMkLst>
            <pc:docMk/>
            <pc:sldMasterMk cId="748153411" sldId="2147483721"/>
            <pc:sldLayoutMk cId="2756682132" sldId="2147483743"/>
          </pc:sldLayoutMkLst>
        </pc:sldLayoutChg>
        <pc:sldLayoutChg chg="del">
          <pc:chgData name="Matthieu GRALL" userId="cec3ba0d20552ff9" providerId="LiveId" clId="{7078BA1D-0DDB-4910-B890-79D7165836C1}" dt="2025-06-18T12:39:34.006" v="15170" actId="2696"/>
          <pc:sldLayoutMkLst>
            <pc:docMk/>
            <pc:sldMasterMk cId="748153411" sldId="2147483721"/>
            <pc:sldLayoutMk cId="2878666040" sldId="2147483744"/>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1809160588" sldId="2147483745"/>
          </pc:sldLayoutMkLst>
        </pc:sldLayoutChg>
        <pc:sldLayoutChg chg="addSp modSp">
          <pc:chgData name="Matthieu GRALL" userId="cec3ba0d20552ff9" providerId="LiveId" clId="{7078BA1D-0DDB-4910-B890-79D7165836C1}" dt="2025-06-18T14:33:53.717" v="17648"/>
          <pc:sldLayoutMkLst>
            <pc:docMk/>
            <pc:sldMasterMk cId="748153411" sldId="2147483721"/>
            <pc:sldLayoutMk cId="585920764" sldId="2147483746"/>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368449062" sldId="2147483747"/>
          </pc:sldLayoutMkLst>
        </pc:sldLayoutChg>
        <pc:sldLayoutChg chg="del">
          <pc:chgData name="Matthieu GRALL" userId="cec3ba0d20552ff9" providerId="LiveId" clId="{7078BA1D-0DDB-4910-B890-79D7165836C1}" dt="2025-06-18T12:03:49.796" v="15008" actId="47"/>
          <pc:sldLayoutMkLst>
            <pc:docMk/>
            <pc:sldMasterMk cId="748153411" sldId="2147483721"/>
            <pc:sldLayoutMk cId="441953070" sldId="2147483748"/>
          </pc:sldLayoutMkLst>
        </pc:sldLayoutChg>
        <pc:sldLayoutChg chg="del">
          <pc:chgData name="Matthieu GRALL" userId="cec3ba0d20552ff9" providerId="LiveId" clId="{7078BA1D-0DDB-4910-B890-79D7165836C1}" dt="2025-06-18T12:03:45.025" v="15006" actId="47"/>
          <pc:sldLayoutMkLst>
            <pc:docMk/>
            <pc:sldMasterMk cId="748153411" sldId="2147483721"/>
            <pc:sldLayoutMk cId="417506514" sldId="2147483749"/>
          </pc:sldLayoutMkLst>
        </pc:sldLayoutChg>
        <pc:sldLayoutChg chg="addSp delSp modSp mod">
          <pc:chgData name="Matthieu GRALL" userId="cec3ba0d20552ff9" providerId="LiveId" clId="{7078BA1D-0DDB-4910-B890-79D7165836C1}" dt="2025-06-10T11:18:54.673" v="1604"/>
          <pc:sldLayoutMkLst>
            <pc:docMk/>
            <pc:sldMasterMk cId="748153411" sldId="2147483721"/>
            <pc:sldLayoutMk cId="830565857" sldId="2147483752"/>
          </pc:sldLayoutMkLst>
        </pc:sldLayoutChg>
        <pc:sldLayoutChg chg="addSp delSp modSp mod">
          <pc:chgData name="Matthieu GRALL" userId="cec3ba0d20552ff9" providerId="LiveId" clId="{7078BA1D-0DDB-4910-B890-79D7165836C1}" dt="2025-06-10T09:19:15.954" v="240" actId="122"/>
          <pc:sldLayoutMkLst>
            <pc:docMk/>
            <pc:sldMasterMk cId="748153411" sldId="2147483721"/>
            <pc:sldLayoutMk cId="1318496155" sldId="2147483754"/>
          </pc:sldLayoutMkLst>
        </pc:sldLayoutChg>
        <pc:sldLayoutChg chg="addSp delSp modSp mod">
          <pc:chgData name="Matthieu GRALL" userId="cec3ba0d20552ff9" providerId="LiveId" clId="{7078BA1D-0DDB-4910-B890-79D7165836C1}" dt="2025-06-10T11:19:06.433" v="1608"/>
          <pc:sldLayoutMkLst>
            <pc:docMk/>
            <pc:sldMasterMk cId="748153411" sldId="2147483721"/>
            <pc:sldLayoutMk cId="1113034847" sldId="2147483755"/>
          </pc:sldLayoutMkLst>
        </pc:sldLayoutChg>
        <pc:sldLayoutChg chg="add mod modTransition setBg">
          <pc:chgData name="Matthieu GRALL" userId="cec3ba0d20552ff9" providerId="LiveId" clId="{7078BA1D-0DDB-4910-B890-79D7165836C1}" dt="2025-06-11T13:33:32.359" v="2901"/>
          <pc:sldLayoutMkLst>
            <pc:docMk/>
            <pc:sldMasterMk cId="748153411" sldId="2147483721"/>
            <pc:sldLayoutMk cId="3566100743" sldId="2147483756"/>
          </pc:sldLayoutMkLst>
        </pc:sldLayoutChg>
        <pc:sldLayoutChg chg="addSp modSp del">
          <pc:chgData name="Matthieu GRALL" userId="cec3ba0d20552ff9" providerId="LiveId" clId="{7078BA1D-0DDB-4910-B890-79D7165836C1}" dt="2025-06-18T14:38:47.813" v="17738" actId="47"/>
          <pc:sldLayoutMkLst>
            <pc:docMk/>
            <pc:sldMasterMk cId="748153411" sldId="2147483721"/>
            <pc:sldLayoutMk cId="2813849794" sldId="2147483757"/>
          </pc:sldLayoutMkLst>
        </pc:sldLayoutChg>
        <pc:sldLayoutChg chg="addSp delSp modSp mod ord">
          <pc:chgData name="Matthieu GRALL" userId="cec3ba0d20552ff9" providerId="LiveId" clId="{7078BA1D-0DDB-4910-B890-79D7165836C1}" dt="2025-06-18T14:44:46.679" v="17761" actId="20578"/>
          <pc:sldLayoutMkLst>
            <pc:docMk/>
            <pc:sldMasterMk cId="748153411" sldId="2147483721"/>
            <pc:sldLayoutMk cId="2162393766" sldId="2147483758"/>
          </pc:sldLayoutMkLst>
        </pc:sldLayoutChg>
        <pc:sldLayoutChg chg="del">
          <pc:chgData name="Matthieu GRALL" userId="cec3ba0d20552ff9" providerId="LiveId" clId="{7078BA1D-0DDB-4910-B890-79D7165836C1}" dt="2025-06-18T13:05:41.687" v="15716" actId="47"/>
          <pc:sldLayoutMkLst>
            <pc:docMk/>
            <pc:sldMasterMk cId="748153411" sldId="2147483721"/>
            <pc:sldLayoutMk cId="151138760" sldId="2147483759"/>
          </pc:sldLayoutMkLst>
        </pc:sldLayoutChg>
        <pc:sldLayoutChg chg="del">
          <pc:chgData name="Matthieu GRALL" userId="cec3ba0d20552ff9" providerId="LiveId" clId="{7078BA1D-0DDB-4910-B890-79D7165836C1}" dt="2025-06-18T12:41:03.971" v="15181" actId="47"/>
          <pc:sldLayoutMkLst>
            <pc:docMk/>
            <pc:sldMasterMk cId="748153411" sldId="2147483721"/>
            <pc:sldLayoutMk cId="4165139927" sldId="2147483760"/>
          </pc:sldLayoutMkLst>
        </pc:sldLayoutChg>
      </pc:sldMasterChg>
    </pc:docChg>
  </pc:docChgLst>
  <pc:docChgLst>
    <pc:chgData name="Matthieu GRALL" userId="cec3ba0d20552ff9" providerId="LiveId" clId="{0E100F18-ECE0-4624-BED4-5B60467EF4AA}"/>
    <pc:docChg chg="undo redo custSel addSld delSld modSld sldOrd modMainMaster delSection modSection">
      <pc:chgData name="Matthieu GRALL" userId="cec3ba0d20552ff9" providerId="LiveId" clId="{0E100F18-ECE0-4624-BED4-5B60467EF4AA}" dt="2025-03-11T16:33:54.641" v="18699" actId="1035"/>
      <pc:docMkLst>
        <pc:docMk/>
      </pc:docMkLst>
      <pc:sldChg chg="del">
        <pc:chgData name="Matthieu GRALL" userId="cec3ba0d20552ff9" providerId="LiveId" clId="{0E100F18-ECE0-4624-BED4-5B60467EF4AA}" dt="2025-03-07T08:23:30.260" v="9873" actId="47"/>
        <pc:sldMkLst>
          <pc:docMk/>
          <pc:sldMk cId="4212917468" sldId="260"/>
        </pc:sldMkLst>
      </pc:sldChg>
      <pc:sldChg chg="del">
        <pc:chgData name="Matthieu GRALL" userId="cec3ba0d20552ff9" providerId="LiveId" clId="{0E100F18-ECE0-4624-BED4-5B60467EF4AA}" dt="2025-03-07T08:23:32.630" v="9874" actId="47"/>
        <pc:sldMkLst>
          <pc:docMk/>
          <pc:sldMk cId="1527386939" sldId="261"/>
        </pc:sldMkLst>
      </pc:sldChg>
      <pc:sldChg chg="del">
        <pc:chgData name="Matthieu GRALL" userId="cec3ba0d20552ff9" providerId="LiveId" clId="{0E100F18-ECE0-4624-BED4-5B60467EF4AA}" dt="2025-03-07T08:23:20.328" v="9871" actId="47"/>
        <pc:sldMkLst>
          <pc:docMk/>
          <pc:sldMk cId="2563119616" sldId="265"/>
        </pc:sldMkLst>
      </pc:sldChg>
      <pc:sldChg chg="del">
        <pc:chgData name="Matthieu GRALL" userId="cec3ba0d20552ff9" providerId="LiveId" clId="{0E100F18-ECE0-4624-BED4-5B60467EF4AA}" dt="2025-03-07T08:23:18.887" v="9870" actId="47"/>
        <pc:sldMkLst>
          <pc:docMk/>
          <pc:sldMk cId="2721508595" sldId="266"/>
        </pc:sldMkLst>
      </pc:sldChg>
      <pc:sldChg chg="del">
        <pc:chgData name="Matthieu GRALL" userId="cec3ba0d20552ff9" providerId="LiveId" clId="{0E100F18-ECE0-4624-BED4-5B60467EF4AA}" dt="2025-03-07T08:23:22.294" v="9872" actId="47"/>
        <pc:sldMkLst>
          <pc:docMk/>
          <pc:sldMk cId="2124184508" sldId="399"/>
        </pc:sldMkLst>
      </pc:sldChg>
      <pc:sldChg chg="addSp delSp modSp mod">
        <pc:chgData name="Matthieu GRALL" userId="cec3ba0d20552ff9" providerId="LiveId" clId="{0E100F18-ECE0-4624-BED4-5B60467EF4AA}" dt="2025-02-26T13:59:55.156" v="1148" actId="478"/>
        <pc:sldMkLst>
          <pc:docMk/>
          <pc:sldMk cId="83597079" sldId="403"/>
        </pc:sldMkLst>
      </pc:sldChg>
      <pc:sldChg chg="del ord">
        <pc:chgData name="Matthieu GRALL" userId="cec3ba0d20552ff9" providerId="LiveId" clId="{0E100F18-ECE0-4624-BED4-5B60467EF4AA}" dt="2025-02-26T11:17:09.698" v="634" actId="47"/>
        <pc:sldMkLst>
          <pc:docMk/>
          <pc:sldMk cId="890861264" sldId="473"/>
        </pc:sldMkLst>
      </pc:sldChg>
      <pc:sldChg chg="addSp delSp modSp mod">
        <pc:chgData name="Matthieu GRALL" userId="cec3ba0d20552ff9" providerId="LiveId" clId="{0E100F18-ECE0-4624-BED4-5B60467EF4AA}" dt="2025-02-26T13:56:20.074" v="1131"/>
        <pc:sldMkLst>
          <pc:docMk/>
          <pc:sldMk cId="692695152" sldId="517"/>
        </pc:sldMkLst>
      </pc:sldChg>
      <pc:sldChg chg="del">
        <pc:chgData name="Matthieu GRALL" userId="cec3ba0d20552ff9" providerId="LiveId" clId="{0E100F18-ECE0-4624-BED4-5B60467EF4AA}" dt="2025-03-02T12:52:45.437" v="4888" actId="47"/>
        <pc:sldMkLst>
          <pc:docMk/>
          <pc:sldMk cId="0" sldId="539"/>
        </pc:sldMkLst>
      </pc:sldChg>
      <pc:sldChg chg="del">
        <pc:chgData name="Matthieu GRALL" userId="cec3ba0d20552ff9" providerId="LiveId" clId="{0E100F18-ECE0-4624-BED4-5B60467EF4AA}" dt="2025-03-02T12:52:50.377" v="4890" actId="47"/>
        <pc:sldMkLst>
          <pc:docMk/>
          <pc:sldMk cId="0" sldId="571"/>
        </pc:sldMkLst>
      </pc:sldChg>
      <pc:sldChg chg="addSp delSp modSp mod">
        <pc:chgData name="Matthieu GRALL" userId="cec3ba0d20552ff9" providerId="LiveId" clId="{0E100F18-ECE0-4624-BED4-5B60467EF4AA}" dt="2025-02-26T13:54:27.031" v="1122"/>
        <pc:sldMkLst>
          <pc:docMk/>
          <pc:sldMk cId="234962203" sldId="603"/>
        </pc:sldMkLst>
      </pc:sldChg>
      <pc:sldChg chg="addSp delSp modSp mod">
        <pc:chgData name="Matthieu GRALL" userId="cec3ba0d20552ff9" providerId="LiveId" clId="{0E100F18-ECE0-4624-BED4-5B60467EF4AA}" dt="2025-02-26T13:54:18.075" v="1120"/>
        <pc:sldMkLst>
          <pc:docMk/>
          <pc:sldMk cId="1633259239" sldId="614"/>
        </pc:sldMkLst>
      </pc:sldChg>
      <pc:sldChg chg="modSp del mod ord">
        <pc:chgData name="Matthieu GRALL" userId="cec3ba0d20552ff9" providerId="LiveId" clId="{0E100F18-ECE0-4624-BED4-5B60467EF4AA}" dt="2025-02-26T16:25:44.318" v="1406" actId="47"/>
        <pc:sldMkLst>
          <pc:docMk/>
          <pc:sldMk cId="385491090" sldId="628"/>
        </pc:sldMkLst>
      </pc:sldChg>
      <pc:sldChg chg="ord">
        <pc:chgData name="Matthieu GRALL" userId="cec3ba0d20552ff9" providerId="LiveId" clId="{0E100F18-ECE0-4624-BED4-5B60467EF4AA}" dt="2025-03-02T13:40:40.240" v="5762"/>
        <pc:sldMkLst>
          <pc:docMk/>
          <pc:sldMk cId="2311874465" sldId="632"/>
        </pc:sldMkLst>
      </pc:sldChg>
      <pc:sldChg chg="ord">
        <pc:chgData name="Matthieu GRALL" userId="cec3ba0d20552ff9" providerId="LiveId" clId="{0E100F18-ECE0-4624-BED4-5B60467EF4AA}" dt="2025-03-02T13:40:40.240" v="5762"/>
        <pc:sldMkLst>
          <pc:docMk/>
          <pc:sldMk cId="719667479" sldId="633"/>
        </pc:sldMkLst>
      </pc:sldChg>
      <pc:sldChg chg="ord">
        <pc:chgData name="Matthieu GRALL" userId="cec3ba0d20552ff9" providerId="LiveId" clId="{0E100F18-ECE0-4624-BED4-5B60467EF4AA}" dt="2025-03-02T13:40:40.240" v="5762"/>
        <pc:sldMkLst>
          <pc:docMk/>
          <pc:sldMk cId="2202489299" sldId="636"/>
        </pc:sldMkLst>
      </pc:sldChg>
      <pc:sldChg chg="add del ord">
        <pc:chgData name="Matthieu GRALL" userId="cec3ba0d20552ff9" providerId="LiveId" clId="{0E100F18-ECE0-4624-BED4-5B60467EF4AA}" dt="2025-03-07T08:22:51.990" v="9869" actId="47"/>
        <pc:sldMkLst>
          <pc:docMk/>
          <pc:sldMk cId="3298835741" sldId="639"/>
        </pc:sldMkLst>
      </pc:sldChg>
      <pc:sldChg chg="ord">
        <pc:chgData name="Matthieu GRALL" userId="cec3ba0d20552ff9" providerId="LiveId" clId="{0E100F18-ECE0-4624-BED4-5B60467EF4AA}" dt="2025-03-02T13:40:40.240" v="5762"/>
        <pc:sldMkLst>
          <pc:docMk/>
          <pc:sldMk cId="4201772039" sldId="640"/>
        </pc:sldMkLst>
      </pc:sldChg>
      <pc:sldChg chg="ord">
        <pc:chgData name="Matthieu GRALL" userId="cec3ba0d20552ff9" providerId="LiveId" clId="{0E100F18-ECE0-4624-BED4-5B60467EF4AA}" dt="2025-03-02T13:40:40.240" v="5762"/>
        <pc:sldMkLst>
          <pc:docMk/>
          <pc:sldMk cId="2117377091" sldId="641"/>
        </pc:sldMkLst>
      </pc:sldChg>
      <pc:sldChg chg="del">
        <pc:chgData name="Matthieu GRALL" userId="cec3ba0d20552ff9" providerId="LiveId" clId="{0E100F18-ECE0-4624-BED4-5B60467EF4AA}" dt="2025-03-02T13:34:38.809" v="5733" actId="47"/>
        <pc:sldMkLst>
          <pc:docMk/>
          <pc:sldMk cId="3710525289" sldId="653"/>
        </pc:sldMkLst>
      </pc:sldChg>
      <pc:sldChg chg="del">
        <pc:chgData name="Matthieu GRALL" userId="cec3ba0d20552ff9" providerId="LiveId" clId="{0E100F18-ECE0-4624-BED4-5B60467EF4AA}" dt="2025-03-02T13:35:02.409" v="5734" actId="47"/>
        <pc:sldMkLst>
          <pc:docMk/>
          <pc:sldMk cId="839019600" sldId="654"/>
        </pc:sldMkLst>
      </pc:sldChg>
      <pc:sldChg chg="del">
        <pc:chgData name="Matthieu GRALL" userId="cec3ba0d20552ff9" providerId="LiveId" clId="{0E100F18-ECE0-4624-BED4-5B60467EF4AA}" dt="2025-03-02T13:35:06.489" v="5735" actId="47"/>
        <pc:sldMkLst>
          <pc:docMk/>
          <pc:sldMk cId="1238191271" sldId="655"/>
        </pc:sldMkLst>
      </pc:sldChg>
      <pc:sldChg chg="del">
        <pc:chgData name="Matthieu GRALL" userId="cec3ba0d20552ff9" providerId="LiveId" clId="{0E100F18-ECE0-4624-BED4-5B60467EF4AA}" dt="2025-03-02T13:35:45.747" v="5743" actId="47"/>
        <pc:sldMkLst>
          <pc:docMk/>
          <pc:sldMk cId="138146257" sldId="656"/>
        </pc:sldMkLst>
      </pc:sldChg>
      <pc:sldChg chg="del">
        <pc:chgData name="Matthieu GRALL" userId="cec3ba0d20552ff9" providerId="LiveId" clId="{0E100F18-ECE0-4624-BED4-5B60467EF4AA}" dt="2025-03-02T13:35:50.364" v="5744" actId="47"/>
        <pc:sldMkLst>
          <pc:docMk/>
          <pc:sldMk cId="1087646427" sldId="657"/>
        </pc:sldMkLst>
      </pc:sldChg>
      <pc:sldChg chg="del">
        <pc:chgData name="Matthieu GRALL" userId="cec3ba0d20552ff9" providerId="LiveId" clId="{0E100F18-ECE0-4624-BED4-5B60467EF4AA}" dt="2025-03-02T12:53:20.967" v="4902" actId="47"/>
        <pc:sldMkLst>
          <pc:docMk/>
          <pc:sldMk cId="0" sldId="670"/>
        </pc:sldMkLst>
      </pc:sldChg>
      <pc:sldChg chg="del">
        <pc:chgData name="Matthieu GRALL" userId="cec3ba0d20552ff9" providerId="LiveId" clId="{0E100F18-ECE0-4624-BED4-5B60467EF4AA}" dt="2025-03-02T13:36:56.131" v="5753" actId="47"/>
        <pc:sldMkLst>
          <pc:docMk/>
          <pc:sldMk cId="0" sldId="671"/>
        </pc:sldMkLst>
      </pc:sldChg>
      <pc:sldChg chg="ord">
        <pc:chgData name="Matthieu GRALL" userId="cec3ba0d20552ff9" providerId="LiveId" clId="{0E100F18-ECE0-4624-BED4-5B60467EF4AA}" dt="2025-03-02T13:40:40.240" v="5762"/>
        <pc:sldMkLst>
          <pc:docMk/>
          <pc:sldMk cId="3302985641" sldId="717"/>
        </pc:sldMkLst>
      </pc:sldChg>
      <pc:sldChg chg="del">
        <pc:chgData name="Matthieu GRALL" userId="cec3ba0d20552ff9" providerId="LiveId" clId="{0E100F18-ECE0-4624-BED4-5B60467EF4AA}" dt="2025-03-02T13:34:08.388" v="5732" actId="47"/>
        <pc:sldMkLst>
          <pc:docMk/>
          <pc:sldMk cId="2414103249" sldId="719"/>
        </pc:sldMkLst>
      </pc:sldChg>
      <pc:sldChg chg="del">
        <pc:chgData name="Matthieu GRALL" userId="cec3ba0d20552ff9" providerId="LiveId" clId="{0E100F18-ECE0-4624-BED4-5B60467EF4AA}" dt="2025-03-02T13:35:38.054" v="5737" actId="47"/>
        <pc:sldMkLst>
          <pc:docMk/>
          <pc:sldMk cId="788979947" sldId="720"/>
        </pc:sldMkLst>
      </pc:sldChg>
      <pc:sldChg chg="modSp mod">
        <pc:chgData name="Matthieu GRALL" userId="cec3ba0d20552ff9" providerId="LiveId" clId="{0E100F18-ECE0-4624-BED4-5B60467EF4AA}" dt="2025-02-26T13:54:33.733" v="1123" actId="122"/>
        <pc:sldMkLst>
          <pc:docMk/>
          <pc:sldMk cId="2541567254" sldId="746"/>
        </pc:sldMkLst>
      </pc:sldChg>
      <pc:sldChg chg="modSp mod">
        <pc:chgData name="Matthieu GRALL" userId="cec3ba0d20552ff9" providerId="LiveId" clId="{0E100F18-ECE0-4624-BED4-5B60467EF4AA}" dt="2025-02-26T13:53:27.617" v="1112" actId="122"/>
        <pc:sldMkLst>
          <pc:docMk/>
          <pc:sldMk cId="2045758897" sldId="747"/>
        </pc:sldMkLst>
      </pc:sldChg>
      <pc:sldChg chg="add del ord">
        <pc:chgData name="Matthieu GRALL" userId="cec3ba0d20552ff9" providerId="LiveId" clId="{0E100F18-ECE0-4624-BED4-5B60467EF4AA}" dt="2025-03-02T13:40:40.240" v="5762"/>
        <pc:sldMkLst>
          <pc:docMk/>
          <pc:sldMk cId="1101431967" sldId="750"/>
        </pc:sldMkLst>
      </pc:sldChg>
      <pc:sldChg chg="del">
        <pc:chgData name="Matthieu GRALL" userId="cec3ba0d20552ff9" providerId="LiveId" clId="{0E100F18-ECE0-4624-BED4-5B60467EF4AA}" dt="2025-03-02T13:33:23.098" v="5727" actId="47"/>
        <pc:sldMkLst>
          <pc:docMk/>
          <pc:sldMk cId="3939412502" sldId="751"/>
        </pc:sldMkLst>
      </pc:sldChg>
      <pc:sldChg chg="del">
        <pc:chgData name="Matthieu GRALL" userId="cec3ba0d20552ff9" providerId="LiveId" clId="{0E100F18-ECE0-4624-BED4-5B60467EF4AA}" dt="2025-03-02T13:33:10.593" v="5726" actId="47"/>
        <pc:sldMkLst>
          <pc:docMk/>
          <pc:sldMk cId="2650247147" sldId="752"/>
        </pc:sldMkLst>
      </pc:sldChg>
      <pc:sldChg chg="del">
        <pc:chgData name="Matthieu GRALL" userId="cec3ba0d20552ff9" providerId="LiveId" clId="{0E100F18-ECE0-4624-BED4-5B60467EF4AA}" dt="2025-03-02T13:33:37.053" v="5728" actId="47"/>
        <pc:sldMkLst>
          <pc:docMk/>
          <pc:sldMk cId="1850057618" sldId="753"/>
        </pc:sldMkLst>
      </pc:sldChg>
      <pc:sldChg chg="delSp modSp mod">
        <pc:chgData name="Matthieu GRALL" userId="cec3ba0d20552ff9" providerId="LiveId" clId="{0E100F18-ECE0-4624-BED4-5B60467EF4AA}" dt="2025-02-26T14:00:52.456" v="1149" actId="478"/>
        <pc:sldMkLst>
          <pc:docMk/>
          <pc:sldMk cId="846789428" sldId="755"/>
        </pc:sldMkLst>
      </pc:sldChg>
      <pc:sldChg chg="add del ord">
        <pc:chgData name="Matthieu GRALL" userId="cec3ba0d20552ff9" providerId="LiveId" clId="{0E100F18-ECE0-4624-BED4-5B60467EF4AA}" dt="2025-02-26T11:30:36.194" v="674" actId="47"/>
        <pc:sldMkLst>
          <pc:docMk/>
          <pc:sldMk cId="1073396172" sldId="763"/>
        </pc:sldMkLst>
      </pc:sldChg>
      <pc:sldChg chg="modSp mod">
        <pc:chgData name="Matthieu GRALL" userId="cec3ba0d20552ff9" providerId="LiveId" clId="{0E100F18-ECE0-4624-BED4-5B60467EF4AA}" dt="2025-02-26T13:53:12.664" v="1109" actId="122"/>
        <pc:sldMkLst>
          <pc:docMk/>
          <pc:sldMk cId="3225738763" sldId="766"/>
        </pc:sldMkLst>
      </pc:sldChg>
      <pc:sldChg chg="del ord">
        <pc:chgData name="Matthieu GRALL" userId="cec3ba0d20552ff9" providerId="LiveId" clId="{0E100F18-ECE0-4624-BED4-5B60467EF4AA}" dt="2025-02-26T11:30:49.044" v="675" actId="47"/>
        <pc:sldMkLst>
          <pc:docMk/>
          <pc:sldMk cId="245701042" sldId="853"/>
        </pc:sldMkLst>
      </pc:sldChg>
      <pc:sldChg chg="del ord">
        <pc:chgData name="Matthieu GRALL" userId="cec3ba0d20552ff9" providerId="LiveId" clId="{0E100F18-ECE0-4624-BED4-5B60467EF4AA}" dt="2025-02-26T16:25:48.740" v="1407" actId="47"/>
        <pc:sldMkLst>
          <pc:docMk/>
          <pc:sldMk cId="2461405650" sldId="854"/>
        </pc:sldMkLst>
      </pc:sldChg>
      <pc:sldChg chg="ord">
        <pc:chgData name="Matthieu GRALL" userId="cec3ba0d20552ff9" providerId="LiveId" clId="{0E100F18-ECE0-4624-BED4-5B60467EF4AA}" dt="2025-03-02T13:40:40.240" v="5762"/>
        <pc:sldMkLst>
          <pc:docMk/>
          <pc:sldMk cId="203112253" sldId="867"/>
        </pc:sldMkLst>
      </pc:sldChg>
      <pc:sldChg chg="del">
        <pc:chgData name="Matthieu GRALL" userId="cec3ba0d20552ff9" providerId="LiveId" clId="{0E100F18-ECE0-4624-BED4-5B60467EF4AA}" dt="2025-03-02T13:34:06.886" v="5731" actId="47"/>
        <pc:sldMkLst>
          <pc:docMk/>
          <pc:sldMk cId="4214149852" sldId="868"/>
        </pc:sldMkLst>
      </pc:sldChg>
      <pc:sldChg chg="del ord">
        <pc:chgData name="Matthieu GRALL" userId="cec3ba0d20552ff9" providerId="LiveId" clId="{0E100F18-ECE0-4624-BED4-5B60467EF4AA}" dt="2025-03-07T08:22:45.550" v="9867" actId="47"/>
        <pc:sldMkLst>
          <pc:docMk/>
          <pc:sldMk cId="2442773916" sldId="871"/>
        </pc:sldMkLst>
      </pc:sldChg>
      <pc:sldChg chg="del">
        <pc:chgData name="Matthieu GRALL" userId="cec3ba0d20552ff9" providerId="LiveId" clId="{0E100F18-ECE0-4624-BED4-5B60467EF4AA}" dt="2025-03-02T13:35:51.928" v="5745" actId="47"/>
        <pc:sldMkLst>
          <pc:docMk/>
          <pc:sldMk cId="3432690095" sldId="872"/>
        </pc:sldMkLst>
      </pc:sldChg>
      <pc:sldChg chg="del">
        <pc:chgData name="Matthieu GRALL" userId="cec3ba0d20552ff9" providerId="LiveId" clId="{0E100F18-ECE0-4624-BED4-5B60467EF4AA}" dt="2025-03-02T13:36:37.115" v="5748" actId="47"/>
        <pc:sldMkLst>
          <pc:docMk/>
          <pc:sldMk cId="2779252770" sldId="873"/>
        </pc:sldMkLst>
      </pc:sldChg>
      <pc:sldChg chg="del">
        <pc:chgData name="Matthieu GRALL" userId="cec3ba0d20552ff9" providerId="LiveId" clId="{0E100F18-ECE0-4624-BED4-5B60467EF4AA}" dt="2025-03-02T13:36:38.224" v="5749" actId="47"/>
        <pc:sldMkLst>
          <pc:docMk/>
          <pc:sldMk cId="2316775001" sldId="874"/>
        </pc:sldMkLst>
      </pc:sldChg>
      <pc:sldChg chg="del">
        <pc:chgData name="Matthieu GRALL" userId="cec3ba0d20552ff9" providerId="LiveId" clId="{0E100F18-ECE0-4624-BED4-5B60467EF4AA}" dt="2025-03-02T13:36:40.474" v="5750" actId="47"/>
        <pc:sldMkLst>
          <pc:docMk/>
          <pc:sldMk cId="2153781053" sldId="875"/>
        </pc:sldMkLst>
      </pc:sldChg>
      <pc:sldChg chg="del">
        <pc:chgData name="Matthieu GRALL" userId="cec3ba0d20552ff9" providerId="LiveId" clId="{0E100F18-ECE0-4624-BED4-5B60467EF4AA}" dt="2025-03-02T13:36:57.615" v="5754" actId="47"/>
        <pc:sldMkLst>
          <pc:docMk/>
          <pc:sldMk cId="4208472029" sldId="877"/>
        </pc:sldMkLst>
      </pc:sldChg>
      <pc:sldChg chg="del">
        <pc:chgData name="Matthieu GRALL" userId="cec3ba0d20552ff9" providerId="LiveId" clId="{0E100F18-ECE0-4624-BED4-5B60467EF4AA}" dt="2025-03-02T13:36:42.954" v="5751" actId="47"/>
        <pc:sldMkLst>
          <pc:docMk/>
          <pc:sldMk cId="469200529" sldId="881"/>
        </pc:sldMkLst>
      </pc:sldChg>
      <pc:sldChg chg="del">
        <pc:chgData name="Matthieu GRALL" userId="cec3ba0d20552ff9" providerId="LiveId" clId="{0E100F18-ECE0-4624-BED4-5B60467EF4AA}" dt="2025-03-02T13:37:35.086" v="5755" actId="47"/>
        <pc:sldMkLst>
          <pc:docMk/>
          <pc:sldMk cId="756498479" sldId="882"/>
        </pc:sldMkLst>
      </pc:sldChg>
      <pc:sldChg chg="del">
        <pc:chgData name="Matthieu GRALL" userId="cec3ba0d20552ff9" providerId="LiveId" clId="{0E100F18-ECE0-4624-BED4-5B60467EF4AA}" dt="2025-03-02T13:37:37.471" v="5756" actId="47"/>
        <pc:sldMkLst>
          <pc:docMk/>
          <pc:sldMk cId="2659117465" sldId="883"/>
        </pc:sldMkLst>
      </pc:sldChg>
      <pc:sldChg chg="del">
        <pc:chgData name="Matthieu GRALL" userId="cec3ba0d20552ff9" providerId="LiveId" clId="{0E100F18-ECE0-4624-BED4-5B60467EF4AA}" dt="2025-03-02T13:41:10.487" v="5763" actId="47"/>
        <pc:sldMkLst>
          <pc:docMk/>
          <pc:sldMk cId="2711230483" sldId="884"/>
        </pc:sldMkLst>
      </pc:sldChg>
      <pc:sldChg chg="del">
        <pc:chgData name="Matthieu GRALL" userId="cec3ba0d20552ff9" providerId="LiveId" clId="{0E100F18-ECE0-4624-BED4-5B60467EF4AA}" dt="2025-03-02T13:39:39.333" v="5760" actId="47"/>
        <pc:sldMkLst>
          <pc:docMk/>
          <pc:sldMk cId="2141002853" sldId="885"/>
        </pc:sldMkLst>
      </pc:sldChg>
      <pc:sldChg chg="add del">
        <pc:chgData name="Matthieu GRALL" userId="cec3ba0d20552ff9" providerId="LiveId" clId="{0E100F18-ECE0-4624-BED4-5B60467EF4AA}" dt="2025-03-02T13:37:46.126" v="5759" actId="47"/>
        <pc:sldMkLst>
          <pc:docMk/>
          <pc:sldMk cId="70303504" sldId="886"/>
        </pc:sldMkLst>
      </pc:sldChg>
      <pc:sldChg chg="del">
        <pc:chgData name="Matthieu GRALL" userId="cec3ba0d20552ff9" providerId="LiveId" clId="{0E100F18-ECE0-4624-BED4-5B60467EF4AA}" dt="2025-03-05T10:12:40.711" v="7124" actId="47"/>
        <pc:sldMkLst>
          <pc:docMk/>
          <pc:sldMk cId="1696771746" sldId="889"/>
        </pc:sldMkLst>
      </pc:sldChg>
      <pc:sldChg chg="del">
        <pc:chgData name="Matthieu GRALL" userId="cec3ba0d20552ff9" providerId="LiveId" clId="{0E100F18-ECE0-4624-BED4-5B60467EF4AA}" dt="2025-03-05T10:20:29.689" v="7319" actId="47"/>
        <pc:sldMkLst>
          <pc:docMk/>
          <pc:sldMk cId="3502463716" sldId="890"/>
        </pc:sldMkLst>
      </pc:sldChg>
      <pc:sldChg chg="del">
        <pc:chgData name="Matthieu GRALL" userId="cec3ba0d20552ff9" providerId="LiveId" clId="{0E100F18-ECE0-4624-BED4-5B60467EF4AA}" dt="2025-03-05T10:36:56.079" v="7549" actId="47"/>
        <pc:sldMkLst>
          <pc:docMk/>
          <pc:sldMk cId="2886282916" sldId="891"/>
        </pc:sldMkLst>
      </pc:sldChg>
      <pc:sldChg chg="del">
        <pc:chgData name="Matthieu GRALL" userId="cec3ba0d20552ff9" providerId="LiveId" clId="{0E100F18-ECE0-4624-BED4-5B60467EF4AA}" dt="2025-03-05T10:31:08.934" v="7524" actId="47"/>
        <pc:sldMkLst>
          <pc:docMk/>
          <pc:sldMk cId="4196924820" sldId="893"/>
        </pc:sldMkLst>
      </pc:sldChg>
      <pc:sldChg chg="del">
        <pc:chgData name="Matthieu GRALL" userId="cec3ba0d20552ff9" providerId="LiveId" clId="{0E100F18-ECE0-4624-BED4-5B60467EF4AA}" dt="2025-03-05T10:37:13.243" v="7550" actId="47"/>
        <pc:sldMkLst>
          <pc:docMk/>
          <pc:sldMk cId="1655534357" sldId="894"/>
        </pc:sldMkLst>
      </pc:sldChg>
      <pc:sldChg chg="del">
        <pc:chgData name="Matthieu GRALL" userId="cec3ba0d20552ff9" providerId="LiveId" clId="{0E100F18-ECE0-4624-BED4-5B60467EF4AA}" dt="2025-03-05T10:37:31.413" v="7551" actId="47"/>
        <pc:sldMkLst>
          <pc:docMk/>
          <pc:sldMk cId="2603687769" sldId="895"/>
        </pc:sldMkLst>
      </pc:sldChg>
      <pc:sldChg chg="del">
        <pc:chgData name="Matthieu GRALL" userId="cec3ba0d20552ff9" providerId="LiveId" clId="{0E100F18-ECE0-4624-BED4-5B60467EF4AA}" dt="2025-03-05T15:19:37.166" v="8372" actId="47"/>
        <pc:sldMkLst>
          <pc:docMk/>
          <pc:sldMk cId="1347469495" sldId="896"/>
        </pc:sldMkLst>
      </pc:sldChg>
      <pc:sldChg chg="del">
        <pc:chgData name="Matthieu GRALL" userId="cec3ba0d20552ff9" providerId="LiveId" clId="{0E100F18-ECE0-4624-BED4-5B60467EF4AA}" dt="2025-03-05T15:24:44.295" v="8444" actId="47"/>
        <pc:sldMkLst>
          <pc:docMk/>
          <pc:sldMk cId="2379911152" sldId="897"/>
        </pc:sldMkLst>
      </pc:sldChg>
      <pc:sldChg chg="del">
        <pc:chgData name="Matthieu GRALL" userId="cec3ba0d20552ff9" providerId="LiveId" clId="{0E100F18-ECE0-4624-BED4-5B60467EF4AA}" dt="2025-03-08T11:23:26.485" v="13224" actId="47"/>
        <pc:sldMkLst>
          <pc:docMk/>
          <pc:sldMk cId="56416258" sldId="898"/>
        </pc:sldMkLst>
      </pc:sldChg>
      <pc:sldChg chg="del">
        <pc:chgData name="Matthieu GRALL" userId="cec3ba0d20552ff9" providerId="LiveId" clId="{0E100F18-ECE0-4624-BED4-5B60467EF4AA}" dt="2025-03-08T11:23:28.655" v="13225" actId="47"/>
        <pc:sldMkLst>
          <pc:docMk/>
          <pc:sldMk cId="963023476" sldId="899"/>
        </pc:sldMkLst>
      </pc:sldChg>
      <pc:sldChg chg="del">
        <pc:chgData name="Matthieu GRALL" userId="cec3ba0d20552ff9" providerId="LiveId" clId="{0E100F18-ECE0-4624-BED4-5B60467EF4AA}" dt="2025-03-08T11:23:40.845" v="13226" actId="47"/>
        <pc:sldMkLst>
          <pc:docMk/>
          <pc:sldMk cId="4140760514" sldId="900"/>
        </pc:sldMkLst>
      </pc:sldChg>
      <pc:sldChg chg="del ord">
        <pc:chgData name="Matthieu GRALL" userId="cec3ba0d20552ff9" providerId="LiveId" clId="{0E100F18-ECE0-4624-BED4-5B60467EF4AA}" dt="2025-03-11T10:03:00.410" v="13419" actId="47"/>
        <pc:sldMkLst>
          <pc:docMk/>
          <pc:sldMk cId="4021666056" sldId="901"/>
        </pc:sldMkLst>
      </pc:sldChg>
      <pc:sldChg chg="del ord">
        <pc:chgData name="Matthieu GRALL" userId="cec3ba0d20552ff9" providerId="LiveId" clId="{0E100F18-ECE0-4624-BED4-5B60467EF4AA}" dt="2025-03-11T10:14:21.421" v="13658" actId="47"/>
        <pc:sldMkLst>
          <pc:docMk/>
          <pc:sldMk cId="3342042292" sldId="902"/>
        </pc:sldMkLst>
      </pc:sldChg>
      <pc:sldChg chg="del">
        <pc:chgData name="Matthieu GRALL" userId="cec3ba0d20552ff9" providerId="LiveId" clId="{0E100F18-ECE0-4624-BED4-5B60467EF4AA}" dt="2025-03-08T11:25:12.254" v="13227" actId="47"/>
        <pc:sldMkLst>
          <pc:docMk/>
          <pc:sldMk cId="1475970756" sldId="903"/>
        </pc:sldMkLst>
      </pc:sldChg>
      <pc:sldChg chg="del">
        <pc:chgData name="Matthieu GRALL" userId="cec3ba0d20552ff9" providerId="LiveId" clId="{0E100F18-ECE0-4624-BED4-5B60467EF4AA}" dt="2025-03-08T11:25:17.604" v="13228" actId="47"/>
        <pc:sldMkLst>
          <pc:docMk/>
          <pc:sldMk cId="2680943549" sldId="904"/>
        </pc:sldMkLst>
      </pc:sldChg>
      <pc:sldChg chg="del">
        <pc:chgData name="Matthieu GRALL" userId="cec3ba0d20552ff9" providerId="LiveId" clId="{0E100F18-ECE0-4624-BED4-5B60467EF4AA}" dt="2025-03-08T11:25:21.909" v="13229" actId="47"/>
        <pc:sldMkLst>
          <pc:docMk/>
          <pc:sldMk cId="884207626" sldId="905"/>
        </pc:sldMkLst>
      </pc:sldChg>
      <pc:sldChg chg="del">
        <pc:chgData name="Matthieu GRALL" userId="cec3ba0d20552ff9" providerId="LiveId" clId="{0E100F18-ECE0-4624-BED4-5B60467EF4AA}" dt="2025-03-08T11:25:24.399" v="13230" actId="47"/>
        <pc:sldMkLst>
          <pc:docMk/>
          <pc:sldMk cId="2542889169" sldId="906"/>
        </pc:sldMkLst>
      </pc:sldChg>
      <pc:sldChg chg="del">
        <pc:chgData name="Matthieu GRALL" userId="cec3ba0d20552ff9" providerId="LiveId" clId="{0E100F18-ECE0-4624-BED4-5B60467EF4AA}" dt="2025-03-11T10:24:32.342" v="13679" actId="47"/>
        <pc:sldMkLst>
          <pc:docMk/>
          <pc:sldMk cId="3977586643" sldId="907"/>
        </pc:sldMkLst>
      </pc:sldChg>
      <pc:sldChg chg="del">
        <pc:chgData name="Matthieu GRALL" userId="cec3ba0d20552ff9" providerId="LiveId" clId="{0E100F18-ECE0-4624-BED4-5B60467EF4AA}" dt="2025-03-11T10:35:05.767" v="13963" actId="47"/>
        <pc:sldMkLst>
          <pc:docMk/>
          <pc:sldMk cId="2255890790" sldId="909"/>
        </pc:sldMkLst>
      </pc:sldChg>
      <pc:sldChg chg="del">
        <pc:chgData name="Matthieu GRALL" userId="cec3ba0d20552ff9" providerId="LiveId" clId="{0E100F18-ECE0-4624-BED4-5B60467EF4AA}" dt="2025-03-11T10:39:10.831" v="14014" actId="47"/>
        <pc:sldMkLst>
          <pc:docMk/>
          <pc:sldMk cId="1433649136" sldId="911"/>
        </pc:sldMkLst>
      </pc:sldChg>
      <pc:sldChg chg="del">
        <pc:chgData name="Matthieu GRALL" userId="cec3ba0d20552ff9" providerId="LiveId" clId="{0E100F18-ECE0-4624-BED4-5B60467EF4AA}" dt="2025-03-11T10:55:06.942" v="14067" actId="47"/>
        <pc:sldMkLst>
          <pc:docMk/>
          <pc:sldMk cId="959874433" sldId="912"/>
        </pc:sldMkLst>
      </pc:sldChg>
      <pc:sldChg chg="del">
        <pc:chgData name="Matthieu GRALL" userId="cec3ba0d20552ff9" providerId="LiveId" clId="{0E100F18-ECE0-4624-BED4-5B60467EF4AA}" dt="2025-03-11T10:53:22.018" v="14059" actId="47"/>
        <pc:sldMkLst>
          <pc:docMk/>
          <pc:sldMk cId="1053534675" sldId="913"/>
        </pc:sldMkLst>
      </pc:sldChg>
      <pc:sldChg chg="del">
        <pc:chgData name="Matthieu GRALL" userId="cec3ba0d20552ff9" providerId="LiveId" clId="{0E100F18-ECE0-4624-BED4-5B60467EF4AA}" dt="2025-03-11T10:56:18.406" v="14074" actId="47"/>
        <pc:sldMkLst>
          <pc:docMk/>
          <pc:sldMk cId="290070511" sldId="914"/>
        </pc:sldMkLst>
      </pc:sldChg>
      <pc:sldChg chg="del">
        <pc:chgData name="Matthieu GRALL" userId="cec3ba0d20552ff9" providerId="LiveId" clId="{0E100F18-ECE0-4624-BED4-5B60467EF4AA}" dt="2025-03-11T10:57:22.937" v="14081" actId="47"/>
        <pc:sldMkLst>
          <pc:docMk/>
          <pc:sldMk cId="2801861636" sldId="915"/>
        </pc:sldMkLst>
      </pc:sldChg>
      <pc:sldChg chg="del">
        <pc:chgData name="Matthieu GRALL" userId="cec3ba0d20552ff9" providerId="LiveId" clId="{0E100F18-ECE0-4624-BED4-5B60467EF4AA}" dt="2025-03-11T10:58:36.941" v="14089" actId="47"/>
        <pc:sldMkLst>
          <pc:docMk/>
          <pc:sldMk cId="811369622" sldId="916"/>
        </pc:sldMkLst>
      </pc:sldChg>
      <pc:sldChg chg="del">
        <pc:chgData name="Matthieu GRALL" userId="cec3ba0d20552ff9" providerId="LiveId" clId="{0E100F18-ECE0-4624-BED4-5B60467EF4AA}" dt="2025-03-11T11:00:05.215" v="14109" actId="47"/>
        <pc:sldMkLst>
          <pc:docMk/>
          <pc:sldMk cId="2097531445" sldId="917"/>
        </pc:sldMkLst>
      </pc:sldChg>
      <pc:sldChg chg="del">
        <pc:chgData name="Matthieu GRALL" userId="cec3ba0d20552ff9" providerId="LiveId" clId="{0E100F18-ECE0-4624-BED4-5B60467EF4AA}" dt="2025-03-11T11:00:50.985" v="14110" actId="47"/>
        <pc:sldMkLst>
          <pc:docMk/>
          <pc:sldMk cId="2628293269" sldId="918"/>
        </pc:sldMkLst>
      </pc:sldChg>
      <pc:sldChg chg="del">
        <pc:chgData name="Matthieu GRALL" userId="cec3ba0d20552ff9" providerId="LiveId" clId="{0E100F18-ECE0-4624-BED4-5B60467EF4AA}" dt="2025-03-11T10:33:17.773" v="13937" actId="47"/>
        <pc:sldMkLst>
          <pc:docMk/>
          <pc:sldMk cId="3227220276" sldId="920"/>
        </pc:sldMkLst>
      </pc:sldChg>
      <pc:sldChg chg="del">
        <pc:chgData name="Matthieu GRALL" userId="cec3ba0d20552ff9" providerId="LiveId" clId="{0E100F18-ECE0-4624-BED4-5B60467EF4AA}" dt="2025-03-11T11:12:07.900" v="14177" actId="47"/>
        <pc:sldMkLst>
          <pc:docMk/>
          <pc:sldMk cId="2769282451" sldId="921"/>
        </pc:sldMkLst>
      </pc:sldChg>
      <pc:sldChg chg="del">
        <pc:chgData name="Matthieu GRALL" userId="cec3ba0d20552ff9" providerId="LiveId" clId="{0E100F18-ECE0-4624-BED4-5B60467EF4AA}" dt="2025-03-11T11:39:52.783" v="14531" actId="47"/>
        <pc:sldMkLst>
          <pc:docMk/>
          <pc:sldMk cId="4249398174" sldId="922"/>
        </pc:sldMkLst>
      </pc:sldChg>
      <pc:sldChg chg="del">
        <pc:chgData name="Matthieu GRALL" userId="cec3ba0d20552ff9" providerId="LiveId" clId="{0E100F18-ECE0-4624-BED4-5B60467EF4AA}" dt="2025-03-11T11:23:18.775" v="14178" actId="47"/>
        <pc:sldMkLst>
          <pc:docMk/>
          <pc:sldMk cId="2608182262" sldId="924"/>
        </pc:sldMkLst>
      </pc:sldChg>
      <pc:sldChg chg="del">
        <pc:chgData name="Matthieu GRALL" userId="cec3ba0d20552ff9" providerId="LiveId" clId="{0E100F18-ECE0-4624-BED4-5B60467EF4AA}" dt="2025-03-11T12:16:51.887" v="15308" actId="47"/>
        <pc:sldMkLst>
          <pc:docMk/>
          <pc:sldMk cId="2783035959" sldId="925"/>
        </pc:sldMkLst>
      </pc:sldChg>
      <pc:sldChg chg="del">
        <pc:chgData name="Matthieu GRALL" userId="cec3ba0d20552ff9" providerId="LiveId" clId="{0E100F18-ECE0-4624-BED4-5B60467EF4AA}" dt="2025-03-11T12:20:18.406" v="15452" actId="47"/>
        <pc:sldMkLst>
          <pc:docMk/>
          <pc:sldMk cId="2145503613" sldId="926"/>
        </pc:sldMkLst>
      </pc:sldChg>
      <pc:sldChg chg="del">
        <pc:chgData name="Matthieu GRALL" userId="cec3ba0d20552ff9" providerId="LiveId" clId="{0E100F18-ECE0-4624-BED4-5B60467EF4AA}" dt="2025-03-11T11:54:33.262" v="14753" actId="47"/>
        <pc:sldMkLst>
          <pc:docMk/>
          <pc:sldMk cId="1727652497" sldId="928"/>
        </pc:sldMkLst>
      </pc:sldChg>
      <pc:sldChg chg="del">
        <pc:chgData name="Matthieu GRALL" userId="cec3ba0d20552ff9" providerId="LiveId" clId="{0E100F18-ECE0-4624-BED4-5B60467EF4AA}" dt="2025-03-11T11:54:36.341" v="14754" actId="47"/>
        <pc:sldMkLst>
          <pc:docMk/>
          <pc:sldMk cId="2230308395" sldId="929"/>
        </pc:sldMkLst>
      </pc:sldChg>
      <pc:sldChg chg="del">
        <pc:chgData name="Matthieu GRALL" userId="cec3ba0d20552ff9" providerId="LiveId" clId="{0E100F18-ECE0-4624-BED4-5B60467EF4AA}" dt="2025-03-11T11:54:40.387" v="14755" actId="47"/>
        <pc:sldMkLst>
          <pc:docMk/>
          <pc:sldMk cId="358622736" sldId="930"/>
        </pc:sldMkLst>
      </pc:sldChg>
      <pc:sldChg chg="modSp add del mod">
        <pc:chgData name="Matthieu GRALL" userId="cec3ba0d20552ff9" providerId="LiveId" clId="{0E100F18-ECE0-4624-BED4-5B60467EF4AA}" dt="2025-03-11T11:56:36.640" v="14758" actId="13926"/>
        <pc:sldMkLst>
          <pc:docMk/>
          <pc:sldMk cId="2464720471" sldId="931"/>
        </pc:sldMkLst>
      </pc:sldChg>
      <pc:sldChg chg="del">
        <pc:chgData name="Matthieu GRALL" userId="cec3ba0d20552ff9" providerId="LiveId" clId="{0E100F18-ECE0-4624-BED4-5B60467EF4AA}" dt="2025-03-11T16:14:46.196" v="17956" actId="47"/>
        <pc:sldMkLst>
          <pc:docMk/>
          <pc:sldMk cId="682433992" sldId="934"/>
        </pc:sldMkLst>
      </pc:sldChg>
      <pc:sldChg chg="del">
        <pc:chgData name="Matthieu GRALL" userId="cec3ba0d20552ff9" providerId="LiveId" clId="{0E100F18-ECE0-4624-BED4-5B60467EF4AA}" dt="2025-03-11T11:49:19.964" v="14593" actId="47"/>
        <pc:sldMkLst>
          <pc:docMk/>
          <pc:sldMk cId="303995967" sldId="947"/>
        </pc:sldMkLst>
      </pc:sldChg>
      <pc:sldChg chg="del">
        <pc:chgData name="Matthieu GRALL" userId="cec3ba0d20552ff9" providerId="LiveId" clId="{0E100F18-ECE0-4624-BED4-5B60467EF4AA}" dt="2025-03-11T12:20:20.395" v="15453" actId="47"/>
        <pc:sldMkLst>
          <pc:docMk/>
          <pc:sldMk cId="226037878" sldId="954"/>
        </pc:sldMkLst>
      </pc:sldChg>
      <pc:sldChg chg="del">
        <pc:chgData name="Matthieu GRALL" userId="cec3ba0d20552ff9" providerId="LiveId" clId="{0E100F18-ECE0-4624-BED4-5B60467EF4AA}" dt="2025-03-11T12:20:22.315" v="15454" actId="47"/>
        <pc:sldMkLst>
          <pc:docMk/>
          <pc:sldMk cId="3364388797" sldId="955"/>
        </pc:sldMkLst>
      </pc:sldChg>
      <pc:sldChg chg="delSp modSp mod">
        <pc:chgData name="Matthieu GRALL" userId="cec3ba0d20552ff9" providerId="LiveId" clId="{0E100F18-ECE0-4624-BED4-5B60467EF4AA}" dt="2025-03-07T08:26:06.229" v="9885" actId="21"/>
        <pc:sldMkLst>
          <pc:docMk/>
          <pc:sldMk cId="837917435" sldId="956"/>
        </pc:sldMkLst>
      </pc:sldChg>
      <pc:sldChg chg="del">
        <pc:chgData name="Matthieu GRALL" userId="cec3ba0d20552ff9" providerId="LiveId" clId="{0E100F18-ECE0-4624-BED4-5B60467EF4AA}" dt="2025-03-07T08:23:49.906" v="9875" actId="47"/>
        <pc:sldMkLst>
          <pc:docMk/>
          <pc:sldMk cId="1841681231" sldId="983"/>
        </pc:sldMkLst>
      </pc:sldChg>
      <pc:sldChg chg="del">
        <pc:chgData name="Matthieu GRALL" userId="cec3ba0d20552ff9" providerId="LiveId" clId="{0E100F18-ECE0-4624-BED4-5B60467EF4AA}" dt="2025-03-02T14:05:27.919" v="5906" actId="47"/>
        <pc:sldMkLst>
          <pc:docMk/>
          <pc:sldMk cId="839428717" sldId="986"/>
        </pc:sldMkLst>
      </pc:sldChg>
      <pc:sldChg chg="del">
        <pc:chgData name="Matthieu GRALL" userId="cec3ba0d20552ff9" providerId="LiveId" clId="{0E100F18-ECE0-4624-BED4-5B60467EF4AA}" dt="2025-03-02T13:35:39.399" v="5738" actId="47"/>
        <pc:sldMkLst>
          <pc:docMk/>
          <pc:sldMk cId="3300498918" sldId="991"/>
        </pc:sldMkLst>
      </pc:sldChg>
      <pc:sldChg chg="del">
        <pc:chgData name="Matthieu GRALL" userId="cec3ba0d20552ff9" providerId="LiveId" clId="{0E100F18-ECE0-4624-BED4-5B60467EF4AA}" dt="2025-03-02T13:35:41.454" v="5739" actId="47"/>
        <pc:sldMkLst>
          <pc:docMk/>
          <pc:sldMk cId="1861764393" sldId="992"/>
        </pc:sldMkLst>
      </pc:sldChg>
      <pc:sldChg chg="del">
        <pc:chgData name="Matthieu GRALL" userId="cec3ba0d20552ff9" providerId="LiveId" clId="{0E100F18-ECE0-4624-BED4-5B60467EF4AA}" dt="2025-03-02T13:35:42.760" v="5740" actId="47"/>
        <pc:sldMkLst>
          <pc:docMk/>
          <pc:sldMk cId="3978871042" sldId="994"/>
        </pc:sldMkLst>
      </pc:sldChg>
      <pc:sldChg chg="del">
        <pc:chgData name="Matthieu GRALL" userId="cec3ba0d20552ff9" providerId="LiveId" clId="{0E100F18-ECE0-4624-BED4-5B60467EF4AA}" dt="2025-03-02T13:35:43.775" v="5741" actId="47"/>
        <pc:sldMkLst>
          <pc:docMk/>
          <pc:sldMk cId="1623970966" sldId="995"/>
        </pc:sldMkLst>
      </pc:sldChg>
      <pc:sldChg chg="del">
        <pc:chgData name="Matthieu GRALL" userId="cec3ba0d20552ff9" providerId="LiveId" clId="{0E100F18-ECE0-4624-BED4-5B60467EF4AA}" dt="2025-03-02T13:35:44.776" v="5742" actId="47"/>
        <pc:sldMkLst>
          <pc:docMk/>
          <pc:sldMk cId="2213129309" sldId="996"/>
        </pc:sldMkLst>
      </pc:sldChg>
      <pc:sldChg chg="del">
        <pc:chgData name="Matthieu GRALL" userId="cec3ba0d20552ff9" providerId="LiveId" clId="{0E100F18-ECE0-4624-BED4-5B60467EF4AA}" dt="2025-03-02T12:52:57.805" v="4892" actId="47"/>
        <pc:sldMkLst>
          <pc:docMk/>
          <pc:sldMk cId="4048491628" sldId="997"/>
        </pc:sldMkLst>
      </pc:sldChg>
      <pc:sldChg chg="del">
        <pc:chgData name="Matthieu GRALL" userId="cec3ba0d20552ff9" providerId="LiveId" clId="{0E100F18-ECE0-4624-BED4-5B60467EF4AA}" dt="2025-03-02T12:52:58.967" v="4893" actId="47"/>
        <pc:sldMkLst>
          <pc:docMk/>
          <pc:sldMk cId="3134136578" sldId="998"/>
        </pc:sldMkLst>
      </pc:sldChg>
      <pc:sldChg chg="del">
        <pc:chgData name="Matthieu GRALL" userId="cec3ba0d20552ff9" providerId="LiveId" clId="{0E100F18-ECE0-4624-BED4-5B60467EF4AA}" dt="2025-03-02T12:53:19.045" v="4900" actId="47"/>
        <pc:sldMkLst>
          <pc:docMk/>
          <pc:sldMk cId="3566722548" sldId="999"/>
        </pc:sldMkLst>
      </pc:sldChg>
      <pc:sldChg chg="del">
        <pc:chgData name="Matthieu GRALL" userId="cec3ba0d20552ff9" providerId="LiveId" clId="{0E100F18-ECE0-4624-BED4-5B60467EF4AA}" dt="2025-03-02T12:53:19.967" v="4901" actId="47"/>
        <pc:sldMkLst>
          <pc:docMk/>
          <pc:sldMk cId="759676982" sldId="1000"/>
        </pc:sldMkLst>
      </pc:sldChg>
      <pc:sldChg chg="del">
        <pc:chgData name="Matthieu GRALL" userId="cec3ba0d20552ff9" providerId="LiveId" clId="{0E100F18-ECE0-4624-BED4-5B60467EF4AA}" dt="2025-03-02T13:36:44.415" v="5752" actId="47"/>
        <pc:sldMkLst>
          <pc:docMk/>
          <pc:sldMk cId="4278775167" sldId="1001"/>
        </pc:sldMkLst>
      </pc:sldChg>
      <pc:sldChg chg="del">
        <pc:chgData name="Matthieu GRALL" userId="cec3ba0d20552ff9" providerId="LiveId" clId="{0E100F18-ECE0-4624-BED4-5B60467EF4AA}" dt="2025-03-02T12:53:10.442" v="4895" actId="47"/>
        <pc:sldMkLst>
          <pc:docMk/>
          <pc:sldMk cId="3217237907" sldId="1002"/>
        </pc:sldMkLst>
      </pc:sldChg>
      <pc:sldChg chg="del">
        <pc:chgData name="Matthieu GRALL" userId="cec3ba0d20552ff9" providerId="LiveId" clId="{0E100F18-ECE0-4624-BED4-5B60467EF4AA}" dt="2025-03-02T12:53:17.473" v="4899" actId="47"/>
        <pc:sldMkLst>
          <pc:docMk/>
          <pc:sldMk cId="2076485775" sldId="1003"/>
        </pc:sldMkLst>
      </pc:sldChg>
      <pc:sldChg chg="del">
        <pc:chgData name="Matthieu GRALL" userId="cec3ba0d20552ff9" providerId="LiveId" clId="{0E100F18-ECE0-4624-BED4-5B60467EF4AA}" dt="2025-03-02T12:53:15.410" v="4897" actId="47"/>
        <pc:sldMkLst>
          <pc:docMk/>
          <pc:sldMk cId="3404666591" sldId="1004"/>
        </pc:sldMkLst>
      </pc:sldChg>
      <pc:sldChg chg="del">
        <pc:chgData name="Matthieu GRALL" userId="cec3ba0d20552ff9" providerId="LiveId" clId="{0E100F18-ECE0-4624-BED4-5B60467EF4AA}" dt="2025-03-02T12:53:16.441" v="4898" actId="47"/>
        <pc:sldMkLst>
          <pc:docMk/>
          <pc:sldMk cId="1965271831" sldId="1005"/>
        </pc:sldMkLst>
      </pc:sldChg>
      <pc:sldChg chg="del">
        <pc:chgData name="Matthieu GRALL" userId="cec3ba0d20552ff9" providerId="LiveId" clId="{0E100F18-ECE0-4624-BED4-5B60467EF4AA}" dt="2025-03-02T12:53:12.787" v="4896" actId="47"/>
        <pc:sldMkLst>
          <pc:docMk/>
          <pc:sldMk cId="866528232" sldId="1006"/>
        </pc:sldMkLst>
      </pc:sldChg>
      <pc:sldChg chg="del">
        <pc:chgData name="Matthieu GRALL" userId="cec3ba0d20552ff9" providerId="LiveId" clId="{0E100F18-ECE0-4624-BED4-5B60467EF4AA}" dt="2025-03-02T12:53:08.791" v="4894" actId="47"/>
        <pc:sldMkLst>
          <pc:docMk/>
          <pc:sldMk cId="1195190597" sldId="1007"/>
        </pc:sldMkLst>
      </pc:sldChg>
      <pc:sldChg chg="del">
        <pc:chgData name="Matthieu GRALL" userId="cec3ba0d20552ff9" providerId="LiveId" clId="{0E100F18-ECE0-4624-BED4-5B60467EF4AA}" dt="2025-03-02T12:52:51.592" v="4891" actId="47"/>
        <pc:sldMkLst>
          <pc:docMk/>
          <pc:sldMk cId="1765525371" sldId="1009"/>
        </pc:sldMkLst>
      </pc:sldChg>
      <pc:sldChg chg="del">
        <pc:chgData name="Matthieu GRALL" userId="cec3ba0d20552ff9" providerId="LiveId" clId="{0E100F18-ECE0-4624-BED4-5B60467EF4AA}" dt="2025-03-02T12:52:46.731" v="4889" actId="47"/>
        <pc:sldMkLst>
          <pc:docMk/>
          <pc:sldMk cId="1134925376" sldId="1010"/>
        </pc:sldMkLst>
      </pc:sldChg>
      <pc:sldChg chg="del">
        <pc:chgData name="Matthieu GRALL" userId="cec3ba0d20552ff9" providerId="LiveId" clId="{0E100F18-ECE0-4624-BED4-5B60467EF4AA}" dt="2025-03-02T12:52:42.419" v="4886" actId="47"/>
        <pc:sldMkLst>
          <pc:docMk/>
          <pc:sldMk cId="1744505494" sldId="1011"/>
        </pc:sldMkLst>
      </pc:sldChg>
      <pc:sldChg chg="del">
        <pc:chgData name="Matthieu GRALL" userId="cec3ba0d20552ff9" providerId="LiveId" clId="{0E100F18-ECE0-4624-BED4-5B60467EF4AA}" dt="2025-03-02T12:52:44.276" v="4887" actId="47"/>
        <pc:sldMkLst>
          <pc:docMk/>
          <pc:sldMk cId="3252878745" sldId="1012"/>
        </pc:sldMkLst>
      </pc:sldChg>
      <pc:sldChg chg="del">
        <pc:chgData name="Matthieu GRALL" userId="cec3ba0d20552ff9" providerId="LiveId" clId="{0E100F18-ECE0-4624-BED4-5B60467EF4AA}" dt="2025-03-05T15:04:40.230" v="7987" actId="47"/>
        <pc:sldMkLst>
          <pc:docMk/>
          <pc:sldMk cId="735591021" sldId="1013"/>
        </pc:sldMkLst>
      </pc:sldChg>
      <pc:sldChg chg="del">
        <pc:chgData name="Matthieu GRALL" userId="cec3ba0d20552ff9" providerId="LiveId" clId="{0E100F18-ECE0-4624-BED4-5B60467EF4AA}" dt="2025-03-11T12:26:58.603" v="15591" actId="47"/>
        <pc:sldMkLst>
          <pc:docMk/>
          <pc:sldMk cId="1658134775" sldId="1014"/>
        </pc:sldMkLst>
      </pc:sldChg>
      <pc:sldChg chg="del">
        <pc:chgData name="Matthieu GRALL" userId="cec3ba0d20552ff9" providerId="LiveId" clId="{0E100F18-ECE0-4624-BED4-5B60467EF4AA}" dt="2025-03-11T16:26:17.749" v="18468" actId="47"/>
        <pc:sldMkLst>
          <pc:docMk/>
          <pc:sldMk cId="1317464083" sldId="1023"/>
        </pc:sldMkLst>
      </pc:sldChg>
      <pc:sldChg chg="del">
        <pc:chgData name="Matthieu GRALL" userId="cec3ba0d20552ff9" providerId="LiveId" clId="{0E100F18-ECE0-4624-BED4-5B60467EF4AA}" dt="2025-03-02T13:35:25.623" v="5736" actId="47"/>
        <pc:sldMkLst>
          <pc:docMk/>
          <pc:sldMk cId="2516807469" sldId="1026"/>
        </pc:sldMkLst>
      </pc:sldChg>
      <pc:sldChg chg="del">
        <pc:chgData name="Matthieu GRALL" userId="cec3ba0d20552ff9" providerId="LiveId" clId="{0E100F18-ECE0-4624-BED4-5B60467EF4AA}" dt="2025-03-02T13:36:31.694" v="5746" actId="47"/>
        <pc:sldMkLst>
          <pc:docMk/>
          <pc:sldMk cId="3088782991" sldId="1028"/>
        </pc:sldMkLst>
      </pc:sldChg>
      <pc:sldChg chg="del">
        <pc:chgData name="Matthieu GRALL" userId="cec3ba0d20552ff9" providerId="LiveId" clId="{0E100F18-ECE0-4624-BED4-5B60467EF4AA}" dt="2025-03-05T15:15:08.486" v="8371" actId="47"/>
        <pc:sldMkLst>
          <pc:docMk/>
          <pc:sldMk cId="3587104707" sldId="1029"/>
        </pc:sldMkLst>
      </pc:sldChg>
      <pc:sldChg chg="del">
        <pc:chgData name="Matthieu GRALL" userId="cec3ba0d20552ff9" providerId="LiveId" clId="{0E100F18-ECE0-4624-BED4-5B60467EF4AA}" dt="2025-03-02T13:36:36.071" v="5747" actId="47"/>
        <pc:sldMkLst>
          <pc:docMk/>
          <pc:sldMk cId="3999985195" sldId="1031"/>
        </pc:sldMkLst>
      </pc:sldChg>
      <pc:sldChg chg="addSp delSp modSp mod">
        <pc:chgData name="Matthieu GRALL" userId="cec3ba0d20552ff9" providerId="LiveId" clId="{0E100F18-ECE0-4624-BED4-5B60467EF4AA}" dt="2025-02-26T13:59:23.643" v="1147" actId="478"/>
        <pc:sldMkLst>
          <pc:docMk/>
          <pc:sldMk cId="1269195055" sldId="1034"/>
        </pc:sldMkLst>
      </pc:sldChg>
      <pc:sldChg chg="addSp delSp modSp mod">
        <pc:chgData name="Matthieu GRALL" userId="cec3ba0d20552ff9" providerId="LiveId" clId="{0E100F18-ECE0-4624-BED4-5B60467EF4AA}" dt="2025-02-26T13:55:58.448" v="1129"/>
        <pc:sldMkLst>
          <pc:docMk/>
          <pc:sldMk cId="4020083035" sldId="1049"/>
        </pc:sldMkLst>
      </pc:sldChg>
      <pc:sldChg chg="addSp delSp modSp mod">
        <pc:chgData name="Matthieu GRALL" userId="cec3ba0d20552ff9" providerId="LiveId" clId="{0E100F18-ECE0-4624-BED4-5B60467EF4AA}" dt="2025-02-26T13:52:51.265" v="1105"/>
        <pc:sldMkLst>
          <pc:docMk/>
          <pc:sldMk cId="932379402" sldId="1050"/>
        </pc:sldMkLst>
      </pc:sldChg>
      <pc:sldChg chg="addSp delSp modSp mod">
        <pc:chgData name="Matthieu GRALL" userId="cec3ba0d20552ff9" providerId="LiveId" clId="{0E100F18-ECE0-4624-BED4-5B60467EF4AA}" dt="2025-02-26T14:04:08.661" v="1208" actId="1036"/>
        <pc:sldMkLst>
          <pc:docMk/>
          <pc:sldMk cId="1318449080" sldId="1051"/>
        </pc:sldMkLst>
      </pc:sldChg>
      <pc:sldChg chg="addSp delSp modSp mod">
        <pc:chgData name="Matthieu GRALL" userId="cec3ba0d20552ff9" providerId="LiveId" clId="{0E100F18-ECE0-4624-BED4-5B60467EF4AA}" dt="2025-02-26T14:04:19.890" v="1210"/>
        <pc:sldMkLst>
          <pc:docMk/>
          <pc:sldMk cId="2280586236" sldId="1052"/>
        </pc:sldMkLst>
      </pc:sldChg>
      <pc:sldChg chg="modSp mod">
        <pc:chgData name="Matthieu GRALL" userId="cec3ba0d20552ff9" providerId="LiveId" clId="{0E100F18-ECE0-4624-BED4-5B60467EF4AA}" dt="2025-02-26T13:53:22.242" v="1111" actId="122"/>
        <pc:sldMkLst>
          <pc:docMk/>
          <pc:sldMk cId="26874279" sldId="1057"/>
        </pc:sldMkLst>
      </pc:sldChg>
      <pc:sldChg chg="addSp delSp modSp mod">
        <pc:chgData name="Matthieu GRALL" userId="cec3ba0d20552ff9" providerId="LiveId" clId="{0E100F18-ECE0-4624-BED4-5B60467EF4AA}" dt="2025-02-26T13:54:10.857" v="1118"/>
        <pc:sldMkLst>
          <pc:docMk/>
          <pc:sldMk cId="4291156230" sldId="1058"/>
        </pc:sldMkLst>
      </pc:sldChg>
      <pc:sldChg chg="addSp delSp modSp mod">
        <pc:chgData name="Matthieu GRALL" userId="cec3ba0d20552ff9" providerId="LiveId" clId="{0E100F18-ECE0-4624-BED4-5B60467EF4AA}" dt="2025-03-05T10:51:49.999" v="7679" actId="207"/>
        <pc:sldMkLst>
          <pc:docMk/>
          <pc:sldMk cId="3800559491" sldId="1059"/>
        </pc:sldMkLst>
      </pc:sldChg>
      <pc:sldChg chg="addSp delSp modSp mod">
        <pc:chgData name="Matthieu GRALL" userId="cec3ba0d20552ff9" providerId="LiveId" clId="{0E100F18-ECE0-4624-BED4-5B60467EF4AA}" dt="2025-03-05T10:51:54.754" v="7680"/>
        <pc:sldMkLst>
          <pc:docMk/>
          <pc:sldMk cId="2126662429" sldId="1060"/>
        </pc:sldMkLst>
      </pc:sldChg>
      <pc:sldChg chg="addSp modSp mod">
        <pc:chgData name="Matthieu GRALL" userId="cec3ba0d20552ff9" providerId="LiveId" clId="{0E100F18-ECE0-4624-BED4-5B60467EF4AA}" dt="2025-03-05T10:52:05.902" v="7682"/>
        <pc:sldMkLst>
          <pc:docMk/>
          <pc:sldMk cId="1691437923" sldId="1061"/>
        </pc:sldMkLst>
      </pc:sldChg>
      <pc:sldChg chg="addSp modSp mod">
        <pc:chgData name="Matthieu GRALL" userId="cec3ba0d20552ff9" providerId="LiveId" clId="{0E100F18-ECE0-4624-BED4-5B60467EF4AA}" dt="2025-03-05T10:52:11.739" v="7684"/>
        <pc:sldMkLst>
          <pc:docMk/>
          <pc:sldMk cId="178164553" sldId="1062"/>
        </pc:sldMkLst>
      </pc:sldChg>
      <pc:sldChg chg="modSp mod">
        <pc:chgData name="Matthieu GRALL" userId="cec3ba0d20552ff9" providerId="LiveId" clId="{0E100F18-ECE0-4624-BED4-5B60467EF4AA}" dt="2025-02-26T13:53:07.640" v="1108" actId="122"/>
        <pc:sldMkLst>
          <pc:docMk/>
          <pc:sldMk cId="3141358319" sldId="1063"/>
        </pc:sldMkLst>
      </pc:sldChg>
      <pc:sldChg chg="addSp modSp mod">
        <pc:chgData name="Matthieu GRALL" userId="cec3ba0d20552ff9" providerId="LiveId" clId="{0E100F18-ECE0-4624-BED4-5B60467EF4AA}" dt="2025-03-05T10:52:10.689" v="7683"/>
        <pc:sldMkLst>
          <pc:docMk/>
          <pc:sldMk cId="3918098526" sldId="1064"/>
        </pc:sldMkLst>
      </pc:sldChg>
      <pc:sldChg chg="addSp delSp modSp mod">
        <pc:chgData name="Matthieu GRALL" userId="cec3ba0d20552ff9" providerId="LiveId" clId="{0E100F18-ECE0-4624-BED4-5B60467EF4AA}" dt="2025-03-05T10:52:37.450" v="7699" actId="207"/>
        <pc:sldMkLst>
          <pc:docMk/>
          <pc:sldMk cId="621758560" sldId="1065"/>
        </pc:sldMkLst>
      </pc:sldChg>
      <pc:sldChg chg="addSp delSp modSp mod">
        <pc:chgData name="Matthieu GRALL" userId="cec3ba0d20552ff9" providerId="LiveId" clId="{0E100F18-ECE0-4624-BED4-5B60467EF4AA}" dt="2025-03-05T10:52:16.472" v="7687"/>
        <pc:sldMkLst>
          <pc:docMk/>
          <pc:sldMk cId="2931514684" sldId="1066"/>
        </pc:sldMkLst>
      </pc:sldChg>
      <pc:sldChg chg="addSp delSp modSp mod">
        <pc:chgData name="Matthieu GRALL" userId="cec3ba0d20552ff9" providerId="LiveId" clId="{0E100F18-ECE0-4624-BED4-5B60467EF4AA}" dt="2025-03-05T10:52:17.886" v="7688"/>
        <pc:sldMkLst>
          <pc:docMk/>
          <pc:sldMk cId="3709665650" sldId="1067"/>
        </pc:sldMkLst>
      </pc:sldChg>
      <pc:sldChg chg="addSp modSp mod">
        <pc:chgData name="Matthieu GRALL" userId="cec3ba0d20552ff9" providerId="LiveId" clId="{0E100F18-ECE0-4624-BED4-5B60467EF4AA}" dt="2025-03-05T10:52:14.464" v="7686"/>
        <pc:sldMkLst>
          <pc:docMk/>
          <pc:sldMk cId="1800103563" sldId="1069"/>
        </pc:sldMkLst>
      </pc:sldChg>
      <pc:sldChg chg="addSp modSp mod">
        <pc:chgData name="Matthieu GRALL" userId="cec3ba0d20552ff9" providerId="LiveId" clId="{0E100F18-ECE0-4624-BED4-5B60467EF4AA}" dt="2025-03-05T10:52:24.657" v="7692"/>
        <pc:sldMkLst>
          <pc:docMk/>
          <pc:sldMk cId="3291618898" sldId="1070"/>
        </pc:sldMkLst>
      </pc:sldChg>
      <pc:sldChg chg="addSp delSp modSp mod">
        <pc:chgData name="Matthieu GRALL" userId="cec3ba0d20552ff9" providerId="LiveId" clId="{0E100F18-ECE0-4624-BED4-5B60467EF4AA}" dt="2025-02-26T13:57:46.806" v="1142"/>
        <pc:sldMkLst>
          <pc:docMk/>
          <pc:sldMk cId="3654082298" sldId="1074"/>
        </pc:sldMkLst>
      </pc:sldChg>
      <pc:sldChg chg="addSp delSp modSp mod">
        <pc:chgData name="Matthieu GRALL" userId="cec3ba0d20552ff9" providerId="LiveId" clId="{0E100F18-ECE0-4624-BED4-5B60467EF4AA}" dt="2025-03-05T10:54:58.876" v="7775" actId="207"/>
        <pc:sldMkLst>
          <pc:docMk/>
          <pc:sldMk cId="2248821212" sldId="1075"/>
        </pc:sldMkLst>
      </pc:sldChg>
      <pc:sldChg chg="addSp modSp mod">
        <pc:chgData name="Matthieu GRALL" userId="cec3ba0d20552ff9" providerId="LiveId" clId="{0E100F18-ECE0-4624-BED4-5B60467EF4AA}" dt="2025-03-05T10:52:32.089" v="7697"/>
        <pc:sldMkLst>
          <pc:docMk/>
          <pc:sldMk cId="4040424870" sldId="1076"/>
        </pc:sldMkLst>
      </pc:sldChg>
      <pc:sldChg chg="addSp delSp modSp mod">
        <pc:chgData name="Matthieu GRALL" userId="cec3ba0d20552ff9" providerId="LiveId" clId="{0E100F18-ECE0-4624-BED4-5B60467EF4AA}" dt="2025-03-05T10:52:59.621" v="7721" actId="20577"/>
        <pc:sldMkLst>
          <pc:docMk/>
          <pc:sldMk cId="4019348853" sldId="1077"/>
        </pc:sldMkLst>
      </pc:sldChg>
      <pc:sldChg chg="addSp delSp modSp mod">
        <pc:chgData name="Matthieu GRALL" userId="cec3ba0d20552ff9" providerId="LiveId" clId="{0E100F18-ECE0-4624-BED4-5B60467EF4AA}" dt="2025-03-05T10:51:23.981" v="7677" actId="255"/>
        <pc:sldMkLst>
          <pc:docMk/>
          <pc:sldMk cId="925280985" sldId="1078"/>
        </pc:sldMkLst>
      </pc:sldChg>
      <pc:sldChg chg="addSp delSp modSp mod">
        <pc:chgData name="Matthieu GRALL" userId="cec3ba0d20552ff9" providerId="LiveId" clId="{0E100F18-ECE0-4624-BED4-5B60467EF4AA}" dt="2025-02-26T13:55:43.334" v="1127"/>
        <pc:sldMkLst>
          <pc:docMk/>
          <pc:sldMk cId="1546443610" sldId="1079"/>
        </pc:sldMkLst>
      </pc:sldChg>
      <pc:sldChg chg="addSp delSp modSp mod">
        <pc:chgData name="Matthieu GRALL" userId="cec3ba0d20552ff9" providerId="LiveId" clId="{0E100F18-ECE0-4624-BED4-5B60467EF4AA}" dt="2025-02-26T13:57:40.582" v="1140"/>
        <pc:sldMkLst>
          <pc:docMk/>
          <pc:sldMk cId="2865950871" sldId="1080"/>
        </pc:sldMkLst>
      </pc:sldChg>
      <pc:sldChg chg="addSp delSp modSp mod">
        <pc:chgData name="Matthieu GRALL" userId="cec3ba0d20552ff9" providerId="LiveId" clId="{0E100F18-ECE0-4624-BED4-5B60467EF4AA}" dt="2025-03-05T10:55:20.259" v="7793" actId="20577"/>
        <pc:sldMkLst>
          <pc:docMk/>
          <pc:sldMk cId="3572952097" sldId="1081"/>
        </pc:sldMkLst>
      </pc:sldChg>
      <pc:sldChg chg="modSp mod">
        <pc:chgData name="Matthieu GRALL" userId="cec3ba0d20552ff9" providerId="LiveId" clId="{0E100F18-ECE0-4624-BED4-5B60467EF4AA}" dt="2025-03-05T10:49:03.853" v="7627" actId="122"/>
        <pc:sldMkLst>
          <pc:docMk/>
          <pc:sldMk cId="3943703388" sldId="1082"/>
        </pc:sldMkLst>
      </pc:sldChg>
      <pc:sldChg chg="addSp modSp mod">
        <pc:chgData name="Matthieu GRALL" userId="cec3ba0d20552ff9" providerId="LiveId" clId="{0E100F18-ECE0-4624-BED4-5B60467EF4AA}" dt="2025-03-05T10:55:01.435" v="7776"/>
        <pc:sldMkLst>
          <pc:docMk/>
          <pc:sldMk cId="2392014724" sldId="1087"/>
        </pc:sldMkLst>
      </pc:sldChg>
      <pc:sldChg chg="addSp modSp">
        <pc:chgData name="Matthieu GRALL" userId="cec3ba0d20552ff9" providerId="LiveId" clId="{0E100F18-ECE0-4624-BED4-5B60467EF4AA}" dt="2025-03-05T10:53:13.554" v="7722"/>
        <pc:sldMkLst>
          <pc:docMk/>
          <pc:sldMk cId="1471937505" sldId="1096"/>
        </pc:sldMkLst>
      </pc:sldChg>
      <pc:sldChg chg="addSp delSp modSp mod">
        <pc:chgData name="Matthieu GRALL" userId="cec3ba0d20552ff9" providerId="LiveId" clId="{0E100F18-ECE0-4624-BED4-5B60467EF4AA}" dt="2025-03-05T10:54:48.317" v="7773" actId="20577"/>
        <pc:sldMkLst>
          <pc:docMk/>
          <pc:sldMk cId="3438634571" sldId="1097"/>
        </pc:sldMkLst>
      </pc:sldChg>
      <pc:sldChg chg="addSp modSp mod">
        <pc:chgData name="Matthieu GRALL" userId="cec3ba0d20552ff9" providerId="LiveId" clId="{0E100F18-ECE0-4624-BED4-5B60467EF4AA}" dt="2025-03-05T10:55:02.874" v="7777"/>
        <pc:sldMkLst>
          <pc:docMk/>
          <pc:sldMk cId="2205092931" sldId="1098"/>
        </pc:sldMkLst>
      </pc:sldChg>
      <pc:sldChg chg="modSp mod">
        <pc:chgData name="Matthieu GRALL" userId="cec3ba0d20552ff9" providerId="LiveId" clId="{0E100F18-ECE0-4624-BED4-5B60467EF4AA}" dt="2025-02-26T13:52:58.408" v="1106" actId="122"/>
        <pc:sldMkLst>
          <pc:docMk/>
          <pc:sldMk cId="1059960124" sldId="1100"/>
        </pc:sldMkLst>
      </pc:sldChg>
      <pc:sldChg chg="modSp mod">
        <pc:chgData name="Matthieu GRALL" userId="cec3ba0d20552ff9" providerId="LiveId" clId="{0E100F18-ECE0-4624-BED4-5B60467EF4AA}" dt="2025-02-26T13:53:02.431" v="1107" actId="122"/>
        <pc:sldMkLst>
          <pc:docMk/>
          <pc:sldMk cId="3034365359" sldId="1101"/>
        </pc:sldMkLst>
      </pc:sldChg>
      <pc:sldChg chg="addSp delSp modSp mod modAnim">
        <pc:chgData name="Matthieu GRALL" userId="cec3ba0d20552ff9" providerId="LiveId" clId="{0E100F18-ECE0-4624-BED4-5B60467EF4AA}" dt="2025-03-05T10:55:03.780" v="7778"/>
        <pc:sldMkLst>
          <pc:docMk/>
          <pc:sldMk cId="2493712290" sldId="1102"/>
        </pc:sldMkLst>
      </pc:sldChg>
      <pc:sldChg chg="addSp delSp modSp mod">
        <pc:chgData name="Matthieu GRALL" userId="cec3ba0d20552ff9" providerId="LiveId" clId="{0E100F18-ECE0-4624-BED4-5B60467EF4AA}" dt="2025-03-05T10:55:11.583" v="7783" actId="207"/>
        <pc:sldMkLst>
          <pc:docMk/>
          <pc:sldMk cId="406103256" sldId="1104"/>
        </pc:sldMkLst>
      </pc:sldChg>
      <pc:sldChg chg="addSp modSp mod">
        <pc:chgData name="Matthieu GRALL" userId="cec3ba0d20552ff9" providerId="LiveId" clId="{0E100F18-ECE0-4624-BED4-5B60467EF4AA}" dt="2025-03-05T10:55:04.490" v="7779"/>
        <pc:sldMkLst>
          <pc:docMk/>
          <pc:sldMk cId="1660377139" sldId="1105"/>
        </pc:sldMkLst>
      </pc:sldChg>
      <pc:sldChg chg="addSp modSp mod">
        <pc:chgData name="Matthieu GRALL" userId="cec3ba0d20552ff9" providerId="LiveId" clId="{0E100F18-ECE0-4624-BED4-5B60467EF4AA}" dt="2025-03-05T10:52:19.256" v="7689"/>
        <pc:sldMkLst>
          <pc:docMk/>
          <pc:sldMk cId="2181861508" sldId="1106"/>
        </pc:sldMkLst>
      </pc:sldChg>
      <pc:sldChg chg="addSp modSp mod ord">
        <pc:chgData name="Matthieu GRALL" userId="cec3ba0d20552ff9" providerId="LiveId" clId="{0E100F18-ECE0-4624-BED4-5B60467EF4AA}" dt="2025-03-05T10:52:21.073" v="7690"/>
        <pc:sldMkLst>
          <pc:docMk/>
          <pc:sldMk cId="1609253854" sldId="1107"/>
        </pc:sldMkLst>
      </pc:sldChg>
      <pc:sldChg chg="addSp modSp mod ord">
        <pc:chgData name="Matthieu GRALL" userId="cec3ba0d20552ff9" providerId="LiveId" clId="{0E100F18-ECE0-4624-BED4-5B60467EF4AA}" dt="2025-03-05T10:52:22.670" v="7691"/>
        <pc:sldMkLst>
          <pc:docMk/>
          <pc:sldMk cId="963854095" sldId="1108"/>
        </pc:sldMkLst>
      </pc:sldChg>
      <pc:sldChg chg="addSp modSp mod">
        <pc:chgData name="Matthieu GRALL" userId="cec3ba0d20552ff9" providerId="LiveId" clId="{0E100F18-ECE0-4624-BED4-5B60467EF4AA}" dt="2025-03-05T10:52:26.089" v="7693"/>
        <pc:sldMkLst>
          <pc:docMk/>
          <pc:sldMk cId="3678163508" sldId="1109"/>
        </pc:sldMkLst>
      </pc:sldChg>
      <pc:sldChg chg="addSp modSp mod">
        <pc:chgData name="Matthieu GRALL" userId="cec3ba0d20552ff9" providerId="LiveId" clId="{0E100F18-ECE0-4624-BED4-5B60467EF4AA}" dt="2025-03-05T10:59:06.986" v="7866" actId="20577"/>
        <pc:sldMkLst>
          <pc:docMk/>
          <pc:sldMk cId="4058146610" sldId="1110"/>
        </pc:sldMkLst>
      </pc:sldChg>
      <pc:sldChg chg="addSp modSp mod">
        <pc:chgData name="Matthieu GRALL" userId="cec3ba0d20552ff9" providerId="LiveId" clId="{0E100F18-ECE0-4624-BED4-5B60467EF4AA}" dt="2025-03-05T10:52:27.055" v="7694"/>
        <pc:sldMkLst>
          <pc:docMk/>
          <pc:sldMk cId="1348902480" sldId="1111"/>
        </pc:sldMkLst>
      </pc:sldChg>
      <pc:sldChg chg="addSp modSp mod">
        <pc:chgData name="Matthieu GRALL" userId="cec3ba0d20552ff9" providerId="LiveId" clId="{0E100F18-ECE0-4624-BED4-5B60467EF4AA}" dt="2025-03-05T10:59:17.857" v="7883" actId="20577"/>
        <pc:sldMkLst>
          <pc:docMk/>
          <pc:sldMk cId="2330890016" sldId="1112"/>
        </pc:sldMkLst>
      </pc:sldChg>
      <pc:sldChg chg="addSp delSp modSp mod">
        <pc:chgData name="Matthieu GRALL" userId="cec3ba0d20552ff9" providerId="LiveId" clId="{0E100F18-ECE0-4624-BED4-5B60467EF4AA}" dt="2025-03-05T10:55:05.329" v="7780"/>
        <pc:sldMkLst>
          <pc:docMk/>
          <pc:sldMk cId="362970679" sldId="1113"/>
        </pc:sldMkLst>
      </pc:sldChg>
      <pc:sldChg chg="addSp modSp new del mod ord">
        <pc:chgData name="Matthieu GRALL" userId="cec3ba0d20552ff9" providerId="LiveId" clId="{0E100F18-ECE0-4624-BED4-5B60467EF4AA}" dt="2025-03-05T10:11:10.528" v="7123" actId="47"/>
        <pc:sldMkLst>
          <pc:docMk/>
          <pc:sldMk cId="995034702" sldId="1114"/>
        </pc:sldMkLst>
      </pc:sldChg>
      <pc:sldChg chg="addSp modSp add del mod">
        <pc:chgData name="Matthieu GRALL" userId="cec3ba0d20552ff9" providerId="LiveId" clId="{0E100F18-ECE0-4624-BED4-5B60467EF4AA}" dt="2025-03-07T11:10:58.937" v="11322" actId="47"/>
        <pc:sldMkLst>
          <pc:docMk/>
          <pc:sldMk cId="385704443" sldId="1115"/>
        </pc:sldMkLst>
      </pc:sldChg>
      <pc:sldChg chg="addSp modSp mod modAnim">
        <pc:chgData name="Matthieu GRALL" userId="cec3ba0d20552ff9" providerId="LiveId" clId="{0E100F18-ECE0-4624-BED4-5B60467EF4AA}" dt="2025-03-07T09:42:25.923" v="10691"/>
        <pc:sldMkLst>
          <pc:docMk/>
          <pc:sldMk cId="2858516459" sldId="1116"/>
        </pc:sldMkLst>
      </pc:sldChg>
      <pc:sldChg chg="addSp delSp modSp mod">
        <pc:chgData name="Matthieu GRALL" userId="cec3ba0d20552ff9" providerId="LiveId" clId="{0E100F18-ECE0-4624-BED4-5B60467EF4AA}" dt="2025-03-11T12:10:07.035" v="14890" actId="1036"/>
        <pc:sldMkLst>
          <pc:docMk/>
          <pc:sldMk cId="2904657892" sldId="1117"/>
        </pc:sldMkLst>
      </pc:sldChg>
      <pc:sldChg chg="addSp delSp modSp mod ord">
        <pc:chgData name="Matthieu GRALL" userId="cec3ba0d20552ff9" providerId="LiveId" clId="{0E100F18-ECE0-4624-BED4-5B60467EF4AA}" dt="2025-03-05T10:55:35.494" v="7800"/>
        <pc:sldMkLst>
          <pc:docMk/>
          <pc:sldMk cId="858906089" sldId="1118"/>
        </pc:sldMkLst>
      </pc:sldChg>
      <pc:sldChg chg="addSp delSp modSp mod ord modClrScheme delAnim modAnim chgLayout">
        <pc:chgData name="Matthieu GRALL" userId="cec3ba0d20552ff9" providerId="LiveId" clId="{0E100F18-ECE0-4624-BED4-5B60467EF4AA}" dt="2025-03-07T10:10:14.173" v="11264" actId="20577"/>
        <pc:sldMkLst>
          <pc:docMk/>
          <pc:sldMk cId="3967936223" sldId="1119"/>
        </pc:sldMkLst>
      </pc:sldChg>
      <pc:sldChg chg="addSp modSp mod modAnim">
        <pc:chgData name="Matthieu GRALL" userId="cec3ba0d20552ff9" providerId="LiveId" clId="{0E100F18-ECE0-4624-BED4-5B60467EF4AA}" dt="2025-03-07T11:10:25.757" v="11320" actId="27636"/>
        <pc:sldMkLst>
          <pc:docMk/>
          <pc:sldMk cId="1932322543" sldId="1120"/>
        </pc:sldMkLst>
      </pc:sldChg>
      <pc:sldChg chg="addSp modSp mod">
        <pc:chgData name="Matthieu GRALL" userId="cec3ba0d20552ff9" providerId="LiveId" clId="{0E100F18-ECE0-4624-BED4-5B60467EF4AA}" dt="2025-03-05T10:55:31.638" v="7796"/>
        <pc:sldMkLst>
          <pc:docMk/>
          <pc:sldMk cId="2258595350" sldId="1121"/>
        </pc:sldMkLst>
      </pc:sldChg>
      <pc:sldChg chg="addSp delSp modSp mod ord">
        <pc:chgData name="Matthieu GRALL" userId="cec3ba0d20552ff9" providerId="LiveId" clId="{0E100F18-ECE0-4624-BED4-5B60467EF4AA}" dt="2025-03-05T15:09:34.121" v="8158" actId="14100"/>
        <pc:sldMkLst>
          <pc:docMk/>
          <pc:sldMk cId="793694464" sldId="1122"/>
        </pc:sldMkLst>
      </pc:sldChg>
      <pc:sldChg chg="addSp modSp del mod">
        <pc:chgData name="Matthieu GRALL" userId="cec3ba0d20552ff9" providerId="LiveId" clId="{0E100F18-ECE0-4624-BED4-5B60467EF4AA}" dt="2025-03-07T11:07:45.129" v="11286" actId="47"/>
        <pc:sldMkLst>
          <pc:docMk/>
          <pc:sldMk cId="474124158" sldId="1124"/>
        </pc:sldMkLst>
      </pc:sldChg>
      <pc:sldChg chg="addSp delSp modSp mod modClrScheme delAnim modAnim chgLayout">
        <pc:chgData name="Matthieu GRALL" userId="cec3ba0d20552ff9" providerId="LiveId" clId="{0E100F18-ECE0-4624-BED4-5B60467EF4AA}" dt="2025-03-11T11:59:13.300" v="14767" actId="20577"/>
        <pc:sldMkLst>
          <pc:docMk/>
          <pc:sldMk cId="2401667870" sldId="1125"/>
        </pc:sldMkLst>
      </pc:sldChg>
      <pc:sldChg chg="addSp delSp modSp mod modAnim">
        <pc:chgData name="Matthieu GRALL" userId="cec3ba0d20552ff9" providerId="LiveId" clId="{0E100F18-ECE0-4624-BED4-5B60467EF4AA}" dt="2025-03-11T12:29:18.407" v="15665"/>
        <pc:sldMkLst>
          <pc:docMk/>
          <pc:sldMk cId="218010953" sldId="1126"/>
        </pc:sldMkLst>
      </pc:sldChg>
      <pc:sldChg chg="addSp delSp modSp mod">
        <pc:chgData name="Matthieu GRALL" userId="cec3ba0d20552ff9" providerId="LiveId" clId="{0E100F18-ECE0-4624-BED4-5B60467EF4AA}" dt="2025-03-05T10:55:29.495" v="7795" actId="207"/>
        <pc:sldMkLst>
          <pc:docMk/>
          <pc:sldMk cId="2008000353" sldId="1127"/>
        </pc:sldMkLst>
      </pc:sldChg>
      <pc:sldChg chg="addSp modSp mod">
        <pc:chgData name="Matthieu GRALL" userId="cec3ba0d20552ff9" providerId="LiveId" clId="{0E100F18-ECE0-4624-BED4-5B60467EF4AA}" dt="2025-03-11T16:14:22.320" v="17955" actId="20577"/>
        <pc:sldMkLst>
          <pc:docMk/>
          <pc:sldMk cId="2806509409" sldId="1128"/>
        </pc:sldMkLst>
      </pc:sldChg>
      <pc:sldChg chg="addSp delSp modSp mod delAnim modAnim">
        <pc:chgData name="Matthieu GRALL" userId="cec3ba0d20552ff9" providerId="LiveId" clId="{0E100F18-ECE0-4624-BED4-5B60467EF4AA}" dt="2025-03-07T09:41:57.636" v="10690"/>
        <pc:sldMkLst>
          <pc:docMk/>
          <pc:sldMk cId="1014956570" sldId="1129"/>
        </pc:sldMkLst>
      </pc:sldChg>
      <pc:sldChg chg="addSp delSp modSp mod modAnim">
        <pc:chgData name="Matthieu GRALL" userId="cec3ba0d20552ff9" providerId="LiveId" clId="{0E100F18-ECE0-4624-BED4-5B60467EF4AA}" dt="2025-03-05T10:55:58.103" v="7808"/>
        <pc:sldMkLst>
          <pc:docMk/>
          <pc:sldMk cId="3855446942" sldId="1131"/>
        </pc:sldMkLst>
      </pc:sldChg>
      <pc:sldChg chg="addSp delSp modSp mod setBg modAnim">
        <pc:chgData name="Matthieu GRALL" userId="cec3ba0d20552ff9" providerId="LiveId" clId="{0E100F18-ECE0-4624-BED4-5B60467EF4AA}" dt="2025-03-07T11:10:05.008" v="11315" actId="6549"/>
        <pc:sldMkLst>
          <pc:docMk/>
          <pc:sldMk cId="259636404" sldId="1132"/>
        </pc:sldMkLst>
      </pc:sldChg>
      <pc:sldChg chg="addSp delSp modSp mod ord">
        <pc:chgData name="Matthieu GRALL" userId="cec3ba0d20552ff9" providerId="LiveId" clId="{0E100F18-ECE0-4624-BED4-5B60467EF4AA}" dt="2025-03-05T10:55:36.598" v="7801"/>
        <pc:sldMkLst>
          <pc:docMk/>
          <pc:sldMk cId="3615714820" sldId="1133"/>
        </pc:sldMkLst>
      </pc:sldChg>
      <pc:sldChg chg="addSp delSp modSp mod modAnim">
        <pc:chgData name="Matthieu GRALL" userId="cec3ba0d20552ff9" providerId="LiveId" clId="{0E100F18-ECE0-4624-BED4-5B60467EF4AA}" dt="2025-03-05T10:55:58.813" v="7809"/>
        <pc:sldMkLst>
          <pc:docMk/>
          <pc:sldMk cId="3058020324" sldId="1134"/>
        </pc:sldMkLst>
      </pc:sldChg>
      <pc:sldChg chg="addSp delSp modSp mod ord">
        <pc:chgData name="Matthieu GRALL" userId="cec3ba0d20552ff9" providerId="LiveId" clId="{0E100F18-ECE0-4624-BED4-5B60467EF4AA}" dt="2025-03-05T15:07:38.141" v="8047"/>
        <pc:sldMkLst>
          <pc:docMk/>
          <pc:sldMk cId="74076825" sldId="1135"/>
        </pc:sldMkLst>
      </pc:sldChg>
      <pc:sldChg chg="addSp modSp del mod">
        <pc:chgData name="Matthieu GRALL" userId="cec3ba0d20552ff9" providerId="LiveId" clId="{0E100F18-ECE0-4624-BED4-5B60467EF4AA}" dt="2025-03-07T12:40:55.844" v="12919" actId="47"/>
        <pc:sldMkLst>
          <pc:docMk/>
          <pc:sldMk cId="196772769" sldId="1137"/>
        </pc:sldMkLst>
      </pc:sldChg>
      <pc:sldChg chg="addSp modSp del mod">
        <pc:chgData name="Matthieu GRALL" userId="cec3ba0d20552ff9" providerId="LiveId" clId="{0E100F18-ECE0-4624-BED4-5B60467EF4AA}" dt="2025-03-07T12:41:04.569" v="12922" actId="47"/>
        <pc:sldMkLst>
          <pc:docMk/>
          <pc:sldMk cId="3534135643" sldId="1138"/>
        </pc:sldMkLst>
      </pc:sldChg>
      <pc:sldChg chg="addSp modSp del mod">
        <pc:chgData name="Matthieu GRALL" userId="cec3ba0d20552ff9" providerId="LiveId" clId="{0E100F18-ECE0-4624-BED4-5B60467EF4AA}" dt="2025-03-07T12:41:27.268" v="12926" actId="47"/>
        <pc:sldMkLst>
          <pc:docMk/>
          <pc:sldMk cId="1438800487" sldId="1139"/>
        </pc:sldMkLst>
      </pc:sldChg>
      <pc:sldChg chg="addSp delSp modSp mod chgLayout">
        <pc:chgData name="Matthieu GRALL" userId="cec3ba0d20552ff9" providerId="LiveId" clId="{0E100F18-ECE0-4624-BED4-5B60467EF4AA}" dt="2025-03-11T11:34:20.140" v="14332" actId="113"/>
        <pc:sldMkLst>
          <pc:docMk/>
          <pc:sldMk cId="2282294363" sldId="1140"/>
        </pc:sldMkLst>
      </pc:sldChg>
      <pc:sldChg chg="addSp delSp modSp mod ord modAnim">
        <pc:chgData name="Matthieu GRALL" userId="cec3ba0d20552ff9" providerId="LiveId" clId="{0E100F18-ECE0-4624-BED4-5B60467EF4AA}" dt="2025-03-05T10:56:02.492" v="7813"/>
        <pc:sldMkLst>
          <pc:docMk/>
          <pc:sldMk cId="2633670147" sldId="1141"/>
        </pc:sldMkLst>
      </pc:sldChg>
      <pc:sldChg chg="addSp delSp modSp mod">
        <pc:chgData name="Matthieu GRALL" userId="cec3ba0d20552ff9" providerId="LiveId" clId="{0E100F18-ECE0-4624-BED4-5B60467EF4AA}" dt="2025-03-05T10:55:56.636" v="7807"/>
        <pc:sldMkLst>
          <pc:docMk/>
          <pc:sldMk cId="2874457299" sldId="1142"/>
        </pc:sldMkLst>
      </pc:sldChg>
      <pc:sldChg chg="addSp delSp modSp mod ord">
        <pc:chgData name="Matthieu GRALL" userId="cec3ba0d20552ff9" providerId="LiveId" clId="{0E100F18-ECE0-4624-BED4-5B60467EF4AA}" dt="2025-03-05T10:56:03.457" v="7814"/>
        <pc:sldMkLst>
          <pc:docMk/>
          <pc:sldMk cId="3772202389" sldId="1143"/>
        </pc:sldMkLst>
      </pc:sldChg>
      <pc:sldChg chg="addSp delSp modSp add mod ord delAnim modAnim">
        <pc:chgData name="Matthieu GRALL" userId="cec3ba0d20552ff9" providerId="LiveId" clId="{0E100F18-ECE0-4624-BED4-5B60467EF4AA}" dt="2025-03-05T10:55:33.611" v="7798"/>
        <pc:sldMkLst>
          <pc:docMk/>
          <pc:sldMk cId="170068941" sldId="1144"/>
        </pc:sldMkLst>
      </pc:sldChg>
      <pc:sldChg chg="addSp delSp modSp new mod ord modShow">
        <pc:chgData name="Matthieu GRALL" userId="cec3ba0d20552ff9" providerId="LiveId" clId="{0E100F18-ECE0-4624-BED4-5B60467EF4AA}" dt="2025-03-02T13:56:18.189" v="5811"/>
        <pc:sldMkLst>
          <pc:docMk/>
          <pc:sldMk cId="1674062375" sldId="1145"/>
        </pc:sldMkLst>
      </pc:sldChg>
      <pc:sldChg chg="addSp delSp modSp new mod modAnim">
        <pc:chgData name="Matthieu GRALL" userId="cec3ba0d20552ff9" providerId="LiveId" clId="{0E100F18-ECE0-4624-BED4-5B60467EF4AA}" dt="2025-03-05T10:55:59.484" v="7810"/>
        <pc:sldMkLst>
          <pc:docMk/>
          <pc:sldMk cId="2228376451" sldId="1146"/>
        </pc:sldMkLst>
      </pc:sldChg>
      <pc:sldChg chg="addSp delSp modSp new mod modClrScheme modAnim chgLayout">
        <pc:chgData name="Matthieu GRALL" userId="cec3ba0d20552ff9" providerId="LiveId" clId="{0E100F18-ECE0-4624-BED4-5B60467EF4AA}" dt="2025-03-05T10:55:53.736" v="7805"/>
        <pc:sldMkLst>
          <pc:docMk/>
          <pc:sldMk cId="2051895864" sldId="1147"/>
        </pc:sldMkLst>
      </pc:sldChg>
      <pc:sldChg chg="addSp modSp add mod">
        <pc:chgData name="Matthieu GRALL" userId="cec3ba0d20552ff9" providerId="LiveId" clId="{0E100F18-ECE0-4624-BED4-5B60467EF4AA}" dt="2025-03-05T10:55:55.175" v="7806"/>
        <pc:sldMkLst>
          <pc:docMk/>
          <pc:sldMk cId="511842156" sldId="1148"/>
        </pc:sldMkLst>
      </pc:sldChg>
      <pc:sldChg chg="addSp modSp add mod ord">
        <pc:chgData name="Matthieu GRALL" userId="cec3ba0d20552ff9" providerId="LiveId" clId="{0E100F18-ECE0-4624-BED4-5B60467EF4AA}" dt="2025-03-05T10:55:39.438" v="7804"/>
        <pc:sldMkLst>
          <pc:docMk/>
          <pc:sldMk cId="3068500926" sldId="1149"/>
        </pc:sldMkLst>
      </pc:sldChg>
      <pc:sldChg chg="addSp delSp modSp add mod delAnim modAnim">
        <pc:chgData name="Matthieu GRALL" userId="cec3ba0d20552ff9" providerId="LiveId" clId="{0E100F18-ECE0-4624-BED4-5B60467EF4AA}" dt="2025-03-05T10:56:00.285" v="7811"/>
        <pc:sldMkLst>
          <pc:docMk/>
          <pc:sldMk cId="4042514045" sldId="1150"/>
        </pc:sldMkLst>
      </pc:sldChg>
      <pc:sldChg chg="addSp delSp modSp new mod ord modAnim">
        <pc:chgData name="Matthieu GRALL" userId="cec3ba0d20552ff9" providerId="LiveId" clId="{0E100F18-ECE0-4624-BED4-5B60467EF4AA}" dt="2025-03-11T10:23:36.541" v="13678" actId="6549"/>
        <pc:sldMkLst>
          <pc:docMk/>
          <pc:sldMk cId="1436287032" sldId="1151"/>
        </pc:sldMkLst>
      </pc:sldChg>
      <pc:sldChg chg="addSp modSp new mod">
        <pc:chgData name="Matthieu GRALL" userId="cec3ba0d20552ff9" providerId="LiveId" clId="{0E100F18-ECE0-4624-BED4-5B60467EF4AA}" dt="2025-03-05T10:52:13.194" v="7685"/>
        <pc:sldMkLst>
          <pc:docMk/>
          <pc:sldMk cId="2452702040" sldId="1152"/>
        </pc:sldMkLst>
      </pc:sldChg>
      <pc:sldChg chg="addSp delSp modSp new mod">
        <pc:chgData name="Matthieu GRALL" userId="cec3ba0d20552ff9" providerId="LiveId" clId="{0E100F18-ECE0-4624-BED4-5B60467EF4AA}" dt="2025-03-05T14:57:37.716" v="7922" actId="207"/>
        <pc:sldMkLst>
          <pc:docMk/>
          <pc:sldMk cId="7468882" sldId="1153"/>
        </pc:sldMkLst>
      </pc:sldChg>
      <pc:sldChg chg="new add del">
        <pc:chgData name="Matthieu GRALL" userId="cec3ba0d20552ff9" providerId="LiveId" clId="{0E100F18-ECE0-4624-BED4-5B60467EF4AA}" dt="2025-03-05T06:04:18.393" v="7094" actId="680"/>
        <pc:sldMkLst>
          <pc:docMk/>
          <pc:sldMk cId="2520114879" sldId="1153"/>
        </pc:sldMkLst>
      </pc:sldChg>
      <pc:sldChg chg="addSp delSp modSp new mod">
        <pc:chgData name="Matthieu GRALL" userId="cec3ba0d20552ff9" providerId="LiveId" clId="{0E100F18-ECE0-4624-BED4-5B60467EF4AA}" dt="2025-03-07T08:07:22.837" v="9855" actId="20577"/>
        <pc:sldMkLst>
          <pc:docMk/>
          <pc:sldMk cId="470654986" sldId="1154"/>
        </pc:sldMkLst>
      </pc:sldChg>
      <pc:sldChg chg="addSp modSp add mod ord">
        <pc:chgData name="Matthieu GRALL" userId="cec3ba0d20552ff9" providerId="LiveId" clId="{0E100F18-ECE0-4624-BED4-5B60467EF4AA}" dt="2025-03-05T15:07:38.810" v="8048"/>
        <pc:sldMkLst>
          <pc:docMk/>
          <pc:sldMk cId="1780674926" sldId="1155"/>
        </pc:sldMkLst>
      </pc:sldChg>
      <pc:sldChg chg="addSp delSp modSp add mod ord addAnim delAnim modAnim">
        <pc:chgData name="Matthieu GRALL" userId="cec3ba0d20552ff9" providerId="LiveId" clId="{0E100F18-ECE0-4624-BED4-5B60467EF4AA}" dt="2025-03-08T11:22:03.776" v="13223" actId="20577"/>
        <pc:sldMkLst>
          <pc:docMk/>
          <pc:sldMk cId="1089408725" sldId="1156"/>
        </pc:sldMkLst>
      </pc:sldChg>
      <pc:sldChg chg="modSp add mod">
        <pc:chgData name="Matthieu GRALL" userId="cec3ba0d20552ff9" providerId="LiveId" clId="{0E100F18-ECE0-4624-BED4-5B60467EF4AA}" dt="2025-03-05T15:59:33.607" v="9807" actId="27636"/>
        <pc:sldMkLst>
          <pc:docMk/>
          <pc:sldMk cId="626765711" sldId="1157"/>
        </pc:sldMkLst>
      </pc:sldChg>
      <pc:sldChg chg="addSp delSp modSp add mod ord modAnim modNotesTx">
        <pc:chgData name="Matthieu GRALL" userId="cec3ba0d20552ff9" providerId="LiveId" clId="{0E100F18-ECE0-4624-BED4-5B60467EF4AA}" dt="2025-03-07T12:45:50.474" v="13215" actId="478"/>
        <pc:sldMkLst>
          <pc:docMk/>
          <pc:sldMk cId="978239101" sldId="1158"/>
        </pc:sldMkLst>
      </pc:sldChg>
      <pc:sldChg chg="modSp add mod">
        <pc:chgData name="Matthieu GRALL" userId="cec3ba0d20552ff9" providerId="LiveId" clId="{0E100F18-ECE0-4624-BED4-5B60467EF4AA}" dt="2025-03-07T11:12:03.117" v="11398" actId="6549"/>
        <pc:sldMkLst>
          <pc:docMk/>
          <pc:sldMk cId="1439898323" sldId="1159"/>
        </pc:sldMkLst>
      </pc:sldChg>
      <pc:sldChg chg="addSp modSp add mod modAnim">
        <pc:chgData name="Matthieu GRALL" userId="cec3ba0d20552ff9" providerId="LiveId" clId="{0E100F18-ECE0-4624-BED4-5B60467EF4AA}" dt="2025-03-07T12:38:01.990" v="12795"/>
        <pc:sldMkLst>
          <pc:docMk/>
          <pc:sldMk cId="3009534273" sldId="1160"/>
        </pc:sldMkLst>
      </pc:sldChg>
      <pc:sldChg chg="addSp delSp modSp add mod delAnim modAnim">
        <pc:chgData name="Matthieu GRALL" userId="cec3ba0d20552ff9" providerId="LiveId" clId="{0E100F18-ECE0-4624-BED4-5B60467EF4AA}" dt="2025-03-11T11:02:59.319" v="14112"/>
        <pc:sldMkLst>
          <pc:docMk/>
          <pc:sldMk cId="2390841847" sldId="1161"/>
        </pc:sldMkLst>
      </pc:sldChg>
      <pc:sldChg chg="addSp delSp modSp add mod delAnim modAnim">
        <pc:chgData name="Matthieu GRALL" userId="cec3ba0d20552ff9" providerId="LiveId" clId="{0E100F18-ECE0-4624-BED4-5B60467EF4AA}" dt="2025-03-11T11:03:05.874" v="14114"/>
        <pc:sldMkLst>
          <pc:docMk/>
          <pc:sldMk cId="372278672" sldId="1162"/>
        </pc:sldMkLst>
      </pc:sldChg>
      <pc:sldChg chg="addSp delSp modSp add mod">
        <pc:chgData name="Matthieu GRALL" userId="cec3ba0d20552ff9" providerId="LiveId" clId="{0E100F18-ECE0-4624-BED4-5B60467EF4AA}" dt="2025-03-11T11:03:09.639" v="14116"/>
        <pc:sldMkLst>
          <pc:docMk/>
          <pc:sldMk cId="2429086636" sldId="1163"/>
        </pc:sldMkLst>
      </pc:sldChg>
      <pc:sldChg chg="addSp delSp modSp new mod">
        <pc:chgData name="Matthieu GRALL" userId="cec3ba0d20552ff9" providerId="LiveId" clId="{0E100F18-ECE0-4624-BED4-5B60467EF4AA}" dt="2025-03-11T11:03:20.318" v="14117"/>
        <pc:sldMkLst>
          <pc:docMk/>
          <pc:sldMk cId="663291523" sldId="1164"/>
        </pc:sldMkLst>
      </pc:sldChg>
      <pc:sldChg chg="addSp delSp modSp new mod modClrScheme chgLayout">
        <pc:chgData name="Matthieu GRALL" userId="cec3ba0d20552ff9" providerId="LiveId" clId="{0E100F18-ECE0-4624-BED4-5B60467EF4AA}" dt="2025-03-11T11:03:22.424" v="14118"/>
        <pc:sldMkLst>
          <pc:docMk/>
          <pc:sldMk cId="3726557649" sldId="1165"/>
        </pc:sldMkLst>
      </pc:sldChg>
      <pc:sldChg chg="addSp delSp modSp add mod">
        <pc:chgData name="Matthieu GRALL" userId="cec3ba0d20552ff9" providerId="LiveId" clId="{0E100F18-ECE0-4624-BED4-5B60467EF4AA}" dt="2025-03-11T11:03:24.079" v="14119"/>
        <pc:sldMkLst>
          <pc:docMk/>
          <pc:sldMk cId="4126883953" sldId="1166"/>
        </pc:sldMkLst>
      </pc:sldChg>
      <pc:sldChg chg="addSp delSp modSp add mod">
        <pc:chgData name="Matthieu GRALL" userId="cec3ba0d20552ff9" providerId="LiveId" clId="{0E100F18-ECE0-4624-BED4-5B60467EF4AA}" dt="2025-03-11T11:03:25.283" v="14120"/>
        <pc:sldMkLst>
          <pc:docMk/>
          <pc:sldMk cId="4144065367" sldId="1167"/>
        </pc:sldMkLst>
      </pc:sldChg>
      <pc:sldChg chg="addSp delSp modSp add mod">
        <pc:chgData name="Matthieu GRALL" userId="cec3ba0d20552ff9" providerId="LiveId" clId="{0E100F18-ECE0-4624-BED4-5B60467EF4AA}" dt="2025-03-11T11:03:26.254" v="14121"/>
        <pc:sldMkLst>
          <pc:docMk/>
          <pc:sldMk cId="3420609405" sldId="1168"/>
        </pc:sldMkLst>
      </pc:sldChg>
      <pc:sldChg chg="addSp delSp modSp add mod">
        <pc:chgData name="Matthieu GRALL" userId="cec3ba0d20552ff9" providerId="LiveId" clId="{0E100F18-ECE0-4624-BED4-5B60467EF4AA}" dt="2025-03-11T11:03:27.184" v="14122"/>
        <pc:sldMkLst>
          <pc:docMk/>
          <pc:sldMk cId="2705748325" sldId="1169"/>
        </pc:sldMkLst>
      </pc:sldChg>
      <pc:sldChg chg="addSp delSp modSp add mod">
        <pc:chgData name="Matthieu GRALL" userId="cec3ba0d20552ff9" providerId="LiveId" clId="{0E100F18-ECE0-4624-BED4-5B60467EF4AA}" dt="2025-03-11T11:03:28.514" v="14123"/>
        <pc:sldMkLst>
          <pc:docMk/>
          <pc:sldMk cId="2302647121" sldId="1170"/>
        </pc:sldMkLst>
      </pc:sldChg>
      <pc:sldChg chg="addSp delSp modSp add mod">
        <pc:chgData name="Matthieu GRALL" userId="cec3ba0d20552ff9" providerId="LiveId" clId="{0E100F18-ECE0-4624-BED4-5B60467EF4AA}" dt="2025-03-11T11:03:29.823" v="14124"/>
        <pc:sldMkLst>
          <pc:docMk/>
          <pc:sldMk cId="1100237435" sldId="1171"/>
        </pc:sldMkLst>
      </pc:sldChg>
      <pc:sldChg chg="addSp delSp modSp new mod modAnim">
        <pc:chgData name="Matthieu GRALL" userId="cec3ba0d20552ff9" providerId="LiveId" clId="{0E100F18-ECE0-4624-BED4-5B60467EF4AA}" dt="2025-03-11T11:41:02.573" v="14533" actId="207"/>
        <pc:sldMkLst>
          <pc:docMk/>
          <pc:sldMk cId="3906060561" sldId="1172"/>
        </pc:sldMkLst>
      </pc:sldChg>
      <pc:sldChg chg="addSp delSp modSp add mod delAnim modAnim">
        <pc:chgData name="Matthieu GRALL" userId="cec3ba0d20552ff9" providerId="LiveId" clId="{0E100F18-ECE0-4624-BED4-5B60467EF4AA}" dt="2025-03-11T11:40:58.071" v="14532" actId="207"/>
        <pc:sldMkLst>
          <pc:docMk/>
          <pc:sldMk cId="3902531355" sldId="1173"/>
        </pc:sldMkLst>
      </pc:sldChg>
      <pc:sldChg chg="modSp add del mod">
        <pc:chgData name="Matthieu GRALL" userId="cec3ba0d20552ff9" providerId="LiveId" clId="{0E100F18-ECE0-4624-BED4-5B60467EF4AA}" dt="2025-03-11T11:51:13.201" v="14740" actId="47"/>
        <pc:sldMkLst>
          <pc:docMk/>
          <pc:sldMk cId="3550647955" sldId="1174"/>
        </pc:sldMkLst>
      </pc:sldChg>
      <pc:sldChg chg="addSp modSp add mod modAnim modNotesTx">
        <pc:chgData name="Matthieu GRALL" userId="cec3ba0d20552ff9" providerId="LiveId" clId="{0E100F18-ECE0-4624-BED4-5B60467EF4AA}" dt="2025-03-11T15:50:51.088" v="16417" actId="20577"/>
        <pc:sldMkLst>
          <pc:docMk/>
          <pc:sldMk cId="3568491748" sldId="1175"/>
        </pc:sldMkLst>
      </pc:sldChg>
      <pc:sldChg chg="addSp delSp modSp new mod modAnim">
        <pc:chgData name="Matthieu GRALL" userId="cec3ba0d20552ff9" providerId="LiveId" clId="{0E100F18-ECE0-4624-BED4-5B60467EF4AA}" dt="2025-03-11T12:21:35.737" v="15516" actId="6549"/>
        <pc:sldMkLst>
          <pc:docMk/>
          <pc:sldMk cId="1951799724" sldId="1176"/>
        </pc:sldMkLst>
      </pc:sldChg>
      <pc:sldChg chg="addSp delSp modSp new mod modAnim">
        <pc:chgData name="Matthieu GRALL" userId="cec3ba0d20552ff9" providerId="LiveId" clId="{0E100F18-ECE0-4624-BED4-5B60467EF4AA}" dt="2025-03-11T16:26:41.383" v="18481" actId="5793"/>
        <pc:sldMkLst>
          <pc:docMk/>
          <pc:sldMk cId="2591070033" sldId="1177"/>
        </pc:sldMkLst>
      </pc:sldChg>
      <pc:sldChg chg="addSp delSp modSp new mod modAnim">
        <pc:chgData name="Matthieu GRALL" userId="cec3ba0d20552ff9" providerId="LiveId" clId="{0E100F18-ECE0-4624-BED4-5B60467EF4AA}" dt="2025-03-11T16:33:54.641" v="18699" actId="1035"/>
        <pc:sldMkLst>
          <pc:docMk/>
          <pc:sldMk cId="124793383" sldId="1178"/>
        </pc:sldMkLst>
      </pc:sldChg>
      <pc:sldMasterChg chg="addSp modSp mod delSldLayout modSldLayout">
        <pc:chgData name="Matthieu GRALL" userId="cec3ba0d20552ff9" providerId="LiveId" clId="{0E100F18-ECE0-4624-BED4-5B60467EF4AA}" dt="2025-03-07T08:23:20.328" v="9871" actId="47"/>
        <pc:sldMasterMkLst>
          <pc:docMk/>
          <pc:sldMasterMk cId="3998894942" sldId="2147483683"/>
        </pc:sldMasterMkLst>
        <pc:sldLayoutChg chg="addSp delSp modSp mod">
          <pc:chgData name="Matthieu GRALL" userId="cec3ba0d20552ff9" providerId="LiveId" clId="{0E100F18-ECE0-4624-BED4-5B60467EF4AA}" dt="2025-02-26T13:40:17.651" v="974"/>
          <pc:sldLayoutMkLst>
            <pc:docMk/>
            <pc:sldMasterMk cId="3998894942" sldId="2147483683"/>
            <pc:sldLayoutMk cId="3540159369" sldId="2147483684"/>
          </pc:sldLayoutMkLst>
        </pc:sldLayoutChg>
        <pc:sldLayoutChg chg="addSp delSp modSp mod">
          <pc:chgData name="Matthieu GRALL" userId="cec3ba0d20552ff9" providerId="LiveId" clId="{0E100F18-ECE0-4624-BED4-5B60467EF4AA}" dt="2025-02-26T13:40:26.232" v="976"/>
          <pc:sldLayoutMkLst>
            <pc:docMk/>
            <pc:sldMasterMk cId="3998894942" sldId="2147483683"/>
            <pc:sldLayoutMk cId="4064940868" sldId="2147483685"/>
          </pc:sldLayoutMkLst>
        </pc:sldLayoutChg>
        <pc:sldLayoutChg chg="addSp delSp modSp mod">
          <pc:chgData name="Matthieu GRALL" userId="cec3ba0d20552ff9" providerId="LiveId" clId="{0E100F18-ECE0-4624-BED4-5B60467EF4AA}" dt="2025-02-26T13:40:33.990" v="978"/>
          <pc:sldLayoutMkLst>
            <pc:docMk/>
            <pc:sldMasterMk cId="3998894942" sldId="2147483683"/>
            <pc:sldLayoutMk cId="3471471059" sldId="2147483686"/>
          </pc:sldLayoutMkLst>
        </pc:sldLayoutChg>
        <pc:sldLayoutChg chg="modSp mod">
          <pc:chgData name="Matthieu GRALL" userId="cec3ba0d20552ff9" providerId="LiveId" clId="{0E100F18-ECE0-4624-BED4-5B60467EF4AA}" dt="2025-02-26T13:45:40.343" v="1057" actId="122"/>
          <pc:sldLayoutMkLst>
            <pc:docMk/>
            <pc:sldMasterMk cId="3998894942" sldId="2147483683"/>
            <pc:sldLayoutMk cId="3488611115" sldId="2147483687"/>
          </pc:sldLayoutMkLst>
        </pc:sldLayoutChg>
        <pc:sldLayoutChg chg="modSp mod">
          <pc:chgData name="Matthieu GRALL" userId="cec3ba0d20552ff9" providerId="LiveId" clId="{0E100F18-ECE0-4624-BED4-5B60467EF4AA}" dt="2025-02-26T13:45:36.139" v="1056" actId="122"/>
          <pc:sldLayoutMkLst>
            <pc:docMk/>
            <pc:sldMasterMk cId="3998894942" sldId="2147483683"/>
            <pc:sldLayoutMk cId="3023796710" sldId="2147483688"/>
          </pc:sldLayoutMkLst>
        </pc:sldLayoutChg>
        <pc:sldLayoutChg chg="modSp mod">
          <pc:chgData name="Matthieu GRALL" userId="cec3ba0d20552ff9" providerId="LiveId" clId="{0E100F18-ECE0-4624-BED4-5B60467EF4AA}" dt="2025-02-26T13:45:31.513" v="1055" actId="122"/>
          <pc:sldLayoutMkLst>
            <pc:docMk/>
            <pc:sldMasterMk cId="3998894942" sldId="2147483683"/>
            <pc:sldLayoutMk cId="191664277" sldId="2147483689"/>
          </pc:sldLayoutMkLst>
        </pc:sldLayoutChg>
        <pc:sldLayoutChg chg="modSp mod">
          <pc:chgData name="Matthieu GRALL" userId="cec3ba0d20552ff9" providerId="LiveId" clId="{0E100F18-ECE0-4624-BED4-5B60467EF4AA}" dt="2025-02-26T13:45:24.224" v="1054" actId="122"/>
          <pc:sldLayoutMkLst>
            <pc:docMk/>
            <pc:sldMasterMk cId="3998894942" sldId="2147483683"/>
            <pc:sldLayoutMk cId="3506125111" sldId="2147483690"/>
          </pc:sldLayoutMkLst>
        </pc:sldLayoutChg>
        <pc:sldLayoutChg chg="addSp delSp modSp mod">
          <pc:chgData name="Matthieu GRALL" userId="cec3ba0d20552ff9" providerId="LiveId" clId="{0E100F18-ECE0-4624-BED4-5B60467EF4AA}" dt="2025-02-26T13:40:52.206" v="980"/>
          <pc:sldLayoutMkLst>
            <pc:docMk/>
            <pc:sldMasterMk cId="3998894942" sldId="2147483683"/>
            <pc:sldLayoutMk cId="3767759137" sldId="2147483691"/>
          </pc:sldLayoutMkLst>
        </pc:sldLayoutChg>
        <pc:sldLayoutChg chg="addSp delSp modSp mod">
          <pc:chgData name="Matthieu GRALL" userId="cec3ba0d20552ff9" providerId="LiveId" clId="{0E100F18-ECE0-4624-BED4-5B60467EF4AA}" dt="2025-02-26T13:41:02.297" v="982"/>
          <pc:sldLayoutMkLst>
            <pc:docMk/>
            <pc:sldMasterMk cId="3998894942" sldId="2147483683"/>
            <pc:sldLayoutMk cId="1905646463" sldId="2147483692"/>
          </pc:sldLayoutMkLst>
        </pc:sldLayoutChg>
        <pc:sldLayoutChg chg="modSp mod">
          <pc:chgData name="Matthieu GRALL" userId="cec3ba0d20552ff9" providerId="LiveId" clId="{0E100F18-ECE0-4624-BED4-5B60467EF4AA}" dt="2025-02-26T13:45:10.712" v="1053" actId="122"/>
          <pc:sldLayoutMkLst>
            <pc:docMk/>
            <pc:sldMasterMk cId="3998894942" sldId="2147483683"/>
            <pc:sldLayoutMk cId="2420267900" sldId="2147483693"/>
          </pc:sldLayoutMkLst>
        </pc:sldLayoutChg>
        <pc:sldLayoutChg chg="modSp mod">
          <pc:chgData name="Matthieu GRALL" userId="cec3ba0d20552ff9" providerId="LiveId" clId="{0E100F18-ECE0-4624-BED4-5B60467EF4AA}" dt="2025-02-26T13:45:05.655" v="1052" actId="122"/>
          <pc:sldLayoutMkLst>
            <pc:docMk/>
            <pc:sldMasterMk cId="3998894942" sldId="2147483683"/>
            <pc:sldLayoutMk cId="1153091060" sldId="2147483694"/>
          </pc:sldLayoutMkLst>
        </pc:sldLayoutChg>
        <pc:sldLayoutChg chg="addSp delSp modSp mod">
          <pc:chgData name="Matthieu GRALL" userId="cec3ba0d20552ff9" providerId="LiveId" clId="{0E100F18-ECE0-4624-BED4-5B60467EF4AA}" dt="2025-02-26T13:44:59.361" v="1051" actId="122"/>
          <pc:sldLayoutMkLst>
            <pc:docMk/>
            <pc:sldMasterMk cId="3998894942" sldId="2147483683"/>
            <pc:sldLayoutMk cId="2235741660" sldId="2147483696"/>
          </pc:sldLayoutMkLst>
        </pc:sldLayoutChg>
        <pc:sldLayoutChg chg="addSp delSp modSp mod">
          <pc:chgData name="Matthieu GRALL" userId="cec3ba0d20552ff9" providerId="LiveId" clId="{0E100F18-ECE0-4624-BED4-5B60467EF4AA}" dt="2025-02-26T13:44:51.051" v="1050" actId="122"/>
          <pc:sldLayoutMkLst>
            <pc:docMk/>
            <pc:sldMasterMk cId="3998894942" sldId="2147483683"/>
            <pc:sldLayoutMk cId="81653110" sldId="2147483697"/>
          </pc:sldLayoutMkLst>
        </pc:sldLayoutChg>
        <pc:sldLayoutChg chg="del">
          <pc:chgData name="Matthieu GRALL" userId="cec3ba0d20552ff9" providerId="LiveId" clId="{0E100F18-ECE0-4624-BED4-5B60467EF4AA}" dt="2025-03-07T08:23:20.328" v="9871" actId="47"/>
          <pc:sldLayoutMkLst>
            <pc:docMk/>
            <pc:sldMasterMk cId="3998894942" sldId="2147483683"/>
            <pc:sldLayoutMk cId="2666353194" sldId="2147483701"/>
          </pc:sldLayoutMkLst>
        </pc:sldLayoutChg>
        <pc:sldLayoutChg chg="del">
          <pc:chgData name="Matthieu GRALL" userId="cec3ba0d20552ff9" providerId="LiveId" clId="{0E100F18-ECE0-4624-BED4-5B60467EF4AA}" dt="2025-03-07T08:23:18.887" v="9870" actId="47"/>
          <pc:sldLayoutMkLst>
            <pc:docMk/>
            <pc:sldMasterMk cId="3998894942" sldId="2147483683"/>
            <pc:sldLayoutMk cId="2947135786" sldId="2147483702"/>
          </pc:sldLayoutMkLst>
        </pc:sldLayoutChg>
        <pc:sldLayoutChg chg="del">
          <pc:chgData name="Matthieu GRALL" userId="cec3ba0d20552ff9" providerId="LiveId" clId="{0E100F18-ECE0-4624-BED4-5B60467EF4AA}" dt="2025-03-02T13:36:37.115" v="5748" actId="47"/>
          <pc:sldLayoutMkLst>
            <pc:docMk/>
            <pc:sldMasterMk cId="3998894942" sldId="2147483683"/>
            <pc:sldLayoutMk cId="2386318513" sldId="2147483708"/>
          </pc:sldLayoutMkLst>
        </pc:sldLayoutChg>
        <pc:sldLayoutChg chg="del">
          <pc:chgData name="Matthieu GRALL" userId="cec3ba0d20552ff9" providerId="LiveId" clId="{0E100F18-ECE0-4624-BED4-5B60467EF4AA}" dt="2025-03-07T08:22:45.550" v="9867" actId="47"/>
          <pc:sldLayoutMkLst>
            <pc:docMk/>
            <pc:sldMasterMk cId="3998894942" sldId="2147483683"/>
            <pc:sldLayoutMk cId="2829452653" sldId="2147483711"/>
          </pc:sldLayoutMkLst>
        </pc:sldLayoutChg>
        <pc:sldLayoutChg chg="del">
          <pc:chgData name="Matthieu GRALL" userId="cec3ba0d20552ff9" providerId="LiveId" clId="{0E100F18-ECE0-4624-BED4-5B60467EF4AA}" dt="2025-03-02T12:53:10.442" v="4895" actId="47"/>
          <pc:sldLayoutMkLst>
            <pc:docMk/>
            <pc:sldMasterMk cId="3998894942" sldId="2147483683"/>
            <pc:sldLayoutMk cId="3328871075" sldId="2147483715"/>
          </pc:sldLayoutMkLst>
        </pc:sldLayoutChg>
        <pc:sldLayoutChg chg="del">
          <pc:chgData name="Matthieu GRALL" userId="cec3ba0d20552ff9" providerId="LiveId" clId="{0E100F18-ECE0-4624-BED4-5B60467EF4AA}" dt="2025-03-02T13:36:57.615" v="5754" actId="47"/>
          <pc:sldLayoutMkLst>
            <pc:docMk/>
            <pc:sldMasterMk cId="3998894942" sldId="2147483683"/>
            <pc:sldLayoutMk cId="3104193390" sldId="2147483716"/>
          </pc:sldLayoutMkLst>
        </pc:sldLayoutChg>
      </pc:sldMasterChg>
    </pc:docChg>
  </pc:docChgLst>
</pc:chgInfo>
</file>

<file path=ppt/diagrams/_rels/data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_rels/drawing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EEDA3C8-C90A-44B0-B813-836B231000F4}"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D3E96A1D-F7D1-4923-AC9A-A98D22F1F149}">
      <dgm:prSet phldrT="[Texte]"/>
      <dgm:spPr/>
      <dgm:t>
        <a:bodyPr anchor="t" anchorCtr="0"/>
        <a:lstStyle/>
        <a:p>
          <a:r>
            <a:rPr lang="fr-FR" b="1" dirty="0">
              <a:latin typeface="Calibri Light" panose="020F0302020204030204" pitchFamily="34" charset="0"/>
              <a:cs typeface="Calibri Light" panose="020F0302020204030204" pitchFamily="34" charset="0"/>
            </a:rPr>
            <a:t>L’objectif</a:t>
          </a:r>
        </a:p>
        <a:p>
          <a:r>
            <a:rPr lang="fr-FR" dirty="0">
              <a:latin typeface="Calibri Light" panose="020F0302020204030204" pitchFamily="34" charset="0"/>
              <a:cs typeface="Calibri Light" panose="020F0302020204030204" pitchFamily="34" charset="0"/>
            </a:rPr>
            <a:t>Pourquoi me demande-t-on de mener une étude ?</a:t>
          </a:r>
        </a:p>
      </dgm:t>
    </dgm:pt>
    <dgm:pt modelId="{D09E88EC-A60D-4B64-9C9C-5E9ABD8A9710}" type="par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8D4195A5-A073-4785-881C-25FE9323D7D8}" type="sib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B8319E77-726E-4BA0-9F09-C1F53CA124BD}">
      <dgm:prSet phldrT="[Texte]"/>
      <dgm:spPr/>
      <dgm:t>
        <a:bodyPr anchor="ctr" anchorCtr="0"/>
        <a:lstStyle/>
        <a:p>
          <a:r>
            <a:rPr lang="fr-FR" dirty="0">
              <a:latin typeface="Calibri Light" panose="020F0302020204030204" pitchFamily="34" charset="0"/>
              <a:cs typeface="Calibri Light" panose="020F0302020204030204" pitchFamily="34" charset="0"/>
            </a:rPr>
            <a:t>Élaborer le dossier d’homologation d’un système</a:t>
          </a:r>
        </a:p>
      </dgm:t>
    </dgm:pt>
    <dgm:pt modelId="{740439BA-9768-488F-A89F-8BA40C10B32B}" type="par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EEE3ACF7-48F3-4949-9D94-38E57EDF9A13}" type="sib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63145CFB-F725-40E6-9DE5-1878C433C451}">
      <dgm:prSet phldrT="[Texte]"/>
      <dgm:spPr/>
      <dgm:t>
        <a:bodyPr anchor="t" anchorCtr="0"/>
        <a:lstStyle/>
        <a:p>
          <a:r>
            <a:rPr lang="fr-FR" b="1" dirty="0">
              <a:latin typeface="Calibri Light" panose="020F0302020204030204" pitchFamily="34" charset="0"/>
              <a:cs typeface="Calibri Light" panose="020F0302020204030204" pitchFamily="34" charset="0"/>
            </a:rPr>
            <a:t>Le sujet</a:t>
          </a:r>
        </a:p>
        <a:p>
          <a:r>
            <a:rPr lang="fr-FR" dirty="0">
              <a:latin typeface="Calibri Light" panose="020F0302020204030204" pitchFamily="34" charset="0"/>
              <a:cs typeface="Calibri Light" panose="020F0302020204030204" pitchFamily="34" charset="0"/>
            </a:rPr>
            <a:t>Sur quel objet l’étude porte-t-elle ?</a:t>
          </a:r>
        </a:p>
      </dgm:t>
    </dgm:pt>
    <dgm:pt modelId="{ED92EFFB-F8A3-45D5-BE73-3CAE172AF37F}" type="par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26C8569F-666D-4A0E-86A8-BABC5F114761}" type="sib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F8882E08-F17A-4132-863F-2E113EE03B39}">
      <dgm:prSet phldrT="[Texte]"/>
      <dgm:spPr/>
      <dgm:t>
        <a:bodyPr anchor="ctr" anchorCtr="0"/>
        <a:lstStyle/>
        <a:p>
          <a:r>
            <a:rPr lang="fr-FR" dirty="0">
              <a:latin typeface="Calibri Light" panose="020F0302020204030204" pitchFamily="34" charset="0"/>
              <a:cs typeface="Calibri Light" panose="020F0302020204030204" pitchFamily="34" charset="0"/>
            </a:rPr>
            <a:t>L’organisme entier</a:t>
          </a:r>
        </a:p>
      </dgm:t>
    </dgm:pt>
    <dgm:pt modelId="{576A9909-EE80-4BAB-A77D-9814CC878F91}" type="par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F5CE9DBA-5BC8-4307-9B85-6D05C7DB3DEF}" type="sib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2F5726E2-0D16-4980-8FEC-240D81AEA9D9}">
      <dgm:prSet phldrT="[Texte]"/>
      <dgm:spPr/>
      <dgm:t>
        <a:bodyPr anchor="ctr" anchorCtr="0"/>
        <a:lstStyle/>
        <a:p>
          <a:r>
            <a:rPr lang="fr-FR" dirty="0">
              <a:latin typeface="Calibri Light" panose="020F0302020204030204" pitchFamily="34" charset="0"/>
              <a:cs typeface="Calibri Light" panose="020F0302020204030204" pitchFamily="34" charset="0"/>
            </a:rPr>
            <a:t>Un système en particulier</a:t>
          </a:r>
        </a:p>
      </dgm:t>
    </dgm:pt>
    <dgm:pt modelId="{FBC160BE-C9E2-4F5A-82E4-6FB526988415}" type="par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FE7542E2-1B90-49B4-ACC3-CB46AAD4FFA4}" type="sib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A7FADAEE-8387-47D7-B6E4-80043F3954B2}">
      <dgm:prSet phldrT="[Texte]"/>
      <dgm:spPr/>
      <dgm:t>
        <a:bodyPr anchor="t" anchorCtr="0"/>
        <a:lstStyle/>
        <a:p>
          <a:r>
            <a:rPr lang="fr-FR" b="1" dirty="0">
              <a:latin typeface="Calibri Light" panose="020F0302020204030204" pitchFamily="34" charset="0"/>
              <a:cs typeface="Calibri Light" panose="020F0302020204030204" pitchFamily="34" charset="0"/>
            </a:rPr>
            <a:t>Les destinataires</a:t>
          </a:r>
        </a:p>
        <a:p>
          <a:r>
            <a:rPr lang="fr-FR" dirty="0">
              <a:latin typeface="Calibri Light" panose="020F0302020204030204" pitchFamily="34" charset="0"/>
              <a:cs typeface="Calibri Light" panose="020F0302020204030204" pitchFamily="34" charset="0"/>
            </a:rPr>
            <a:t>À qui l’étude est-elle destinée ?</a:t>
          </a:r>
        </a:p>
      </dgm:t>
    </dgm:pt>
    <dgm:pt modelId="{E4790C4F-063D-4070-AB47-F4C9C2EF17D5}" type="par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FEA64389-DA00-471A-B4CC-3BA92D917A57}" type="sib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AB07783E-0D2E-4969-976F-753DE98FA0E3}">
      <dgm:prSet phldrT="[Texte]"/>
      <dgm:spPr/>
      <dgm:t>
        <a:bodyPr anchor="t" anchorCtr="0"/>
        <a:lstStyle/>
        <a:p>
          <a:r>
            <a:rPr lang="fr-FR" b="1" dirty="0">
              <a:latin typeface="Calibri Light" panose="020F0302020204030204" pitchFamily="34" charset="0"/>
              <a:cs typeface="Calibri Light" panose="020F0302020204030204" pitchFamily="34" charset="0"/>
            </a:rPr>
            <a:t>Le temps</a:t>
          </a:r>
        </a:p>
        <a:p>
          <a:r>
            <a:rPr lang="fr-FR" dirty="0">
              <a:latin typeface="Calibri Light" panose="020F0302020204030204" pitchFamily="34" charset="0"/>
              <a:cs typeface="Calibri Light" panose="020F0302020204030204" pitchFamily="34" charset="0"/>
            </a:rPr>
            <a:t>Quel est les contraintes temporelles de l’étude ?</a:t>
          </a:r>
        </a:p>
      </dgm:t>
    </dgm:pt>
    <dgm:pt modelId="{C76F414F-37D2-462D-863C-6BA48EF0F3A6}" type="par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2883C347-0C3C-4E0F-A312-81FA8F5940C9}" type="sib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84E1F2ED-72F8-463F-BA3B-3E086DC7F191}">
      <dgm:prSet phldrT="[Texte]"/>
      <dgm:spPr/>
      <dgm:t>
        <a:bodyPr anchor="ctr" anchorCtr="0"/>
        <a:lstStyle/>
        <a:p>
          <a:r>
            <a:rPr lang="fr-FR" dirty="0">
              <a:latin typeface="Calibri Light" panose="020F0302020204030204" pitchFamily="34" charset="0"/>
              <a:cs typeface="Calibri Light" panose="020F0302020204030204" pitchFamily="34" charset="0"/>
            </a:rPr>
            <a:t>Un composant précis</a:t>
          </a:r>
        </a:p>
      </dgm:t>
    </dgm:pt>
    <dgm:pt modelId="{7CB8805A-E76D-490C-B83C-0126374338B9}" type="parTrans" cxnId="{9BF4DFD7-EBF6-4C94-8C36-599F7475EC44}">
      <dgm:prSet/>
      <dgm:spPr/>
      <dgm:t>
        <a:bodyPr/>
        <a:lstStyle/>
        <a:p>
          <a:endParaRPr lang="fr-FR"/>
        </a:p>
      </dgm:t>
    </dgm:pt>
    <dgm:pt modelId="{6029624E-827A-45C1-8731-F2AF4181844F}" type="sibTrans" cxnId="{9BF4DFD7-EBF6-4C94-8C36-599F7475EC44}">
      <dgm:prSet/>
      <dgm:spPr/>
      <dgm:t>
        <a:bodyPr/>
        <a:lstStyle/>
        <a:p>
          <a:endParaRPr lang="fr-FR"/>
        </a:p>
      </dgm:t>
    </dgm:pt>
    <dgm:pt modelId="{0C88AF3C-5CDF-42B3-8FCF-8BD2A9B721EB}">
      <dgm:prSet phldrT="[Texte]"/>
      <dgm:spPr/>
      <dgm:t>
        <a:bodyPr anchor="ctr" anchorCtr="0"/>
        <a:lstStyle/>
        <a:p>
          <a:r>
            <a:rPr lang="fr-FR" dirty="0">
              <a:latin typeface="Calibri Light" panose="020F0302020204030204" pitchFamily="34" charset="0"/>
              <a:cs typeface="Calibri Light" panose="020F0302020204030204" pitchFamily="34" charset="0"/>
            </a:rPr>
            <a:t>Se conformer à l’ISO/IEC27001</a:t>
          </a:r>
        </a:p>
      </dgm:t>
    </dgm:pt>
    <dgm:pt modelId="{EEDF3839-87E9-43CD-91C3-2B15372F0251}" type="parTrans" cxnId="{F83CD6A4-0373-4356-A19C-E49319D62C3B}">
      <dgm:prSet/>
      <dgm:spPr/>
      <dgm:t>
        <a:bodyPr/>
        <a:lstStyle/>
        <a:p>
          <a:endParaRPr lang="fr-FR"/>
        </a:p>
      </dgm:t>
    </dgm:pt>
    <dgm:pt modelId="{5D281BA8-FEA2-4279-AB43-EE79F2AA4E05}" type="sibTrans" cxnId="{F83CD6A4-0373-4356-A19C-E49319D62C3B}">
      <dgm:prSet/>
      <dgm:spPr/>
      <dgm:t>
        <a:bodyPr/>
        <a:lstStyle/>
        <a:p>
          <a:endParaRPr lang="fr-FR"/>
        </a:p>
      </dgm:t>
    </dgm:pt>
    <dgm:pt modelId="{48284563-8CD2-4888-97CA-7ACCBB83176C}">
      <dgm:prSet phldrT="[Texte]"/>
      <dgm:spPr/>
      <dgm:t>
        <a:bodyPr anchor="ctr" anchorCtr="0"/>
        <a:lstStyle/>
        <a:p>
          <a:r>
            <a:rPr lang="fr-FR" dirty="0">
              <a:latin typeface="Calibri Light" panose="020F0302020204030204" pitchFamily="34" charset="0"/>
              <a:cs typeface="Calibri Light" panose="020F0302020204030204" pitchFamily="34" charset="0"/>
            </a:rPr>
            <a:t>Une activité organisationnelle</a:t>
          </a:r>
        </a:p>
      </dgm:t>
    </dgm:pt>
    <dgm:pt modelId="{A35F4FD6-66B9-4B22-9F07-B6B3FDB1630A}" type="parTrans" cxnId="{6A319FCA-ADF5-4834-B59B-B0BE8A1635ED}">
      <dgm:prSet/>
      <dgm:spPr/>
      <dgm:t>
        <a:bodyPr/>
        <a:lstStyle/>
        <a:p>
          <a:endParaRPr lang="fr-FR"/>
        </a:p>
      </dgm:t>
    </dgm:pt>
    <dgm:pt modelId="{297EF3E1-B4A3-476A-A22D-27D02802B24B}" type="sibTrans" cxnId="{6A319FCA-ADF5-4834-B59B-B0BE8A1635ED}">
      <dgm:prSet/>
      <dgm:spPr/>
      <dgm:t>
        <a:bodyPr/>
        <a:lstStyle/>
        <a:p>
          <a:endParaRPr lang="fr-FR"/>
        </a:p>
      </dgm:t>
    </dgm:pt>
    <dgm:pt modelId="{D0E4373E-244E-4B0A-AF71-AE25D8249412}">
      <dgm:prSet phldrT="[Texte]"/>
      <dgm:spPr/>
      <dgm:t>
        <a:bodyPr anchor="ctr" anchorCtr="0"/>
        <a:lstStyle/>
        <a:p>
          <a:r>
            <a:rPr lang="fr-FR" dirty="0">
              <a:latin typeface="Calibri Light" panose="020F0302020204030204" pitchFamily="34" charset="0"/>
              <a:cs typeface="Calibri Light" panose="020F0302020204030204" pitchFamily="34" charset="0"/>
            </a:rPr>
            <a:t>Un outil de sécurité</a:t>
          </a:r>
        </a:p>
      </dgm:t>
    </dgm:pt>
    <dgm:pt modelId="{23FF39CF-C2B8-4BB5-882E-9EBC87F32CBF}" type="parTrans" cxnId="{B702B973-A453-48CE-8795-664BECB1BFAE}">
      <dgm:prSet/>
      <dgm:spPr/>
      <dgm:t>
        <a:bodyPr/>
        <a:lstStyle/>
        <a:p>
          <a:endParaRPr lang="fr-FR"/>
        </a:p>
      </dgm:t>
    </dgm:pt>
    <dgm:pt modelId="{A1537CA5-13E4-45B2-9A28-9EF391975352}" type="sibTrans" cxnId="{B702B973-A453-48CE-8795-664BECB1BFAE}">
      <dgm:prSet/>
      <dgm:spPr/>
      <dgm:t>
        <a:bodyPr/>
        <a:lstStyle/>
        <a:p>
          <a:endParaRPr lang="fr-FR"/>
        </a:p>
      </dgm:t>
    </dgm:pt>
    <dgm:pt modelId="{61FED73A-2462-43A8-AD24-929F3D05CF18}">
      <dgm:prSet phldrT="[Texte]"/>
      <dgm:spPr/>
      <dgm:t>
        <a:bodyPr anchor="ctr" anchorCtr="0"/>
        <a:lstStyle/>
        <a:p>
          <a:r>
            <a:rPr lang="fr-FR" dirty="0">
              <a:latin typeface="Calibri Light" panose="020F0302020204030204" pitchFamily="34" charset="0"/>
              <a:cs typeface="Calibri Light" panose="020F0302020204030204" pitchFamily="34" charset="0"/>
            </a:rPr>
            <a:t>La Direction d’un organisme</a:t>
          </a:r>
        </a:p>
      </dgm:t>
    </dgm:pt>
    <dgm:pt modelId="{5AD9220A-21AA-4D2D-BA76-A0DE03651BE6}" type="parTrans" cxnId="{34D67874-F0C3-44C6-BA9D-30C02F937264}">
      <dgm:prSet/>
      <dgm:spPr/>
      <dgm:t>
        <a:bodyPr/>
        <a:lstStyle/>
        <a:p>
          <a:endParaRPr lang="fr-FR"/>
        </a:p>
      </dgm:t>
    </dgm:pt>
    <dgm:pt modelId="{52993118-F6D0-48F6-BF53-634F67DAB624}" type="sibTrans" cxnId="{34D67874-F0C3-44C6-BA9D-30C02F937264}">
      <dgm:prSet/>
      <dgm:spPr/>
      <dgm:t>
        <a:bodyPr/>
        <a:lstStyle/>
        <a:p>
          <a:endParaRPr lang="fr-FR"/>
        </a:p>
      </dgm:t>
    </dgm:pt>
    <dgm:pt modelId="{9EDC9D3E-FF6E-4DD0-B554-495F4C882656}">
      <dgm:prSet phldrT="[Texte]"/>
      <dgm:spPr/>
      <dgm:t>
        <a:bodyPr anchor="ctr" anchorCtr="0"/>
        <a:lstStyle/>
        <a:p>
          <a:r>
            <a:rPr lang="fr-FR" dirty="0">
              <a:latin typeface="Calibri Light" panose="020F0302020204030204" pitchFamily="34" charset="0"/>
              <a:cs typeface="Calibri Light" panose="020F0302020204030204" pitchFamily="34" charset="0"/>
            </a:rPr>
            <a:t>Étude </a:t>
          </a:r>
          <a:r>
            <a:rPr lang="fr-FR" i="1" dirty="0">
              <a:latin typeface="Calibri Light" panose="020F0302020204030204" pitchFamily="34" charset="0"/>
              <a:cs typeface="Calibri Light" panose="020F0302020204030204" pitchFamily="34" charset="0"/>
            </a:rPr>
            <a:t>one shot</a:t>
          </a:r>
          <a:endParaRPr lang="fr-FR" dirty="0">
            <a:latin typeface="Calibri Light" panose="020F0302020204030204" pitchFamily="34" charset="0"/>
            <a:cs typeface="Calibri Light" panose="020F0302020204030204" pitchFamily="34" charset="0"/>
          </a:endParaRPr>
        </a:p>
      </dgm:t>
    </dgm:pt>
    <dgm:pt modelId="{C93EE71D-3E93-4E25-87D7-B3C22CDCF701}" type="parTrans" cxnId="{042955EB-CFE8-4ABB-8FC1-3AC855E5C098}">
      <dgm:prSet/>
      <dgm:spPr/>
      <dgm:t>
        <a:bodyPr/>
        <a:lstStyle/>
        <a:p>
          <a:endParaRPr lang="fr-FR"/>
        </a:p>
      </dgm:t>
    </dgm:pt>
    <dgm:pt modelId="{7CE0DC3D-1DFA-4BE1-85CE-9C00EA37F25C}" type="sibTrans" cxnId="{042955EB-CFE8-4ABB-8FC1-3AC855E5C098}">
      <dgm:prSet/>
      <dgm:spPr/>
      <dgm:t>
        <a:bodyPr/>
        <a:lstStyle/>
        <a:p>
          <a:endParaRPr lang="fr-FR"/>
        </a:p>
      </dgm:t>
    </dgm:pt>
    <dgm:pt modelId="{0677BA24-B477-4B0F-AE48-AF3436B993E9}">
      <dgm:prSet phldrT="[Texte]"/>
      <dgm:spPr/>
      <dgm:t>
        <a:bodyPr anchor="ctr" anchorCtr="0"/>
        <a:lstStyle/>
        <a:p>
          <a:r>
            <a:rPr lang="fr-FR" dirty="0">
              <a:latin typeface="Calibri Light" panose="020F0302020204030204" pitchFamily="34" charset="0"/>
              <a:cs typeface="Calibri Light" panose="020F0302020204030204" pitchFamily="34" charset="0"/>
            </a:rPr>
            <a:t>Fortes contraintes temporelles</a:t>
          </a:r>
        </a:p>
      </dgm:t>
    </dgm:pt>
    <dgm:pt modelId="{F0C73FAD-BB80-454E-BBE7-4CF246225355}" type="parTrans" cxnId="{181ED64B-C976-402F-9457-0434CE0DD6EA}">
      <dgm:prSet/>
      <dgm:spPr/>
      <dgm:t>
        <a:bodyPr/>
        <a:lstStyle/>
        <a:p>
          <a:endParaRPr lang="fr-FR"/>
        </a:p>
      </dgm:t>
    </dgm:pt>
    <dgm:pt modelId="{55D5C75E-B957-40FB-842B-868A110F13B5}" type="sibTrans" cxnId="{181ED64B-C976-402F-9457-0434CE0DD6EA}">
      <dgm:prSet/>
      <dgm:spPr/>
      <dgm:t>
        <a:bodyPr/>
        <a:lstStyle/>
        <a:p>
          <a:endParaRPr lang="fr-FR"/>
        </a:p>
      </dgm:t>
    </dgm:pt>
    <dgm:pt modelId="{4511D8F9-B6E2-47A3-9683-7FDFA8463845}">
      <dgm:prSet phldrT="[Texte]"/>
      <dgm:spPr/>
      <dgm:t>
        <a:bodyPr anchor="ctr" anchorCtr="0"/>
        <a:lstStyle/>
        <a:p>
          <a:r>
            <a:rPr lang="fr-FR" dirty="0">
              <a:latin typeface="Calibri Light" panose="020F0302020204030204" pitchFamily="34" charset="0"/>
              <a:cs typeface="Calibri Light" panose="020F0302020204030204" pitchFamily="34" charset="0"/>
            </a:rPr>
            <a:t>Élaborer les règles de la politique de l’organisme</a:t>
          </a:r>
        </a:p>
      </dgm:t>
    </dgm:pt>
    <dgm:pt modelId="{7FFF718A-C553-4CD6-9D60-669066BA77E3}" type="parTrans" cxnId="{F3AE4662-E818-4E98-83DB-6BA2F75C3C16}">
      <dgm:prSet/>
      <dgm:spPr/>
      <dgm:t>
        <a:bodyPr/>
        <a:lstStyle/>
        <a:p>
          <a:endParaRPr lang="fr-FR"/>
        </a:p>
      </dgm:t>
    </dgm:pt>
    <dgm:pt modelId="{74506B26-EE8B-437A-A930-6ED01328C8A5}" type="sibTrans" cxnId="{F3AE4662-E818-4E98-83DB-6BA2F75C3C16}">
      <dgm:prSet/>
      <dgm:spPr/>
      <dgm:t>
        <a:bodyPr/>
        <a:lstStyle/>
        <a:p>
          <a:endParaRPr lang="fr-FR"/>
        </a:p>
      </dgm:t>
    </dgm:pt>
    <dgm:pt modelId="{126B295E-1FEF-4A77-8738-EB58214F8384}">
      <dgm:prSet phldrT="[Texte]"/>
      <dgm:spPr/>
      <dgm:t>
        <a:bodyPr anchor="ctr" anchorCtr="0"/>
        <a:lstStyle/>
        <a:p>
          <a:r>
            <a:rPr lang="fr-FR" dirty="0">
              <a:latin typeface="Calibri Light" panose="020F0302020204030204" pitchFamily="34" charset="0"/>
              <a:cs typeface="Calibri Light" panose="020F0302020204030204" pitchFamily="34" charset="0"/>
            </a:rPr>
            <a:t>Préparer une revue des partenaires</a:t>
          </a:r>
        </a:p>
      </dgm:t>
    </dgm:pt>
    <dgm:pt modelId="{D8B4931F-A8D4-47C0-B328-12862207D5F4}" type="parTrans" cxnId="{AA65F41A-EAAA-47FF-8805-F2298CD75758}">
      <dgm:prSet/>
      <dgm:spPr/>
      <dgm:t>
        <a:bodyPr/>
        <a:lstStyle/>
        <a:p>
          <a:endParaRPr lang="fr-FR"/>
        </a:p>
      </dgm:t>
    </dgm:pt>
    <dgm:pt modelId="{AD5F00B0-24C4-4B55-91DE-FED5609AD799}" type="sibTrans" cxnId="{AA65F41A-EAAA-47FF-8805-F2298CD75758}">
      <dgm:prSet/>
      <dgm:spPr/>
      <dgm:t>
        <a:bodyPr/>
        <a:lstStyle/>
        <a:p>
          <a:endParaRPr lang="fr-FR"/>
        </a:p>
      </dgm:t>
    </dgm:pt>
    <dgm:pt modelId="{3C80BC7E-B1B0-4995-9E47-796E034F73E9}">
      <dgm:prSet phldrT="[Texte]"/>
      <dgm:spPr/>
      <dgm:t>
        <a:bodyPr anchor="ctr" anchorCtr="0"/>
        <a:lstStyle/>
        <a:p>
          <a:r>
            <a:rPr lang="fr-FR" dirty="0">
              <a:latin typeface="Calibri Light" panose="020F0302020204030204" pitchFamily="34" charset="0"/>
              <a:cs typeface="Calibri Light" panose="020F0302020204030204" pitchFamily="34" charset="0"/>
            </a:rPr>
            <a:t>Le responsable de la sécurité des systèmes d’information</a:t>
          </a:r>
        </a:p>
      </dgm:t>
    </dgm:pt>
    <dgm:pt modelId="{284D9E6A-EC62-422A-AFE5-8C1421EC91F5}" type="parTrans" cxnId="{FE338D20-A18E-4545-9653-0FEFB5D4EDBF}">
      <dgm:prSet/>
      <dgm:spPr/>
      <dgm:t>
        <a:bodyPr/>
        <a:lstStyle/>
        <a:p>
          <a:endParaRPr lang="fr-FR"/>
        </a:p>
      </dgm:t>
    </dgm:pt>
    <dgm:pt modelId="{3C7E2FB7-544B-47AF-8B25-368E28A971FB}" type="sibTrans" cxnId="{FE338D20-A18E-4545-9653-0FEFB5D4EDBF}">
      <dgm:prSet/>
      <dgm:spPr/>
      <dgm:t>
        <a:bodyPr/>
        <a:lstStyle/>
        <a:p>
          <a:endParaRPr lang="fr-FR"/>
        </a:p>
      </dgm:t>
    </dgm:pt>
    <dgm:pt modelId="{1E5566A1-7DD9-474C-9280-6313341C7E36}">
      <dgm:prSet phldrT="[Texte]"/>
      <dgm:spPr/>
      <dgm:t>
        <a:bodyPr anchor="ctr" anchorCtr="0"/>
        <a:lstStyle/>
        <a:p>
          <a:r>
            <a:rPr lang="fr-FR" dirty="0">
              <a:latin typeface="Calibri Light" panose="020F0302020204030204" pitchFamily="34" charset="0"/>
              <a:cs typeface="Calibri Light" panose="020F0302020204030204" pitchFamily="34" charset="0"/>
            </a:rPr>
            <a:t>Rédiger des exigences pour un cahier des charges</a:t>
          </a:r>
        </a:p>
      </dgm:t>
    </dgm:pt>
    <dgm:pt modelId="{8587E46F-7F1E-4065-A318-6E2286614918}" type="parTrans" cxnId="{93E56600-6595-4810-8F42-188CE2D018EA}">
      <dgm:prSet/>
      <dgm:spPr/>
      <dgm:t>
        <a:bodyPr/>
        <a:lstStyle/>
        <a:p>
          <a:endParaRPr lang="fr-FR"/>
        </a:p>
      </dgm:t>
    </dgm:pt>
    <dgm:pt modelId="{FFCC9D1C-E06A-4895-B8E2-031407905520}" type="sibTrans" cxnId="{93E56600-6595-4810-8F42-188CE2D018EA}">
      <dgm:prSet/>
      <dgm:spPr/>
      <dgm:t>
        <a:bodyPr/>
        <a:lstStyle/>
        <a:p>
          <a:endParaRPr lang="fr-FR"/>
        </a:p>
      </dgm:t>
    </dgm:pt>
    <dgm:pt modelId="{56D67ED8-0345-4E42-9C26-E83B5A0462BD}">
      <dgm:prSet phldrT="[Texte]"/>
      <dgm:spPr/>
      <dgm:t>
        <a:bodyPr anchor="ctr" anchorCtr="0"/>
        <a:lstStyle/>
        <a:p>
          <a:r>
            <a:rPr lang="fr-FR" dirty="0">
              <a:latin typeface="Calibri Light" panose="020F0302020204030204" pitchFamily="34" charset="0"/>
              <a:cs typeface="Calibri Light" panose="020F0302020204030204" pitchFamily="34" charset="0"/>
            </a:rPr>
            <a:t>Fournir des pistes à creuser par un test d’intrusion</a:t>
          </a:r>
        </a:p>
      </dgm:t>
    </dgm:pt>
    <dgm:pt modelId="{8C436F42-DD06-4615-8C70-FF7E44F6C3C8}" type="parTrans" cxnId="{5A55C38F-E8FF-4E59-A781-D33EE2700A6A}">
      <dgm:prSet/>
      <dgm:spPr/>
      <dgm:t>
        <a:bodyPr/>
        <a:lstStyle/>
        <a:p>
          <a:endParaRPr lang="fr-FR"/>
        </a:p>
      </dgm:t>
    </dgm:pt>
    <dgm:pt modelId="{BDAA54E2-5290-4B98-B9D6-3AD92CA2B405}" type="sibTrans" cxnId="{5A55C38F-E8FF-4E59-A781-D33EE2700A6A}">
      <dgm:prSet/>
      <dgm:spPr/>
      <dgm:t>
        <a:bodyPr/>
        <a:lstStyle/>
        <a:p>
          <a:endParaRPr lang="fr-FR"/>
        </a:p>
      </dgm:t>
    </dgm:pt>
    <dgm:pt modelId="{7823316C-4FA8-4655-A619-9651DAAD67BA}">
      <dgm:prSet phldrT="[Texte]"/>
      <dgm:spPr/>
      <dgm:t>
        <a:bodyPr anchor="ctr" anchorCtr="0"/>
        <a:lstStyle/>
        <a:p>
          <a:r>
            <a:rPr lang="fr-FR" dirty="0">
              <a:latin typeface="Calibri Light" panose="020F0302020204030204" pitchFamily="34" charset="0"/>
              <a:cs typeface="Calibri Light" panose="020F0302020204030204" pitchFamily="34" charset="0"/>
            </a:rPr>
            <a:t>Un responsable métier</a:t>
          </a:r>
        </a:p>
      </dgm:t>
    </dgm:pt>
    <dgm:pt modelId="{3699357F-2B7F-48C0-95FA-5BE721CC7630}" type="parTrans" cxnId="{26FFF733-CEC9-424F-8548-B30B05945438}">
      <dgm:prSet/>
      <dgm:spPr/>
      <dgm:t>
        <a:bodyPr/>
        <a:lstStyle/>
        <a:p>
          <a:endParaRPr lang="fr-FR"/>
        </a:p>
      </dgm:t>
    </dgm:pt>
    <dgm:pt modelId="{0A415147-02E6-4DA3-ACF3-A5CEFABD62EE}" type="sibTrans" cxnId="{26FFF733-CEC9-424F-8548-B30B05945438}">
      <dgm:prSet/>
      <dgm:spPr/>
      <dgm:t>
        <a:bodyPr/>
        <a:lstStyle/>
        <a:p>
          <a:endParaRPr lang="fr-FR"/>
        </a:p>
      </dgm:t>
    </dgm:pt>
    <dgm:pt modelId="{565C6484-1EC8-408F-BEB1-D012FD06AB78}">
      <dgm:prSet phldrT="[Texte]"/>
      <dgm:spPr/>
      <dgm:t>
        <a:bodyPr anchor="ctr" anchorCtr="0"/>
        <a:lstStyle/>
        <a:p>
          <a:r>
            <a:rPr lang="fr-FR" dirty="0">
              <a:latin typeface="Calibri Light" panose="020F0302020204030204" pitchFamily="34" charset="0"/>
              <a:cs typeface="Calibri Light" panose="020F0302020204030204" pitchFamily="34" charset="0"/>
            </a:rPr>
            <a:t>Le délégué à la protection des données</a:t>
          </a:r>
        </a:p>
      </dgm:t>
    </dgm:pt>
    <dgm:pt modelId="{F36E32B6-671B-4AFF-A333-8229B80E81C7}" type="parTrans" cxnId="{C8A336AE-8E1B-42F5-8853-61B4580053C1}">
      <dgm:prSet/>
      <dgm:spPr/>
      <dgm:t>
        <a:bodyPr/>
        <a:lstStyle/>
        <a:p>
          <a:endParaRPr lang="fr-FR"/>
        </a:p>
      </dgm:t>
    </dgm:pt>
    <dgm:pt modelId="{F9013682-65B9-4150-90D8-8B850F51579E}" type="sibTrans" cxnId="{C8A336AE-8E1B-42F5-8853-61B4580053C1}">
      <dgm:prSet/>
      <dgm:spPr/>
      <dgm:t>
        <a:bodyPr/>
        <a:lstStyle/>
        <a:p>
          <a:endParaRPr lang="fr-FR"/>
        </a:p>
      </dgm:t>
    </dgm:pt>
    <dgm:pt modelId="{7B593F52-B62D-44E4-9E49-741F512A481C}">
      <dgm:prSet phldrT="[Texte]"/>
      <dgm:spPr/>
      <dgm:t>
        <a:bodyPr anchor="ctr" anchorCtr="0"/>
        <a:lstStyle/>
        <a:p>
          <a:r>
            <a:rPr lang="fr-FR" dirty="0">
              <a:latin typeface="Calibri Light" panose="020F0302020204030204" pitchFamily="34" charset="0"/>
              <a:cs typeface="Calibri Light" panose="020F0302020204030204" pitchFamily="34" charset="0"/>
            </a:rPr>
            <a:t>Une autorité tierce</a:t>
          </a:r>
        </a:p>
      </dgm:t>
    </dgm:pt>
    <dgm:pt modelId="{4401E005-C56B-4D8D-9827-BEC083CE17AB}" type="parTrans" cxnId="{AA9AEF41-5DD4-4181-AFBD-491D8E9FE7E3}">
      <dgm:prSet/>
      <dgm:spPr/>
      <dgm:t>
        <a:bodyPr/>
        <a:lstStyle/>
        <a:p>
          <a:endParaRPr lang="fr-FR"/>
        </a:p>
      </dgm:t>
    </dgm:pt>
    <dgm:pt modelId="{2A1EA1E4-7E19-43B2-96B2-0D48E91B9CFD}" type="sibTrans" cxnId="{AA9AEF41-5DD4-4181-AFBD-491D8E9FE7E3}">
      <dgm:prSet/>
      <dgm:spPr/>
      <dgm:t>
        <a:bodyPr/>
        <a:lstStyle/>
        <a:p>
          <a:endParaRPr lang="fr-FR"/>
        </a:p>
      </dgm:t>
    </dgm:pt>
    <dgm:pt modelId="{BD203FFD-8619-4DA3-9603-A62EB793C718}">
      <dgm:prSet phldrT="[Texte]"/>
      <dgm:spPr/>
      <dgm:t>
        <a:bodyPr anchor="ctr" anchorCtr="0"/>
        <a:lstStyle/>
        <a:p>
          <a:r>
            <a:rPr lang="fr-FR" dirty="0">
              <a:latin typeface="Calibri Light" panose="020F0302020204030204" pitchFamily="34" charset="0"/>
              <a:cs typeface="Calibri Light" panose="020F0302020204030204" pitchFamily="34" charset="0"/>
            </a:rPr>
            <a:t>Des auditeurs techniques</a:t>
          </a:r>
        </a:p>
      </dgm:t>
    </dgm:pt>
    <dgm:pt modelId="{4B355FEA-D301-4CA8-AE16-50F74B8D622E}" type="parTrans" cxnId="{018EF550-E156-49B7-9585-E31AA878DF55}">
      <dgm:prSet/>
      <dgm:spPr/>
      <dgm:t>
        <a:bodyPr/>
        <a:lstStyle/>
        <a:p>
          <a:endParaRPr lang="fr-FR"/>
        </a:p>
      </dgm:t>
    </dgm:pt>
    <dgm:pt modelId="{64DC13AC-2AF3-4B1F-8B02-9C50F88C0AB6}" type="sibTrans" cxnId="{018EF550-E156-49B7-9585-E31AA878DF55}">
      <dgm:prSet/>
      <dgm:spPr/>
      <dgm:t>
        <a:bodyPr/>
        <a:lstStyle/>
        <a:p>
          <a:endParaRPr lang="fr-FR"/>
        </a:p>
      </dgm:t>
    </dgm:pt>
    <dgm:pt modelId="{8086D6DB-CD97-49C4-8EEF-45FF5E3D9A4D}">
      <dgm:prSet phldrT="[Texte]"/>
      <dgm:spPr/>
      <dgm:t>
        <a:bodyPr anchor="ctr" anchorCtr="0"/>
        <a:lstStyle/>
        <a:p>
          <a:r>
            <a:rPr lang="fr-FR" dirty="0">
              <a:latin typeface="Calibri Light" panose="020F0302020204030204" pitchFamily="34" charset="0"/>
              <a:cs typeface="Calibri Light" panose="020F0302020204030204" pitchFamily="34" charset="0"/>
            </a:rPr>
            <a:t>Des auditeurs organisationnels</a:t>
          </a:r>
        </a:p>
      </dgm:t>
    </dgm:pt>
    <dgm:pt modelId="{D6F8100F-827E-4616-A6CC-DC40BD20FEC7}" type="parTrans" cxnId="{F754B552-4D16-40DB-A567-7D673BAF3618}">
      <dgm:prSet/>
      <dgm:spPr/>
      <dgm:t>
        <a:bodyPr/>
        <a:lstStyle/>
        <a:p>
          <a:endParaRPr lang="fr-FR"/>
        </a:p>
      </dgm:t>
    </dgm:pt>
    <dgm:pt modelId="{DB77A05E-34F5-4E79-BF22-9A5318347A1E}" type="sibTrans" cxnId="{F754B552-4D16-40DB-A567-7D673BAF3618}">
      <dgm:prSet/>
      <dgm:spPr/>
      <dgm:t>
        <a:bodyPr/>
        <a:lstStyle/>
        <a:p>
          <a:endParaRPr lang="fr-FR"/>
        </a:p>
      </dgm:t>
    </dgm:pt>
    <dgm:pt modelId="{034983B8-EC89-463A-A86E-07CA2D4AF23E}">
      <dgm:prSet phldrT="[Texte]"/>
      <dgm:spPr/>
      <dgm:t>
        <a:bodyPr anchor="ctr" anchorCtr="0"/>
        <a:lstStyle/>
        <a:p>
          <a:r>
            <a:rPr lang="fr-FR" dirty="0">
              <a:latin typeface="Calibri Light" panose="020F0302020204030204" pitchFamily="34" charset="0"/>
              <a:cs typeface="Calibri Light" panose="020F0302020204030204" pitchFamily="34" charset="0"/>
            </a:rPr>
            <a:t>Une autorité d’homologation</a:t>
          </a:r>
        </a:p>
      </dgm:t>
    </dgm:pt>
    <dgm:pt modelId="{D83362AC-974E-43B5-BF3A-69B65DBDE5CF}" type="parTrans" cxnId="{0EA55661-261F-4ECF-85CC-A47905D632C0}">
      <dgm:prSet/>
      <dgm:spPr/>
      <dgm:t>
        <a:bodyPr/>
        <a:lstStyle/>
        <a:p>
          <a:endParaRPr lang="fr-FR"/>
        </a:p>
      </dgm:t>
    </dgm:pt>
    <dgm:pt modelId="{5F172C12-033B-4178-93F5-D219DCCDC80F}" type="sibTrans" cxnId="{0EA55661-261F-4ECF-85CC-A47905D632C0}">
      <dgm:prSet/>
      <dgm:spPr/>
      <dgm:t>
        <a:bodyPr/>
        <a:lstStyle/>
        <a:p>
          <a:endParaRPr lang="fr-FR"/>
        </a:p>
      </dgm:t>
    </dgm:pt>
    <dgm:pt modelId="{10EFEF4C-1144-4E1D-AFE4-C0D9560F1677}">
      <dgm:prSet phldrT="[Texte]"/>
      <dgm:spPr/>
      <dgm:t>
        <a:bodyPr anchor="ctr" anchorCtr="0"/>
        <a:lstStyle/>
        <a:p>
          <a:r>
            <a:rPr lang="fr-FR" dirty="0">
              <a:latin typeface="Calibri Light" panose="020F0302020204030204" pitchFamily="34" charset="0"/>
              <a:cs typeface="Calibri Light" panose="020F0302020204030204" pitchFamily="34" charset="0"/>
            </a:rPr>
            <a:t>Un produit qu’on achète</a:t>
          </a:r>
        </a:p>
      </dgm:t>
    </dgm:pt>
    <dgm:pt modelId="{F3142A6D-9F3C-4A3A-AF02-7ACEAE97D976}" type="parTrans" cxnId="{A9CCA9EA-407E-4B73-9B73-53F1B11458A6}">
      <dgm:prSet/>
      <dgm:spPr/>
      <dgm:t>
        <a:bodyPr/>
        <a:lstStyle/>
        <a:p>
          <a:endParaRPr lang="fr-FR"/>
        </a:p>
      </dgm:t>
    </dgm:pt>
    <dgm:pt modelId="{EDA80BF3-07AD-4D94-BD79-A341E893DF1E}" type="sibTrans" cxnId="{A9CCA9EA-407E-4B73-9B73-53F1B11458A6}">
      <dgm:prSet/>
      <dgm:spPr/>
      <dgm:t>
        <a:bodyPr/>
        <a:lstStyle/>
        <a:p>
          <a:endParaRPr lang="fr-FR"/>
        </a:p>
      </dgm:t>
    </dgm:pt>
    <dgm:pt modelId="{E7E49537-3D17-49FD-A6FF-C93C10CC21EB}">
      <dgm:prSet phldrT="[Texte]"/>
      <dgm:spPr/>
      <dgm:t>
        <a:bodyPr anchor="ctr" anchorCtr="0"/>
        <a:lstStyle/>
        <a:p>
          <a:r>
            <a:rPr lang="fr-FR" dirty="0">
              <a:latin typeface="Calibri Light" panose="020F0302020204030204" pitchFamily="34" charset="0"/>
              <a:cs typeface="Calibri Light" panose="020F0302020204030204" pitchFamily="34" charset="0"/>
            </a:rPr>
            <a:t>Un produit qu’on vend</a:t>
          </a:r>
        </a:p>
      </dgm:t>
    </dgm:pt>
    <dgm:pt modelId="{8F00A4A2-A7EB-4E97-8684-8FE52DAFEDD8}" type="parTrans" cxnId="{62DD12F3-C9AE-4BCC-B21E-7DBFBB58A9DB}">
      <dgm:prSet/>
      <dgm:spPr/>
      <dgm:t>
        <a:bodyPr/>
        <a:lstStyle/>
        <a:p>
          <a:endParaRPr lang="fr-FR"/>
        </a:p>
      </dgm:t>
    </dgm:pt>
    <dgm:pt modelId="{83A7F4BC-8AC4-46A0-9331-FD4A18FC70BA}" type="sibTrans" cxnId="{62DD12F3-C9AE-4BCC-B21E-7DBFBB58A9DB}">
      <dgm:prSet/>
      <dgm:spPr/>
      <dgm:t>
        <a:bodyPr/>
        <a:lstStyle/>
        <a:p>
          <a:endParaRPr lang="fr-FR"/>
        </a:p>
      </dgm:t>
    </dgm:pt>
    <dgm:pt modelId="{5897B337-D348-4BBA-9138-69BDC1E85C53}">
      <dgm:prSet phldrT="[Texte]"/>
      <dgm:spPr/>
      <dgm:t>
        <a:bodyPr anchor="ctr" anchorCtr="0"/>
        <a:lstStyle/>
        <a:p>
          <a:r>
            <a:rPr lang="fr-FR" dirty="0">
              <a:latin typeface="Calibri Light" panose="020F0302020204030204" pitchFamily="34" charset="0"/>
              <a:cs typeface="Calibri Light" panose="020F0302020204030204" pitchFamily="34" charset="0"/>
            </a:rPr>
            <a:t>Étude récurrente</a:t>
          </a:r>
        </a:p>
      </dgm:t>
    </dgm:pt>
    <dgm:pt modelId="{5E3CA435-F540-4F8D-8FCF-A31E66CAF286}" type="parTrans" cxnId="{563E1B8D-1259-4769-9C5E-F4554C2B83EE}">
      <dgm:prSet/>
      <dgm:spPr/>
      <dgm:t>
        <a:bodyPr/>
        <a:lstStyle/>
        <a:p>
          <a:endParaRPr lang="fr-FR"/>
        </a:p>
      </dgm:t>
    </dgm:pt>
    <dgm:pt modelId="{BE138E9F-746B-4ED1-96F0-B9DF50EF55C4}" type="sibTrans" cxnId="{563E1B8D-1259-4769-9C5E-F4554C2B83EE}">
      <dgm:prSet/>
      <dgm:spPr/>
      <dgm:t>
        <a:bodyPr/>
        <a:lstStyle/>
        <a:p>
          <a:endParaRPr lang="fr-FR"/>
        </a:p>
      </dgm:t>
    </dgm:pt>
    <dgm:pt modelId="{340AE1FF-9AB4-41F1-8151-3AD9330F999E}">
      <dgm:prSet phldrT="[Texte]"/>
      <dgm:spPr/>
      <dgm:t>
        <a:bodyPr anchor="ctr" anchorCtr="0"/>
        <a:lstStyle/>
        <a:p>
          <a:r>
            <a:rPr lang="fr-FR" dirty="0">
              <a:latin typeface="Calibri Light" panose="020F0302020204030204" pitchFamily="34" charset="0"/>
              <a:cs typeface="Calibri Light" panose="020F0302020204030204" pitchFamily="34" charset="0"/>
            </a:rPr>
            <a:t>Étude permanente (mise à jour et enrichissement en continu)</a:t>
          </a:r>
        </a:p>
      </dgm:t>
    </dgm:pt>
    <dgm:pt modelId="{4B6D4568-62CD-4822-A077-EE338AD0D4F8}" type="parTrans" cxnId="{5F63372B-2C38-4BB0-BF67-D46C9E08B247}">
      <dgm:prSet/>
      <dgm:spPr/>
      <dgm:t>
        <a:bodyPr/>
        <a:lstStyle/>
        <a:p>
          <a:endParaRPr lang="fr-FR"/>
        </a:p>
      </dgm:t>
    </dgm:pt>
    <dgm:pt modelId="{427590CB-DF46-4CF0-B1D2-BD134DAF8B42}" type="sibTrans" cxnId="{5F63372B-2C38-4BB0-BF67-D46C9E08B247}">
      <dgm:prSet/>
      <dgm:spPr/>
      <dgm:t>
        <a:bodyPr/>
        <a:lstStyle/>
        <a:p>
          <a:endParaRPr lang="fr-FR"/>
        </a:p>
      </dgm:t>
    </dgm:pt>
    <dgm:pt modelId="{234D837B-65D2-47DE-A4CA-089F3FB79DD4}">
      <dgm:prSet phldrT="[Texte]"/>
      <dgm:spPr/>
      <dgm:t>
        <a:bodyPr anchor="ctr" anchorCtr="0"/>
        <a:lstStyle/>
        <a:p>
          <a:r>
            <a:rPr lang="fr-FR" dirty="0">
              <a:latin typeface="Calibri Light" panose="020F0302020204030204" pitchFamily="34" charset="0"/>
              <a:cs typeface="Calibri Light" panose="020F0302020204030204" pitchFamily="34" charset="0"/>
            </a:rPr>
            <a:t>Conditions de mise à jour</a:t>
          </a:r>
        </a:p>
      </dgm:t>
    </dgm:pt>
    <dgm:pt modelId="{423922D2-057D-4E46-A7D3-162A5998C24B}" type="parTrans" cxnId="{2E79DD72-FB2E-4B3F-917C-5DB15D59CFAE}">
      <dgm:prSet/>
      <dgm:spPr/>
      <dgm:t>
        <a:bodyPr/>
        <a:lstStyle/>
        <a:p>
          <a:endParaRPr lang="fr-FR"/>
        </a:p>
      </dgm:t>
    </dgm:pt>
    <dgm:pt modelId="{11C982ED-4C88-4A7B-AD9F-BEF3073695DB}" type="sibTrans" cxnId="{2E79DD72-FB2E-4B3F-917C-5DB15D59CFAE}">
      <dgm:prSet/>
      <dgm:spPr/>
      <dgm:t>
        <a:bodyPr/>
        <a:lstStyle/>
        <a:p>
          <a:endParaRPr lang="fr-FR"/>
        </a:p>
      </dgm:t>
    </dgm:pt>
    <dgm:pt modelId="{DA4CC717-467C-487C-9FA9-65B14A342FBA}" type="pres">
      <dgm:prSet presAssocID="{9EEDA3C8-C90A-44B0-B813-836B231000F4}" presName="Name0" presStyleCnt="0">
        <dgm:presLayoutVars>
          <dgm:dir/>
          <dgm:animLvl val="lvl"/>
          <dgm:resizeHandles val="exact"/>
        </dgm:presLayoutVars>
      </dgm:prSet>
      <dgm:spPr/>
    </dgm:pt>
    <dgm:pt modelId="{C19EB7D8-2738-4016-9D0E-48E55436F606}" type="pres">
      <dgm:prSet presAssocID="{D3E96A1D-F7D1-4923-AC9A-A98D22F1F149}" presName="composite" presStyleCnt="0"/>
      <dgm:spPr/>
    </dgm:pt>
    <dgm:pt modelId="{1EC17581-D40B-48DE-B1C2-D1DE423CB3DF}" type="pres">
      <dgm:prSet presAssocID="{D3E96A1D-F7D1-4923-AC9A-A98D22F1F149}" presName="parTx" presStyleLbl="alignNode1" presStyleIdx="0" presStyleCnt="4">
        <dgm:presLayoutVars>
          <dgm:chMax val="0"/>
          <dgm:chPref val="0"/>
          <dgm:bulletEnabled val="1"/>
        </dgm:presLayoutVars>
      </dgm:prSet>
      <dgm:spPr/>
    </dgm:pt>
    <dgm:pt modelId="{B51B31EE-E6AD-476D-8F6A-846D3295874A}" type="pres">
      <dgm:prSet presAssocID="{D3E96A1D-F7D1-4923-AC9A-A98D22F1F149}" presName="desTx" presStyleLbl="alignAccFollowNode1" presStyleIdx="0" presStyleCnt="4">
        <dgm:presLayoutVars>
          <dgm:bulletEnabled val="1"/>
        </dgm:presLayoutVars>
      </dgm:prSet>
      <dgm:spPr/>
    </dgm:pt>
    <dgm:pt modelId="{B483015B-EA35-4C12-ADAE-62BDD701E79C}" type="pres">
      <dgm:prSet presAssocID="{8D4195A5-A073-4785-881C-25FE9323D7D8}" presName="space" presStyleCnt="0"/>
      <dgm:spPr/>
    </dgm:pt>
    <dgm:pt modelId="{C5122B3B-EDBC-4C09-B534-7903A3C8B021}" type="pres">
      <dgm:prSet presAssocID="{63145CFB-F725-40E6-9DE5-1878C433C451}" presName="composite" presStyleCnt="0"/>
      <dgm:spPr/>
    </dgm:pt>
    <dgm:pt modelId="{B213BEB7-2D85-42A6-B40D-6C55578F4A81}" type="pres">
      <dgm:prSet presAssocID="{63145CFB-F725-40E6-9DE5-1878C433C451}" presName="parTx" presStyleLbl="alignNode1" presStyleIdx="1" presStyleCnt="4">
        <dgm:presLayoutVars>
          <dgm:chMax val="0"/>
          <dgm:chPref val="0"/>
          <dgm:bulletEnabled val="1"/>
        </dgm:presLayoutVars>
      </dgm:prSet>
      <dgm:spPr/>
    </dgm:pt>
    <dgm:pt modelId="{A9CFBDCA-71DF-41B1-9FD3-347A80E5CF66}" type="pres">
      <dgm:prSet presAssocID="{63145CFB-F725-40E6-9DE5-1878C433C451}" presName="desTx" presStyleLbl="alignAccFollowNode1" presStyleIdx="1" presStyleCnt="4">
        <dgm:presLayoutVars>
          <dgm:bulletEnabled val="1"/>
        </dgm:presLayoutVars>
      </dgm:prSet>
      <dgm:spPr/>
    </dgm:pt>
    <dgm:pt modelId="{A115CD6B-D7A5-490F-945E-A5C442A46B08}" type="pres">
      <dgm:prSet presAssocID="{26C8569F-666D-4A0E-86A8-BABC5F114761}" presName="space" presStyleCnt="0"/>
      <dgm:spPr/>
    </dgm:pt>
    <dgm:pt modelId="{C2EB01BB-43FB-4D03-B287-98A7E02986F8}" type="pres">
      <dgm:prSet presAssocID="{A7FADAEE-8387-47D7-B6E4-80043F3954B2}" presName="composite" presStyleCnt="0"/>
      <dgm:spPr/>
    </dgm:pt>
    <dgm:pt modelId="{E1F2E8F9-437C-4756-9EE6-CDE80E1A8CC9}" type="pres">
      <dgm:prSet presAssocID="{A7FADAEE-8387-47D7-B6E4-80043F3954B2}" presName="parTx" presStyleLbl="alignNode1" presStyleIdx="2" presStyleCnt="4">
        <dgm:presLayoutVars>
          <dgm:chMax val="0"/>
          <dgm:chPref val="0"/>
          <dgm:bulletEnabled val="1"/>
        </dgm:presLayoutVars>
      </dgm:prSet>
      <dgm:spPr/>
    </dgm:pt>
    <dgm:pt modelId="{9E454DD6-3C63-4D2A-9FB1-5AA948F10266}" type="pres">
      <dgm:prSet presAssocID="{A7FADAEE-8387-47D7-B6E4-80043F3954B2}" presName="desTx" presStyleLbl="alignAccFollowNode1" presStyleIdx="2" presStyleCnt="4">
        <dgm:presLayoutVars>
          <dgm:bulletEnabled val="1"/>
        </dgm:presLayoutVars>
      </dgm:prSet>
      <dgm:spPr/>
    </dgm:pt>
    <dgm:pt modelId="{252DB9D5-68CE-4BFE-80F5-7BBE31248A3A}" type="pres">
      <dgm:prSet presAssocID="{FEA64389-DA00-471A-B4CC-3BA92D917A57}" presName="space" presStyleCnt="0"/>
      <dgm:spPr/>
    </dgm:pt>
    <dgm:pt modelId="{9E80A2D4-7B04-4654-BD4A-47245DDBE6B2}" type="pres">
      <dgm:prSet presAssocID="{AB07783E-0D2E-4969-976F-753DE98FA0E3}" presName="composite" presStyleCnt="0"/>
      <dgm:spPr/>
    </dgm:pt>
    <dgm:pt modelId="{66A86C2B-9239-4D4A-B87C-F8A26D68AE4B}" type="pres">
      <dgm:prSet presAssocID="{AB07783E-0D2E-4969-976F-753DE98FA0E3}" presName="parTx" presStyleLbl="alignNode1" presStyleIdx="3" presStyleCnt="4">
        <dgm:presLayoutVars>
          <dgm:chMax val="0"/>
          <dgm:chPref val="0"/>
          <dgm:bulletEnabled val="1"/>
        </dgm:presLayoutVars>
      </dgm:prSet>
      <dgm:spPr/>
    </dgm:pt>
    <dgm:pt modelId="{DDF6DF86-5632-46E1-B8BD-0D17A383E838}" type="pres">
      <dgm:prSet presAssocID="{AB07783E-0D2E-4969-976F-753DE98FA0E3}" presName="desTx" presStyleLbl="alignAccFollowNode1" presStyleIdx="3" presStyleCnt="4">
        <dgm:presLayoutVars>
          <dgm:bulletEnabled val="1"/>
        </dgm:presLayoutVars>
      </dgm:prSet>
      <dgm:spPr/>
    </dgm:pt>
  </dgm:ptLst>
  <dgm:cxnLst>
    <dgm:cxn modelId="{93E56600-6595-4810-8F42-188CE2D018EA}" srcId="{D3E96A1D-F7D1-4923-AC9A-A98D22F1F149}" destId="{1E5566A1-7DD9-474C-9280-6313341C7E36}" srcOrd="3" destOrd="0" parTransId="{8587E46F-7F1E-4065-A318-6E2286614918}" sibTransId="{FFCC9D1C-E06A-4895-B8E2-031407905520}"/>
    <dgm:cxn modelId="{06F29509-4774-463F-B5E3-33C0143A620F}" type="presOf" srcId="{4511D8F9-B6E2-47A3-9683-7FDFA8463845}" destId="{B51B31EE-E6AD-476D-8F6A-846D3295874A}" srcOrd="0" destOrd="2" presId="urn:microsoft.com/office/officeart/2005/8/layout/hList1"/>
    <dgm:cxn modelId="{DFB6770B-6926-405E-8DB8-0A0AAAF0BAE8}" type="presOf" srcId="{D3E96A1D-F7D1-4923-AC9A-A98D22F1F149}" destId="{1EC17581-D40B-48DE-B1C2-D1DE423CB3DF}" srcOrd="0" destOrd="0" presId="urn:microsoft.com/office/officeart/2005/8/layout/hList1"/>
    <dgm:cxn modelId="{CD96550E-C746-4862-A888-92609937B3CD}" type="presOf" srcId="{F8882E08-F17A-4132-863F-2E113EE03B39}" destId="{A9CFBDCA-71DF-41B1-9FD3-347A80E5CF66}" srcOrd="0" destOrd="0" presId="urn:microsoft.com/office/officeart/2005/8/layout/hList1"/>
    <dgm:cxn modelId="{A8B61612-E66D-45D4-8A6D-A8FDE22E87A8}" type="presOf" srcId="{E7E49537-3D17-49FD-A6FF-C93C10CC21EB}" destId="{A9CFBDCA-71DF-41B1-9FD3-347A80E5CF66}" srcOrd="0" destOrd="5" presId="urn:microsoft.com/office/officeart/2005/8/layout/hList1"/>
    <dgm:cxn modelId="{A0A05712-720B-45F7-9BD5-118CEF2B07C4}" srcId="{63145CFB-F725-40E6-9DE5-1878C433C451}" destId="{F8882E08-F17A-4132-863F-2E113EE03B39}" srcOrd="0" destOrd="0" parTransId="{576A9909-EE80-4BAB-A77D-9814CC878F91}" sibTransId="{F5CE9DBA-5BC8-4307-9B85-6D05C7DB3DEF}"/>
    <dgm:cxn modelId="{C531EF1A-9D40-4FF1-8D60-AE708B635577}" srcId="{D3E96A1D-F7D1-4923-AC9A-A98D22F1F149}" destId="{B8319E77-726E-4BA0-9F09-C1F53CA124BD}" srcOrd="1" destOrd="0" parTransId="{740439BA-9768-488F-A89F-8BA40C10B32B}" sibTransId="{EEE3ACF7-48F3-4949-9D94-38E57EDF9A13}"/>
    <dgm:cxn modelId="{AA65F41A-EAAA-47FF-8805-F2298CD75758}" srcId="{D3E96A1D-F7D1-4923-AC9A-A98D22F1F149}" destId="{126B295E-1FEF-4A77-8738-EB58214F8384}" srcOrd="5" destOrd="0" parTransId="{D8B4931F-A8D4-47C0-B328-12862207D5F4}" sibTransId="{AD5F00B0-24C4-4B55-91DE-FED5609AD799}"/>
    <dgm:cxn modelId="{58A00D1B-59A4-4194-A0BB-BB33A91785AE}" type="presOf" srcId="{9EDC9D3E-FF6E-4DD0-B554-495F4C882656}" destId="{DDF6DF86-5632-46E1-B8BD-0D17A383E838}" srcOrd="0" destOrd="0" presId="urn:microsoft.com/office/officeart/2005/8/layout/hList1"/>
    <dgm:cxn modelId="{DD98A81D-F4DD-4742-908F-853D01F269E2}" type="presOf" srcId="{234D837B-65D2-47DE-A4CA-089F3FB79DD4}" destId="{DDF6DF86-5632-46E1-B8BD-0D17A383E838}" srcOrd="0" destOrd="4" presId="urn:microsoft.com/office/officeart/2005/8/layout/hList1"/>
    <dgm:cxn modelId="{FE338D20-A18E-4545-9653-0FEFB5D4EDBF}" srcId="{A7FADAEE-8387-47D7-B6E4-80043F3954B2}" destId="{3C80BC7E-B1B0-4995-9E47-796E034F73E9}" srcOrd="3" destOrd="0" parTransId="{284D9E6A-EC62-422A-AFE5-8C1421EC91F5}" sibTransId="{3C7E2FB7-544B-47AF-8B25-368E28A971FB}"/>
    <dgm:cxn modelId="{5F63372B-2C38-4BB0-BF67-D46C9E08B247}" srcId="{AB07783E-0D2E-4969-976F-753DE98FA0E3}" destId="{340AE1FF-9AB4-41F1-8151-3AD9330F999E}" srcOrd="2" destOrd="0" parTransId="{4B6D4568-62CD-4822-A077-EE338AD0D4F8}" sibTransId="{427590CB-DF46-4CF0-B1D2-BD134DAF8B42}"/>
    <dgm:cxn modelId="{F04DCB30-8578-4903-92D5-A34B5895E894}" type="presOf" srcId="{1E5566A1-7DD9-474C-9280-6313341C7E36}" destId="{B51B31EE-E6AD-476D-8F6A-846D3295874A}" srcOrd="0" destOrd="3" presId="urn:microsoft.com/office/officeart/2005/8/layout/hList1"/>
    <dgm:cxn modelId="{26FFF733-CEC9-424F-8548-B30B05945438}" srcId="{A7FADAEE-8387-47D7-B6E4-80043F3954B2}" destId="{7823316C-4FA8-4655-A619-9651DAAD67BA}" srcOrd="1" destOrd="0" parTransId="{3699357F-2B7F-48C0-95FA-5BE721CC7630}" sibTransId="{0A415147-02E6-4DA3-ACF3-A5CEFABD62EE}"/>
    <dgm:cxn modelId="{0175EA37-5D39-40C6-AFAE-FAC117E07ED4}" type="presOf" srcId="{7823316C-4FA8-4655-A619-9651DAAD67BA}" destId="{9E454DD6-3C63-4D2A-9FB1-5AA948F10266}" srcOrd="0" destOrd="1" presId="urn:microsoft.com/office/officeart/2005/8/layout/hList1"/>
    <dgm:cxn modelId="{C2C2DC3A-49AA-4262-951D-F87CA85C6C52}" srcId="{9EEDA3C8-C90A-44B0-B813-836B231000F4}" destId="{AB07783E-0D2E-4969-976F-753DE98FA0E3}" srcOrd="3" destOrd="0" parTransId="{C76F414F-37D2-462D-863C-6BA48EF0F3A6}" sibTransId="{2883C347-0C3C-4E0F-A312-81FA8F5940C9}"/>
    <dgm:cxn modelId="{DAA7BE5C-9DA8-42B5-8AA4-7A1442C4C77A}" type="presOf" srcId="{84E1F2ED-72F8-463F-BA3B-3E086DC7F191}" destId="{A9CFBDCA-71DF-41B1-9FD3-347A80E5CF66}" srcOrd="0" destOrd="3" presId="urn:microsoft.com/office/officeart/2005/8/layout/hList1"/>
    <dgm:cxn modelId="{0EA55661-261F-4ECF-85CC-A47905D632C0}" srcId="{A7FADAEE-8387-47D7-B6E4-80043F3954B2}" destId="{034983B8-EC89-463A-A86E-07CA2D4AF23E}" srcOrd="2" destOrd="0" parTransId="{D83362AC-974E-43B5-BF3A-69B65DBDE5CF}" sibTransId="{5F172C12-033B-4178-93F5-D219DCCDC80F}"/>
    <dgm:cxn modelId="{0F1BE161-0DDA-48F5-AA95-0682CDF79927}" type="presOf" srcId="{126B295E-1FEF-4A77-8738-EB58214F8384}" destId="{B51B31EE-E6AD-476D-8F6A-846D3295874A}" srcOrd="0" destOrd="5" presId="urn:microsoft.com/office/officeart/2005/8/layout/hList1"/>
    <dgm:cxn modelId="{AA9AEF41-5DD4-4181-AFBD-491D8E9FE7E3}" srcId="{A7FADAEE-8387-47D7-B6E4-80043F3954B2}" destId="{7B593F52-B62D-44E4-9E49-741F512A481C}" srcOrd="5" destOrd="0" parTransId="{4401E005-C56B-4D8D-9827-BEC083CE17AB}" sibTransId="{2A1EA1E4-7E19-43B2-96B2-0D48E91B9CFD}"/>
    <dgm:cxn modelId="{F3AE4662-E818-4E98-83DB-6BA2F75C3C16}" srcId="{D3E96A1D-F7D1-4923-AC9A-A98D22F1F149}" destId="{4511D8F9-B6E2-47A3-9683-7FDFA8463845}" srcOrd="2" destOrd="0" parTransId="{7FFF718A-C553-4CD6-9D60-669066BA77E3}" sibTransId="{74506B26-EE8B-437A-A930-6ED01328C8A5}"/>
    <dgm:cxn modelId="{61119B42-6DA3-4757-B246-D7662B545F3D}" type="presOf" srcId="{8086D6DB-CD97-49C4-8EEF-45FF5E3D9A4D}" destId="{9E454DD6-3C63-4D2A-9FB1-5AA948F10266}" srcOrd="0" destOrd="7" presId="urn:microsoft.com/office/officeart/2005/8/layout/hList1"/>
    <dgm:cxn modelId="{67ED1566-5802-49FE-AE8E-50FBAEA0FB57}" type="presOf" srcId="{3C80BC7E-B1B0-4995-9E47-796E034F73E9}" destId="{9E454DD6-3C63-4D2A-9FB1-5AA948F10266}" srcOrd="0" destOrd="3" presId="urn:microsoft.com/office/officeart/2005/8/layout/hList1"/>
    <dgm:cxn modelId="{9635F466-5B02-492A-A93E-947FE20F0159}" type="presOf" srcId="{0677BA24-B477-4B0F-AE48-AF3436B993E9}" destId="{DDF6DF86-5632-46E1-B8BD-0D17A383E838}" srcOrd="0" destOrd="3" presId="urn:microsoft.com/office/officeart/2005/8/layout/hList1"/>
    <dgm:cxn modelId="{A8FF144A-2DFE-4DE4-B28D-03AC7DB67068}" srcId="{63145CFB-F725-40E6-9DE5-1878C433C451}" destId="{2F5726E2-0D16-4980-8FEC-240D81AEA9D9}" srcOrd="2" destOrd="0" parTransId="{FBC160BE-C9E2-4F5A-82E4-6FB526988415}" sibTransId="{FE7542E2-1B90-49B4-ACC3-CB46AAD4FFA4}"/>
    <dgm:cxn modelId="{181ED64B-C976-402F-9457-0434CE0DD6EA}" srcId="{AB07783E-0D2E-4969-976F-753DE98FA0E3}" destId="{0677BA24-B477-4B0F-AE48-AF3436B993E9}" srcOrd="3" destOrd="0" parTransId="{F0C73FAD-BB80-454E-BBE7-4CF246225355}" sibTransId="{55D5C75E-B957-40FB-842B-868A110F13B5}"/>
    <dgm:cxn modelId="{018EF550-E156-49B7-9585-E31AA878DF55}" srcId="{A7FADAEE-8387-47D7-B6E4-80043F3954B2}" destId="{BD203FFD-8619-4DA3-9603-A62EB793C718}" srcOrd="6" destOrd="0" parTransId="{4B355FEA-D301-4CA8-AE16-50F74B8D622E}" sibTransId="{64DC13AC-2AF3-4B1F-8B02-9C50F88C0AB6}"/>
    <dgm:cxn modelId="{F754B552-4D16-40DB-A567-7D673BAF3618}" srcId="{A7FADAEE-8387-47D7-B6E4-80043F3954B2}" destId="{8086D6DB-CD97-49C4-8EEF-45FF5E3D9A4D}" srcOrd="7" destOrd="0" parTransId="{D6F8100F-827E-4616-A6CC-DC40BD20FEC7}" sibTransId="{DB77A05E-34F5-4E79-BF22-9A5318347A1E}"/>
    <dgm:cxn modelId="{2E79DD72-FB2E-4B3F-917C-5DB15D59CFAE}" srcId="{AB07783E-0D2E-4969-976F-753DE98FA0E3}" destId="{234D837B-65D2-47DE-A4CA-089F3FB79DD4}" srcOrd="4" destOrd="0" parTransId="{423922D2-057D-4E46-A7D3-162A5998C24B}" sibTransId="{11C982ED-4C88-4A7B-AD9F-BEF3073695DB}"/>
    <dgm:cxn modelId="{B702B973-A453-48CE-8795-664BECB1BFAE}" srcId="{63145CFB-F725-40E6-9DE5-1878C433C451}" destId="{D0E4373E-244E-4B0A-AF71-AE25D8249412}" srcOrd="6" destOrd="0" parTransId="{23FF39CF-C2B8-4BB5-882E-9EBC87F32CBF}" sibTransId="{A1537CA5-13E4-45B2-9A28-9EF391975352}"/>
    <dgm:cxn modelId="{34D67874-F0C3-44C6-BA9D-30C02F937264}" srcId="{A7FADAEE-8387-47D7-B6E4-80043F3954B2}" destId="{61FED73A-2462-43A8-AD24-929F3D05CF18}" srcOrd="0" destOrd="0" parTransId="{5AD9220A-21AA-4D2D-BA76-A0DE03651BE6}" sibTransId="{52993118-F6D0-48F6-BF53-634F67DAB624}"/>
    <dgm:cxn modelId="{E97CB475-8912-4DCF-B6F5-B49265EB40B9}" type="presOf" srcId="{340AE1FF-9AB4-41F1-8151-3AD9330F999E}" destId="{DDF6DF86-5632-46E1-B8BD-0D17A383E838}" srcOrd="0" destOrd="2" presId="urn:microsoft.com/office/officeart/2005/8/layout/hList1"/>
    <dgm:cxn modelId="{AE46EA75-08BB-4CDA-8726-E91EC13433A0}" type="presOf" srcId="{A7FADAEE-8387-47D7-B6E4-80043F3954B2}" destId="{E1F2E8F9-437C-4756-9EE6-CDE80E1A8CC9}" srcOrd="0" destOrd="0" presId="urn:microsoft.com/office/officeart/2005/8/layout/hList1"/>
    <dgm:cxn modelId="{0D71B656-D82E-48C8-87F3-BD7A79F4F070}" type="presOf" srcId="{7B593F52-B62D-44E4-9E49-741F512A481C}" destId="{9E454DD6-3C63-4D2A-9FB1-5AA948F10266}" srcOrd="0" destOrd="5" presId="urn:microsoft.com/office/officeart/2005/8/layout/hList1"/>
    <dgm:cxn modelId="{0D08F47D-85D1-4CD1-8305-D2615C70F801}" type="presOf" srcId="{5897B337-D348-4BBA-9138-69BDC1E85C53}" destId="{DDF6DF86-5632-46E1-B8BD-0D17A383E838}" srcOrd="0" destOrd="1" presId="urn:microsoft.com/office/officeart/2005/8/layout/hList1"/>
    <dgm:cxn modelId="{F51A557E-A2AA-49E2-B5C2-7ECFD3E5CEC0}" type="presOf" srcId="{61FED73A-2462-43A8-AD24-929F3D05CF18}" destId="{9E454DD6-3C63-4D2A-9FB1-5AA948F10266}" srcOrd="0" destOrd="0" presId="urn:microsoft.com/office/officeart/2005/8/layout/hList1"/>
    <dgm:cxn modelId="{325B0082-D2BE-4DF5-A18A-1EAC9BCCFA42}" srcId="{9EEDA3C8-C90A-44B0-B813-836B231000F4}" destId="{D3E96A1D-F7D1-4923-AC9A-A98D22F1F149}" srcOrd="0" destOrd="0" parTransId="{D09E88EC-A60D-4B64-9C9C-5E9ABD8A9710}" sibTransId="{8D4195A5-A073-4785-881C-25FE9323D7D8}"/>
    <dgm:cxn modelId="{563E1B8D-1259-4769-9C5E-F4554C2B83EE}" srcId="{AB07783E-0D2E-4969-976F-753DE98FA0E3}" destId="{5897B337-D348-4BBA-9138-69BDC1E85C53}" srcOrd="1" destOrd="0" parTransId="{5E3CA435-F540-4F8D-8FCF-A31E66CAF286}" sibTransId="{BE138E9F-746B-4ED1-96F0-B9DF50EF55C4}"/>
    <dgm:cxn modelId="{5A55C38F-E8FF-4E59-A781-D33EE2700A6A}" srcId="{D3E96A1D-F7D1-4923-AC9A-A98D22F1F149}" destId="{56D67ED8-0345-4E42-9C26-E83B5A0462BD}" srcOrd="4" destOrd="0" parTransId="{8C436F42-DD06-4615-8C70-FF7E44F6C3C8}" sibTransId="{BDAA54E2-5290-4B98-B9D6-3AD92CA2B405}"/>
    <dgm:cxn modelId="{E24A3992-11B5-49F6-9048-66203B09F49D}" type="presOf" srcId="{9EEDA3C8-C90A-44B0-B813-836B231000F4}" destId="{DA4CC717-467C-487C-9FA9-65B14A342FBA}" srcOrd="0" destOrd="0" presId="urn:microsoft.com/office/officeart/2005/8/layout/hList1"/>
    <dgm:cxn modelId="{D17BC193-7AEE-4116-AC99-D8507314E1C2}" type="presOf" srcId="{AB07783E-0D2E-4969-976F-753DE98FA0E3}" destId="{66A86C2B-9239-4D4A-B87C-F8A26D68AE4B}" srcOrd="0" destOrd="0" presId="urn:microsoft.com/office/officeart/2005/8/layout/hList1"/>
    <dgm:cxn modelId="{7D09BB98-0C06-4E6B-8676-636CAC839504}" type="presOf" srcId="{2F5726E2-0D16-4980-8FEC-240D81AEA9D9}" destId="{A9CFBDCA-71DF-41B1-9FD3-347A80E5CF66}" srcOrd="0" destOrd="2" presId="urn:microsoft.com/office/officeart/2005/8/layout/hList1"/>
    <dgm:cxn modelId="{BEFF279C-D56D-4F17-AB20-5903A42CB3F6}" type="presOf" srcId="{48284563-8CD2-4888-97CA-7ACCBB83176C}" destId="{A9CFBDCA-71DF-41B1-9FD3-347A80E5CF66}" srcOrd="0" destOrd="1" presId="urn:microsoft.com/office/officeart/2005/8/layout/hList1"/>
    <dgm:cxn modelId="{F83CD6A4-0373-4356-A19C-E49319D62C3B}" srcId="{D3E96A1D-F7D1-4923-AC9A-A98D22F1F149}" destId="{0C88AF3C-5CDF-42B3-8FCF-8BD2A9B721EB}" srcOrd="0" destOrd="0" parTransId="{EEDF3839-87E9-43CD-91C3-2B15372F0251}" sibTransId="{5D281BA8-FEA2-4279-AB43-EE79F2AA4E05}"/>
    <dgm:cxn modelId="{C8A336AE-8E1B-42F5-8853-61B4580053C1}" srcId="{A7FADAEE-8387-47D7-B6E4-80043F3954B2}" destId="{565C6484-1EC8-408F-BEB1-D012FD06AB78}" srcOrd="4" destOrd="0" parTransId="{F36E32B6-671B-4AFF-A333-8229B80E81C7}" sibTransId="{F9013682-65B9-4150-90D8-8B850F51579E}"/>
    <dgm:cxn modelId="{48B653B3-F7DE-4C69-B176-FBA96870DC18}" type="presOf" srcId="{0C88AF3C-5CDF-42B3-8FCF-8BD2A9B721EB}" destId="{B51B31EE-E6AD-476D-8F6A-846D3295874A}" srcOrd="0" destOrd="0" presId="urn:microsoft.com/office/officeart/2005/8/layout/hList1"/>
    <dgm:cxn modelId="{9AB75CB8-D14F-4436-AD52-740C84D1E11F}" srcId="{9EEDA3C8-C90A-44B0-B813-836B231000F4}" destId="{A7FADAEE-8387-47D7-B6E4-80043F3954B2}" srcOrd="2" destOrd="0" parTransId="{E4790C4F-063D-4070-AB47-F4C9C2EF17D5}" sibTransId="{FEA64389-DA00-471A-B4CC-3BA92D917A57}"/>
    <dgm:cxn modelId="{57393DBA-AC4E-478D-97FB-C27C48CE6975}" type="presOf" srcId="{BD203FFD-8619-4DA3-9603-A62EB793C718}" destId="{9E454DD6-3C63-4D2A-9FB1-5AA948F10266}" srcOrd="0" destOrd="6" presId="urn:microsoft.com/office/officeart/2005/8/layout/hList1"/>
    <dgm:cxn modelId="{19DCC1BA-B9C1-48C0-BBAF-5230EB8C76DF}" type="presOf" srcId="{63145CFB-F725-40E6-9DE5-1878C433C451}" destId="{B213BEB7-2D85-42A6-B40D-6C55578F4A81}" srcOrd="0" destOrd="0" presId="urn:microsoft.com/office/officeart/2005/8/layout/hList1"/>
    <dgm:cxn modelId="{D26A4DBF-57D1-4014-B938-1387957B97C2}" type="presOf" srcId="{B8319E77-726E-4BA0-9F09-C1F53CA124BD}" destId="{B51B31EE-E6AD-476D-8F6A-846D3295874A}" srcOrd="0" destOrd="1" presId="urn:microsoft.com/office/officeart/2005/8/layout/hList1"/>
    <dgm:cxn modelId="{DB9592C0-7864-474B-B22B-432E9E2A3CA0}" type="presOf" srcId="{10EFEF4C-1144-4E1D-AFE4-C0D9560F1677}" destId="{A9CFBDCA-71DF-41B1-9FD3-347A80E5CF66}" srcOrd="0" destOrd="4" presId="urn:microsoft.com/office/officeart/2005/8/layout/hList1"/>
    <dgm:cxn modelId="{6A319FCA-ADF5-4834-B59B-B0BE8A1635ED}" srcId="{63145CFB-F725-40E6-9DE5-1878C433C451}" destId="{48284563-8CD2-4888-97CA-7ACCBB83176C}" srcOrd="1" destOrd="0" parTransId="{A35F4FD6-66B9-4B22-9F07-B6B3FDB1630A}" sibTransId="{297EF3E1-B4A3-476A-A22D-27D02802B24B}"/>
    <dgm:cxn modelId="{A53E50D3-FF72-49F2-977A-29531B39B922}" type="presOf" srcId="{D0E4373E-244E-4B0A-AF71-AE25D8249412}" destId="{A9CFBDCA-71DF-41B1-9FD3-347A80E5CF66}" srcOrd="0" destOrd="6" presId="urn:microsoft.com/office/officeart/2005/8/layout/hList1"/>
    <dgm:cxn modelId="{079043D7-02BB-4D1D-9DC8-F1B897A3AC46}" srcId="{9EEDA3C8-C90A-44B0-B813-836B231000F4}" destId="{63145CFB-F725-40E6-9DE5-1878C433C451}" srcOrd="1" destOrd="0" parTransId="{ED92EFFB-F8A3-45D5-BE73-3CAE172AF37F}" sibTransId="{26C8569F-666D-4A0E-86A8-BABC5F114761}"/>
    <dgm:cxn modelId="{9BF4DFD7-EBF6-4C94-8C36-599F7475EC44}" srcId="{63145CFB-F725-40E6-9DE5-1878C433C451}" destId="{84E1F2ED-72F8-463F-BA3B-3E086DC7F191}" srcOrd="3" destOrd="0" parTransId="{7CB8805A-E76D-490C-B83C-0126374338B9}" sibTransId="{6029624E-827A-45C1-8731-F2AF4181844F}"/>
    <dgm:cxn modelId="{DBA2BADD-6113-4B30-819B-FED5F034F7CE}" type="presOf" srcId="{565C6484-1EC8-408F-BEB1-D012FD06AB78}" destId="{9E454DD6-3C63-4D2A-9FB1-5AA948F10266}" srcOrd="0" destOrd="4" presId="urn:microsoft.com/office/officeart/2005/8/layout/hList1"/>
    <dgm:cxn modelId="{ED0CFDDF-52A5-459C-B944-FD118351C6E9}" type="presOf" srcId="{034983B8-EC89-463A-A86E-07CA2D4AF23E}" destId="{9E454DD6-3C63-4D2A-9FB1-5AA948F10266}" srcOrd="0" destOrd="2" presId="urn:microsoft.com/office/officeart/2005/8/layout/hList1"/>
    <dgm:cxn modelId="{A9CCA9EA-407E-4B73-9B73-53F1B11458A6}" srcId="{63145CFB-F725-40E6-9DE5-1878C433C451}" destId="{10EFEF4C-1144-4E1D-AFE4-C0D9560F1677}" srcOrd="4" destOrd="0" parTransId="{F3142A6D-9F3C-4A3A-AF02-7ACEAE97D976}" sibTransId="{EDA80BF3-07AD-4D94-BD79-A341E893DF1E}"/>
    <dgm:cxn modelId="{042955EB-CFE8-4ABB-8FC1-3AC855E5C098}" srcId="{AB07783E-0D2E-4969-976F-753DE98FA0E3}" destId="{9EDC9D3E-FF6E-4DD0-B554-495F4C882656}" srcOrd="0" destOrd="0" parTransId="{C93EE71D-3E93-4E25-87D7-B3C22CDCF701}" sibTransId="{7CE0DC3D-1DFA-4BE1-85CE-9C00EA37F25C}"/>
    <dgm:cxn modelId="{62DD12F3-C9AE-4BCC-B21E-7DBFBB58A9DB}" srcId="{63145CFB-F725-40E6-9DE5-1878C433C451}" destId="{E7E49537-3D17-49FD-A6FF-C93C10CC21EB}" srcOrd="5" destOrd="0" parTransId="{8F00A4A2-A7EB-4E97-8684-8FE52DAFEDD8}" sibTransId="{83A7F4BC-8AC4-46A0-9331-FD4A18FC70BA}"/>
    <dgm:cxn modelId="{B30719F7-AD0B-423E-91DD-76F7F15D23F0}" type="presOf" srcId="{56D67ED8-0345-4E42-9C26-E83B5A0462BD}" destId="{B51B31EE-E6AD-476D-8F6A-846D3295874A}" srcOrd="0" destOrd="4" presId="urn:microsoft.com/office/officeart/2005/8/layout/hList1"/>
    <dgm:cxn modelId="{6707175F-36A9-4FE5-B0E3-9B009E758208}" type="presParOf" srcId="{DA4CC717-467C-487C-9FA9-65B14A342FBA}" destId="{C19EB7D8-2738-4016-9D0E-48E55436F606}" srcOrd="0" destOrd="0" presId="urn:microsoft.com/office/officeart/2005/8/layout/hList1"/>
    <dgm:cxn modelId="{06A53F0D-42EC-4DD6-8F88-BDB8A8B16F64}" type="presParOf" srcId="{C19EB7D8-2738-4016-9D0E-48E55436F606}" destId="{1EC17581-D40B-48DE-B1C2-D1DE423CB3DF}" srcOrd="0" destOrd="0" presId="urn:microsoft.com/office/officeart/2005/8/layout/hList1"/>
    <dgm:cxn modelId="{D66EEE5E-E9F6-4E74-96CF-05ED014A1C94}" type="presParOf" srcId="{C19EB7D8-2738-4016-9D0E-48E55436F606}" destId="{B51B31EE-E6AD-476D-8F6A-846D3295874A}" srcOrd="1" destOrd="0" presId="urn:microsoft.com/office/officeart/2005/8/layout/hList1"/>
    <dgm:cxn modelId="{504CB854-62DD-4E33-A951-4E95A55E4923}" type="presParOf" srcId="{DA4CC717-467C-487C-9FA9-65B14A342FBA}" destId="{B483015B-EA35-4C12-ADAE-62BDD701E79C}" srcOrd="1" destOrd="0" presId="urn:microsoft.com/office/officeart/2005/8/layout/hList1"/>
    <dgm:cxn modelId="{6682AB72-EF32-4366-9812-2C26B0F1EC84}" type="presParOf" srcId="{DA4CC717-467C-487C-9FA9-65B14A342FBA}" destId="{C5122B3B-EDBC-4C09-B534-7903A3C8B021}" srcOrd="2" destOrd="0" presId="urn:microsoft.com/office/officeart/2005/8/layout/hList1"/>
    <dgm:cxn modelId="{B7DB5E4B-987B-4F38-8A56-6B4BE0DA6040}" type="presParOf" srcId="{C5122B3B-EDBC-4C09-B534-7903A3C8B021}" destId="{B213BEB7-2D85-42A6-B40D-6C55578F4A81}" srcOrd="0" destOrd="0" presId="urn:microsoft.com/office/officeart/2005/8/layout/hList1"/>
    <dgm:cxn modelId="{D5D7670A-B997-4658-B9B2-ADC58E26EB91}" type="presParOf" srcId="{C5122B3B-EDBC-4C09-B534-7903A3C8B021}" destId="{A9CFBDCA-71DF-41B1-9FD3-347A80E5CF66}" srcOrd="1" destOrd="0" presId="urn:microsoft.com/office/officeart/2005/8/layout/hList1"/>
    <dgm:cxn modelId="{A547BACC-0156-4C67-A52E-D232C6851B23}" type="presParOf" srcId="{DA4CC717-467C-487C-9FA9-65B14A342FBA}" destId="{A115CD6B-D7A5-490F-945E-A5C442A46B08}" srcOrd="3" destOrd="0" presId="urn:microsoft.com/office/officeart/2005/8/layout/hList1"/>
    <dgm:cxn modelId="{E6D72307-BD25-446F-81D8-5AB8AC2BAE9C}" type="presParOf" srcId="{DA4CC717-467C-487C-9FA9-65B14A342FBA}" destId="{C2EB01BB-43FB-4D03-B287-98A7E02986F8}" srcOrd="4" destOrd="0" presId="urn:microsoft.com/office/officeart/2005/8/layout/hList1"/>
    <dgm:cxn modelId="{F7BB0BD4-D2ED-40DA-AC24-803F7F8FB336}" type="presParOf" srcId="{C2EB01BB-43FB-4D03-B287-98A7E02986F8}" destId="{E1F2E8F9-437C-4756-9EE6-CDE80E1A8CC9}" srcOrd="0" destOrd="0" presId="urn:microsoft.com/office/officeart/2005/8/layout/hList1"/>
    <dgm:cxn modelId="{D37B2824-0A3C-4361-BDA8-A837B0C0E0EB}" type="presParOf" srcId="{C2EB01BB-43FB-4D03-B287-98A7E02986F8}" destId="{9E454DD6-3C63-4D2A-9FB1-5AA948F10266}" srcOrd="1" destOrd="0" presId="urn:microsoft.com/office/officeart/2005/8/layout/hList1"/>
    <dgm:cxn modelId="{1F209E83-1937-45AF-BE15-CF77698AF59C}" type="presParOf" srcId="{DA4CC717-467C-487C-9FA9-65B14A342FBA}" destId="{252DB9D5-68CE-4BFE-80F5-7BBE31248A3A}" srcOrd="5" destOrd="0" presId="urn:microsoft.com/office/officeart/2005/8/layout/hList1"/>
    <dgm:cxn modelId="{581C80C5-EFBD-49EC-9FC8-7F87161B57F3}" type="presParOf" srcId="{DA4CC717-467C-487C-9FA9-65B14A342FBA}" destId="{9E80A2D4-7B04-4654-BD4A-47245DDBE6B2}" srcOrd="6" destOrd="0" presId="urn:microsoft.com/office/officeart/2005/8/layout/hList1"/>
    <dgm:cxn modelId="{154A1C0D-22BC-46A2-8F21-9B24224E2A83}" type="presParOf" srcId="{9E80A2D4-7B04-4654-BD4A-47245DDBE6B2}" destId="{66A86C2B-9239-4D4A-B87C-F8A26D68AE4B}" srcOrd="0" destOrd="0" presId="urn:microsoft.com/office/officeart/2005/8/layout/hList1"/>
    <dgm:cxn modelId="{26D0CF61-541E-4FE4-84DF-DCF599B267B4}" type="presParOf" srcId="{9E80A2D4-7B04-4654-BD4A-47245DDBE6B2}" destId="{DDF6DF86-5632-46E1-B8BD-0D17A383E83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A8660B35-0EEB-43BB-AAFE-3F46E08923AB}">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51B8E2A5-194D-4ADB-97A3-9A9372794232}" type="parTrans" cxnId="{B635FC94-55D6-4698-9B18-84ECCA218A93}">
      <dgm:prSet/>
      <dgm:spPr/>
      <dgm:t>
        <a:bodyPr/>
        <a:lstStyle/>
        <a:p>
          <a:endParaRPr lang="fr-FR" sz="1200"/>
        </a:p>
      </dgm:t>
    </dgm:pt>
    <dgm:pt modelId="{AC5E0127-C7E6-489E-9EE2-4F92BFFBA885}" type="sibTrans" cxnId="{B635FC94-55D6-4698-9B18-84ECCA218A93}">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F342668-790A-4F4E-A26D-4C23BBD9F4E1}" type="pres">
      <dgm:prSet presAssocID="{ADF04534-838A-44E2-9F15-355B903A0A7E}" presName="Name0" presStyleCnt="0">
        <dgm:presLayoutVars>
          <dgm:chPref val="1"/>
          <dgm:dir/>
          <dgm:animOne val="branch"/>
          <dgm:animLvl val="lvl"/>
          <dgm:resizeHandles/>
        </dgm:presLayoutVars>
      </dgm:prSet>
      <dgm:spPr/>
    </dgm:pt>
    <dgm:pt modelId="{BE26DCE9-274C-43F8-B7F1-F7BE53567D3B}" type="pres">
      <dgm:prSet presAssocID="{A8660B35-0EEB-43BB-AAFE-3F46E08923AB}" presName="vertOne" presStyleCnt="0"/>
      <dgm:spPr/>
    </dgm:pt>
    <dgm:pt modelId="{B95ACF10-CA26-4179-AA31-2D1EB35974C6}" type="pres">
      <dgm:prSet presAssocID="{A8660B35-0EEB-43BB-AAFE-3F46E08923AB}" presName="txOne" presStyleLbl="node0" presStyleIdx="0" presStyleCnt="3">
        <dgm:presLayoutVars>
          <dgm:chPref val="3"/>
        </dgm:presLayoutVars>
      </dgm:prSet>
      <dgm:spPr/>
    </dgm:pt>
    <dgm:pt modelId="{6C3AC467-F1EE-4B34-9806-0A1EE262376B}" type="pres">
      <dgm:prSet presAssocID="{A8660B35-0EEB-43BB-AAFE-3F46E08923AB}" presName="parTransOne" presStyleCnt="0"/>
      <dgm:spPr/>
    </dgm:pt>
    <dgm:pt modelId="{5FE7F5BB-B675-4B47-BA93-8BB398BF00E1}" type="pres">
      <dgm:prSet presAssocID="{A8660B35-0EEB-43BB-AAFE-3F46E08923AB}" presName="horzOne" presStyleCnt="0"/>
      <dgm:spPr/>
    </dgm:pt>
    <dgm:pt modelId="{67E698BA-9757-41FB-AC21-D0F22B9F5569}" type="pres">
      <dgm:prSet presAssocID="{36B42D72-9F59-48EF-9E83-29BD6781495E}" presName="vertTwo" presStyleCnt="0"/>
      <dgm:spPr/>
    </dgm:pt>
    <dgm:pt modelId="{5C5C3CBC-5AE8-4310-9933-9E26B551E8C1}" type="pres">
      <dgm:prSet presAssocID="{36B42D72-9F59-48EF-9E83-29BD6781495E}" presName="txTwo" presStyleLbl="node2" presStyleIdx="0" presStyleCnt="8">
        <dgm:presLayoutVars>
          <dgm:chPref val="3"/>
        </dgm:presLayoutVars>
      </dgm:prSet>
      <dgm:spPr/>
    </dgm:pt>
    <dgm:pt modelId="{29FA615A-0ABE-47B2-9E6E-8120024AB521}" type="pres">
      <dgm:prSet presAssocID="{36B42D72-9F59-48EF-9E83-29BD6781495E}" presName="horzTwo" presStyleCnt="0"/>
      <dgm:spPr/>
    </dgm:pt>
    <dgm:pt modelId="{D76E904B-E0F9-4D26-8E2C-DC105FC79ED1}" type="pres">
      <dgm:prSet presAssocID="{989B79C3-82CE-4694-B284-819911356297}" presName="sibSpaceTwo" presStyleCnt="0"/>
      <dgm:spPr/>
    </dgm:pt>
    <dgm:pt modelId="{4EF99681-249F-49AE-93E7-C929D67636D1}" type="pres">
      <dgm:prSet presAssocID="{66412FD3-2772-439A-AD15-B1B4E6126068}" presName="vertTwo" presStyleCnt="0"/>
      <dgm:spPr/>
    </dgm:pt>
    <dgm:pt modelId="{60E4803E-582C-4C7E-8FA3-2A744A03FB81}" type="pres">
      <dgm:prSet presAssocID="{66412FD3-2772-439A-AD15-B1B4E6126068}" presName="txTwo" presStyleLbl="node2" presStyleIdx="1" presStyleCnt="8">
        <dgm:presLayoutVars>
          <dgm:chPref val="3"/>
        </dgm:presLayoutVars>
      </dgm:prSet>
      <dgm:spPr/>
    </dgm:pt>
    <dgm:pt modelId="{81407DEB-70A7-4698-8CD2-1B35D8C451C4}" type="pres">
      <dgm:prSet presAssocID="{66412FD3-2772-439A-AD15-B1B4E6126068}" presName="horzTwo" presStyleCnt="0"/>
      <dgm:spPr/>
    </dgm:pt>
    <dgm:pt modelId="{8710A104-B61F-48E4-A6AB-4ED14FB731F4}" type="pres">
      <dgm:prSet presAssocID="{86530BD6-079D-457A-9EB3-04E09E7EB769}" presName="sibSpaceTwo" presStyleCnt="0"/>
      <dgm:spPr/>
    </dgm:pt>
    <dgm:pt modelId="{0E6F5D90-F945-440D-91B2-2D9BB625B9D5}" type="pres">
      <dgm:prSet presAssocID="{5D02D370-F00E-4256-AD8E-1E16BC010411}" presName="vertTwo" presStyleCnt="0"/>
      <dgm:spPr/>
    </dgm:pt>
    <dgm:pt modelId="{DE7599A0-6763-4ABA-AB22-A98FD6FE561C}" type="pres">
      <dgm:prSet presAssocID="{5D02D370-F00E-4256-AD8E-1E16BC010411}" presName="txTwo" presStyleLbl="node2" presStyleIdx="2" presStyleCnt="8">
        <dgm:presLayoutVars>
          <dgm:chPref val="3"/>
        </dgm:presLayoutVars>
      </dgm:prSet>
      <dgm:spPr/>
    </dgm:pt>
    <dgm:pt modelId="{172D2484-8674-4E2D-9C7A-E197E70B86F7}" type="pres">
      <dgm:prSet presAssocID="{5D02D370-F00E-4256-AD8E-1E16BC010411}" presName="horzTwo" presStyleCnt="0"/>
      <dgm:spPr/>
    </dgm:pt>
    <dgm:pt modelId="{D3A7969F-2567-498B-8417-105F19C1EC2A}" type="pres">
      <dgm:prSet presAssocID="{3D04782A-43D5-403D-9233-745A0A1A9DDF}" presName="sibSpaceTwo" presStyleCnt="0"/>
      <dgm:spPr/>
    </dgm:pt>
    <dgm:pt modelId="{810C3657-CCFC-421B-AB66-BF85961F1F0A}" type="pres">
      <dgm:prSet presAssocID="{DCDB61A7-F060-4728-A050-1602FCEFDDED}" presName="vertTwo" presStyleCnt="0"/>
      <dgm:spPr/>
    </dgm:pt>
    <dgm:pt modelId="{6CA76088-2B26-463A-9064-BB0B228C151F}" type="pres">
      <dgm:prSet presAssocID="{DCDB61A7-F060-4728-A050-1602FCEFDDED}" presName="txTwo" presStyleLbl="node2" presStyleIdx="3" presStyleCnt="8">
        <dgm:presLayoutVars>
          <dgm:chPref val="3"/>
        </dgm:presLayoutVars>
      </dgm:prSet>
      <dgm:spPr/>
    </dgm:pt>
    <dgm:pt modelId="{F77F070A-EE30-4491-84EA-ADDAEF74CD92}" type="pres">
      <dgm:prSet presAssocID="{DCDB61A7-F060-4728-A050-1602FCEFDDED}" presName="horzTwo" presStyleCnt="0"/>
      <dgm:spPr/>
    </dgm:pt>
    <dgm:pt modelId="{A5FF4473-E5DE-4CC6-A9A4-8258C5841F8D}" type="pres">
      <dgm:prSet presAssocID="{AC5E0127-C7E6-489E-9EE2-4F92BFFBA885}" presName="sibSpaceOne" presStyleCnt="0"/>
      <dgm:spPr/>
    </dgm:pt>
    <dgm:pt modelId="{A2D7F754-9115-473D-8284-A4D4393E3B2E}" type="pres">
      <dgm:prSet presAssocID="{B45D5435-18EC-4B29-AE9C-F0E067DA0986}" presName="vertOne" presStyleCnt="0"/>
      <dgm:spPr/>
    </dgm:pt>
    <dgm:pt modelId="{E20D0F32-C86C-4599-9950-1550ADA8A59C}" type="pres">
      <dgm:prSet presAssocID="{B45D5435-18EC-4B29-AE9C-F0E067DA0986}" presName="txOne" presStyleLbl="node0" presStyleIdx="1" presStyleCnt="3">
        <dgm:presLayoutVars>
          <dgm:chPref val="3"/>
        </dgm:presLayoutVars>
      </dgm:prSet>
      <dgm:spPr/>
    </dgm:pt>
    <dgm:pt modelId="{6CD0B903-93DF-4706-B174-FFC1B39070D4}" type="pres">
      <dgm:prSet presAssocID="{B45D5435-18EC-4B29-AE9C-F0E067DA0986}" presName="parTransOne" presStyleCnt="0"/>
      <dgm:spPr/>
    </dgm:pt>
    <dgm:pt modelId="{F85D9251-C9C3-491B-AB91-82E09CE3CABC}" type="pres">
      <dgm:prSet presAssocID="{B45D5435-18EC-4B29-AE9C-F0E067DA0986}" presName="horzOne" presStyleCnt="0"/>
      <dgm:spPr/>
    </dgm:pt>
    <dgm:pt modelId="{5F87AB7D-14A2-4D51-A4E9-F7D04637118E}" type="pres">
      <dgm:prSet presAssocID="{674FE9CB-369A-40B4-BA51-24C8AD7890CF}" presName="vertTwo" presStyleCnt="0"/>
      <dgm:spPr/>
    </dgm:pt>
    <dgm:pt modelId="{32DB35E5-97D8-4E9D-A990-24042482923D}" type="pres">
      <dgm:prSet presAssocID="{674FE9CB-369A-40B4-BA51-24C8AD7890CF}" presName="txTwo" presStyleLbl="node2" presStyleIdx="4" presStyleCnt="8">
        <dgm:presLayoutVars>
          <dgm:chPref val="3"/>
        </dgm:presLayoutVars>
      </dgm:prSet>
      <dgm:spPr/>
    </dgm:pt>
    <dgm:pt modelId="{8838A82A-E45D-42A9-B4C0-4C7CEF7D399A}" type="pres">
      <dgm:prSet presAssocID="{674FE9CB-369A-40B4-BA51-24C8AD7890CF}" presName="horzTwo" presStyleCnt="0"/>
      <dgm:spPr/>
    </dgm:pt>
    <dgm:pt modelId="{63FA6289-867C-45E7-81AC-E92264828176}" type="pres">
      <dgm:prSet presAssocID="{B1F194F7-A196-4594-9605-24DCBD75B3EA}" presName="sibSpaceTwo" presStyleCnt="0"/>
      <dgm:spPr/>
    </dgm:pt>
    <dgm:pt modelId="{7BD6021C-B153-4693-A950-B0501118A387}" type="pres">
      <dgm:prSet presAssocID="{07D2BA71-9049-4730-AEB9-5E2006B0A14A}" presName="vertTwo" presStyleCnt="0"/>
      <dgm:spPr/>
    </dgm:pt>
    <dgm:pt modelId="{455E4D5E-3F8C-44C0-9736-47D0D63D4884}" type="pres">
      <dgm:prSet presAssocID="{07D2BA71-9049-4730-AEB9-5E2006B0A14A}" presName="txTwo" presStyleLbl="node2" presStyleIdx="5" presStyleCnt="8">
        <dgm:presLayoutVars>
          <dgm:chPref val="3"/>
        </dgm:presLayoutVars>
      </dgm:prSet>
      <dgm:spPr/>
    </dgm:pt>
    <dgm:pt modelId="{83711BE1-6D1A-438B-B08E-9AC23F07EC1D}" type="pres">
      <dgm:prSet presAssocID="{07D2BA71-9049-4730-AEB9-5E2006B0A14A}" presName="horzTwo" presStyleCnt="0"/>
      <dgm:spPr/>
    </dgm:pt>
    <dgm:pt modelId="{3ED94A41-2A36-4816-AE74-E208A04C61BF}" type="pres">
      <dgm:prSet presAssocID="{9DAA6F3F-AD85-46FB-9994-3EF4B63A92B4}" presName="sibSpaceOne" presStyleCnt="0"/>
      <dgm:spPr/>
    </dgm:pt>
    <dgm:pt modelId="{438DA887-B409-418F-A10E-F1D311183CFB}" type="pres">
      <dgm:prSet presAssocID="{412FF9F1-7E82-4A47-9D34-5AABFF1B5171}" presName="vertOne" presStyleCnt="0"/>
      <dgm:spPr/>
    </dgm:pt>
    <dgm:pt modelId="{24B8FE3A-EE48-4E5B-887C-5FD925BB1F5C}" type="pres">
      <dgm:prSet presAssocID="{412FF9F1-7E82-4A47-9D34-5AABFF1B5171}" presName="txOne" presStyleLbl="node0" presStyleIdx="2" presStyleCnt="3">
        <dgm:presLayoutVars>
          <dgm:chPref val="3"/>
        </dgm:presLayoutVars>
      </dgm:prSet>
      <dgm:spPr/>
    </dgm:pt>
    <dgm:pt modelId="{68361046-2B64-4D03-A67E-CEDB340BEA61}" type="pres">
      <dgm:prSet presAssocID="{412FF9F1-7E82-4A47-9D34-5AABFF1B5171}" presName="parTransOne" presStyleCnt="0"/>
      <dgm:spPr/>
    </dgm:pt>
    <dgm:pt modelId="{91D2F3A2-E00E-450D-A102-CF749734BF82}" type="pres">
      <dgm:prSet presAssocID="{412FF9F1-7E82-4A47-9D34-5AABFF1B5171}" presName="horzOne" presStyleCnt="0"/>
      <dgm:spPr/>
    </dgm:pt>
    <dgm:pt modelId="{48F54A46-0FF9-49CD-854A-985115D2F255}" type="pres">
      <dgm:prSet presAssocID="{7E448884-FA22-4CF2-8F57-953789C4B412}" presName="vertTwo" presStyleCnt="0"/>
      <dgm:spPr/>
    </dgm:pt>
    <dgm:pt modelId="{41587758-071B-4368-9288-E387B2310A06}" type="pres">
      <dgm:prSet presAssocID="{7E448884-FA22-4CF2-8F57-953789C4B412}" presName="txTwo" presStyleLbl="node2" presStyleIdx="6" presStyleCnt="8">
        <dgm:presLayoutVars>
          <dgm:chPref val="3"/>
        </dgm:presLayoutVars>
      </dgm:prSet>
      <dgm:spPr/>
    </dgm:pt>
    <dgm:pt modelId="{C5E2D317-0752-4CE1-A1A7-7F05690C4D3C}" type="pres">
      <dgm:prSet presAssocID="{7E448884-FA22-4CF2-8F57-953789C4B412}" presName="horzTwo" presStyleCnt="0"/>
      <dgm:spPr/>
    </dgm:pt>
    <dgm:pt modelId="{7226FA4E-EA81-4287-BDA7-CBBC5F6A1297}" type="pres">
      <dgm:prSet presAssocID="{503C5604-BEB1-43AE-BA84-3A3C27DF4AEC}" presName="sibSpaceTwo" presStyleCnt="0"/>
      <dgm:spPr/>
    </dgm:pt>
    <dgm:pt modelId="{085853D3-2260-421B-8DE2-81C836E7E5D8}" type="pres">
      <dgm:prSet presAssocID="{214D9590-B37B-4542-8C6A-035EF0DCF470}" presName="vertTwo" presStyleCnt="0"/>
      <dgm:spPr/>
    </dgm:pt>
    <dgm:pt modelId="{96246CE3-80FC-40A8-A71B-5F9FC33A330A}" type="pres">
      <dgm:prSet presAssocID="{214D9590-B37B-4542-8C6A-035EF0DCF470}" presName="txTwo" presStyleLbl="node2" presStyleIdx="7" presStyleCnt="8">
        <dgm:presLayoutVars>
          <dgm:chPref val="3"/>
        </dgm:presLayoutVars>
      </dgm:prSet>
      <dgm:spPr/>
    </dgm:pt>
    <dgm:pt modelId="{4356E009-B427-4196-9846-E626E33E0EBD}"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FFF8F831-42A1-4F67-A8BE-F2178057639B}" type="presOf" srcId="{07D2BA71-9049-4730-AEB9-5E2006B0A14A}" destId="{455E4D5E-3F8C-44C0-9736-47D0D63D4884}" srcOrd="0" destOrd="0" presId="urn:microsoft.com/office/officeart/2005/8/layout/hierarchy4"/>
    <dgm:cxn modelId="{FF1E4A34-4736-4A1B-8D04-2373ABEA964D}" type="presOf" srcId="{7E448884-FA22-4CF2-8F57-953789C4B412}" destId="{41587758-071B-4368-9288-E387B2310A06}" srcOrd="0" destOrd="0" presId="urn:microsoft.com/office/officeart/2005/8/layout/hierarchy4"/>
    <dgm:cxn modelId="{E443D73A-7FAB-4600-83AE-EA3C629E8C57}" srcId="{A8660B35-0EEB-43BB-AAFE-3F46E08923AB}" destId="{66412FD3-2772-439A-AD15-B1B4E6126068}" srcOrd="1" destOrd="0" parTransId="{D223C269-6EBB-4C81-9F43-C3A09B531EE6}" sibTransId="{86530BD6-079D-457A-9EB3-04E09E7EB769}"/>
    <dgm:cxn modelId="{3FC8E844-B275-4112-84ED-055EDE3F0F6A}" type="presOf" srcId="{ADF04534-838A-44E2-9F15-355B903A0A7E}" destId="{EF342668-790A-4F4E-A26D-4C23BBD9F4E1}" srcOrd="0" destOrd="0" presId="urn:microsoft.com/office/officeart/2005/8/layout/hierarchy4"/>
    <dgm:cxn modelId="{626C8245-E5CD-4567-BE9B-AED6D0DF5DF1}" type="presOf" srcId="{B45D5435-18EC-4B29-AE9C-F0E067DA0986}" destId="{E20D0F32-C86C-4599-9950-1550ADA8A59C}"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B635FC94-55D6-4698-9B18-84ECCA218A93}" srcId="{ADF04534-838A-44E2-9F15-355B903A0A7E}" destId="{A8660B35-0EEB-43BB-AAFE-3F46E08923AB}" srcOrd="0" destOrd="0" parTransId="{51B8E2A5-194D-4ADB-97A3-9A9372794232}" sibTransId="{AC5E0127-C7E6-489E-9EE2-4F92BFFBA885}"/>
    <dgm:cxn modelId="{11AA709E-CADC-4249-852A-DE2A5718D694}" type="presOf" srcId="{DCDB61A7-F060-4728-A050-1602FCEFDDED}" destId="{6CA76088-2B26-463A-9064-BB0B228C151F}" srcOrd="0" destOrd="0" presId="urn:microsoft.com/office/officeart/2005/8/layout/hierarchy4"/>
    <dgm:cxn modelId="{29303FA5-7B4D-4A3A-9E8B-69D454CA2CAF}" srcId="{A8660B35-0EEB-43BB-AAFE-3F46E08923AB}" destId="{36B42D72-9F59-48EF-9E83-29BD6781495E}" srcOrd="0" destOrd="0" parTransId="{6D4A5F12-50AA-444B-8DE4-E41EA2737B6D}" sibTransId="{989B79C3-82CE-4694-B284-819911356297}"/>
    <dgm:cxn modelId="{715583A8-0C7F-4C7A-8F86-EA08DD41C1F5}" type="presOf" srcId="{36B42D72-9F59-48EF-9E83-29BD6781495E}" destId="{5C5C3CBC-5AE8-4310-9933-9E26B551E8C1}" srcOrd="0" destOrd="0" presId="urn:microsoft.com/office/officeart/2005/8/layout/hierarchy4"/>
    <dgm:cxn modelId="{FB9FDDB5-D113-488A-B9D9-706C459F10F3}" type="presOf" srcId="{214D9590-B37B-4542-8C6A-035EF0DCF470}" destId="{96246CE3-80FC-40A8-A71B-5F9FC33A330A}" srcOrd="0" destOrd="0" presId="urn:microsoft.com/office/officeart/2005/8/layout/hierarchy4"/>
    <dgm:cxn modelId="{33D598C4-3752-41D2-849D-65DC02807D18}" type="presOf" srcId="{A8660B35-0EEB-43BB-AAFE-3F46E08923AB}" destId="{B95ACF10-CA26-4179-AA31-2D1EB35974C6}" srcOrd="0" destOrd="0" presId="urn:microsoft.com/office/officeart/2005/8/layout/hierarchy4"/>
    <dgm:cxn modelId="{164407D3-7FFF-4FED-9C44-F2960507796B}" type="presOf" srcId="{5D02D370-F00E-4256-AD8E-1E16BC010411}" destId="{DE7599A0-6763-4ABA-AB22-A98FD6FE561C}" srcOrd="0" destOrd="0" presId="urn:microsoft.com/office/officeart/2005/8/layout/hierarchy4"/>
    <dgm:cxn modelId="{78AD71D6-CCDE-4F21-A19A-58ECC4CE0C29}" type="presOf" srcId="{674FE9CB-369A-40B4-BA51-24C8AD7890CF}" destId="{32DB35E5-97D8-4E9D-A990-24042482923D}" srcOrd="0" destOrd="0" presId="urn:microsoft.com/office/officeart/2005/8/layout/hierarchy4"/>
    <dgm:cxn modelId="{543DC4DD-4533-46A6-BE54-66D4D2F8F74F}" srcId="{A8660B35-0EEB-43BB-AAFE-3F46E08923AB}"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A8660B35-0EEB-43BB-AAFE-3F46E08923AB}"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D5ECECEB-B08C-451D-AA17-BA819B9D5B94}" type="presOf" srcId="{412FF9F1-7E82-4A47-9D34-5AABFF1B5171}" destId="{24B8FE3A-EE48-4E5B-887C-5FD925BB1F5C}" srcOrd="0" destOrd="0" presId="urn:microsoft.com/office/officeart/2005/8/layout/hierarchy4"/>
    <dgm:cxn modelId="{B860CFFD-3169-4793-B1AD-8D0C2CF17128}" type="presOf" srcId="{66412FD3-2772-439A-AD15-B1B4E6126068}" destId="{60E4803E-582C-4C7E-8FA3-2A744A03FB81}" srcOrd="0" destOrd="0" presId="urn:microsoft.com/office/officeart/2005/8/layout/hierarchy4"/>
    <dgm:cxn modelId="{C1C7F44F-B56C-4608-8FE9-37CAF9AAE235}" type="presParOf" srcId="{EF342668-790A-4F4E-A26D-4C23BBD9F4E1}" destId="{BE26DCE9-274C-43F8-B7F1-F7BE53567D3B}" srcOrd="0" destOrd="0" presId="urn:microsoft.com/office/officeart/2005/8/layout/hierarchy4"/>
    <dgm:cxn modelId="{A759F754-3594-42BB-B843-2ADA467B6ACD}" type="presParOf" srcId="{BE26DCE9-274C-43F8-B7F1-F7BE53567D3B}" destId="{B95ACF10-CA26-4179-AA31-2D1EB35974C6}" srcOrd="0" destOrd="0" presId="urn:microsoft.com/office/officeart/2005/8/layout/hierarchy4"/>
    <dgm:cxn modelId="{6C3DC66A-3978-4581-BF0F-5395BB1A48C6}" type="presParOf" srcId="{BE26DCE9-274C-43F8-B7F1-F7BE53567D3B}" destId="{6C3AC467-F1EE-4B34-9806-0A1EE262376B}" srcOrd="1" destOrd="0" presId="urn:microsoft.com/office/officeart/2005/8/layout/hierarchy4"/>
    <dgm:cxn modelId="{7F90A5DA-A64A-4874-9E45-30913B790CE7}" type="presParOf" srcId="{BE26DCE9-274C-43F8-B7F1-F7BE53567D3B}" destId="{5FE7F5BB-B675-4B47-BA93-8BB398BF00E1}" srcOrd="2" destOrd="0" presId="urn:microsoft.com/office/officeart/2005/8/layout/hierarchy4"/>
    <dgm:cxn modelId="{93667614-0BB6-465D-9CF1-0EA5D43349AD}" type="presParOf" srcId="{5FE7F5BB-B675-4B47-BA93-8BB398BF00E1}" destId="{67E698BA-9757-41FB-AC21-D0F22B9F5569}" srcOrd="0" destOrd="0" presId="urn:microsoft.com/office/officeart/2005/8/layout/hierarchy4"/>
    <dgm:cxn modelId="{7796D658-2429-4C07-8838-8CA999CF8830}" type="presParOf" srcId="{67E698BA-9757-41FB-AC21-D0F22B9F5569}" destId="{5C5C3CBC-5AE8-4310-9933-9E26B551E8C1}" srcOrd="0" destOrd="0" presId="urn:microsoft.com/office/officeart/2005/8/layout/hierarchy4"/>
    <dgm:cxn modelId="{02CDEB0F-BF18-43D7-904D-A567A375A696}" type="presParOf" srcId="{67E698BA-9757-41FB-AC21-D0F22B9F5569}" destId="{29FA615A-0ABE-47B2-9E6E-8120024AB521}" srcOrd="1" destOrd="0" presId="urn:microsoft.com/office/officeart/2005/8/layout/hierarchy4"/>
    <dgm:cxn modelId="{C18CDADF-FB3F-4472-BEE8-CF0A5481219D}" type="presParOf" srcId="{5FE7F5BB-B675-4B47-BA93-8BB398BF00E1}" destId="{D76E904B-E0F9-4D26-8E2C-DC105FC79ED1}" srcOrd="1" destOrd="0" presId="urn:microsoft.com/office/officeart/2005/8/layout/hierarchy4"/>
    <dgm:cxn modelId="{6B0FF24C-D335-447E-954F-C164DF4565CC}" type="presParOf" srcId="{5FE7F5BB-B675-4B47-BA93-8BB398BF00E1}" destId="{4EF99681-249F-49AE-93E7-C929D67636D1}" srcOrd="2" destOrd="0" presId="urn:microsoft.com/office/officeart/2005/8/layout/hierarchy4"/>
    <dgm:cxn modelId="{F29E6957-DDEB-4D3F-8611-FAC5342612B5}" type="presParOf" srcId="{4EF99681-249F-49AE-93E7-C929D67636D1}" destId="{60E4803E-582C-4C7E-8FA3-2A744A03FB81}" srcOrd="0" destOrd="0" presId="urn:microsoft.com/office/officeart/2005/8/layout/hierarchy4"/>
    <dgm:cxn modelId="{D039F98E-F58A-4C4C-A4AA-41666E3A37E8}" type="presParOf" srcId="{4EF99681-249F-49AE-93E7-C929D67636D1}" destId="{81407DEB-70A7-4698-8CD2-1B35D8C451C4}" srcOrd="1" destOrd="0" presId="urn:microsoft.com/office/officeart/2005/8/layout/hierarchy4"/>
    <dgm:cxn modelId="{28496E1E-CD3B-42A5-B9F4-735447FC1C10}" type="presParOf" srcId="{5FE7F5BB-B675-4B47-BA93-8BB398BF00E1}" destId="{8710A104-B61F-48E4-A6AB-4ED14FB731F4}" srcOrd="3" destOrd="0" presId="urn:microsoft.com/office/officeart/2005/8/layout/hierarchy4"/>
    <dgm:cxn modelId="{3F81EC8C-28B1-47B8-8D3A-7FEDAC1661B5}" type="presParOf" srcId="{5FE7F5BB-B675-4B47-BA93-8BB398BF00E1}" destId="{0E6F5D90-F945-440D-91B2-2D9BB625B9D5}" srcOrd="4" destOrd="0" presId="urn:microsoft.com/office/officeart/2005/8/layout/hierarchy4"/>
    <dgm:cxn modelId="{0F913905-94FC-410E-8CD7-7240D5FBC8AA}" type="presParOf" srcId="{0E6F5D90-F945-440D-91B2-2D9BB625B9D5}" destId="{DE7599A0-6763-4ABA-AB22-A98FD6FE561C}" srcOrd="0" destOrd="0" presId="urn:microsoft.com/office/officeart/2005/8/layout/hierarchy4"/>
    <dgm:cxn modelId="{1291E715-ECF0-42F3-91F4-10DEE10A1478}" type="presParOf" srcId="{0E6F5D90-F945-440D-91B2-2D9BB625B9D5}" destId="{172D2484-8674-4E2D-9C7A-E197E70B86F7}" srcOrd="1" destOrd="0" presId="urn:microsoft.com/office/officeart/2005/8/layout/hierarchy4"/>
    <dgm:cxn modelId="{96B1746E-11AB-412E-B899-83F74C231610}" type="presParOf" srcId="{5FE7F5BB-B675-4B47-BA93-8BB398BF00E1}" destId="{D3A7969F-2567-498B-8417-105F19C1EC2A}" srcOrd="5" destOrd="0" presId="urn:microsoft.com/office/officeart/2005/8/layout/hierarchy4"/>
    <dgm:cxn modelId="{BB6C3824-2C36-45BF-9E5C-DA5CAA4F093B}" type="presParOf" srcId="{5FE7F5BB-B675-4B47-BA93-8BB398BF00E1}" destId="{810C3657-CCFC-421B-AB66-BF85961F1F0A}" srcOrd="6" destOrd="0" presId="urn:microsoft.com/office/officeart/2005/8/layout/hierarchy4"/>
    <dgm:cxn modelId="{4E84DA20-43A4-4C8D-9070-928466F0415A}" type="presParOf" srcId="{810C3657-CCFC-421B-AB66-BF85961F1F0A}" destId="{6CA76088-2B26-463A-9064-BB0B228C151F}" srcOrd="0" destOrd="0" presId="urn:microsoft.com/office/officeart/2005/8/layout/hierarchy4"/>
    <dgm:cxn modelId="{10AAACEE-9CAD-4FB0-8A79-7F23253DB612}" type="presParOf" srcId="{810C3657-CCFC-421B-AB66-BF85961F1F0A}" destId="{F77F070A-EE30-4491-84EA-ADDAEF74CD92}" srcOrd="1" destOrd="0" presId="urn:microsoft.com/office/officeart/2005/8/layout/hierarchy4"/>
    <dgm:cxn modelId="{0EE07FB9-BD02-428B-A798-DBA2F5F4878E}" type="presParOf" srcId="{EF342668-790A-4F4E-A26D-4C23BBD9F4E1}" destId="{A5FF4473-E5DE-4CC6-A9A4-8258C5841F8D}" srcOrd="1" destOrd="0" presId="urn:microsoft.com/office/officeart/2005/8/layout/hierarchy4"/>
    <dgm:cxn modelId="{3AB59A36-D8F1-481E-A032-AC8FCED6F49C}" type="presParOf" srcId="{EF342668-790A-4F4E-A26D-4C23BBD9F4E1}" destId="{A2D7F754-9115-473D-8284-A4D4393E3B2E}" srcOrd="2" destOrd="0" presId="urn:microsoft.com/office/officeart/2005/8/layout/hierarchy4"/>
    <dgm:cxn modelId="{BBA1F050-402A-4954-9F93-5EF2C3BB4658}" type="presParOf" srcId="{A2D7F754-9115-473D-8284-A4D4393E3B2E}" destId="{E20D0F32-C86C-4599-9950-1550ADA8A59C}" srcOrd="0" destOrd="0" presId="urn:microsoft.com/office/officeart/2005/8/layout/hierarchy4"/>
    <dgm:cxn modelId="{763F70EC-6E93-49C6-8D79-30F072FD4CC0}" type="presParOf" srcId="{A2D7F754-9115-473D-8284-A4D4393E3B2E}" destId="{6CD0B903-93DF-4706-B174-FFC1B39070D4}" srcOrd="1" destOrd="0" presId="urn:microsoft.com/office/officeart/2005/8/layout/hierarchy4"/>
    <dgm:cxn modelId="{24A914D9-23EB-4D65-85A4-2FB4365DE6F3}" type="presParOf" srcId="{A2D7F754-9115-473D-8284-A4D4393E3B2E}" destId="{F85D9251-C9C3-491B-AB91-82E09CE3CABC}" srcOrd="2" destOrd="0" presId="urn:microsoft.com/office/officeart/2005/8/layout/hierarchy4"/>
    <dgm:cxn modelId="{096F20CD-0603-4C86-BDE6-484A38545BC1}" type="presParOf" srcId="{F85D9251-C9C3-491B-AB91-82E09CE3CABC}" destId="{5F87AB7D-14A2-4D51-A4E9-F7D04637118E}" srcOrd="0" destOrd="0" presId="urn:microsoft.com/office/officeart/2005/8/layout/hierarchy4"/>
    <dgm:cxn modelId="{7630D8AF-656E-4F89-8FD5-44D87F330082}" type="presParOf" srcId="{5F87AB7D-14A2-4D51-A4E9-F7D04637118E}" destId="{32DB35E5-97D8-4E9D-A990-24042482923D}" srcOrd="0" destOrd="0" presId="urn:microsoft.com/office/officeart/2005/8/layout/hierarchy4"/>
    <dgm:cxn modelId="{7C65046E-8042-4A2A-B22A-6444AAAF5D24}" type="presParOf" srcId="{5F87AB7D-14A2-4D51-A4E9-F7D04637118E}" destId="{8838A82A-E45D-42A9-B4C0-4C7CEF7D399A}" srcOrd="1" destOrd="0" presId="urn:microsoft.com/office/officeart/2005/8/layout/hierarchy4"/>
    <dgm:cxn modelId="{ED54A590-3A2D-43E2-9FBC-0283EFA0B7A9}" type="presParOf" srcId="{F85D9251-C9C3-491B-AB91-82E09CE3CABC}" destId="{63FA6289-867C-45E7-81AC-E92264828176}" srcOrd="1" destOrd="0" presId="urn:microsoft.com/office/officeart/2005/8/layout/hierarchy4"/>
    <dgm:cxn modelId="{AEBD529F-4BBA-460B-84B7-0F0773DB69CF}" type="presParOf" srcId="{F85D9251-C9C3-491B-AB91-82E09CE3CABC}" destId="{7BD6021C-B153-4693-A950-B0501118A387}" srcOrd="2" destOrd="0" presId="urn:microsoft.com/office/officeart/2005/8/layout/hierarchy4"/>
    <dgm:cxn modelId="{2151968C-1B77-4D88-955B-F6665B368C2B}" type="presParOf" srcId="{7BD6021C-B153-4693-A950-B0501118A387}" destId="{455E4D5E-3F8C-44C0-9736-47D0D63D4884}" srcOrd="0" destOrd="0" presId="urn:microsoft.com/office/officeart/2005/8/layout/hierarchy4"/>
    <dgm:cxn modelId="{B1A4E7E4-8477-4489-87E1-5E4093A75346}" type="presParOf" srcId="{7BD6021C-B153-4693-A950-B0501118A387}" destId="{83711BE1-6D1A-438B-B08E-9AC23F07EC1D}" srcOrd="1" destOrd="0" presId="urn:microsoft.com/office/officeart/2005/8/layout/hierarchy4"/>
    <dgm:cxn modelId="{7C81A11D-DBE3-41FA-A11C-7F40205E1998}" type="presParOf" srcId="{EF342668-790A-4F4E-A26D-4C23BBD9F4E1}" destId="{3ED94A41-2A36-4816-AE74-E208A04C61BF}" srcOrd="3" destOrd="0" presId="urn:microsoft.com/office/officeart/2005/8/layout/hierarchy4"/>
    <dgm:cxn modelId="{47C42133-076D-46E4-8F19-972F5A6A69B3}" type="presParOf" srcId="{EF342668-790A-4F4E-A26D-4C23BBD9F4E1}" destId="{438DA887-B409-418F-A10E-F1D311183CFB}" srcOrd="4" destOrd="0" presId="urn:microsoft.com/office/officeart/2005/8/layout/hierarchy4"/>
    <dgm:cxn modelId="{BF5D66C1-9A55-4CBF-99AD-6A4B96C51DFD}" type="presParOf" srcId="{438DA887-B409-418F-A10E-F1D311183CFB}" destId="{24B8FE3A-EE48-4E5B-887C-5FD925BB1F5C}" srcOrd="0" destOrd="0" presId="urn:microsoft.com/office/officeart/2005/8/layout/hierarchy4"/>
    <dgm:cxn modelId="{1337499D-89C8-4D83-9B12-BD3B564C0DA7}" type="presParOf" srcId="{438DA887-B409-418F-A10E-F1D311183CFB}" destId="{68361046-2B64-4D03-A67E-CEDB340BEA61}" srcOrd="1" destOrd="0" presId="urn:microsoft.com/office/officeart/2005/8/layout/hierarchy4"/>
    <dgm:cxn modelId="{CF9C1FD7-22D4-40E3-91E0-E9F51429B8B7}" type="presParOf" srcId="{438DA887-B409-418F-A10E-F1D311183CFB}" destId="{91D2F3A2-E00E-450D-A102-CF749734BF82}" srcOrd="2" destOrd="0" presId="urn:microsoft.com/office/officeart/2005/8/layout/hierarchy4"/>
    <dgm:cxn modelId="{2164B3CB-569E-4F60-92D3-3264A4704C39}" type="presParOf" srcId="{91D2F3A2-E00E-450D-A102-CF749734BF82}" destId="{48F54A46-0FF9-49CD-854A-985115D2F255}" srcOrd="0" destOrd="0" presId="urn:microsoft.com/office/officeart/2005/8/layout/hierarchy4"/>
    <dgm:cxn modelId="{1A459EDB-9677-4408-87BB-0461F1F39D0C}" type="presParOf" srcId="{48F54A46-0FF9-49CD-854A-985115D2F255}" destId="{41587758-071B-4368-9288-E387B2310A06}" srcOrd="0" destOrd="0" presId="urn:microsoft.com/office/officeart/2005/8/layout/hierarchy4"/>
    <dgm:cxn modelId="{3DED93F5-F5EF-46D4-871D-0D8D5F86CAC6}" type="presParOf" srcId="{48F54A46-0FF9-49CD-854A-985115D2F255}" destId="{C5E2D317-0752-4CE1-A1A7-7F05690C4D3C}" srcOrd="1" destOrd="0" presId="urn:microsoft.com/office/officeart/2005/8/layout/hierarchy4"/>
    <dgm:cxn modelId="{39ACECB0-AD26-46B3-96D0-7EEC7E433772}" type="presParOf" srcId="{91D2F3A2-E00E-450D-A102-CF749734BF82}" destId="{7226FA4E-EA81-4287-BDA7-CBBC5F6A1297}" srcOrd="1" destOrd="0" presId="urn:microsoft.com/office/officeart/2005/8/layout/hierarchy4"/>
    <dgm:cxn modelId="{87653FC2-BC85-4D43-890D-1F181FE5F27C}" type="presParOf" srcId="{91D2F3A2-E00E-450D-A102-CF749734BF82}" destId="{085853D3-2260-421B-8DE2-81C836E7E5D8}" srcOrd="2" destOrd="0" presId="urn:microsoft.com/office/officeart/2005/8/layout/hierarchy4"/>
    <dgm:cxn modelId="{D60DAD30-6145-4CBF-BBDC-F68EB9EDCFC4}" type="presParOf" srcId="{085853D3-2260-421B-8DE2-81C836E7E5D8}" destId="{96246CE3-80FC-40A8-A71B-5F9FC33A330A}" srcOrd="0" destOrd="0" presId="urn:microsoft.com/office/officeart/2005/8/layout/hierarchy4"/>
    <dgm:cxn modelId="{05A18EE7-47EC-45E4-BF4D-37CB7A3F61AE}" type="presParOf" srcId="{085853D3-2260-421B-8DE2-81C836E7E5D8}" destId="{4356E009-B427-4196-9846-E626E33E0EBD}" srcOrd="1" destOrd="0" presId="urn:microsoft.com/office/officeart/2005/8/layout/hierarchy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dirty="0">
              <a:latin typeface="Calibri Light" panose="020F0302020204030204" pitchFamily="34" charset="0"/>
              <a:ea typeface="Calibri Light" panose="020F0302020204030204" pitchFamily="34" charset="0"/>
              <a:cs typeface="Calibri Light" panose="020F0302020204030204" pitchFamily="34" charset="0"/>
            </a:rPr>
          </a:br>
          <a:r>
            <a:rPr lang="fr-FR" sz="1200" b="1" dirty="0">
              <a:latin typeface="Calibri Light" panose="020F0302020204030204" pitchFamily="34" charset="0"/>
              <a:ea typeface="Calibri Light" panose="020F0302020204030204" pitchFamily="34" charset="0"/>
              <a:cs typeface="Calibri Light" panose="020F0302020204030204" pitchFamily="34" charset="0"/>
            </a:rPr>
            <a:t>(internes)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DF0E30A-671E-4616-AA35-9DA970DFD26C}">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gm:t>
    </dgm:pt>
    <dgm:pt modelId="{96D1AB1F-20FC-403B-BB06-879C642F5FE5}" type="parTrans" cxnId="{D9DB709F-693A-4D61-8EEF-2523F2384662}">
      <dgm:prSet/>
      <dgm:spPr/>
      <dgm:t>
        <a:bodyPr/>
        <a:lstStyle/>
        <a:p>
          <a:endParaRPr lang="fr-FR"/>
        </a:p>
      </dgm:t>
    </dgm:pt>
    <dgm:pt modelId="{87F6A1F8-202C-4608-AB25-149BA213CC81}" type="sibTrans" cxnId="{D9DB709F-693A-4D61-8EEF-2523F2384662}">
      <dgm:prSet/>
      <dgm:spPr/>
      <dgm:t>
        <a:bodyPr/>
        <a:lstStyle/>
        <a:p>
          <a:endParaRPr lang="fr-FR"/>
        </a:p>
      </dgm:t>
    </dgm:pt>
    <dgm:pt modelId="{B33084EE-366A-4E29-BF8C-5A30E3C0AD44}" type="pres">
      <dgm:prSet presAssocID="{ADF04534-838A-44E2-9F15-355B903A0A7E}" presName="Name0" presStyleCnt="0">
        <dgm:presLayoutVars>
          <dgm:chPref val="1"/>
          <dgm:dir/>
          <dgm:animOne val="branch"/>
          <dgm:animLvl val="lvl"/>
          <dgm:resizeHandles/>
        </dgm:presLayoutVars>
      </dgm:prSet>
      <dgm:spPr/>
    </dgm:pt>
    <dgm:pt modelId="{6BE891F0-F2FC-412B-8D93-6A1006BFBEB5}" type="pres">
      <dgm:prSet presAssocID="{EDF0E30A-671E-4616-AA35-9DA970DFD26C}" presName="vertOne" presStyleCnt="0"/>
      <dgm:spPr/>
    </dgm:pt>
    <dgm:pt modelId="{99D2C4D0-6717-4228-8D41-1FF48B15CAF9}" type="pres">
      <dgm:prSet presAssocID="{EDF0E30A-671E-4616-AA35-9DA970DFD26C}" presName="txOne" presStyleLbl="node0" presStyleIdx="0" presStyleCnt="3">
        <dgm:presLayoutVars>
          <dgm:chPref val="3"/>
        </dgm:presLayoutVars>
      </dgm:prSet>
      <dgm:spPr/>
    </dgm:pt>
    <dgm:pt modelId="{BE3DE039-8FED-4279-80C6-2DB24FBB5743}" type="pres">
      <dgm:prSet presAssocID="{EDF0E30A-671E-4616-AA35-9DA970DFD26C}" presName="parTransOne" presStyleCnt="0"/>
      <dgm:spPr/>
    </dgm:pt>
    <dgm:pt modelId="{489F71C8-BBD3-474A-A790-FBAF8E59D93C}" type="pres">
      <dgm:prSet presAssocID="{EDF0E30A-671E-4616-AA35-9DA970DFD26C}" presName="horzOne" presStyleCnt="0"/>
      <dgm:spPr/>
    </dgm:pt>
    <dgm:pt modelId="{731EFD37-0A09-46D1-A16D-48C1ECB40ADA}" type="pres">
      <dgm:prSet presAssocID="{36B42D72-9F59-48EF-9E83-29BD6781495E}" presName="vertTwo" presStyleCnt="0"/>
      <dgm:spPr/>
    </dgm:pt>
    <dgm:pt modelId="{D48A2A85-1496-4EAB-9E7F-1AD0626D42EB}" type="pres">
      <dgm:prSet presAssocID="{36B42D72-9F59-48EF-9E83-29BD6781495E}" presName="txTwo" presStyleLbl="node2" presStyleIdx="0" presStyleCnt="8">
        <dgm:presLayoutVars>
          <dgm:chPref val="3"/>
        </dgm:presLayoutVars>
      </dgm:prSet>
      <dgm:spPr/>
    </dgm:pt>
    <dgm:pt modelId="{1CB8A059-07F9-4002-9F5B-52F16D914C25}" type="pres">
      <dgm:prSet presAssocID="{36B42D72-9F59-48EF-9E83-29BD6781495E}" presName="horzTwo" presStyleCnt="0"/>
      <dgm:spPr/>
    </dgm:pt>
    <dgm:pt modelId="{01DAE8B5-548E-4055-9693-9E926EF3238D}" type="pres">
      <dgm:prSet presAssocID="{989B79C3-82CE-4694-B284-819911356297}" presName="sibSpaceTwo" presStyleCnt="0"/>
      <dgm:spPr/>
    </dgm:pt>
    <dgm:pt modelId="{55A0E999-CD64-4D29-BACD-E994BDFA61CD}" type="pres">
      <dgm:prSet presAssocID="{66412FD3-2772-439A-AD15-B1B4E6126068}" presName="vertTwo" presStyleCnt="0"/>
      <dgm:spPr/>
    </dgm:pt>
    <dgm:pt modelId="{715CF90C-C886-410E-B0C1-CD5741FEC4D0}" type="pres">
      <dgm:prSet presAssocID="{66412FD3-2772-439A-AD15-B1B4E6126068}" presName="txTwo" presStyleLbl="node2" presStyleIdx="1" presStyleCnt="8">
        <dgm:presLayoutVars>
          <dgm:chPref val="3"/>
        </dgm:presLayoutVars>
      </dgm:prSet>
      <dgm:spPr/>
    </dgm:pt>
    <dgm:pt modelId="{20BB79E2-AA85-49C9-A736-87F5E4CB61B9}" type="pres">
      <dgm:prSet presAssocID="{66412FD3-2772-439A-AD15-B1B4E6126068}" presName="horzTwo" presStyleCnt="0"/>
      <dgm:spPr/>
    </dgm:pt>
    <dgm:pt modelId="{A6EDC704-04C3-4E4F-A01E-BBF4DD2D4D7D}" type="pres">
      <dgm:prSet presAssocID="{86530BD6-079D-457A-9EB3-04E09E7EB769}" presName="sibSpaceTwo" presStyleCnt="0"/>
      <dgm:spPr/>
    </dgm:pt>
    <dgm:pt modelId="{AF181E4B-B710-45DD-BD73-9D3D6306065B}" type="pres">
      <dgm:prSet presAssocID="{5D02D370-F00E-4256-AD8E-1E16BC010411}" presName="vertTwo" presStyleCnt="0"/>
      <dgm:spPr/>
    </dgm:pt>
    <dgm:pt modelId="{905145DF-567A-4694-AED1-14010F0B1CB3}" type="pres">
      <dgm:prSet presAssocID="{5D02D370-F00E-4256-AD8E-1E16BC010411}" presName="txTwo" presStyleLbl="node2" presStyleIdx="2" presStyleCnt="8">
        <dgm:presLayoutVars>
          <dgm:chPref val="3"/>
        </dgm:presLayoutVars>
      </dgm:prSet>
      <dgm:spPr/>
    </dgm:pt>
    <dgm:pt modelId="{320ECF5F-A2EA-452E-A9A8-49E847445646}" type="pres">
      <dgm:prSet presAssocID="{5D02D370-F00E-4256-AD8E-1E16BC010411}" presName="horzTwo" presStyleCnt="0"/>
      <dgm:spPr/>
    </dgm:pt>
    <dgm:pt modelId="{3FB70C58-EB30-4702-85FA-25112C6B4D90}" type="pres">
      <dgm:prSet presAssocID="{3D04782A-43D5-403D-9233-745A0A1A9DDF}" presName="sibSpaceTwo" presStyleCnt="0"/>
      <dgm:spPr/>
    </dgm:pt>
    <dgm:pt modelId="{90C2122E-2D40-46DA-9FE5-9D6CD8B15B68}" type="pres">
      <dgm:prSet presAssocID="{DCDB61A7-F060-4728-A050-1602FCEFDDED}" presName="vertTwo" presStyleCnt="0"/>
      <dgm:spPr/>
    </dgm:pt>
    <dgm:pt modelId="{841764A3-689D-46C8-9E36-3E43CA27B0C3}" type="pres">
      <dgm:prSet presAssocID="{DCDB61A7-F060-4728-A050-1602FCEFDDED}" presName="txTwo" presStyleLbl="node2" presStyleIdx="3" presStyleCnt="8">
        <dgm:presLayoutVars>
          <dgm:chPref val="3"/>
        </dgm:presLayoutVars>
      </dgm:prSet>
      <dgm:spPr/>
    </dgm:pt>
    <dgm:pt modelId="{54746172-50E4-4CDE-99D6-02EDB5D7030B}" type="pres">
      <dgm:prSet presAssocID="{DCDB61A7-F060-4728-A050-1602FCEFDDED}" presName="horzTwo" presStyleCnt="0"/>
      <dgm:spPr/>
    </dgm:pt>
    <dgm:pt modelId="{3B3781B5-4DBA-4CFE-9EA5-90D580A7C3DA}" type="pres">
      <dgm:prSet presAssocID="{87F6A1F8-202C-4608-AB25-149BA213CC81}" presName="sibSpaceOne" presStyleCnt="0"/>
      <dgm:spPr/>
    </dgm:pt>
    <dgm:pt modelId="{FACCA6A9-98F9-4D69-88A4-9CC69DE45C0B}" type="pres">
      <dgm:prSet presAssocID="{B45D5435-18EC-4B29-AE9C-F0E067DA0986}" presName="vertOne" presStyleCnt="0"/>
      <dgm:spPr/>
    </dgm:pt>
    <dgm:pt modelId="{03DA151D-4FBC-474E-8AF5-22C1CDF2445D}" type="pres">
      <dgm:prSet presAssocID="{B45D5435-18EC-4B29-AE9C-F0E067DA0986}" presName="txOne" presStyleLbl="node0" presStyleIdx="1" presStyleCnt="3">
        <dgm:presLayoutVars>
          <dgm:chPref val="3"/>
        </dgm:presLayoutVars>
      </dgm:prSet>
      <dgm:spPr/>
    </dgm:pt>
    <dgm:pt modelId="{5F732859-13D7-4877-A55C-96AA081EDC22}" type="pres">
      <dgm:prSet presAssocID="{B45D5435-18EC-4B29-AE9C-F0E067DA0986}" presName="parTransOne" presStyleCnt="0"/>
      <dgm:spPr/>
    </dgm:pt>
    <dgm:pt modelId="{DB638273-CD11-4770-8BF9-F16E08BB1A38}" type="pres">
      <dgm:prSet presAssocID="{B45D5435-18EC-4B29-AE9C-F0E067DA0986}" presName="horzOne" presStyleCnt="0"/>
      <dgm:spPr/>
    </dgm:pt>
    <dgm:pt modelId="{30B9343E-A68B-40FF-8F77-65BC4DDE09CB}" type="pres">
      <dgm:prSet presAssocID="{674FE9CB-369A-40B4-BA51-24C8AD7890CF}" presName="vertTwo" presStyleCnt="0"/>
      <dgm:spPr/>
    </dgm:pt>
    <dgm:pt modelId="{D6718BDB-C7DD-44E7-B092-6B208809CE43}" type="pres">
      <dgm:prSet presAssocID="{674FE9CB-369A-40B4-BA51-24C8AD7890CF}" presName="txTwo" presStyleLbl="node2" presStyleIdx="4" presStyleCnt="8">
        <dgm:presLayoutVars>
          <dgm:chPref val="3"/>
        </dgm:presLayoutVars>
      </dgm:prSet>
      <dgm:spPr/>
    </dgm:pt>
    <dgm:pt modelId="{535C1373-8360-4DF5-9A91-6F4AEB9B1394}" type="pres">
      <dgm:prSet presAssocID="{674FE9CB-369A-40B4-BA51-24C8AD7890CF}" presName="horzTwo" presStyleCnt="0"/>
      <dgm:spPr/>
    </dgm:pt>
    <dgm:pt modelId="{C43C45D8-9E74-4CCF-8332-DD691F09FA90}" type="pres">
      <dgm:prSet presAssocID="{B1F194F7-A196-4594-9605-24DCBD75B3EA}" presName="sibSpaceTwo" presStyleCnt="0"/>
      <dgm:spPr/>
    </dgm:pt>
    <dgm:pt modelId="{0BA1B307-0D5E-4EF9-93B3-CD86D6739B29}" type="pres">
      <dgm:prSet presAssocID="{07D2BA71-9049-4730-AEB9-5E2006B0A14A}" presName="vertTwo" presStyleCnt="0"/>
      <dgm:spPr/>
    </dgm:pt>
    <dgm:pt modelId="{81171A07-60B3-4D9C-B991-2EDB71692F9C}" type="pres">
      <dgm:prSet presAssocID="{07D2BA71-9049-4730-AEB9-5E2006B0A14A}" presName="txTwo" presStyleLbl="node2" presStyleIdx="5" presStyleCnt="8">
        <dgm:presLayoutVars>
          <dgm:chPref val="3"/>
        </dgm:presLayoutVars>
      </dgm:prSet>
      <dgm:spPr/>
    </dgm:pt>
    <dgm:pt modelId="{F0033204-D1D2-4787-B854-01424325C6C5}" type="pres">
      <dgm:prSet presAssocID="{07D2BA71-9049-4730-AEB9-5E2006B0A14A}" presName="horzTwo" presStyleCnt="0"/>
      <dgm:spPr/>
    </dgm:pt>
    <dgm:pt modelId="{48196948-263C-4717-994B-C587E34359EC}" type="pres">
      <dgm:prSet presAssocID="{9DAA6F3F-AD85-46FB-9994-3EF4B63A92B4}" presName="sibSpaceOne" presStyleCnt="0"/>
      <dgm:spPr/>
    </dgm:pt>
    <dgm:pt modelId="{ABCC28D3-9700-4EF3-B697-1AF0BF99934E}" type="pres">
      <dgm:prSet presAssocID="{412FF9F1-7E82-4A47-9D34-5AABFF1B5171}" presName="vertOne" presStyleCnt="0"/>
      <dgm:spPr/>
    </dgm:pt>
    <dgm:pt modelId="{20238311-4B7E-41C6-8B3B-BC5D6C2142D0}" type="pres">
      <dgm:prSet presAssocID="{412FF9F1-7E82-4A47-9D34-5AABFF1B5171}" presName="txOne" presStyleLbl="node0" presStyleIdx="2" presStyleCnt="3">
        <dgm:presLayoutVars>
          <dgm:chPref val="3"/>
        </dgm:presLayoutVars>
      </dgm:prSet>
      <dgm:spPr/>
    </dgm:pt>
    <dgm:pt modelId="{65566DD3-1D53-4F1C-BAA8-5A709B1F5D12}" type="pres">
      <dgm:prSet presAssocID="{412FF9F1-7E82-4A47-9D34-5AABFF1B5171}" presName="parTransOne" presStyleCnt="0"/>
      <dgm:spPr/>
    </dgm:pt>
    <dgm:pt modelId="{10B73C15-8D2D-4645-847A-6178FE35BF9C}" type="pres">
      <dgm:prSet presAssocID="{412FF9F1-7E82-4A47-9D34-5AABFF1B5171}" presName="horzOne" presStyleCnt="0"/>
      <dgm:spPr/>
    </dgm:pt>
    <dgm:pt modelId="{C6D70299-93C5-4518-9A1F-2979DA4AA3E6}" type="pres">
      <dgm:prSet presAssocID="{7E448884-FA22-4CF2-8F57-953789C4B412}" presName="vertTwo" presStyleCnt="0"/>
      <dgm:spPr/>
    </dgm:pt>
    <dgm:pt modelId="{7C39F49A-3473-4A94-AF45-6B9F9DFF99F5}" type="pres">
      <dgm:prSet presAssocID="{7E448884-FA22-4CF2-8F57-953789C4B412}" presName="txTwo" presStyleLbl="node2" presStyleIdx="6" presStyleCnt="8">
        <dgm:presLayoutVars>
          <dgm:chPref val="3"/>
        </dgm:presLayoutVars>
      </dgm:prSet>
      <dgm:spPr/>
    </dgm:pt>
    <dgm:pt modelId="{A4157724-1590-45A9-8BED-D7E03BEE195E}" type="pres">
      <dgm:prSet presAssocID="{7E448884-FA22-4CF2-8F57-953789C4B412}" presName="horzTwo" presStyleCnt="0"/>
      <dgm:spPr/>
    </dgm:pt>
    <dgm:pt modelId="{FF504305-B581-4E83-B9F7-B70D4DDE5C6B}" type="pres">
      <dgm:prSet presAssocID="{503C5604-BEB1-43AE-BA84-3A3C27DF4AEC}" presName="sibSpaceTwo" presStyleCnt="0"/>
      <dgm:spPr/>
    </dgm:pt>
    <dgm:pt modelId="{650E475C-4196-40EF-8021-323BC7AF13F8}" type="pres">
      <dgm:prSet presAssocID="{214D9590-B37B-4542-8C6A-035EF0DCF470}" presName="vertTwo" presStyleCnt="0"/>
      <dgm:spPr/>
    </dgm:pt>
    <dgm:pt modelId="{A9D646A6-1BF8-4A61-B19E-61DCCFD5216F}" type="pres">
      <dgm:prSet presAssocID="{214D9590-B37B-4542-8C6A-035EF0DCF470}" presName="txTwo" presStyleLbl="node2" presStyleIdx="7" presStyleCnt="8">
        <dgm:presLayoutVars>
          <dgm:chPref val="3"/>
        </dgm:presLayoutVars>
      </dgm:prSet>
      <dgm:spPr/>
    </dgm:pt>
    <dgm:pt modelId="{31D08157-6925-4E23-933E-BAF48B5C4C5A}"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2B9D6518-A90F-4919-84B5-8EE60AE3E54B}" type="presOf" srcId="{214D9590-B37B-4542-8C6A-035EF0DCF470}" destId="{A9D646A6-1BF8-4A61-B19E-61DCCFD5216F}" srcOrd="0" destOrd="0" presId="urn:microsoft.com/office/officeart/2005/8/layout/hierarchy4"/>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6B9AAB38-A6E8-4585-BB0C-E550D5FE0CA9}" type="presOf" srcId="{7E448884-FA22-4CF2-8F57-953789C4B412}" destId="{7C39F49A-3473-4A94-AF45-6B9F9DFF99F5}" srcOrd="0" destOrd="0" presId="urn:microsoft.com/office/officeart/2005/8/layout/hierarchy4"/>
    <dgm:cxn modelId="{E443D73A-7FAB-4600-83AE-EA3C629E8C57}" srcId="{EDF0E30A-671E-4616-AA35-9DA970DFD26C}" destId="{66412FD3-2772-439A-AD15-B1B4E6126068}" srcOrd="1" destOrd="0" parTransId="{D223C269-6EBB-4C81-9F43-C3A09B531EE6}" sibTransId="{86530BD6-079D-457A-9EB3-04E09E7EB769}"/>
    <dgm:cxn modelId="{A5C3FF3C-DD36-4D29-A8C8-0EC3E2F20964}" type="presOf" srcId="{DCDB61A7-F060-4728-A050-1602FCEFDDED}" destId="{841764A3-689D-46C8-9E36-3E43CA27B0C3}" srcOrd="0" destOrd="0" presId="urn:microsoft.com/office/officeart/2005/8/layout/hierarchy4"/>
    <dgm:cxn modelId="{3049075F-C10D-4D49-A49B-8BD443A6F1F1}" type="presOf" srcId="{B45D5435-18EC-4B29-AE9C-F0E067DA0986}" destId="{03DA151D-4FBC-474E-8AF5-22C1CDF2445D}" srcOrd="0" destOrd="0" presId="urn:microsoft.com/office/officeart/2005/8/layout/hierarchy4"/>
    <dgm:cxn modelId="{A1574A62-1DAF-4F9F-9B9D-BE89C4E86FAF}" type="presOf" srcId="{07D2BA71-9049-4730-AEB9-5E2006B0A14A}" destId="{81171A07-60B3-4D9C-B991-2EDB71692F9C}" srcOrd="0" destOrd="0" presId="urn:microsoft.com/office/officeart/2005/8/layout/hierarchy4"/>
    <dgm:cxn modelId="{D9051C64-19BB-4974-A321-D7F5BF4EC0EF}" type="presOf" srcId="{66412FD3-2772-439A-AD15-B1B4E6126068}" destId="{715CF90C-C886-410E-B0C1-CD5741FEC4D0}" srcOrd="0" destOrd="0" presId="urn:microsoft.com/office/officeart/2005/8/layout/hierarchy4"/>
    <dgm:cxn modelId="{A210D97C-C603-4789-8CD7-32E9BF6C8B21}" type="presOf" srcId="{ADF04534-838A-44E2-9F15-355B903A0A7E}" destId="{B33084EE-366A-4E29-BF8C-5A30E3C0AD44}" srcOrd="0" destOrd="0" presId="urn:microsoft.com/office/officeart/2005/8/layout/hierarchy4"/>
    <dgm:cxn modelId="{48CEE888-0967-4418-810A-EF43AEFC661C}" type="presOf" srcId="{EDF0E30A-671E-4616-AA35-9DA970DFD26C}" destId="{99D2C4D0-6717-4228-8D41-1FF48B15CAF9}"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D9DB709F-693A-4D61-8EEF-2523F2384662}" srcId="{ADF04534-838A-44E2-9F15-355B903A0A7E}" destId="{EDF0E30A-671E-4616-AA35-9DA970DFD26C}" srcOrd="0" destOrd="0" parTransId="{96D1AB1F-20FC-403B-BB06-879C642F5FE5}" sibTransId="{87F6A1F8-202C-4608-AB25-149BA213CC81}"/>
    <dgm:cxn modelId="{29303FA5-7B4D-4A3A-9E8B-69D454CA2CAF}" srcId="{EDF0E30A-671E-4616-AA35-9DA970DFD26C}" destId="{36B42D72-9F59-48EF-9E83-29BD6781495E}" srcOrd="0" destOrd="0" parTransId="{6D4A5F12-50AA-444B-8DE4-E41EA2737B6D}" sibTransId="{989B79C3-82CE-4694-B284-819911356297}"/>
    <dgm:cxn modelId="{6FF67FA5-9E2B-4DFD-A523-178F8E3B41F9}" type="presOf" srcId="{412FF9F1-7E82-4A47-9D34-5AABFF1B5171}" destId="{20238311-4B7E-41C6-8B3B-BC5D6C2142D0}" srcOrd="0" destOrd="0" presId="urn:microsoft.com/office/officeart/2005/8/layout/hierarchy4"/>
    <dgm:cxn modelId="{872583BA-943C-4880-AB3B-7F69F3CE3746}" type="presOf" srcId="{36B42D72-9F59-48EF-9E83-29BD6781495E}" destId="{D48A2A85-1496-4EAB-9E7F-1AD0626D42EB}" srcOrd="0" destOrd="0" presId="urn:microsoft.com/office/officeart/2005/8/layout/hierarchy4"/>
    <dgm:cxn modelId="{543DC4DD-4533-46A6-BE54-66D4D2F8F74F}" srcId="{EDF0E30A-671E-4616-AA35-9DA970DFD26C}"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EDF0E30A-671E-4616-AA35-9DA970DFD26C}"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EB9A16EE-3097-48CB-BCE8-2039488D3290}" type="presOf" srcId="{5D02D370-F00E-4256-AD8E-1E16BC010411}" destId="{905145DF-567A-4694-AED1-14010F0B1CB3}" srcOrd="0" destOrd="0" presId="urn:microsoft.com/office/officeart/2005/8/layout/hierarchy4"/>
    <dgm:cxn modelId="{B5FF79EF-5BE5-47CB-A129-90F9CE66C3EF}" type="presOf" srcId="{674FE9CB-369A-40B4-BA51-24C8AD7890CF}" destId="{D6718BDB-C7DD-44E7-B092-6B208809CE43}" srcOrd="0" destOrd="0" presId="urn:microsoft.com/office/officeart/2005/8/layout/hierarchy4"/>
    <dgm:cxn modelId="{122E5A05-5DEA-471A-BC91-A01899878355}" type="presParOf" srcId="{B33084EE-366A-4E29-BF8C-5A30E3C0AD44}" destId="{6BE891F0-F2FC-412B-8D93-6A1006BFBEB5}" srcOrd="0" destOrd="0" presId="urn:microsoft.com/office/officeart/2005/8/layout/hierarchy4"/>
    <dgm:cxn modelId="{AA94F68C-1EF9-44AC-8A23-DD55CB685240}" type="presParOf" srcId="{6BE891F0-F2FC-412B-8D93-6A1006BFBEB5}" destId="{99D2C4D0-6717-4228-8D41-1FF48B15CAF9}" srcOrd="0" destOrd="0" presId="urn:microsoft.com/office/officeart/2005/8/layout/hierarchy4"/>
    <dgm:cxn modelId="{81728117-918E-40FA-816C-9E77DC2270D1}" type="presParOf" srcId="{6BE891F0-F2FC-412B-8D93-6A1006BFBEB5}" destId="{BE3DE039-8FED-4279-80C6-2DB24FBB5743}" srcOrd="1" destOrd="0" presId="urn:microsoft.com/office/officeart/2005/8/layout/hierarchy4"/>
    <dgm:cxn modelId="{C250117D-BCFF-4E94-9E67-D66E637DB05A}" type="presParOf" srcId="{6BE891F0-F2FC-412B-8D93-6A1006BFBEB5}" destId="{489F71C8-BBD3-474A-A790-FBAF8E59D93C}" srcOrd="2" destOrd="0" presId="urn:microsoft.com/office/officeart/2005/8/layout/hierarchy4"/>
    <dgm:cxn modelId="{D97D6372-56F7-49A9-B7DF-A58DB6D8E717}" type="presParOf" srcId="{489F71C8-BBD3-474A-A790-FBAF8E59D93C}" destId="{731EFD37-0A09-46D1-A16D-48C1ECB40ADA}" srcOrd="0" destOrd="0" presId="urn:microsoft.com/office/officeart/2005/8/layout/hierarchy4"/>
    <dgm:cxn modelId="{99AD8B38-BCD7-4755-99CF-62F17A794482}" type="presParOf" srcId="{731EFD37-0A09-46D1-A16D-48C1ECB40ADA}" destId="{D48A2A85-1496-4EAB-9E7F-1AD0626D42EB}" srcOrd="0" destOrd="0" presId="urn:microsoft.com/office/officeart/2005/8/layout/hierarchy4"/>
    <dgm:cxn modelId="{B8C24A89-E291-447A-95BA-B71FB982F849}" type="presParOf" srcId="{731EFD37-0A09-46D1-A16D-48C1ECB40ADA}" destId="{1CB8A059-07F9-4002-9F5B-52F16D914C25}" srcOrd="1" destOrd="0" presId="urn:microsoft.com/office/officeart/2005/8/layout/hierarchy4"/>
    <dgm:cxn modelId="{152F984F-E3E1-48B7-B642-D09E83567BEF}" type="presParOf" srcId="{489F71C8-BBD3-474A-A790-FBAF8E59D93C}" destId="{01DAE8B5-548E-4055-9693-9E926EF3238D}" srcOrd="1" destOrd="0" presId="urn:microsoft.com/office/officeart/2005/8/layout/hierarchy4"/>
    <dgm:cxn modelId="{2321679E-BF76-4FEC-8616-89F2E1BFE3F5}" type="presParOf" srcId="{489F71C8-BBD3-474A-A790-FBAF8E59D93C}" destId="{55A0E999-CD64-4D29-BACD-E994BDFA61CD}" srcOrd="2" destOrd="0" presId="urn:microsoft.com/office/officeart/2005/8/layout/hierarchy4"/>
    <dgm:cxn modelId="{BB9E69D4-DD63-4B34-B005-80F4B57677E4}" type="presParOf" srcId="{55A0E999-CD64-4D29-BACD-E994BDFA61CD}" destId="{715CF90C-C886-410E-B0C1-CD5741FEC4D0}" srcOrd="0" destOrd="0" presId="urn:microsoft.com/office/officeart/2005/8/layout/hierarchy4"/>
    <dgm:cxn modelId="{93B3BDD4-0D7E-407E-8EA2-31D66C174CED}" type="presParOf" srcId="{55A0E999-CD64-4D29-BACD-E994BDFA61CD}" destId="{20BB79E2-AA85-49C9-A736-87F5E4CB61B9}" srcOrd="1" destOrd="0" presId="urn:microsoft.com/office/officeart/2005/8/layout/hierarchy4"/>
    <dgm:cxn modelId="{7AF4ACEE-D99B-48B2-B8EA-D354F8234D95}" type="presParOf" srcId="{489F71C8-BBD3-474A-A790-FBAF8E59D93C}" destId="{A6EDC704-04C3-4E4F-A01E-BBF4DD2D4D7D}" srcOrd="3" destOrd="0" presId="urn:microsoft.com/office/officeart/2005/8/layout/hierarchy4"/>
    <dgm:cxn modelId="{58A02305-4F1A-4DDC-8F6E-33E4214687DB}" type="presParOf" srcId="{489F71C8-BBD3-474A-A790-FBAF8E59D93C}" destId="{AF181E4B-B710-45DD-BD73-9D3D6306065B}" srcOrd="4" destOrd="0" presId="urn:microsoft.com/office/officeart/2005/8/layout/hierarchy4"/>
    <dgm:cxn modelId="{FD288DDC-7E38-4B71-886F-148E94635C6B}" type="presParOf" srcId="{AF181E4B-B710-45DD-BD73-9D3D6306065B}" destId="{905145DF-567A-4694-AED1-14010F0B1CB3}" srcOrd="0" destOrd="0" presId="urn:microsoft.com/office/officeart/2005/8/layout/hierarchy4"/>
    <dgm:cxn modelId="{FF246369-BB34-412D-A6A6-0F0913AECA19}" type="presParOf" srcId="{AF181E4B-B710-45DD-BD73-9D3D6306065B}" destId="{320ECF5F-A2EA-452E-A9A8-49E847445646}" srcOrd="1" destOrd="0" presId="urn:microsoft.com/office/officeart/2005/8/layout/hierarchy4"/>
    <dgm:cxn modelId="{959D5C06-817F-48FE-AF44-4A1EAF3CF209}" type="presParOf" srcId="{489F71C8-BBD3-474A-A790-FBAF8E59D93C}" destId="{3FB70C58-EB30-4702-85FA-25112C6B4D90}" srcOrd="5" destOrd="0" presId="urn:microsoft.com/office/officeart/2005/8/layout/hierarchy4"/>
    <dgm:cxn modelId="{356E798A-1CE2-4FA2-9AFB-B03168C48346}" type="presParOf" srcId="{489F71C8-BBD3-474A-A790-FBAF8E59D93C}" destId="{90C2122E-2D40-46DA-9FE5-9D6CD8B15B68}" srcOrd="6" destOrd="0" presId="urn:microsoft.com/office/officeart/2005/8/layout/hierarchy4"/>
    <dgm:cxn modelId="{B508CA85-CC71-4329-AA41-F2CAED1D6427}" type="presParOf" srcId="{90C2122E-2D40-46DA-9FE5-9D6CD8B15B68}" destId="{841764A3-689D-46C8-9E36-3E43CA27B0C3}" srcOrd="0" destOrd="0" presId="urn:microsoft.com/office/officeart/2005/8/layout/hierarchy4"/>
    <dgm:cxn modelId="{AD8D1CA6-9D9B-4644-B792-FFCD8A180411}" type="presParOf" srcId="{90C2122E-2D40-46DA-9FE5-9D6CD8B15B68}" destId="{54746172-50E4-4CDE-99D6-02EDB5D7030B}" srcOrd="1" destOrd="0" presId="urn:microsoft.com/office/officeart/2005/8/layout/hierarchy4"/>
    <dgm:cxn modelId="{87772F4C-8B14-4B77-86D9-4DF7FC4E57FB}" type="presParOf" srcId="{B33084EE-366A-4E29-BF8C-5A30E3C0AD44}" destId="{3B3781B5-4DBA-4CFE-9EA5-90D580A7C3DA}" srcOrd="1" destOrd="0" presId="urn:microsoft.com/office/officeart/2005/8/layout/hierarchy4"/>
    <dgm:cxn modelId="{CD3F85FE-363F-4CBB-A3AF-CF1BBBD866BC}" type="presParOf" srcId="{B33084EE-366A-4E29-BF8C-5A30E3C0AD44}" destId="{FACCA6A9-98F9-4D69-88A4-9CC69DE45C0B}" srcOrd="2" destOrd="0" presId="urn:microsoft.com/office/officeart/2005/8/layout/hierarchy4"/>
    <dgm:cxn modelId="{27E9C631-7DA7-40CD-BB91-EDF4F482F3F1}" type="presParOf" srcId="{FACCA6A9-98F9-4D69-88A4-9CC69DE45C0B}" destId="{03DA151D-4FBC-474E-8AF5-22C1CDF2445D}" srcOrd="0" destOrd="0" presId="urn:microsoft.com/office/officeart/2005/8/layout/hierarchy4"/>
    <dgm:cxn modelId="{1672E46F-83D3-45F8-B0BD-824A5C5FB643}" type="presParOf" srcId="{FACCA6A9-98F9-4D69-88A4-9CC69DE45C0B}" destId="{5F732859-13D7-4877-A55C-96AA081EDC22}" srcOrd="1" destOrd="0" presId="urn:microsoft.com/office/officeart/2005/8/layout/hierarchy4"/>
    <dgm:cxn modelId="{BEA29026-97D2-4CE3-821E-2E16947DDD9A}" type="presParOf" srcId="{FACCA6A9-98F9-4D69-88A4-9CC69DE45C0B}" destId="{DB638273-CD11-4770-8BF9-F16E08BB1A38}" srcOrd="2" destOrd="0" presId="urn:microsoft.com/office/officeart/2005/8/layout/hierarchy4"/>
    <dgm:cxn modelId="{10A6B2E2-3274-4217-A37E-77BFF09F99DF}" type="presParOf" srcId="{DB638273-CD11-4770-8BF9-F16E08BB1A38}" destId="{30B9343E-A68B-40FF-8F77-65BC4DDE09CB}" srcOrd="0" destOrd="0" presId="urn:microsoft.com/office/officeart/2005/8/layout/hierarchy4"/>
    <dgm:cxn modelId="{1F19AFB8-B9B5-44B0-8C41-5D7150097776}" type="presParOf" srcId="{30B9343E-A68B-40FF-8F77-65BC4DDE09CB}" destId="{D6718BDB-C7DD-44E7-B092-6B208809CE43}" srcOrd="0" destOrd="0" presId="urn:microsoft.com/office/officeart/2005/8/layout/hierarchy4"/>
    <dgm:cxn modelId="{EC501755-866B-4A93-97E8-3F58D55EED2F}" type="presParOf" srcId="{30B9343E-A68B-40FF-8F77-65BC4DDE09CB}" destId="{535C1373-8360-4DF5-9A91-6F4AEB9B1394}" srcOrd="1" destOrd="0" presId="urn:microsoft.com/office/officeart/2005/8/layout/hierarchy4"/>
    <dgm:cxn modelId="{F85135DB-E4F5-40D7-A453-FCBED0B92461}" type="presParOf" srcId="{DB638273-CD11-4770-8BF9-F16E08BB1A38}" destId="{C43C45D8-9E74-4CCF-8332-DD691F09FA90}" srcOrd="1" destOrd="0" presId="urn:microsoft.com/office/officeart/2005/8/layout/hierarchy4"/>
    <dgm:cxn modelId="{91160D85-2F4D-424F-9698-5D48CF69BA5C}" type="presParOf" srcId="{DB638273-CD11-4770-8BF9-F16E08BB1A38}" destId="{0BA1B307-0D5E-4EF9-93B3-CD86D6739B29}" srcOrd="2" destOrd="0" presId="urn:microsoft.com/office/officeart/2005/8/layout/hierarchy4"/>
    <dgm:cxn modelId="{5B74753A-6743-49C8-BC8E-4286FE5C0341}" type="presParOf" srcId="{0BA1B307-0D5E-4EF9-93B3-CD86D6739B29}" destId="{81171A07-60B3-4D9C-B991-2EDB71692F9C}" srcOrd="0" destOrd="0" presId="urn:microsoft.com/office/officeart/2005/8/layout/hierarchy4"/>
    <dgm:cxn modelId="{52D7F7ED-BF83-4907-A2A2-A71C498FC1BD}" type="presParOf" srcId="{0BA1B307-0D5E-4EF9-93B3-CD86D6739B29}" destId="{F0033204-D1D2-4787-B854-01424325C6C5}" srcOrd="1" destOrd="0" presId="urn:microsoft.com/office/officeart/2005/8/layout/hierarchy4"/>
    <dgm:cxn modelId="{B09D4B4E-7828-486D-A1ED-613669B92210}" type="presParOf" srcId="{B33084EE-366A-4E29-BF8C-5A30E3C0AD44}" destId="{48196948-263C-4717-994B-C587E34359EC}" srcOrd="3" destOrd="0" presId="urn:microsoft.com/office/officeart/2005/8/layout/hierarchy4"/>
    <dgm:cxn modelId="{F8F5149D-47F2-47CB-8942-AB46144741F2}" type="presParOf" srcId="{B33084EE-366A-4E29-BF8C-5A30E3C0AD44}" destId="{ABCC28D3-9700-4EF3-B697-1AF0BF99934E}" srcOrd="4" destOrd="0" presId="urn:microsoft.com/office/officeart/2005/8/layout/hierarchy4"/>
    <dgm:cxn modelId="{C01BD18F-E31C-437A-9120-E6D0B950D797}" type="presParOf" srcId="{ABCC28D3-9700-4EF3-B697-1AF0BF99934E}" destId="{20238311-4B7E-41C6-8B3B-BC5D6C2142D0}" srcOrd="0" destOrd="0" presId="urn:microsoft.com/office/officeart/2005/8/layout/hierarchy4"/>
    <dgm:cxn modelId="{B5AABD37-B46D-48B5-B362-47243D98AC0D}" type="presParOf" srcId="{ABCC28D3-9700-4EF3-B697-1AF0BF99934E}" destId="{65566DD3-1D53-4F1C-BAA8-5A709B1F5D12}" srcOrd="1" destOrd="0" presId="urn:microsoft.com/office/officeart/2005/8/layout/hierarchy4"/>
    <dgm:cxn modelId="{1D37884F-4E31-4899-A6DA-B5EF59D8125E}" type="presParOf" srcId="{ABCC28D3-9700-4EF3-B697-1AF0BF99934E}" destId="{10B73C15-8D2D-4645-847A-6178FE35BF9C}" srcOrd="2" destOrd="0" presId="urn:microsoft.com/office/officeart/2005/8/layout/hierarchy4"/>
    <dgm:cxn modelId="{9ACDB7AB-B3FD-4EB9-A9E8-D161429E846A}" type="presParOf" srcId="{10B73C15-8D2D-4645-847A-6178FE35BF9C}" destId="{C6D70299-93C5-4518-9A1F-2979DA4AA3E6}" srcOrd="0" destOrd="0" presId="urn:microsoft.com/office/officeart/2005/8/layout/hierarchy4"/>
    <dgm:cxn modelId="{9C34D531-8B60-4871-8D9A-18039152D368}" type="presParOf" srcId="{C6D70299-93C5-4518-9A1F-2979DA4AA3E6}" destId="{7C39F49A-3473-4A94-AF45-6B9F9DFF99F5}" srcOrd="0" destOrd="0" presId="urn:microsoft.com/office/officeart/2005/8/layout/hierarchy4"/>
    <dgm:cxn modelId="{6C89247D-FD7D-40B4-A1E2-453E3FC8F11A}" type="presParOf" srcId="{C6D70299-93C5-4518-9A1F-2979DA4AA3E6}" destId="{A4157724-1590-45A9-8BED-D7E03BEE195E}" srcOrd="1" destOrd="0" presId="urn:microsoft.com/office/officeart/2005/8/layout/hierarchy4"/>
    <dgm:cxn modelId="{87C3EDBA-08D7-4620-B7B0-AD913D16954F}" type="presParOf" srcId="{10B73C15-8D2D-4645-847A-6178FE35BF9C}" destId="{FF504305-B581-4E83-B9F7-B70D4DDE5C6B}" srcOrd="1" destOrd="0" presId="urn:microsoft.com/office/officeart/2005/8/layout/hierarchy4"/>
    <dgm:cxn modelId="{8F6511A8-E8BC-43DB-A0F3-ABDCAA18A809}" type="presParOf" srcId="{10B73C15-8D2D-4645-847A-6178FE35BF9C}" destId="{650E475C-4196-40EF-8021-323BC7AF13F8}" srcOrd="2" destOrd="0" presId="urn:microsoft.com/office/officeart/2005/8/layout/hierarchy4"/>
    <dgm:cxn modelId="{EE5DC5A7-6542-44E6-90A7-EE9F6F82541A}" type="presParOf" srcId="{650E475C-4196-40EF-8021-323BC7AF13F8}" destId="{A9D646A6-1BF8-4A61-B19E-61DCCFD5216F}" srcOrd="0" destOrd="0" presId="urn:microsoft.com/office/officeart/2005/8/layout/hierarchy4"/>
    <dgm:cxn modelId="{3DE3AE06-8797-464E-9A05-3C4EFC177635}" type="presParOf" srcId="{650E475C-4196-40EF-8021-323BC7AF13F8}" destId="{31D08157-6925-4E23-933E-BAF48B5C4C5A}"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45A756B-2F6B-4641-B8BE-FBB0B3D4E40E}" srcId="{ADF04534-838A-44E2-9F15-355B903A0A7E}" destId="{E2CEBA81-9B97-4520-B7D4-591198285BC5}" srcOrd="0" destOrd="0" parTransId="{27FD34BD-80E3-4FB7-BE99-4B835D2667D0}" sibTransId="{2BF9EBAC-1A18-4DFA-BD2C-E9FE9728CCCE}"/>
    <dgm:cxn modelId="{92563075-A023-417A-8794-8B73769056ED}" srcId="{ADF04534-838A-44E2-9F15-355B903A0A7E}" destId="{B0501BBB-5263-4DEB-AB30-46B76FD2E93E}" srcOrd="1" destOrd="0" parTransId="{9BE2EC55-0B1D-4094-BAA3-FF5D217E1DA3}" sibTransId="{2C840549-9EBF-445E-AD46-B136980EB424}"/>
    <dgm:cxn modelId="{DBDDDB7E-24CC-4739-ACBD-A7E0BD2E9EC7}" type="presOf" srcId="{09823532-7A7D-4168-969A-ACA79B1087F1}" destId="{486A96E7-698A-4381-84E0-25B5C1D4A61F}" srcOrd="1"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1D3278C7-2A78-4417-80B1-9E949FAC43FE}" type="presOf" srcId="{07F24B54-1279-4F47-BCFA-590F1546F95A}" destId="{93D370D6-840C-420C-B35B-D1711BD78F9F}" srcOrd="1"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9F53CF6B-BCA0-4970-8D14-15DCC9A35ED6}">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gm:t>
    </dgm:pt>
    <dgm:pt modelId="{C875E188-41B4-41F1-BF43-92085D698728}" type="parTrans" cxnId="{B8B14B97-ECE3-4EF1-9BDD-1D461BDCC623}">
      <dgm:prSet/>
      <dgm:spPr/>
      <dgm:t>
        <a:bodyPr/>
        <a:lstStyle/>
        <a:p>
          <a:endParaRPr lang="fr-FR" sz="1400" b="0"/>
        </a:p>
      </dgm:t>
    </dgm:pt>
    <dgm:pt modelId="{1244583F-DE65-43E1-BBCF-7218D80F8719}" type="sibTrans" cxnId="{B8B14B97-ECE3-4EF1-9BDD-1D461BDCC623}">
      <dgm:prSet/>
      <dgm:spPr/>
      <dgm:t>
        <a:bodyPr/>
        <a:lstStyle/>
        <a:p>
          <a:endParaRPr lang="fr-FR" b="0"/>
        </a:p>
      </dgm:t>
    </dgm:pt>
    <dgm:pt modelId="{A11E0899-E201-46C1-B523-CD3AFBF4C14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Pharmacies</a:t>
          </a:r>
        </a:p>
      </dgm:t>
    </dgm:pt>
    <dgm:pt modelId="{D3B4314E-28E2-4A3D-BFE7-EFBB1764300C}" type="parTrans" cxnId="{ECAE6122-DDDC-416F-97A9-6F0BBEEA66D8}">
      <dgm:prSet/>
      <dgm:spPr/>
      <dgm:t>
        <a:bodyPr/>
        <a:lstStyle/>
        <a:p>
          <a:endParaRPr lang="fr-FR" sz="1400" b="0"/>
        </a:p>
      </dgm:t>
    </dgm:pt>
    <dgm:pt modelId="{A214BE70-D877-412D-9C5A-BBD232124D83}" type="sibTrans" cxnId="{ECAE6122-DDDC-416F-97A9-6F0BBEEA66D8}">
      <dgm:prSet/>
      <dgm:spPr/>
      <dgm:t>
        <a:bodyPr/>
        <a:lstStyle/>
        <a:p>
          <a:endParaRPr lang="fr-FR" b="0"/>
        </a:p>
      </dgm:t>
    </dgm:pt>
    <dgm:pt modelId="{350693B9-0C61-4E22-ACB4-0282922D29D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gm:t>
    </dgm:pt>
    <dgm:pt modelId="{5F384A3C-07B2-4AD9-98F6-05994DE43C8B}" type="parTrans" cxnId="{05115D09-B7A1-4595-AF50-B8789B9DECB4}">
      <dgm:prSet/>
      <dgm:spPr/>
      <dgm:t>
        <a:bodyPr/>
        <a:lstStyle/>
        <a:p>
          <a:endParaRPr lang="fr-FR" sz="1400" b="0"/>
        </a:p>
      </dgm:t>
    </dgm:pt>
    <dgm:pt modelId="{F8810713-920D-4BED-B531-6BD53D4E7716}" type="sibTrans" cxnId="{05115D09-B7A1-4595-AF50-B8789B9DECB4}">
      <dgm:prSet/>
      <dgm:spPr/>
      <dgm:t>
        <a:bodyPr/>
        <a:lstStyle/>
        <a:p>
          <a:endParaRPr lang="fr-FR" b="0"/>
        </a:p>
      </dgm:t>
    </dgm:pt>
    <dgm:pt modelId="{E9E9A35A-EAFF-49A8-855F-0F77A1F9016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Universités</a:t>
          </a:r>
        </a:p>
      </dgm:t>
    </dgm:pt>
    <dgm:pt modelId="{22432BDE-178C-478F-AEA1-5689EEC70A6C}" type="parTrans" cxnId="{B9D51AC7-4CAB-466F-B81E-144A351D0A4C}">
      <dgm:prSet/>
      <dgm:spPr/>
      <dgm:t>
        <a:bodyPr/>
        <a:lstStyle/>
        <a:p>
          <a:endParaRPr lang="fr-FR" sz="1400" b="0"/>
        </a:p>
      </dgm:t>
    </dgm:pt>
    <dgm:pt modelId="{91291AD0-625E-451C-A1B6-38DEF33497BD}" type="sibTrans" cxnId="{B9D51AC7-4CAB-466F-B81E-144A351D0A4C}">
      <dgm:prSet/>
      <dgm:spPr/>
      <dgm:t>
        <a:bodyPr/>
        <a:lstStyle/>
        <a:p>
          <a:endParaRPr lang="fr-FR" b="0"/>
        </a:p>
      </dgm:t>
    </dgm:pt>
    <dgm:pt modelId="{C1D64C04-1047-4E24-BCFC-9E4D2A281CBC}">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gm:t>
    </dgm:pt>
    <dgm:pt modelId="{920FD115-6B69-46E5-AF1E-722E7DC1BC3A}" type="parTrans" cxnId="{D9973531-8D87-4C75-802D-B1FCF5491D66}">
      <dgm:prSet/>
      <dgm:spPr/>
      <dgm:t>
        <a:bodyPr/>
        <a:lstStyle/>
        <a:p>
          <a:endParaRPr lang="fr-FR" sz="1400" b="0"/>
        </a:p>
      </dgm:t>
    </dgm:pt>
    <dgm:pt modelId="{E920AC67-9A7B-47C2-95F1-59CAED55D816}" type="sibTrans" cxnId="{D9973531-8D87-4C75-802D-B1FCF5491D66}">
      <dgm:prSet/>
      <dgm:spPr/>
      <dgm:t>
        <a:bodyPr/>
        <a:lstStyle/>
        <a:p>
          <a:endParaRPr lang="fr-FR" b="0"/>
        </a:p>
      </dgm:t>
    </dgm:pt>
    <dgm:pt modelId="{28F2B834-276F-4854-A660-6B2A9BBCB90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Laboratoires</a:t>
          </a:r>
        </a:p>
      </dgm:t>
    </dgm:pt>
    <dgm:pt modelId="{8A8E07A2-9BD4-4C13-8BF4-60F1D6C939C7}" type="parTrans" cxnId="{FB0B24DF-B5E7-4E6A-AAE4-4C9C30955ED5}">
      <dgm:prSet/>
      <dgm:spPr/>
      <dgm:t>
        <a:bodyPr/>
        <a:lstStyle/>
        <a:p>
          <a:endParaRPr lang="fr-FR" sz="1400" b="0"/>
        </a:p>
      </dgm:t>
    </dgm:pt>
    <dgm:pt modelId="{C45C9CC2-C194-4858-B83C-1B4B4744FF80}" type="sibTrans" cxnId="{FB0B24DF-B5E7-4E6A-AAE4-4C9C30955ED5}">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81F27B6B-CC01-4E94-8610-59EB4BD33B58}">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gm:t>
    </dgm:pt>
    <dgm:pt modelId="{5168BF56-7D9C-4C09-91E2-24D6213A41E4}" type="parTrans" cxnId="{AD1D6652-2FAF-44E7-A2CA-DFD91FF1AE77}">
      <dgm:prSet/>
      <dgm:spPr/>
      <dgm:t>
        <a:bodyPr/>
        <a:lstStyle/>
        <a:p>
          <a:endParaRPr lang="fr-FR" sz="1400" b="0"/>
        </a:p>
      </dgm:t>
    </dgm:pt>
    <dgm:pt modelId="{BEA600F4-F1FF-48E0-B881-33997B146F5F}" type="sibTrans" cxnId="{AD1D6652-2FAF-44E7-A2CA-DFD91FF1AE77}">
      <dgm:prSet/>
      <dgm:spPr/>
      <dgm:t>
        <a:bodyPr/>
        <a:lstStyle/>
        <a:p>
          <a:endParaRPr lang="fr-FR" b="0"/>
        </a:p>
      </dgm:t>
    </dgm:pt>
    <dgm:pt modelId="{F10A9C27-B301-46D3-816C-DE4981B2154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gm:t>
    </dgm:pt>
    <dgm:pt modelId="{8B58493E-AA40-4B4C-8E4C-F669A31A8290}" type="parTrans" cxnId="{587F1669-B2CF-46C7-B350-9DC37B538B49}">
      <dgm:prSet/>
      <dgm:spPr/>
      <dgm:t>
        <a:bodyPr/>
        <a:lstStyle/>
        <a:p>
          <a:endParaRPr lang="fr-FR" sz="1400" b="0"/>
        </a:p>
      </dgm:t>
    </dgm:pt>
    <dgm:pt modelId="{0D7BCD96-3307-4F00-B7B5-F4354357AD86}" type="sibTrans" cxnId="{587F1669-B2CF-46C7-B350-9DC37B538B49}">
      <dgm:prSet/>
      <dgm:spPr/>
      <dgm:t>
        <a:bodyPr/>
        <a:lstStyle/>
        <a:p>
          <a:endParaRPr lang="fr-FR" b="0"/>
        </a:p>
      </dgm:t>
    </dgm:pt>
    <dgm:pt modelId="{6EEDBC31-72EC-436E-B36C-ECDBD6C844ED}">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gm:t>
    </dgm:pt>
    <dgm:pt modelId="{98A5615A-976F-45D7-A509-758EF02C14F4}" type="parTrans" cxnId="{317D2E6B-FE3A-4DCF-A8F0-AFE0EC757374}">
      <dgm:prSet/>
      <dgm:spPr/>
      <dgm:t>
        <a:bodyPr/>
        <a:lstStyle/>
        <a:p>
          <a:endParaRPr lang="fr-FR" sz="1400" b="0"/>
        </a:p>
      </dgm:t>
    </dgm:pt>
    <dgm:pt modelId="{5DE2FCA8-D2A6-4B09-944F-13B4BC040064}" type="sibTrans" cxnId="{317D2E6B-FE3A-4DCF-A8F0-AFE0EC757374}">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CCA0C4A4-412A-4480-B08A-681DACA8C25F}" type="pres">
      <dgm:prSet presAssocID="{C875E188-41B4-41F1-BF43-92085D698728}" presName="Name64" presStyleLbl="parChTrans1D2" presStyleIdx="0" presStyleCnt="9"/>
      <dgm:spPr/>
    </dgm:pt>
    <dgm:pt modelId="{D91F8BE0-391F-48D9-8DED-13E48F643B58}" type="pres">
      <dgm:prSet presAssocID="{9F53CF6B-BCA0-4970-8D14-15DCC9A35ED6}" presName="hierRoot2" presStyleCnt="0">
        <dgm:presLayoutVars>
          <dgm:hierBranch val="init"/>
        </dgm:presLayoutVars>
      </dgm:prSet>
      <dgm:spPr/>
    </dgm:pt>
    <dgm:pt modelId="{4B6F0DD1-3211-4840-9144-0DBB76A2E862}" type="pres">
      <dgm:prSet presAssocID="{9F53CF6B-BCA0-4970-8D14-15DCC9A35ED6}" presName="rootComposite" presStyleCnt="0"/>
      <dgm:spPr/>
    </dgm:pt>
    <dgm:pt modelId="{BB1E4401-F22C-49FC-BFA4-8BD64C267B55}" type="pres">
      <dgm:prSet presAssocID="{9F53CF6B-BCA0-4970-8D14-15DCC9A35ED6}" presName="rootText" presStyleLbl="node2" presStyleIdx="0" presStyleCnt="9" custScaleX="309891">
        <dgm:presLayoutVars>
          <dgm:chPref val="3"/>
        </dgm:presLayoutVars>
      </dgm:prSet>
      <dgm:spPr/>
    </dgm:pt>
    <dgm:pt modelId="{4F8B5D90-3B24-44ED-9334-AF364ED5678F}" type="pres">
      <dgm:prSet presAssocID="{9F53CF6B-BCA0-4970-8D14-15DCC9A35ED6}" presName="rootConnector" presStyleLbl="node2" presStyleIdx="0" presStyleCnt="9"/>
      <dgm:spPr/>
    </dgm:pt>
    <dgm:pt modelId="{0758F1BD-3365-4FDA-9D8C-98ACB7757BBA}" type="pres">
      <dgm:prSet presAssocID="{9F53CF6B-BCA0-4970-8D14-15DCC9A35ED6}" presName="hierChild4" presStyleCnt="0"/>
      <dgm:spPr/>
    </dgm:pt>
    <dgm:pt modelId="{BB7B7EEC-6693-4A8D-B067-083CD32A6A9C}" type="pres">
      <dgm:prSet presAssocID="{9F53CF6B-BCA0-4970-8D14-15DCC9A35ED6}" presName="hierChild5" presStyleCnt="0"/>
      <dgm:spPr/>
    </dgm:pt>
    <dgm:pt modelId="{5FBB4897-60FD-4DC3-A1DD-FCE0707D5359}" type="pres">
      <dgm:prSet presAssocID="{D3B4314E-28E2-4A3D-BFE7-EFBB1764300C}" presName="Name64" presStyleLbl="parChTrans1D2" presStyleIdx="1" presStyleCnt="9"/>
      <dgm:spPr/>
    </dgm:pt>
    <dgm:pt modelId="{ECEF39D3-F7E0-47CB-A810-6103E965826B}" type="pres">
      <dgm:prSet presAssocID="{A11E0899-E201-46C1-B523-CD3AFBF4C141}" presName="hierRoot2" presStyleCnt="0">
        <dgm:presLayoutVars>
          <dgm:hierBranch val="init"/>
        </dgm:presLayoutVars>
      </dgm:prSet>
      <dgm:spPr/>
    </dgm:pt>
    <dgm:pt modelId="{68E3BF5F-555C-4B68-B2A2-CC7267336A40}" type="pres">
      <dgm:prSet presAssocID="{A11E0899-E201-46C1-B523-CD3AFBF4C141}" presName="rootComposite" presStyleCnt="0"/>
      <dgm:spPr/>
    </dgm:pt>
    <dgm:pt modelId="{539405C0-5B2C-485A-BB0C-BDDF902120D1}" type="pres">
      <dgm:prSet presAssocID="{A11E0899-E201-46C1-B523-CD3AFBF4C141}" presName="rootText" presStyleLbl="node2" presStyleIdx="1" presStyleCnt="9" custScaleX="309891">
        <dgm:presLayoutVars>
          <dgm:chPref val="3"/>
        </dgm:presLayoutVars>
      </dgm:prSet>
      <dgm:spPr/>
    </dgm:pt>
    <dgm:pt modelId="{E35E6295-9100-4FE3-A33D-7DD49353F879}" type="pres">
      <dgm:prSet presAssocID="{A11E0899-E201-46C1-B523-CD3AFBF4C141}" presName="rootConnector" presStyleLbl="node2" presStyleIdx="1" presStyleCnt="9"/>
      <dgm:spPr/>
    </dgm:pt>
    <dgm:pt modelId="{87D23891-E1C5-4B1B-88FE-2603C1A96696}" type="pres">
      <dgm:prSet presAssocID="{A11E0899-E201-46C1-B523-CD3AFBF4C141}" presName="hierChild4" presStyleCnt="0"/>
      <dgm:spPr/>
    </dgm:pt>
    <dgm:pt modelId="{9516F760-CDFA-4A54-BBEA-B4AEF59D283B}" type="pres">
      <dgm:prSet presAssocID="{A11E0899-E201-46C1-B523-CD3AFBF4C141}" presName="hierChild5" presStyleCnt="0"/>
      <dgm:spPr/>
    </dgm:pt>
    <dgm:pt modelId="{1B5B8D5F-25D4-47B7-A7BE-99D4D7C47DEE}" type="pres">
      <dgm:prSet presAssocID="{5F384A3C-07B2-4AD9-98F6-05994DE43C8B}" presName="Name64" presStyleLbl="parChTrans1D2" presStyleIdx="2" presStyleCnt="9"/>
      <dgm:spPr/>
    </dgm:pt>
    <dgm:pt modelId="{060A9106-945E-4263-9A1E-C6CA41CB6B4D}" type="pres">
      <dgm:prSet presAssocID="{350693B9-0C61-4E22-ACB4-0282922D29D5}" presName="hierRoot2" presStyleCnt="0">
        <dgm:presLayoutVars>
          <dgm:hierBranch val="init"/>
        </dgm:presLayoutVars>
      </dgm:prSet>
      <dgm:spPr/>
    </dgm:pt>
    <dgm:pt modelId="{BA422B2E-CAFC-46EA-86EA-492C61F11327}" type="pres">
      <dgm:prSet presAssocID="{350693B9-0C61-4E22-ACB4-0282922D29D5}" presName="rootComposite" presStyleCnt="0"/>
      <dgm:spPr/>
    </dgm:pt>
    <dgm:pt modelId="{7889DDAD-B678-4032-9BE9-72AF73BB82CE}" type="pres">
      <dgm:prSet presAssocID="{350693B9-0C61-4E22-ACB4-0282922D29D5}" presName="rootText" presStyleLbl="node2" presStyleIdx="2" presStyleCnt="9" custScaleX="309891">
        <dgm:presLayoutVars>
          <dgm:chPref val="3"/>
        </dgm:presLayoutVars>
      </dgm:prSet>
      <dgm:spPr/>
    </dgm:pt>
    <dgm:pt modelId="{507E018B-A7AE-4AEB-8AA4-AE53DEADA428}" type="pres">
      <dgm:prSet presAssocID="{350693B9-0C61-4E22-ACB4-0282922D29D5}" presName="rootConnector" presStyleLbl="node2" presStyleIdx="2" presStyleCnt="9"/>
      <dgm:spPr/>
    </dgm:pt>
    <dgm:pt modelId="{15313282-83F7-499D-A342-A6CF24D0E911}" type="pres">
      <dgm:prSet presAssocID="{350693B9-0C61-4E22-ACB4-0282922D29D5}" presName="hierChild4" presStyleCnt="0"/>
      <dgm:spPr/>
    </dgm:pt>
    <dgm:pt modelId="{5CAE80D5-86F9-40FB-B51B-D661D6210162}" type="pres">
      <dgm:prSet presAssocID="{350693B9-0C61-4E22-ACB4-0282922D29D5}" presName="hierChild5"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A3B19CDF-235E-41C9-9F2F-BC482BAC10E5}" type="pres">
      <dgm:prSet presAssocID="{22432BDE-178C-478F-AEA1-5689EEC70A6C}" presName="Name64" presStyleLbl="parChTrans1D2" presStyleIdx="3" presStyleCnt="9"/>
      <dgm:spPr/>
    </dgm:pt>
    <dgm:pt modelId="{7C3C8BFF-9960-4454-8D30-1AB63D5C2D92}" type="pres">
      <dgm:prSet presAssocID="{E9E9A35A-EAFF-49A8-855F-0F77A1F9016B}" presName="hierRoot2" presStyleCnt="0">
        <dgm:presLayoutVars>
          <dgm:hierBranch val="init"/>
        </dgm:presLayoutVars>
      </dgm:prSet>
      <dgm:spPr/>
    </dgm:pt>
    <dgm:pt modelId="{99730745-FF6D-45E3-B371-C8F93A2400AD}" type="pres">
      <dgm:prSet presAssocID="{E9E9A35A-EAFF-49A8-855F-0F77A1F9016B}" presName="rootComposite" presStyleCnt="0"/>
      <dgm:spPr/>
    </dgm:pt>
    <dgm:pt modelId="{79DEF705-34C5-4B37-ADD3-636A646E6355}" type="pres">
      <dgm:prSet presAssocID="{E9E9A35A-EAFF-49A8-855F-0F77A1F9016B}" presName="rootText" presStyleLbl="node2" presStyleIdx="3" presStyleCnt="9" custScaleX="309891">
        <dgm:presLayoutVars>
          <dgm:chPref val="3"/>
        </dgm:presLayoutVars>
      </dgm:prSet>
      <dgm:spPr/>
    </dgm:pt>
    <dgm:pt modelId="{46C3C5C8-4ECD-456E-A342-6F9ACFCCB4C4}" type="pres">
      <dgm:prSet presAssocID="{E9E9A35A-EAFF-49A8-855F-0F77A1F9016B}" presName="rootConnector" presStyleLbl="node2" presStyleIdx="3" presStyleCnt="9"/>
      <dgm:spPr/>
    </dgm:pt>
    <dgm:pt modelId="{FE5E57B9-0657-43C4-9C71-942F21BFDC4D}" type="pres">
      <dgm:prSet presAssocID="{E9E9A35A-EAFF-49A8-855F-0F77A1F9016B}" presName="hierChild4" presStyleCnt="0"/>
      <dgm:spPr/>
    </dgm:pt>
    <dgm:pt modelId="{E8E2497C-D3CD-4DE0-BDCF-8F79C1BD3D11}" type="pres">
      <dgm:prSet presAssocID="{E9E9A35A-EAFF-49A8-855F-0F77A1F9016B}" presName="hierChild5" presStyleCnt="0"/>
      <dgm:spPr/>
    </dgm:pt>
    <dgm:pt modelId="{D29C930A-BCA0-45F0-B9C2-F4793AA85A9C}" type="pres">
      <dgm:prSet presAssocID="{920FD115-6B69-46E5-AF1E-722E7DC1BC3A}" presName="Name64" presStyleLbl="parChTrans1D2" presStyleIdx="4" presStyleCnt="9"/>
      <dgm:spPr/>
    </dgm:pt>
    <dgm:pt modelId="{4FF58239-236A-409D-9E49-1DA342985519}" type="pres">
      <dgm:prSet presAssocID="{C1D64C04-1047-4E24-BCFC-9E4D2A281CBC}" presName="hierRoot2" presStyleCnt="0">
        <dgm:presLayoutVars>
          <dgm:hierBranch val="init"/>
        </dgm:presLayoutVars>
      </dgm:prSet>
      <dgm:spPr/>
    </dgm:pt>
    <dgm:pt modelId="{C75EC834-48BD-43BD-A9EE-27D7D59A26F0}" type="pres">
      <dgm:prSet presAssocID="{C1D64C04-1047-4E24-BCFC-9E4D2A281CBC}" presName="rootComposite" presStyleCnt="0"/>
      <dgm:spPr/>
    </dgm:pt>
    <dgm:pt modelId="{39DD274C-E065-4349-83BD-3975FB96A15D}" type="pres">
      <dgm:prSet presAssocID="{C1D64C04-1047-4E24-BCFC-9E4D2A281CBC}" presName="rootText" presStyleLbl="node2" presStyleIdx="4" presStyleCnt="9" custScaleX="309891">
        <dgm:presLayoutVars>
          <dgm:chPref val="3"/>
        </dgm:presLayoutVars>
      </dgm:prSet>
      <dgm:spPr/>
    </dgm:pt>
    <dgm:pt modelId="{BEA14D48-BA03-4A35-BB1F-EA76D2F63BA5}" type="pres">
      <dgm:prSet presAssocID="{C1D64C04-1047-4E24-BCFC-9E4D2A281CBC}" presName="rootConnector" presStyleLbl="node2" presStyleIdx="4" presStyleCnt="9"/>
      <dgm:spPr/>
    </dgm:pt>
    <dgm:pt modelId="{EC99339F-16CA-4603-820A-15CA34F4DC8C}" type="pres">
      <dgm:prSet presAssocID="{C1D64C04-1047-4E24-BCFC-9E4D2A281CBC}" presName="hierChild4" presStyleCnt="0"/>
      <dgm:spPr/>
    </dgm:pt>
    <dgm:pt modelId="{450432DA-C2AC-4290-A1F7-A4DAFF0ABD1B}" type="pres">
      <dgm:prSet presAssocID="{C1D64C04-1047-4E24-BCFC-9E4D2A281CBC}" presName="hierChild5" presStyleCnt="0"/>
      <dgm:spPr/>
    </dgm:pt>
    <dgm:pt modelId="{4F8AAB56-9138-4E47-BDFC-3A31039154CA}" type="pres">
      <dgm:prSet presAssocID="{8A8E07A2-9BD4-4C13-8BF4-60F1D6C939C7}" presName="Name64" presStyleLbl="parChTrans1D2" presStyleIdx="5" presStyleCnt="9"/>
      <dgm:spPr/>
    </dgm:pt>
    <dgm:pt modelId="{108A6D1B-5A89-48C9-9548-C0636FC9780B}" type="pres">
      <dgm:prSet presAssocID="{28F2B834-276F-4854-A660-6B2A9BBCB90A}" presName="hierRoot2" presStyleCnt="0">
        <dgm:presLayoutVars>
          <dgm:hierBranch val="init"/>
        </dgm:presLayoutVars>
      </dgm:prSet>
      <dgm:spPr/>
    </dgm:pt>
    <dgm:pt modelId="{13E48C7E-96C8-4F09-9378-2F4C89B1F805}" type="pres">
      <dgm:prSet presAssocID="{28F2B834-276F-4854-A660-6B2A9BBCB90A}" presName="rootComposite" presStyleCnt="0"/>
      <dgm:spPr/>
    </dgm:pt>
    <dgm:pt modelId="{8D6085E1-877C-4D19-9812-F2B633A2B5E3}" type="pres">
      <dgm:prSet presAssocID="{28F2B834-276F-4854-A660-6B2A9BBCB90A}" presName="rootText" presStyleLbl="node2" presStyleIdx="5" presStyleCnt="9" custScaleX="309891">
        <dgm:presLayoutVars>
          <dgm:chPref val="3"/>
        </dgm:presLayoutVars>
      </dgm:prSet>
      <dgm:spPr/>
    </dgm:pt>
    <dgm:pt modelId="{6972E8F1-92AD-4418-94EB-C011A59420C6}" type="pres">
      <dgm:prSet presAssocID="{28F2B834-276F-4854-A660-6B2A9BBCB90A}" presName="rootConnector" presStyleLbl="node2" presStyleIdx="5" presStyleCnt="9"/>
      <dgm:spPr/>
    </dgm:pt>
    <dgm:pt modelId="{D91C064A-B58D-4178-912B-C26638E80226}" type="pres">
      <dgm:prSet presAssocID="{28F2B834-276F-4854-A660-6B2A9BBCB90A}" presName="hierChild4" presStyleCnt="0"/>
      <dgm:spPr/>
    </dgm:pt>
    <dgm:pt modelId="{B3464010-1615-4DD5-84D8-3009C3246518}" type="pres">
      <dgm:prSet presAssocID="{28F2B834-276F-4854-A660-6B2A9BBCB90A}" presName="hierChild5"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361B13B9-2836-4928-AF9B-BECE450B402E}" type="pres">
      <dgm:prSet presAssocID="{98A5615A-976F-45D7-A509-758EF02C14F4}" presName="Name64" presStyleLbl="parChTrans1D2" presStyleIdx="6" presStyleCnt="9"/>
      <dgm:spPr/>
    </dgm:pt>
    <dgm:pt modelId="{F87DA604-8DC0-486A-B46B-7596F5638F1E}" type="pres">
      <dgm:prSet presAssocID="{6EEDBC31-72EC-436E-B36C-ECDBD6C844ED}" presName="hierRoot2" presStyleCnt="0">
        <dgm:presLayoutVars>
          <dgm:hierBranch val="init"/>
        </dgm:presLayoutVars>
      </dgm:prSet>
      <dgm:spPr/>
    </dgm:pt>
    <dgm:pt modelId="{331C1F84-C09B-41A9-9EFD-66C624032429}" type="pres">
      <dgm:prSet presAssocID="{6EEDBC31-72EC-436E-B36C-ECDBD6C844ED}" presName="rootComposite" presStyleCnt="0"/>
      <dgm:spPr/>
    </dgm:pt>
    <dgm:pt modelId="{62F4ABFE-C6A9-44C3-926D-1C542517D6CB}" type="pres">
      <dgm:prSet presAssocID="{6EEDBC31-72EC-436E-B36C-ECDBD6C844ED}" presName="rootText" presStyleLbl="node2" presStyleIdx="6" presStyleCnt="9" custScaleX="309891">
        <dgm:presLayoutVars>
          <dgm:chPref val="3"/>
        </dgm:presLayoutVars>
      </dgm:prSet>
      <dgm:spPr/>
    </dgm:pt>
    <dgm:pt modelId="{D44DD4C9-4322-4CB1-955A-2E2E0B0A1115}" type="pres">
      <dgm:prSet presAssocID="{6EEDBC31-72EC-436E-B36C-ECDBD6C844ED}" presName="rootConnector" presStyleLbl="node2" presStyleIdx="6" presStyleCnt="9"/>
      <dgm:spPr/>
    </dgm:pt>
    <dgm:pt modelId="{99F951FF-610A-4655-81F4-13711095B0B6}" type="pres">
      <dgm:prSet presAssocID="{6EEDBC31-72EC-436E-B36C-ECDBD6C844ED}" presName="hierChild4" presStyleCnt="0"/>
      <dgm:spPr/>
    </dgm:pt>
    <dgm:pt modelId="{F05CA758-B78D-4B5F-8EE1-F3AA74CED3BA}" type="pres">
      <dgm:prSet presAssocID="{6EEDBC31-72EC-436E-B36C-ECDBD6C844ED}" presName="hierChild5"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7D258399-B047-4A7A-B8EB-2595B403AD4F}" type="pres">
      <dgm:prSet presAssocID="{5168BF56-7D9C-4C09-91E2-24D6213A41E4}" presName="Name64" presStyleLbl="parChTrans1D2" presStyleIdx="7" presStyleCnt="9"/>
      <dgm:spPr/>
    </dgm:pt>
    <dgm:pt modelId="{0B4E5F6A-FC08-4F41-B851-E8819DE49A10}" type="pres">
      <dgm:prSet presAssocID="{81F27B6B-CC01-4E94-8610-59EB4BD33B58}" presName="hierRoot2" presStyleCnt="0">
        <dgm:presLayoutVars>
          <dgm:hierBranch val="init"/>
        </dgm:presLayoutVars>
      </dgm:prSet>
      <dgm:spPr/>
    </dgm:pt>
    <dgm:pt modelId="{75685976-6FC9-4DAD-8B26-2431B3149A88}" type="pres">
      <dgm:prSet presAssocID="{81F27B6B-CC01-4E94-8610-59EB4BD33B58}" presName="rootComposite" presStyleCnt="0"/>
      <dgm:spPr/>
    </dgm:pt>
    <dgm:pt modelId="{441A11F4-EC55-4A15-97E4-DE52EF03C1D7}" type="pres">
      <dgm:prSet presAssocID="{81F27B6B-CC01-4E94-8610-59EB4BD33B58}" presName="rootText" presStyleLbl="node2" presStyleIdx="7" presStyleCnt="9" custScaleX="309891">
        <dgm:presLayoutVars>
          <dgm:chPref val="3"/>
        </dgm:presLayoutVars>
      </dgm:prSet>
      <dgm:spPr/>
    </dgm:pt>
    <dgm:pt modelId="{BA2BD402-8B3B-4C13-95E7-E068DE37F2FC}" type="pres">
      <dgm:prSet presAssocID="{81F27B6B-CC01-4E94-8610-59EB4BD33B58}" presName="rootConnector" presStyleLbl="node2" presStyleIdx="7" presStyleCnt="9"/>
      <dgm:spPr/>
    </dgm:pt>
    <dgm:pt modelId="{D9725754-82EB-4A49-BFF8-83C4B6AB11A7}" type="pres">
      <dgm:prSet presAssocID="{81F27B6B-CC01-4E94-8610-59EB4BD33B58}" presName="hierChild4" presStyleCnt="0"/>
      <dgm:spPr/>
    </dgm:pt>
    <dgm:pt modelId="{FFBC81EC-A391-4EF1-8E2D-28F2678F43DC}" type="pres">
      <dgm:prSet presAssocID="{81F27B6B-CC01-4E94-8610-59EB4BD33B58}" presName="hierChild5" presStyleCnt="0"/>
      <dgm:spPr/>
    </dgm:pt>
    <dgm:pt modelId="{976B93E4-DB57-40BE-94CC-2EF3A40FF932}" type="pres">
      <dgm:prSet presAssocID="{8B58493E-AA40-4B4C-8E4C-F669A31A8290}" presName="Name64" presStyleLbl="parChTrans1D2" presStyleIdx="8" presStyleCnt="9"/>
      <dgm:spPr/>
    </dgm:pt>
    <dgm:pt modelId="{654B8F55-7660-461A-A05E-074DA376C483}" type="pres">
      <dgm:prSet presAssocID="{F10A9C27-B301-46D3-816C-DE4981B2154B}" presName="hierRoot2" presStyleCnt="0">
        <dgm:presLayoutVars>
          <dgm:hierBranch val="init"/>
        </dgm:presLayoutVars>
      </dgm:prSet>
      <dgm:spPr/>
    </dgm:pt>
    <dgm:pt modelId="{9695F19E-DEC0-473A-A3D3-8FCE6AE8A730}" type="pres">
      <dgm:prSet presAssocID="{F10A9C27-B301-46D3-816C-DE4981B2154B}" presName="rootComposite" presStyleCnt="0"/>
      <dgm:spPr/>
    </dgm:pt>
    <dgm:pt modelId="{2C3B5E6C-0986-4E26-9F49-0BFD9CD4293A}" type="pres">
      <dgm:prSet presAssocID="{F10A9C27-B301-46D3-816C-DE4981B2154B}" presName="rootText" presStyleLbl="node2" presStyleIdx="8" presStyleCnt="9" custScaleX="309891">
        <dgm:presLayoutVars>
          <dgm:chPref val="3"/>
        </dgm:presLayoutVars>
      </dgm:prSet>
      <dgm:spPr/>
    </dgm:pt>
    <dgm:pt modelId="{0B01CCE1-FF4E-408E-89FD-0FD36534917A}" type="pres">
      <dgm:prSet presAssocID="{F10A9C27-B301-46D3-816C-DE4981B2154B}" presName="rootConnector" presStyleLbl="node2" presStyleIdx="8" presStyleCnt="9"/>
      <dgm:spPr/>
    </dgm:pt>
    <dgm:pt modelId="{2A1B707B-68CC-4FD6-A5B5-311524CE255C}" type="pres">
      <dgm:prSet presAssocID="{F10A9C27-B301-46D3-816C-DE4981B2154B}" presName="hierChild4" presStyleCnt="0"/>
      <dgm:spPr/>
    </dgm:pt>
    <dgm:pt modelId="{198F9A37-624E-4DB3-AFD2-C9C1528BAAD8}" type="pres">
      <dgm:prSet presAssocID="{F10A9C27-B301-46D3-816C-DE4981B2154B}" presName="hierChild5"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EF66F804-2195-47C7-9458-BB410A6FFDAE}" type="presOf" srcId="{350693B9-0C61-4E22-ACB4-0282922D29D5}" destId="{7889DDAD-B678-4032-9BE9-72AF73BB82CE}" srcOrd="0" destOrd="0" presId="urn:microsoft.com/office/officeart/2009/3/layout/HorizontalOrganizationChart"/>
    <dgm:cxn modelId="{05115D09-B7A1-4595-AF50-B8789B9DECB4}" srcId="{E2CEBA81-9B97-4520-B7D4-591198285BC5}" destId="{350693B9-0C61-4E22-ACB4-0282922D29D5}" srcOrd="2" destOrd="0" parTransId="{5F384A3C-07B2-4AD9-98F6-05994DE43C8B}" sibTransId="{F8810713-920D-4BED-B531-6BD53D4E7716}"/>
    <dgm:cxn modelId="{66731012-5DEC-4425-B68E-78DE5A5BF8A2}" type="presOf" srcId="{8A8E07A2-9BD4-4C13-8BF4-60F1D6C939C7}" destId="{4F8AAB56-9138-4E47-BDFC-3A31039154CA}" srcOrd="0" destOrd="0" presId="urn:microsoft.com/office/officeart/2009/3/layout/HorizontalOrganizationChart"/>
    <dgm:cxn modelId="{46589216-44C9-46AC-90A8-912DA36A13C2}" type="presOf" srcId="{D3B4314E-28E2-4A3D-BFE7-EFBB1764300C}" destId="{5FBB4897-60FD-4DC3-A1DD-FCE0707D5359}" srcOrd="0" destOrd="0" presId="urn:microsoft.com/office/officeart/2009/3/layout/HorizontalOrganizationChart"/>
    <dgm:cxn modelId="{5E815219-31B2-4496-93DD-A726D4D8AAAD}" type="presOf" srcId="{9F53CF6B-BCA0-4970-8D14-15DCC9A35ED6}" destId="{4F8B5D90-3B24-44ED-9334-AF364ED5678F}" srcOrd="1"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ECAE6122-DDDC-416F-97A9-6F0BBEEA66D8}" srcId="{E2CEBA81-9B97-4520-B7D4-591198285BC5}" destId="{A11E0899-E201-46C1-B523-CD3AFBF4C141}" srcOrd="1" destOrd="0" parTransId="{D3B4314E-28E2-4A3D-BFE7-EFBB1764300C}" sibTransId="{A214BE70-D877-412D-9C5A-BBD232124D83}"/>
    <dgm:cxn modelId="{50EDDC26-7A5F-445C-9FA7-55B8A93B80E7}" type="presOf" srcId="{28F2B834-276F-4854-A660-6B2A9BBCB90A}" destId="{6972E8F1-92AD-4418-94EB-C011A59420C6}" srcOrd="1"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D9973531-8D87-4C75-802D-B1FCF5491D66}" srcId="{B0501BBB-5263-4DEB-AB30-46B76FD2E93E}" destId="{C1D64C04-1047-4E24-BCFC-9E4D2A281CBC}" srcOrd="1" destOrd="0" parTransId="{920FD115-6B69-46E5-AF1E-722E7DC1BC3A}" sibTransId="{E920AC67-9A7B-47C2-95F1-59CAED55D816}"/>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88C11F5E-5556-4F94-AC5E-6122061ADA99}" type="presOf" srcId="{A11E0899-E201-46C1-B523-CD3AFBF4C141}" destId="{539405C0-5B2C-485A-BB0C-BDDF902120D1}" srcOrd="0" destOrd="0" presId="urn:microsoft.com/office/officeart/2009/3/layout/HorizontalOrganizationChart"/>
    <dgm:cxn modelId="{A5BC6261-B487-409E-AAF9-FC2B1648CFE5}" type="presOf" srcId="{F10A9C27-B301-46D3-816C-DE4981B2154B}" destId="{0B01CCE1-FF4E-408E-89FD-0FD36534917A}" srcOrd="1" destOrd="0" presId="urn:microsoft.com/office/officeart/2009/3/layout/HorizontalOrganizationChart"/>
    <dgm:cxn modelId="{79ACE142-AD21-438D-A0C1-3C6CB442C06A}" type="presOf" srcId="{C1D64C04-1047-4E24-BCFC-9E4D2A281CBC}" destId="{BEA14D48-BA03-4A35-BB1F-EA76D2F63BA5}" srcOrd="1" destOrd="0" presId="urn:microsoft.com/office/officeart/2009/3/layout/HorizontalOrganizationChart"/>
    <dgm:cxn modelId="{66E11A43-E308-4AD6-8CEF-0F5C9D7BA4F4}" type="presOf" srcId="{C1D64C04-1047-4E24-BCFC-9E4D2A281CBC}" destId="{39DD274C-E065-4349-83BD-3975FB96A15D}" srcOrd="0"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87F1669-B2CF-46C7-B350-9DC37B538B49}" srcId="{07F24B54-1279-4F47-BCFA-590F1546F95A}" destId="{F10A9C27-B301-46D3-816C-DE4981B2154B}" srcOrd="1" destOrd="0" parTransId="{8B58493E-AA40-4B4C-8E4C-F669A31A8290}" sibTransId="{0D7BCD96-3307-4F00-B7B5-F4354357AD86}"/>
    <dgm:cxn modelId="{A25B214B-F7F9-47DD-A64F-C2FEE1D28409}" type="presOf" srcId="{920FD115-6B69-46E5-AF1E-722E7DC1BC3A}" destId="{D29C930A-BCA0-45F0-B9C2-F4793AA85A9C}" srcOrd="0" destOrd="0" presId="urn:microsoft.com/office/officeart/2009/3/layout/HorizontalOrganizationChart"/>
    <dgm:cxn modelId="{317D2E6B-FE3A-4DCF-A8F0-AFE0EC757374}" srcId="{09823532-7A7D-4168-969A-ACA79B1087F1}" destId="{6EEDBC31-72EC-436E-B36C-ECDBD6C844ED}" srcOrd="0" destOrd="0" parTransId="{98A5615A-976F-45D7-A509-758EF02C14F4}" sibTransId="{5DE2FCA8-D2A6-4B09-944F-13B4BC040064}"/>
    <dgm:cxn modelId="{545A756B-2F6B-4641-B8BE-FBB0B3D4E40E}" srcId="{ADF04534-838A-44E2-9F15-355B903A0A7E}" destId="{E2CEBA81-9B97-4520-B7D4-591198285BC5}" srcOrd="0" destOrd="0" parTransId="{27FD34BD-80E3-4FB7-BE99-4B835D2667D0}" sibTransId="{2BF9EBAC-1A18-4DFA-BD2C-E9FE9728CCCE}"/>
    <dgm:cxn modelId="{AD1D6652-2FAF-44E7-A2CA-DFD91FF1AE77}" srcId="{07F24B54-1279-4F47-BCFA-590F1546F95A}" destId="{81F27B6B-CC01-4E94-8610-59EB4BD33B58}" srcOrd="0" destOrd="0" parTransId="{5168BF56-7D9C-4C09-91E2-24D6213A41E4}" sibTransId="{BEA600F4-F1FF-48E0-B881-33997B146F5F}"/>
    <dgm:cxn modelId="{92563075-A023-417A-8794-8B73769056ED}" srcId="{ADF04534-838A-44E2-9F15-355B903A0A7E}" destId="{B0501BBB-5263-4DEB-AB30-46B76FD2E93E}" srcOrd="1" destOrd="0" parTransId="{9BE2EC55-0B1D-4094-BAA3-FF5D217E1DA3}" sibTransId="{2C840549-9EBF-445E-AD46-B136980EB424}"/>
    <dgm:cxn modelId="{69D1CD59-CAF6-4E6D-958C-3D3236078AA4}" type="presOf" srcId="{A11E0899-E201-46C1-B523-CD3AFBF4C141}" destId="{E35E6295-9100-4FE3-A33D-7DD49353F879}" srcOrd="1" destOrd="0" presId="urn:microsoft.com/office/officeart/2009/3/layout/HorizontalOrganizationChart"/>
    <dgm:cxn modelId="{14B9AA7B-F690-4A3E-A574-EB58ED20926B}" type="presOf" srcId="{C875E188-41B4-41F1-BF43-92085D698728}" destId="{CCA0C4A4-412A-4480-B08A-681DACA8C25F}" srcOrd="0" destOrd="0" presId="urn:microsoft.com/office/officeart/2009/3/layout/HorizontalOrganizationChart"/>
    <dgm:cxn modelId="{D4E69C7D-6DF6-493E-9BED-67F21024DCE2}" type="presOf" srcId="{98A5615A-976F-45D7-A509-758EF02C14F4}" destId="{361B13B9-2836-4928-AF9B-BECE450B402E}" srcOrd="0" destOrd="0" presId="urn:microsoft.com/office/officeart/2009/3/layout/HorizontalOrganizationChart"/>
    <dgm:cxn modelId="{DBDDDB7E-24CC-4739-ACBD-A7E0BD2E9EC7}" type="presOf" srcId="{09823532-7A7D-4168-969A-ACA79B1087F1}" destId="{486A96E7-698A-4381-84E0-25B5C1D4A61F}" srcOrd="1" destOrd="0" presId="urn:microsoft.com/office/officeart/2009/3/layout/HorizontalOrganizationChart"/>
    <dgm:cxn modelId="{7A582480-91E4-4C60-AC26-D828730496E6}" type="presOf" srcId="{9F53CF6B-BCA0-4970-8D14-15DCC9A35ED6}" destId="{BB1E4401-F22C-49FC-BFA4-8BD64C267B55}" srcOrd="0"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8899D487-0C76-445B-800D-D0E4EB47136E}" type="presOf" srcId="{5168BF56-7D9C-4C09-91E2-24D6213A41E4}" destId="{7D258399-B047-4A7A-B8EB-2595B403AD4F}" srcOrd="0" destOrd="0" presId="urn:microsoft.com/office/officeart/2009/3/layout/HorizontalOrganizationChart"/>
    <dgm:cxn modelId="{B8B14B97-ECE3-4EF1-9BDD-1D461BDCC623}" srcId="{E2CEBA81-9B97-4520-B7D4-591198285BC5}" destId="{9F53CF6B-BCA0-4970-8D14-15DCC9A35ED6}" srcOrd="0" destOrd="0" parTransId="{C875E188-41B4-41F1-BF43-92085D698728}" sibTransId="{1244583F-DE65-43E1-BBCF-7218D80F8719}"/>
    <dgm:cxn modelId="{69A41F9B-54AE-4D08-A22B-CEA814694CF2}" type="presOf" srcId="{5F384A3C-07B2-4AD9-98F6-05994DE43C8B}" destId="{1B5B8D5F-25D4-47B7-A7BE-99D4D7C47DEE}" srcOrd="0" destOrd="0" presId="urn:microsoft.com/office/officeart/2009/3/layout/HorizontalOrganizationChart"/>
    <dgm:cxn modelId="{D68FB2A2-D7C1-490C-B9D3-89C1657F7FCF}" type="presOf" srcId="{350693B9-0C61-4E22-ACB4-0282922D29D5}" destId="{507E018B-A7AE-4AEB-8AA4-AE53DEADA428}" srcOrd="1" destOrd="0" presId="urn:microsoft.com/office/officeart/2009/3/layout/HorizontalOrganizationChart"/>
    <dgm:cxn modelId="{8CEE2FA9-10A3-40F1-9A9E-DF7CEEAE5757}" type="presOf" srcId="{6EEDBC31-72EC-436E-B36C-ECDBD6C844ED}" destId="{D44DD4C9-4322-4CB1-955A-2E2E0B0A1115}" srcOrd="1" destOrd="0" presId="urn:microsoft.com/office/officeart/2009/3/layout/HorizontalOrganizationChart"/>
    <dgm:cxn modelId="{94F94DB2-295E-40F0-AD00-9C2AC5E176A1}" type="presOf" srcId="{E9E9A35A-EAFF-49A8-855F-0F77A1F9016B}" destId="{46C3C5C8-4ECD-456E-A342-6F9ACFCCB4C4}" srcOrd="1"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B9D51AC7-4CAB-466F-B81E-144A351D0A4C}" srcId="{B0501BBB-5263-4DEB-AB30-46B76FD2E93E}" destId="{E9E9A35A-EAFF-49A8-855F-0F77A1F9016B}" srcOrd="0" destOrd="0" parTransId="{22432BDE-178C-478F-AEA1-5689EEC70A6C}" sibTransId="{91291AD0-625E-451C-A1B6-38DEF33497BD}"/>
    <dgm:cxn modelId="{1D3278C7-2A78-4417-80B1-9E949FAC43FE}" type="presOf" srcId="{07F24B54-1279-4F47-BCFA-590F1546F95A}" destId="{93D370D6-840C-420C-B35B-D1711BD78F9F}" srcOrd="1" destOrd="0" presId="urn:microsoft.com/office/officeart/2009/3/layout/HorizontalOrganizationChart"/>
    <dgm:cxn modelId="{FF5274CD-77B4-44B9-8E84-995A433E5FD2}" type="presOf" srcId="{81F27B6B-CC01-4E94-8610-59EB4BD33B58}" destId="{441A11F4-EC55-4A15-97E4-DE52EF03C1D7}" srcOrd="0"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FB0B24DF-B5E7-4E6A-AAE4-4C9C30955ED5}" srcId="{B0501BBB-5263-4DEB-AB30-46B76FD2E93E}" destId="{28F2B834-276F-4854-A660-6B2A9BBCB90A}" srcOrd="2" destOrd="0" parTransId="{8A8E07A2-9BD4-4C13-8BF4-60F1D6C939C7}" sibTransId="{C45C9CC2-C194-4858-B83C-1B4B4744FF80}"/>
    <dgm:cxn modelId="{8AA778E1-051A-4C1B-A142-6AE151D21B96}" type="presOf" srcId="{E9E9A35A-EAFF-49A8-855F-0F77A1F9016B}" destId="{79DEF705-34C5-4B37-ADD3-636A646E6355}" srcOrd="0" destOrd="0" presId="urn:microsoft.com/office/officeart/2009/3/layout/HorizontalOrganizationChart"/>
    <dgm:cxn modelId="{6C2754E6-58FD-4AEE-A4EA-B88AA5E4DC5B}" type="presOf" srcId="{22432BDE-178C-478F-AEA1-5689EEC70A6C}" destId="{A3B19CDF-235E-41C9-9F2F-BC482BAC10E5}" srcOrd="0" destOrd="0" presId="urn:microsoft.com/office/officeart/2009/3/layout/HorizontalOrganizationChart"/>
    <dgm:cxn modelId="{34C5FFEA-1003-4679-B3D2-66AA328AB459}" type="presOf" srcId="{6EEDBC31-72EC-436E-B36C-ECDBD6C844ED}" destId="{62F4ABFE-C6A9-44C3-926D-1C542517D6CB}" srcOrd="0" destOrd="0" presId="urn:microsoft.com/office/officeart/2009/3/layout/HorizontalOrganizationChart"/>
    <dgm:cxn modelId="{40D49BEB-B75F-4E76-875C-A4846A26ED93}" type="presOf" srcId="{8B58493E-AA40-4B4C-8E4C-F669A31A8290}" destId="{976B93E4-DB57-40BE-94CC-2EF3A40FF932}" srcOrd="0" destOrd="0" presId="urn:microsoft.com/office/officeart/2009/3/layout/HorizontalOrganizationChart"/>
    <dgm:cxn modelId="{1403FBF0-8F91-4016-9C66-C3EC3CF05620}" type="presOf" srcId="{F10A9C27-B301-46D3-816C-DE4981B2154B}" destId="{2C3B5E6C-0986-4E26-9F49-0BFD9CD4293A}" srcOrd="0" destOrd="0" presId="urn:microsoft.com/office/officeart/2009/3/layout/HorizontalOrganizationChart"/>
    <dgm:cxn modelId="{7FDC4EFC-594B-47B8-9134-F306BE830223}" type="presOf" srcId="{28F2B834-276F-4854-A660-6B2A9BBCB90A}" destId="{8D6085E1-877C-4D19-9812-F2B633A2B5E3}" srcOrd="0" destOrd="0" presId="urn:microsoft.com/office/officeart/2009/3/layout/HorizontalOrganizationChart"/>
    <dgm:cxn modelId="{05F2B7FD-A21C-4757-9BFB-A82F5E4A7D88}" type="presOf" srcId="{81F27B6B-CC01-4E94-8610-59EB4BD33B58}" destId="{BA2BD402-8B3B-4C13-95E7-E068DE37F2FC}" srcOrd="1" destOrd="0" presId="urn:microsoft.com/office/officeart/2009/3/layout/HorizontalOrganizationChart"/>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AF8690AA-E41B-40A5-94F5-30CB5ADDA4D4}" type="presParOf" srcId="{8FE1CBEC-0E6D-4C12-BFE7-42488615708B}" destId="{CCA0C4A4-412A-4480-B08A-681DACA8C25F}" srcOrd="0" destOrd="0" presId="urn:microsoft.com/office/officeart/2009/3/layout/HorizontalOrganizationChart"/>
    <dgm:cxn modelId="{DA3E4BD2-0CBB-49C4-AB9A-E13980565B5E}" type="presParOf" srcId="{8FE1CBEC-0E6D-4C12-BFE7-42488615708B}" destId="{D91F8BE0-391F-48D9-8DED-13E48F643B58}" srcOrd="1" destOrd="0" presId="urn:microsoft.com/office/officeart/2009/3/layout/HorizontalOrganizationChart"/>
    <dgm:cxn modelId="{04C1DBC6-4D04-47B2-B8F2-A976837A3DC3}" type="presParOf" srcId="{D91F8BE0-391F-48D9-8DED-13E48F643B58}" destId="{4B6F0DD1-3211-4840-9144-0DBB76A2E862}" srcOrd="0" destOrd="0" presId="urn:microsoft.com/office/officeart/2009/3/layout/HorizontalOrganizationChart"/>
    <dgm:cxn modelId="{CB9491F2-ECD2-4351-8D25-44C4CBA7F33A}" type="presParOf" srcId="{4B6F0DD1-3211-4840-9144-0DBB76A2E862}" destId="{BB1E4401-F22C-49FC-BFA4-8BD64C267B55}" srcOrd="0" destOrd="0" presId="urn:microsoft.com/office/officeart/2009/3/layout/HorizontalOrganizationChart"/>
    <dgm:cxn modelId="{C21C971F-63C6-4E2D-BE6B-AF4E129F4252}" type="presParOf" srcId="{4B6F0DD1-3211-4840-9144-0DBB76A2E862}" destId="{4F8B5D90-3B24-44ED-9334-AF364ED5678F}" srcOrd="1" destOrd="0" presId="urn:microsoft.com/office/officeart/2009/3/layout/HorizontalOrganizationChart"/>
    <dgm:cxn modelId="{22CE005D-EADB-488E-8961-81B71E5A26C3}" type="presParOf" srcId="{D91F8BE0-391F-48D9-8DED-13E48F643B58}" destId="{0758F1BD-3365-4FDA-9D8C-98ACB7757BBA}" srcOrd="1" destOrd="0" presId="urn:microsoft.com/office/officeart/2009/3/layout/HorizontalOrganizationChart"/>
    <dgm:cxn modelId="{CE2D2AFC-6A88-4C10-B924-61C6100C878D}" type="presParOf" srcId="{D91F8BE0-391F-48D9-8DED-13E48F643B58}" destId="{BB7B7EEC-6693-4A8D-B067-083CD32A6A9C}" srcOrd="2" destOrd="0" presId="urn:microsoft.com/office/officeart/2009/3/layout/HorizontalOrganizationChart"/>
    <dgm:cxn modelId="{B0F5E7A0-D6F2-4D49-B90A-AFDF08F859CC}" type="presParOf" srcId="{8FE1CBEC-0E6D-4C12-BFE7-42488615708B}" destId="{5FBB4897-60FD-4DC3-A1DD-FCE0707D5359}" srcOrd="2" destOrd="0" presId="urn:microsoft.com/office/officeart/2009/3/layout/HorizontalOrganizationChart"/>
    <dgm:cxn modelId="{EC8501B5-C7C2-47C6-89BF-695CC702819E}" type="presParOf" srcId="{8FE1CBEC-0E6D-4C12-BFE7-42488615708B}" destId="{ECEF39D3-F7E0-47CB-A810-6103E965826B}" srcOrd="3" destOrd="0" presId="urn:microsoft.com/office/officeart/2009/3/layout/HorizontalOrganizationChart"/>
    <dgm:cxn modelId="{0C244D72-BCD3-4BB8-A653-6DCF6A03EDF4}" type="presParOf" srcId="{ECEF39D3-F7E0-47CB-A810-6103E965826B}" destId="{68E3BF5F-555C-4B68-B2A2-CC7267336A40}" srcOrd="0" destOrd="0" presId="urn:microsoft.com/office/officeart/2009/3/layout/HorizontalOrganizationChart"/>
    <dgm:cxn modelId="{D3D01F77-F029-4452-94F0-525EDA2104AC}" type="presParOf" srcId="{68E3BF5F-555C-4B68-B2A2-CC7267336A40}" destId="{539405C0-5B2C-485A-BB0C-BDDF902120D1}" srcOrd="0" destOrd="0" presId="urn:microsoft.com/office/officeart/2009/3/layout/HorizontalOrganizationChart"/>
    <dgm:cxn modelId="{6C270A48-0B7E-42C3-AE90-E8CEDE0A2022}" type="presParOf" srcId="{68E3BF5F-555C-4B68-B2A2-CC7267336A40}" destId="{E35E6295-9100-4FE3-A33D-7DD49353F879}" srcOrd="1" destOrd="0" presId="urn:microsoft.com/office/officeart/2009/3/layout/HorizontalOrganizationChart"/>
    <dgm:cxn modelId="{C743E8C2-42AE-42C3-ADE3-B0BB7073FFC0}" type="presParOf" srcId="{ECEF39D3-F7E0-47CB-A810-6103E965826B}" destId="{87D23891-E1C5-4B1B-88FE-2603C1A96696}" srcOrd="1" destOrd="0" presId="urn:microsoft.com/office/officeart/2009/3/layout/HorizontalOrganizationChart"/>
    <dgm:cxn modelId="{7DCF336C-75DC-4C2A-B42E-84677D018844}" type="presParOf" srcId="{ECEF39D3-F7E0-47CB-A810-6103E965826B}" destId="{9516F760-CDFA-4A54-BBEA-B4AEF59D283B}" srcOrd="2" destOrd="0" presId="urn:microsoft.com/office/officeart/2009/3/layout/HorizontalOrganizationChart"/>
    <dgm:cxn modelId="{40BF3CA5-06FB-43E7-AB6F-FFD6277DF534}" type="presParOf" srcId="{8FE1CBEC-0E6D-4C12-BFE7-42488615708B}" destId="{1B5B8D5F-25D4-47B7-A7BE-99D4D7C47DEE}" srcOrd="4" destOrd="0" presId="urn:microsoft.com/office/officeart/2009/3/layout/HorizontalOrganizationChart"/>
    <dgm:cxn modelId="{868F837F-13AC-4407-97CB-58933CCB2790}" type="presParOf" srcId="{8FE1CBEC-0E6D-4C12-BFE7-42488615708B}" destId="{060A9106-945E-4263-9A1E-C6CA41CB6B4D}" srcOrd="5" destOrd="0" presId="urn:microsoft.com/office/officeart/2009/3/layout/HorizontalOrganizationChart"/>
    <dgm:cxn modelId="{EEAA52AC-DB8E-47FE-8949-DF7C182CEB4D}" type="presParOf" srcId="{060A9106-945E-4263-9A1E-C6CA41CB6B4D}" destId="{BA422B2E-CAFC-46EA-86EA-492C61F11327}" srcOrd="0" destOrd="0" presId="urn:microsoft.com/office/officeart/2009/3/layout/HorizontalOrganizationChart"/>
    <dgm:cxn modelId="{6711DCD7-EF55-43CD-B3B1-F599A7D4FE66}" type="presParOf" srcId="{BA422B2E-CAFC-46EA-86EA-492C61F11327}" destId="{7889DDAD-B678-4032-9BE9-72AF73BB82CE}" srcOrd="0" destOrd="0" presId="urn:microsoft.com/office/officeart/2009/3/layout/HorizontalOrganizationChart"/>
    <dgm:cxn modelId="{54529FA7-B092-4F90-B5B3-791A07332D7C}" type="presParOf" srcId="{BA422B2E-CAFC-46EA-86EA-492C61F11327}" destId="{507E018B-A7AE-4AEB-8AA4-AE53DEADA428}" srcOrd="1" destOrd="0" presId="urn:microsoft.com/office/officeart/2009/3/layout/HorizontalOrganizationChart"/>
    <dgm:cxn modelId="{95A9747F-1C09-4AD8-ADE5-6EA88DC432D7}" type="presParOf" srcId="{060A9106-945E-4263-9A1E-C6CA41CB6B4D}" destId="{15313282-83F7-499D-A342-A6CF24D0E911}" srcOrd="1" destOrd="0" presId="urn:microsoft.com/office/officeart/2009/3/layout/HorizontalOrganizationChart"/>
    <dgm:cxn modelId="{EC6989EA-A1C9-4BB9-A8C4-3AAD16EB6EF7}" type="presParOf" srcId="{060A9106-945E-4263-9A1E-C6CA41CB6B4D}" destId="{5CAE80D5-86F9-40FB-B51B-D661D6210162}" srcOrd="2"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B3EC0ED-3278-49CD-99EB-C70CDE8A3D5A}" type="presParOf" srcId="{1EEE2237-D3A5-4A7B-A03D-BF4BFC05D8A5}" destId="{A3B19CDF-235E-41C9-9F2F-BC482BAC10E5}" srcOrd="0" destOrd="0" presId="urn:microsoft.com/office/officeart/2009/3/layout/HorizontalOrganizationChart"/>
    <dgm:cxn modelId="{03BA9478-8828-432A-A8A5-17FAEBF79FA9}" type="presParOf" srcId="{1EEE2237-D3A5-4A7B-A03D-BF4BFC05D8A5}" destId="{7C3C8BFF-9960-4454-8D30-1AB63D5C2D92}" srcOrd="1" destOrd="0" presId="urn:microsoft.com/office/officeart/2009/3/layout/HorizontalOrganizationChart"/>
    <dgm:cxn modelId="{53A7B900-29F6-43B9-8393-ADD8A6DDB818}" type="presParOf" srcId="{7C3C8BFF-9960-4454-8D30-1AB63D5C2D92}" destId="{99730745-FF6D-45E3-B371-C8F93A2400AD}" srcOrd="0" destOrd="0" presId="urn:microsoft.com/office/officeart/2009/3/layout/HorizontalOrganizationChart"/>
    <dgm:cxn modelId="{987011B0-8E1C-46DF-A2F0-86B45F094D21}" type="presParOf" srcId="{99730745-FF6D-45E3-B371-C8F93A2400AD}" destId="{79DEF705-34C5-4B37-ADD3-636A646E6355}" srcOrd="0" destOrd="0" presId="urn:microsoft.com/office/officeart/2009/3/layout/HorizontalOrganizationChart"/>
    <dgm:cxn modelId="{AAABAD03-826F-4BB3-A2B1-DC851347E1F6}" type="presParOf" srcId="{99730745-FF6D-45E3-B371-C8F93A2400AD}" destId="{46C3C5C8-4ECD-456E-A342-6F9ACFCCB4C4}" srcOrd="1" destOrd="0" presId="urn:microsoft.com/office/officeart/2009/3/layout/HorizontalOrganizationChart"/>
    <dgm:cxn modelId="{41CD48DD-0FC3-4765-88AA-FD53E9A87BEE}" type="presParOf" srcId="{7C3C8BFF-9960-4454-8D30-1AB63D5C2D92}" destId="{FE5E57B9-0657-43C4-9C71-942F21BFDC4D}" srcOrd="1" destOrd="0" presId="urn:microsoft.com/office/officeart/2009/3/layout/HorizontalOrganizationChart"/>
    <dgm:cxn modelId="{3570B0C6-C869-4D1E-9903-D69A1A1E0E47}" type="presParOf" srcId="{7C3C8BFF-9960-4454-8D30-1AB63D5C2D92}" destId="{E8E2497C-D3CD-4DE0-BDCF-8F79C1BD3D11}" srcOrd="2" destOrd="0" presId="urn:microsoft.com/office/officeart/2009/3/layout/HorizontalOrganizationChart"/>
    <dgm:cxn modelId="{31E2538B-071C-4BF8-A69A-BC131DF81685}" type="presParOf" srcId="{1EEE2237-D3A5-4A7B-A03D-BF4BFC05D8A5}" destId="{D29C930A-BCA0-45F0-B9C2-F4793AA85A9C}" srcOrd="2" destOrd="0" presId="urn:microsoft.com/office/officeart/2009/3/layout/HorizontalOrganizationChart"/>
    <dgm:cxn modelId="{EE7D490A-ED40-471D-9483-7CF4FB70195E}" type="presParOf" srcId="{1EEE2237-D3A5-4A7B-A03D-BF4BFC05D8A5}" destId="{4FF58239-236A-409D-9E49-1DA342985519}" srcOrd="3" destOrd="0" presId="urn:microsoft.com/office/officeart/2009/3/layout/HorizontalOrganizationChart"/>
    <dgm:cxn modelId="{87C0C75E-59C3-4D1D-9174-20F20DADDBD8}" type="presParOf" srcId="{4FF58239-236A-409D-9E49-1DA342985519}" destId="{C75EC834-48BD-43BD-A9EE-27D7D59A26F0}" srcOrd="0" destOrd="0" presId="urn:microsoft.com/office/officeart/2009/3/layout/HorizontalOrganizationChart"/>
    <dgm:cxn modelId="{89C26664-5985-4305-AD01-988AE4747C8A}" type="presParOf" srcId="{C75EC834-48BD-43BD-A9EE-27D7D59A26F0}" destId="{39DD274C-E065-4349-83BD-3975FB96A15D}" srcOrd="0" destOrd="0" presId="urn:microsoft.com/office/officeart/2009/3/layout/HorizontalOrganizationChart"/>
    <dgm:cxn modelId="{F1D057EC-8AA3-4049-8D9B-97E27FF7F691}" type="presParOf" srcId="{C75EC834-48BD-43BD-A9EE-27D7D59A26F0}" destId="{BEA14D48-BA03-4A35-BB1F-EA76D2F63BA5}" srcOrd="1" destOrd="0" presId="urn:microsoft.com/office/officeart/2009/3/layout/HorizontalOrganizationChart"/>
    <dgm:cxn modelId="{2B063AD5-A819-410D-BAC5-5EE907AE5D70}" type="presParOf" srcId="{4FF58239-236A-409D-9E49-1DA342985519}" destId="{EC99339F-16CA-4603-820A-15CA34F4DC8C}" srcOrd="1" destOrd="0" presId="urn:microsoft.com/office/officeart/2009/3/layout/HorizontalOrganizationChart"/>
    <dgm:cxn modelId="{FC653F5C-54B5-49CA-996B-54BD5563CB53}" type="presParOf" srcId="{4FF58239-236A-409D-9E49-1DA342985519}" destId="{450432DA-C2AC-4290-A1F7-A4DAFF0ABD1B}" srcOrd="2" destOrd="0" presId="urn:microsoft.com/office/officeart/2009/3/layout/HorizontalOrganizationChart"/>
    <dgm:cxn modelId="{48406882-F527-4073-824B-94D921A38D90}" type="presParOf" srcId="{1EEE2237-D3A5-4A7B-A03D-BF4BFC05D8A5}" destId="{4F8AAB56-9138-4E47-BDFC-3A31039154CA}" srcOrd="4" destOrd="0" presId="urn:microsoft.com/office/officeart/2009/3/layout/HorizontalOrganizationChart"/>
    <dgm:cxn modelId="{F628E5E2-0B98-4FB5-9B1E-DF14775D1270}" type="presParOf" srcId="{1EEE2237-D3A5-4A7B-A03D-BF4BFC05D8A5}" destId="{108A6D1B-5A89-48C9-9548-C0636FC9780B}" srcOrd="5" destOrd="0" presId="urn:microsoft.com/office/officeart/2009/3/layout/HorizontalOrganizationChart"/>
    <dgm:cxn modelId="{311597E7-E5A4-4844-9524-F04E25C8C5B6}" type="presParOf" srcId="{108A6D1B-5A89-48C9-9548-C0636FC9780B}" destId="{13E48C7E-96C8-4F09-9378-2F4C89B1F805}" srcOrd="0" destOrd="0" presId="urn:microsoft.com/office/officeart/2009/3/layout/HorizontalOrganizationChart"/>
    <dgm:cxn modelId="{29F60F50-D78B-4981-AC90-B081C90A775F}" type="presParOf" srcId="{13E48C7E-96C8-4F09-9378-2F4C89B1F805}" destId="{8D6085E1-877C-4D19-9812-F2B633A2B5E3}" srcOrd="0" destOrd="0" presId="urn:microsoft.com/office/officeart/2009/3/layout/HorizontalOrganizationChart"/>
    <dgm:cxn modelId="{5504119A-6FCA-48AA-A65C-BA13DDEE04AB}" type="presParOf" srcId="{13E48C7E-96C8-4F09-9378-2F4C89B1F805}" destId="{6972E8F1-92AD-4418-94EB-C011A59420C6}" srcOrd="1" destOrd="0" presId="urn:microsoft.com/office/officeart/2009/3/layout/HorizontalOrganizationChart"/>
    <dgm:cxn modelId="{F28B9E8C-EA48-4828-8F30-B3F08C291468}" type="presParOf" srcId="{108A6D1B-5A89-48C9-9548-C0636FC9780B}" destId="{D91C064A-B58D-4178-912B-C26638E80226}" srcOrd="1" destOrd="0" presId="urn:microsoft.com/office/officeart/2009/3/layout/HorizontalOrganizationChart"/>
    <dgm:cxn modelId="{225E575B-EB52-47D6-962B-C936D496D71F}" type="presParOf" srcId="{108A6D1B-5A89-48C9-9548-C0636FC9780B}" destId="{B3464010-1615-4DD5-84D8-3009C3246518}" srcOrd="2"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C53A594A-4590-4E51-9D6F-D5A98F9D6BFB}" type="presParOf" srcId="{32B89B49-E3DA-41E1-AFDF-F9CA63BA413F}" destId="{361B13B9-2836-4928-AF9B-BECE450B402E}" srcOrd="0" destOrd="0" presId="urn:microsoft.com/office/officeart/2009/3/layout/HorizontalOrganizationChart"/>
    <dgm:cxn modelId="{26E6BD71-DCE9-4710-BD98-FEF408FE6AB2}" type="presParOf" srcId="{32B89B49-E3DA-41E1-AFDF-F9CA63BA413F}" destId="{F87DA604-8DC0-486A-B46B-7596F5638F1E}" srcOrd="1" destOrd="0" presId="urn:microsoft.com/office/officeart/2009/3/layout/HorizontalOrganizationChart"/>
    <dgm:cxn modelId="{74D90D61-C06A-4EF9-83F6-E6A61CE057B2}" type="presParOf" srcId="{F87DA604-8DC0-486A-B46B-7596F5638F1E}" destId="{331C1F84-C09B-41A9-9EFD-66C624032429}" srcOrd="0" destOrd="0" presId="urn:microsoft.com/office/officeart/2009/3/layout/HorizontalOrganizationChart"/>
    <dgm:cxn modelId="{A39CF888-E690-495D-8CF7-D9DBC37D4816}" type="presParOf" srcId="{331C1F84-C09B-41A9-9EFD-66C624032429}" destId="{62F4ABFE-C6A9-44C3-926D-1C542517D6CB}" srcOrd="0" destOrd="0" presId="urn:microsoft.com/office/officeart/2009/3/layout/HorizontalOrganizationChart"/>
    <dgm:cxn modelId="{DE646FD4-50C3-46D1-AEA3-45444EEFCBEF}" type="presParOf" srcId="{331C1F84-C09B-41A9-9EFD-66C624032429}" destId="{D44DD4C9-4322-4CB1-955A-2E2E0B0A1115}" srcOrd="1" destOrd="0" presId="urn:microsoft.com/office/officeart/2009/3/layout/HorizontalOrganizationChart"/>
    <dgm:cxn modelId="{957F67E3-17F7-46A9-BA3F-0AEE3C57BA78}" type="presParOf" srcId="{F87DA604-8DC0-486A-B46B-7596F5638F1E}" destId="{99F951FF-610A-4655-81F4-13711095B0B6}" srcOrd="1" destOrd="0" presId="urn:microsoft.com/office/officeart/2009/3/layout/HorizontalOrganizationChart"/>
    <dgm:cxn modelId="{41F0B23C-BB65-41BA-8BE2-79C6D8C498AB}" type="presParOf" srcId="{F87DA604-8DC0-486A-B46B-7596F5638F1E}" destId="{F05CA758-B78D-4B5F-8EE1-F3AA74CED3BA}" srcOrd="2"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F00E2588-10FA-4596-82F7-5FB35A6130B8}" type="presParOf" srcId="{E1D6C181-E25F-4D70-A4C7-3EE71B38A86C}" destId="{7D258399-B047-4A7A-B8EB-2595B403AD4F}" srcOrd="0" destOrd="0" presId="urn:microsoft.com/office/officeart/2009/3/layout/HorizontalOrganizationChart"/>
    <dgm:cxn modelId="{5DDC1DCE-77E2-4D65-A5D0-4C6455004AF1}" type="presParOf" srcId="{E1D6C181-E25F-4D70-A4C7-3EE71B38A86C}" destId="{0B4E5F6A-FC08-4F41-B851-E8819DE49A10}" srcOrd="1" destOrd="0" presId="urn:microsoft.com/office/officeart/2009/3/layout/HorizontalOrganizationChart"/>
    <dgm:cxn modelId="{DFED3A31-E764-437D-ABA6-41FE8CCC85AD}" type="presParOf" srcId="{0B4E5F6A-FC08-4F41-B851-E8819DE49A10}" destId="{75685976-6FC9-4DAD-8B26-2431B3149A88}" srcOrd="0" destOrd="0" presId="urn:microsoft.com/office/officeart/2009/3/layout/HorizontalOrganizationChart"/>
    <dgm:cxn modelId="{376F48AA-5BD9-4897-B1AB-E2C8A44D47EF}" type="presParOf" srcId="{75685976-6FC9-4DAD-8B26-2431B3149A88}" destId="{441A11F4-EC55-4A15-97E4-DE52EF03C1D7}" srcOrd="0" destOrd="0" presId="urn:microsoft.com/office/officeart/2009/3/layout/HorizontalOrganizationChart"/>
    <dgm:cxn modelId="{8798D927-B5CB-463F-BA02-5D0BCB4ABA85}" type="presParOf" srcId="{75685976-6FC9-4DAD-8B26-2431B3149A88}" destId="{BA2BD402-8B3B-4C13-95E7-E068DE37F2FC}" srcOrd="1" destOrd="0" presId="urn:microsoft.com/office/officeart/2009/3/layout/HorizontalOrganizationChart"/>
    <dgm:cxn modelId="{1AE43A03-446B-4010-8E48-61E7786AF0E9}" type="presParOf" srcId="{0B4E5F6A-FC08-4F41-B851-E8819DE49A10}" destId="{D9725754-82EB-4A49-BFF8-83C4B6AB11A7}" srcOrd="1" destOrd="0" presId="urn:microsoft.com/office/officeart/2009/3/layout/HorizontalOrganizationChart"/>
    <dgm:cxn modelId="{7601FB2C-EB14-4F8F-B81D-F9E5BE1C5187}" type="presParOf" srcId="{0B4E5F6A-FC08-4F41-B851-E8819DE49A10}" destId="{FFBC81EC-A391-4EF1-8E2D-28F2678F43DC}" srcOrd="2" destOrd="0" presId="urn:microsoft.com/office/officeart/2009/3/layout/HorizontalOrganizationChart"/>
    <dgm:cxn modelId="{3079D1C0-254C-459E-9019-0C82F389A1E6}" type="presParOf" srcId="{E1D6C181-E25F-4D70-A4C7-3EE71B38A86C}" destId="{976B93E4-DB57-40BE-94CC-2EF3A40FF932}" srcOrd="2" destOrd="0" presId="urn:microsoft.com/office/officeart/2009/3/layout/HorizontalOrganizationChart"/>
    <dgm:cxn modelId="{C8A5BE0C-556C-42A5-8F83-B1713A6EB188}" type="presParOf" srcId="{E1D6C181-E25F-4D70-A4C7-3EE71B38A86C}" destId="{654B8F55-7660-461A-A05E-074DA376C483}" srcOrd="3" destOrd="0" presId="urn:microsoft.com/office/officeart/2009/3/layout/HorizontalOrganizationChart"/>
    <dgm:cxn modelId="{B48D36A5-6DD8-49DD-9B6E-EEA58BDB159E}" type="presParOf" srcId="{654B8F55-7660-461A-A05E-074DA376C483}" destId="{9695F19E-DEC0-473A-A3D3-8FCE6AE8A730}" srcOrd="0" destOrd="0" presId="urn:microsoft.com/office/officeart/2009/3/layout/HorizontalOrganizationChart"/>
    <dgm:cxn modelId="{E4CED369-2751-40C0-943D-A75F6BEB4D98}" type="presParOf" srcId="{9695F19E-DEC0-473A-A3D3-8FCE6AE8A730}" destId="{2C3B5E6C-0986-4E26-9F49-0BFD9CD4293A}" srcOrd="0" destOrd="0" presId="urn:microsoft.com/office/officeart/2009/3/layout/HorizontalOrganizationChart"/>
    <dgm:cxn modelId="{FDEDE1CF-BD9D-4F20-B61A-4699E41C0244}" type="presParOf" srcId="{9695F19E-DEC0-473A-A3D3-8FCE6AE8A730}" destId="{0B01CCE1-FF4E-408E-89FD-0FD36534917A}" srcOrd="1" destOrd="0" presId="urn:microsoft.com/office/officeart/2009/3/layout/HorizontalOrganizationChart"/>
    <dgm:cxn modelId="{B4C51CFF-59E6-43CE-A4BE-9A2B87615DF0}" type="presParOf" srcId="{654B8F55-7660-461A-A05E-074DA376C483}" destId="{2A1B707B-68CC-4FD6-A5B5-311524CE255C}" srcOrd="1" destOrd="0" presId="urn:microsoft.com/office/officeart/2009/3/layout/HorizontalOrganizationChart"/>
    <dgm:cxn modelId="{5B833D87-5838-4D04-AA75-9F4A70328A63}" type="presParOf" srcId="{654B8F55-7660-461A-A05E-074DA376C483}" destId="{198F9A37-624E-4DB3-AFD2-C9C1528BAAD8}" srcOrd="2"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69327236-774B-4E2D-902B-D55F6FDC14E0}">
      <dgm:prSet phldrT="[Texte]"/>
      <dgm:spPr/>
      <dgm:t>
        <a:bodyPr/>
        <a:lstStyle/>
        <a:p>
          <a:r>
            <a:rPr lang="fr-FR" dirty="0"/>
            <a:t>1 objet d’étude</a:t>
          </a:r>
        </a:p>
      </dgm:t>
    </dgm:pt>
    <dgm:pt modelId="{73FEF59C-630F-423D-8528-CED9E1BC1969}" type="parTrans" cxnId="{71442822-3CE3-4A54-AB9E-421C94E8C64E}">
      <dgm:prSet/>
      <dgm:spPr/>
      <dgm:t>
        <a:bodyPr/>
        <a:lstStyle/>
        <a:p>
          <a:endParaRPr lang="fr-FR"/>
        </a:p>
      </dgm:t>
    </dgm:pt>
    <dgm:pt modelId="{DA0059FB-6473-4A03-A0A5-6907065C0AA8}" type="sibTrans" cxnId="{71442822-3CE3-4A54-AB9E-421C94E8C64E}">
      <dgm:prSet/>
      <dgm:spPr/>
      <dgm:t>
        <a:bodyPr/>
        <a:lstStyle/>
        <a:p>
          <a:endParaRPr lang="fr-FR"/>
        </a:p>
      </dgm:t>
    </dgm:pt>
    <dgm:pt modelId="{863D10FF-2664-4869-8D88-90605BFD633C}">
      <dgm:prSet phldrT="[Texte]"/>
      <dgm:spPr/>
      <dgm:t>
        <a:bodyPr/>
        <a:lstStyle/>
        <a:p>
          <a:r>
            <a:rPr lang="fr-FR" dirty="0"/>
            <a:t>1 valeur métier</a:t>
          </a:r>
        </a:p>
      </dgm:t>
    </dgm:pt>
    <dgm:pt modelId="{7D20AF3E-03B0-43DD-9AAB-5EA72023CB4B}" type="parTrans" cxnId="{E589768B-7B9A-422B-8551-3265A81989F0}">
      <dgm:prSet/>
      <dgm:spPr/>
      <dgm:t>
        <a:bodyPr/>
        <a:lstStyle/>
        <a:p>
          <a:endParaRPr lang="fr-FR"/>
        </a:p>
      </dgm:t>
    </dgm:pt>
    <dgm:pt modelId="{050A8561-BD15-48FD-ACB0-E6A51A01BB7C}" type="sibTrans" cxnId="{E589768B-7B9A-422B-8551-3265A81989F0}">
      <dgm:prSet/>
      <dgm:spPr/>
      <dgm:t>
        <a:bodyPr/>
        <a:lstStyle/>
        <a:p>
          <a:endParaRPr lang="fr-FR"/>
        </a:p>
      </dgm:t>
    </dgm:pt>
    <dgm:pt modelId="{827355D2-F009-4204-A1E5-7C8EF3AE6F8E}">
      <dgm:prSet phldrT="[Texte]"/>
      <dgm:spPr/>
      <dgm:t>
        <a:bodyPr/>
        <a:lstStyle/>
        <a:p>
          <a:r>
            <a:rPr lang="fr-FR" dirty="0"/>
            <a:t>1 bien support</a:t>
          </a:r>
        </a:p>
      </dgm:t>
    </dgm:pt>
    <dgm:pt modelId="{B0CDCE11-FD9F-4BEC-97E6-D1258F6C8815}" type="parTrans" cxnId="{28D8E211-4E01-4BB1-8B8B-F3B5AEE8ADEF}">
      <dgm:prSet/>
      <dgm:spPr/>
      <dgm:t>
        <a:bodyPr/>
        <a:lstStyle/>
        <a:p>
          <a:endParaRPr lang="fr-FR"/>
        </a:p>
      </dgm:t>
    </dgm:pt>
    <dgm:pt modelId="{94393D10-6B9B-4BD2-806E-695B5640E2C5}" type="sibTrans" cxnId="{28D8E211-4E01-4BB1-8B8B-F3B5AEE8ADEF}">
      <dgm:prSet/>
      <dgm:spPr/>
      <dgm:t>
        <a:bodyPr/>
        <a:lstStyle/>
        <a:p>
          <a:endParaRPr lang="fr-FR"/>
        </a:p>
      </dgm:t>
    </dgm:pt>
    <dgm:pt modelId="{AC956CD1-9252-4AF5-BF2A-3FF8B2351351}">
      <dgm:prSet phldrT="[Texte]"/>
      <dgm:spPr/>
      <dgm:t>
        <a:bodyPr/>
        <a:lstStyle/>
        <a:p>
          <a:r>
            <a:rPr lang="fr-FR" dirty="0"/>
            <a:t>1 partie prenante</a:t>
          </a:r>
        </a:p>
      </dgm:t>
    </dgm:pt>
    <dgm:pt modelId="{DEBBC99B-3ABB-45FC-AE7B-68B98A83D07F}" type="parTrans" cxnId="{5F8E82AD-0C79-4075-9309-40BB03178D45}">
      <dgm:prSet/>
      <dgm:spPr/>
      <dgm:t>
        <a:bodyPr/>
        <a:lstStyle/>
        <a:p>
          <a:endParaRPr lang="fr-FR"/>
        </a:p>
      </dgm:t>
    </dgm:pt>
    <dgm:pt modelId="{9EE5D9C3-7FC9-4D68-8CB0-CD78C060CF73}" type="sibTrans" cxnId="{5F8E82AD-0C79-4075-9309-40BB03178D45}">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endParaRPr lang="fr-FR" dirty="0"/>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5">
        <dgm:presLayoutVars>
          <dgm:chMax val="0"/>
          <dgm:chPref val="0"/>
          <dgm:bulletEnabled val="1"/>
        </dgm:presLayoutVars>
      </dgm:prSet>
      <dgm:spPr/>
    </dgm:pt>
    <dgm:pt modelId="{B2250889-16EC-44BC-9C81-52039955D740}" type="pres">
      <dgm:prSet presAssocID="{40D612D8-3E6B-4050-968B-2488B3E2C696}" presName="Parent" presStyleLbl="revTx" presStyleIdx="1" presStyleCnt="5">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1" presStyleCnt="5">
        <dgm:presLayoutVars>
          <dgm:chMax val="0"/>
          <dgm:chPref val="0"/>
          <dgm:bulletEnabled val="1"/>
        </dgm:presLayoutVars>
      </dgm:prSet>
      <dgm:spPr/>
    </dgm:pt>
    <dgm:pt modelId="{E60EE4FD-EE2C-456F-BD19-3E560B6849CB}" type="pres">
      <dgm:prSet presAssocID="{BEF3CC0B-AC1F-480B-8407-D3AF3F1363D2}" presName="Parent" presStyleLbl="revTx" presStyleIdx="2" presStyleCnt="5">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2" presStyleCnt="5">
        <dgm:presLayoutVars>
          <dgm:chMax val="0"/>
          <dgm:chPref val="0"/>
          <dgm:bulletEnabled val="1"/>
        </dgm:presLayoutVars>
      </dgm:prSet>
      <dgm:spPr/>
    </dgm:pt>
    <dgm:pt modelId="{35EDC56F-113A-4C1E-81CF-AC8F17D00922}" type="pres">
      <dgm:prSet presAssocID="{CDB2D20E-04E3-48B1-B9D6-B6A0FB5D9655}" presName="Parent" presStyleLbl="revTx" presStyleIdx="3" presStyleCnt="5">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3" presStyleCnt="5">
        <dgm:presLayoutVars>
          <dgm:chMax val="0"/>
          <dgm:chPref val="0"/>
          <dgm:bulletEnabled val="1"/>
        </dgm:presLayoutVars>
      </dgm:prSet>
      <dgm:spPr/>
    </dgm:pt>
    <dgm:pt modelId="{4410A09B-28F1-41A2-B3C3-D44C57DEC830}" type="pres">
      <dgm:prSet presAssocID="{8562B649-6E13-49AC-B7FF-69A8A393FED0}" presName="Parent" presStyleLbl="revTx" presStyleIdx="4" presStyleCnt="5">
        <dgm:presLayoutVars>
          <dgm:chMax val="1"/>
          <dgm:chPref val="1"/>
          <dgm:bulletEnabled val="1"/>
        </dgm:presLayoutVars>
      </dgm:prSet>
      <dgm:spPr/>
    </dgm:pt>
  </dgm:ptLst>
  <dgm:cxnLst>
    <dgm:cxn modelId="{28D8E211-4E01-4BB1-8B8B-F3B5AEE8ADEF}" srcId="{40D612D8-3E6B-4050-968B-2488B3E2C696}" destId="{827355D2-F009-4204-A1E5-7C8EF3AE6F8E}" srcOrd="2" destOrd="0" parTransId="{B0CDCE11-FD9F-4BEC-97E6-D1258F6C8815}" sibTransId="{94393D10-6B9B-4BD2-806E-695B5640E2C5}"/>
    <dgm:cxn modelId="{AECFB21C-D323-400C-BA22-02F88795BD3B}" type="presOf" srcId="{6561FD9B-8A7C-4B02-97E9-F3AD3B6C338A}" destId="{5E4AE180-2CF3-49E3-90D5-9C3158E814A9}" srcOrd="0" destOrd="0" presId="urn:microsoft.com/office/officeart/2008/layout/IncreasingCircleProcess"/>
    <dgm:cxn modelId="{71442822-3CE3-4A54-AB9E-421C94E8C64E}" srcId="{40D612D8-3E6B-4050-968B-2488B3E2C696}" destId="{69327236-774B-4E2D-902B-D55F6FDC14E0}" srcOrd="0" destOrd="0" parTransId="{73FEF59C-630F-423D-8528-CED9E1BC1969}" sibTransId="{DA0059FB-6473-4A03-A0A5-6907065C0AA8}"/>
    <dgm:cxn modelId="{2F77A02D-227C-4B04-B9B0-DA9E18C8B14F}" type="presOf" srcId="{AC956CD1-9252-4AF5-BF2A-3FF8B2351351}" destId="{7E603EDC-39AA-42DF-B291-F2C167F3A1B0}" srcOrd="0" destOrd="3"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AB7DD545-CB04-4623-907F-4D88D12C3EA0}" srcId="{6561FD9B-8A7C-4B02-97E9-F3AD3B6C338A}" destId="{8562B649-6E13-49AC-B7FF-69A8A393FED0}" srcOrd="3" destOrd="0" parTransId="{FF392B38-FA2E-42E5-AA2A-D8FA2726B02E}" sibTransId="{995F5296-D8FF-43D5-B787-F93C332925AA}"/>
    <dgm:cxn modelId="{1C846847-3366-4F68-BA18-1945EA3C45AA}" type="presOf" srcId="{863D10FF-2664-4869-8D88-90605BFD633C}"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86682F7B-85D6-4B08-92DE-E455A825C834}" type="presOf" srcId="{69327236-774B-4E2D-902B-D55F6FDC14E0}" destId="{7E603EDC-39AA-42DF-B291-F2C167F3A1B0}" srcOrd="0" destOrd="0" presId="urn:microsoft.com/office/officeart/2008/layout/IncreasingCircleProcess"/>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E589768B-7B9A-422B-8551-3265A81989F0}" srcId="{40D612D8-3E6B-4050-968B-2488B3E2C696}" destId="{863D10FF-2664-4869-8D88-90605BFD633C}" srcOrd="1" destOrd="0" parTransId="{7D20AF3E-03B0-43DD-9AAB-5EA72023CB4B}" sibTransId="{050A8561-BD15-48FD-ACB0-E6A51A01BB7C}"/>
    <dgm:cxn modelId="{7F20368E-9528-4E30-AC30-D98968F2F51A}" type="presOf" srcId="{CDB2D20E-04E3-48B1-B9D6-B6A0FB5D9655}" destId="{35EDC56F-113A-4C1E-81CF-AC8F17D00922}" srcOrd="0" destOrd="0" presId="urn:microsoft.com/office/officeart/2008/layout/IncreasingCircleProcess"/>
    <dgm:cxn modelId="{5F8E82AD-0C79-4075-9309-40BB03178D45}" srcId="{40D612D8-3E6B-4050-968B-2488B3E2C696}" destId="{AC956CD1-9252-4AF5-BF2A-3FF8B2351351}" srcOrd="3" destOrd="0" parTransId="{DEBBC99B-3ABB-45FC-AE7B-68B98A83D07F}" sibTransId="{9EE5D9C3-7FC9-4D68-8CB0-CD78C060CF73}"/>
    <dgm:cxn modelId="{0C9838C8-1001-4192-8347-F9AF612A75F4}" type="presOf" srcId="{BEF3CC0B-AC1F-480B-8407-D3AF3F1363D2}" destId="{E60EE4FD-EE2C-456F-BD19-3E560B6849CB}" srcOrd="0" destOrd="0" presId="urn:microsoft.com/office/officeart/2008/layout/IncreasingCircleProcess"/>
    <dgm:cxn modelId="{FD51E0EA-B9FA-4B07-8467-43AC9729EAD7}" type="presOf" srcId="{827355D2-F009-4204-A1E5-7C8EF3AE6F8E}" destId="{7E603EDC-39AA-42DF-B291-F2C167F3A1B0}" srcOrd="0" destOrd="2" presId="urn:microsoft.com/office/officeart/2008/layout/IncreasingCircleProcess"/>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97076E5-8634-41B8-B066-8E241EB8ED38}" type="doc">
      <dgm:prSet loTypeId="urn:microsoft.com/office/officeart/2005/8/layout/target3" loCatId="relationship" qsTypeId="urn:microsoft.com/office/officeart/2005/8/quickstyle/simple1" qsCatId="simple" csTypeId="urn:microsoft.com/office/officeart/2005/8/colors/colorful2" csCatId="colorful" phldr="1"/>
      <dgm:spPr/>
      <dgm:t>
        <a:bodyPr/>
        <a:lstStyle/>
        <a:p>
          <a:endParaRPr lang="fr-FR"/>
        </a:p>
      </dgm:t>
    </dgm:pt>
    <dgm:pt modelId="{4195679F-9013-4E42-94F4-1559FC5975F9}">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Audit (par un tiers)</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gm:t>
    </dgm:pt>
    <dgm:pt modelId="{2E8CB108-B854-470E-B8E8-9F4DDB1AEA51}" type="par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FAE220A-F303-4BD4-AE61-F04DAB0154CB}" type="sib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B93A4F5-50CC-4F0B-B0B2-AE51D03F2483}">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gm:t>
    </dgm:pt>
    <dgm:pt modelId="{B3A150FD-3BE9-4AA4-9512-67BEE2F5BD6C}" type="par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81692BF-5F28-495C-8F36-AA00F9C076F2}" type="sib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51D21971-AC84-4A1C-BE9E-B755240686E7}">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Contrôle interne</a:t>
          </a:r>
        </a:p>
      </dgm:t>
    </dgm:pt>
    <dgm:pt modelId="{2BA87286-0F62-43A6-8874-95E3BCA34EA4}" type="par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A085F1A-AC90-4251-858C-9D91C2E34A45}" type="sib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BCD8DB8-001C-404D-82B4-EAF87CE6CFD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gm:t>
    </dgm:pt>
    <dgm:pt modelId="{00521B62-C6C1-4BE6-9F2A-4EABDE3C37D9}" type="par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20A0AA11-A7EE-47C1-B901-8876E25E4E2F}" type="sib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6F79034D-2D7C-4898-9485-19EDA89C26E5}">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gm:t>
    </dgm:pt>
    <dgm:pt modelId="{7AF49014-9835-4E43-A8D2-8AC7EFCDA236}" type="par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3DA0FC71-4F53-4F27-B92A-8A96908CC677}" type="sib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3F16885-BB3A-42B0-A487-124878D1CD2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gm:t>
    </dgm:pt>
    <dgm:pt modelId="{56E582BA-B227-4A7B-B4DA-9BCEE46D05B2}" type="par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83B8161A-53D8-40E9-BE5E-A109C291BAA9}" type="sib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D6D8596-C974-4A5A-A9BB-887F928EB34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global</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gm:t>
    </dgm:pt>
    <dgm:pt modelId="{06E4822B-E1C9-49CA-A1A7-7AB47C04EBB0}" type="par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FB704F6-5033-408D-B872-F7A3F05690DF}" type="sib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AAF8A73-7BFC-474C-B69A-CA981F751402}">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gm:t>
    </dgm:pt>
    <dgm:pt modelId="{BFAEF553-E943-4619-B7AA-5A60D9C64861}" type="parTrans" cxnId="{6E8329FC-7A56-4806-9A26-A9CBC94E3E2B}">
      <dgm:prSet/>
      <dgm:spPr/>
      <dgm:t>
        <a:bodyPr/>
        <a:lstStyle/>
        <a:p>
          <a:endParaRPr lang="fr-FR" sz="1800"/>
        </a:p>
      </dgm:t>
    </dgm:pt>
    <dgm:pt modelId="{DED443DA-B736-48C4-BD66-AFADBBFBD117}" type="sibTrans" cxnId="{6E8329FC-7A56-4806-9A26-A9CBC94E3E2B}">
      <dgm:prSet/>
      <dgm:spPr/>
      <dgm:t>
        <a:bodyPr/>
        <a:lstStyle/>
        <a:p>
          <a:endParaRPr lang="fr-FR" sz="1800"/>
        </a:p>
      </dgm:t>
    </dgm:pt>
    <dgm:pt modelId="{075BD4D1-4B3F-47B3-9F87-CB1B349C3F6D}" type="pres">
      <dgm:prSet presAssocID="{A97076E5-8634-41B8-B066-8E241EB8ED38}" presName="Name0" presStyleCnt="0">
        <dgm:presLayoutVars>
          <dgm:chMax val="7"/>
          <dgm:dir/>
          <dgm:animLvl val="lvl"/>
          <dgm:resizeHandles val="exact"/>
        </dgm:presLayoutVars>
      </dgm:prSet>
      <dgm:spPr/>
    </dgm:pt>
    <dgm:pt modelId="{9C4681C3-7CA3-48D5-90BA-7FAA854AC594}" type="pres">
      <dgm:prSet presAssocID="{4195679F-9013-4E42-94F4-1559FC5975F9}" presName="circle1" presStyleLbl="node1" presStyleIdx="0" presStyleCnt="4"/>
      <dgm:spPr/>
    </dgm:pt>
    <dgm:pt modelId="{FD43F6C1-A6C0-43EE-91AB-34DD1AE5ADF3}" type="pres">
      <dgm:prSet presAssocID="{4195679F-9013-4E42-94F4-1559FC5975F9}" presName="space" presStyleCnt="0"/>
      <dgm:spPr/>
    </dgm:pt>
    <dgm:pt modelId="{ED3827B0-7F1E-4319-BD34-787CEBA0A581}" type="pres">
      <dgm:prSet presAssocID="{4195679F-9013-4E42-94F4-1559FC5975F9}" presName="rect1" presStyleLbl="alignAcc1" presStyleIdx="0" presStyleCnt="4"/>
      <dgm:spPr/>
    </dgm:pt>
    <dgm:pt modelId="{50FC93C4-A53C-4E90-BD9F-111A043BCAF3}" type="pres">
      <dgm:prSet presAssocID="{51D21971-AC84-4A1C-BE9E-B755240686E7}" presName="vertSpace2" presStyleLbl="node1" presStyleIdx="0" presStyleCnt="4"/>
      <dgm:spPr/>
    </dgm:pt>
    <dgm:pt modelId="{59295B1B-DC77-4C83-8879-3ED51ABDAAC6}" type="pres">
      <dgm:prSet presAssocID="{51D21971-AC84-4A1C-BE9E-B755240686E7}" presName="circle2" presStyleLbl="node1" presStyleIdx="1" presStyleCnt="4"/>
      <dgm:spPr/>
    </dgm:pt>
    <dgm:pt modelId="{2435BB65-D734-482B-951B-3AC4F4939810}" type="pres">
      <dgm:prSet presAssocID="{51D21971-AC84-4A1C-BE9E-B755240686E7}" presName="rect2" presStyleLbl="alignAcc1" presStyleIdx="1" presStyleCnt="4"/>
      <dgm:spPr/>
    </dgm:pt>
    <dgm:pt modelId="{764F35D8-50A8-4903-98D4-5B269E351E0A}" type="pres">
      <dgm:prSet presAssocID="{6F79034D-2D7C-4898-9485-19EDA89C26E5}" presName="vertSpace3" presStyleLbl="node1" presStyleIdx="1" presStyleCnt="4"/>
      <dgm:spPr/>
    </dgm:pt>
    <dgm:pt modelId="{946177F8-AFA6-4BBA-BB0F-2F051C53F816}" type="pres">
      <dgm:prSet presAssocID="{6F79034D-2D7C-4898-9485-19EDA89C26E5}" presName="circle3" presStyleLbl="node1" presStyleIdx="2" presStyleCnt="4"/>
      <dgm:spPr/>
    </dgm:pt>
    <dgm:pt modelId="{F421F45B-BEB4-4B28-9A1A-D1EB45FBB030}" type="pres">
      <dgm:prSet presAssocID="{6F79034D-2D7C-4898-9485-19EDA89C26E5}" presName="rect3" presStyleLbl="alignAcc1" presStyleIdx="2" presStyleCnt="4"/>
      <dgm:spPr/>
    </dgm:pt>
    <dgm:pt modelId="{857DBE0B-FD6C-4F84-A2A5-62B9A035360B}" type="pres">
      <dgm:prSet presAssocID="{1D6D8596-C974-4A5A-A9BB-887F928EB34F}" presName="vertSpace4" presStyleLbl="node1" presStyleIdx="2" presStyleCnt="4"/>
      <dgm:spPr/>
    </dgm:pt>
    <dgm:pt modelId="{AD4991C8-6D39-423A-9EEB-F18FCD2FE17C}" type="pres">
      <dgm:prSet presAssocID="{1D6D8596-C974-4A5A-A9BB-887F928EB34F}" presName="circle4" presStyleLbl="node1" presStyleIdx="3" presStyleCnt="4"/>
      <dgm:spPr/>
    </dgm:pt>
    <dgm:pt modelId="{30D2236A-8669-4B39-89AB-E148CD5D0CA6}" type="pres">
      <dgm:prSet presAssocID="{1D6D8596-C974-4A5A-A9BB-887F928EB34F}" presName="rect4" presStyleLbl="alignAcc1" presStyleIdx="3" presStyleCnt="4" custLinFactNeighborX="0"/>
      <dgm:spPr/>
    </dgm:pt>
    <dgm:pt modelId="{DCBDD68C-A6E7-4F81-AFFC-3582AFDE3F00}" type="pres">
      <dgm:prSet presAssocID="{4195679F-9013-4E42-94F4-1559FC5975F9}" presName="rect1ParTx" presStyleLbl="alignAcc1" presStyleIdx="3" presStyleCnt="4">
        <dgm:presLayoutVars>
          <dgm:chMax val="1"/>
          <dgm:bulletEnabled val="1"/>
        </dgm:presLayoutVars>
      </dgm:prSet>
      <dgm:spPr/>
    </dgm:pt>
    <dgm:pt modelId="{98AF2808-BDCE-4AAC-9C5B-8465EB00C5C7}" type="pres">
      <dgm:prSet presAssocID="{4195679F-9013-4E42-94F4-1559FC5975F9}" presName="rect1ChTx" presStyleLbl="alignAcc1" presStyleIdx="3" presStyleCnt="4">
        <dgm:presLayoutVars>
          <dgm:bulletEnabled val="1"/>
        </dgm:presLayoutVars>
      </dgm:prSet>
      <dgm:spPr/>
    </dgm:pt>
    <dgm:pt modelId="{870579E6-9FE6-4425-8D9A-3C27B8EF5966}" type="pres">
      <dgm:prSet presAssocID="{51D21971-AC84-4A1C-BE9E-B755240686E7}" presName="rect2ParTx" presStyleLbl="alignAcc1" presStyleIdx="3" presStyleCnt="4">
        <dgm:presLayoutVars>
          <dgm:chMax val="1"/>
          <dgm:bulletEnabled val="1"/>
        </dgm:presLayoutVars>
      </dgm:prSet>
      <dgm:spPr/>
    </dgm:pt>
    <dgm:pt modelId="{BD1DE19C-3358-4A38-9D88-F9E4D68D5A5D}" type="pres">
      <dgm:prSet presAssocID="{51D21971-AC84-4A1C-BE9E-B755240686E7}" presName="rect2ChTx" presStyleLbl="alignAcc1" presStyleIdx="3" presStyleCnt="4">
        <dgm:presLayoutVars>
          <dgm:bulletEnabled val="1"/>
        </dgm:presLayoutVars>
      </dgm:prSet>
      <dgm:spPr/>
    </dgm:pt>
    <dgm:pt modelId="{151D8189-411E-4998-851C-36B608ACE671}" type="pres">
      <dgm:prSet presAssocID="{6F79034D-2D7C-4898-9485-19EDA89C26E5}" presName="rect3ParTx" presStyleLbl="alignAcc1" presStyleIdx="3" presStyleCnt="4">
        <dgm:presLayoutVars>
          <dgm:chMax val="1"/>
          <dgm:bulletEnabled val="1"/>
        </dgm:presLayoutVars>
      </dgm:prSet>
      <dgm:spPr/>
    </dgm:pt>
    <dgm:pt modelId="{835D5477-A361-460A-BB65-B43695830355}" type="pres">
      <dgm:prSet presAssocID="{6F79034D-2D7C-4898-9485-19EDA89C26E5}" presName="rect3ChTx" presStyleLbl="alignAcc1" presStyleIdx="3" presStyleCnt="4">
        <dgm:presLayoutVars>
          <dgm:bulletEnabled val="1"/>
        </dgm:presLayoutVars>
      </dgm:prSet>
      <dgm:spPr/>
    </dgm:pt>
    <dgm:pt modelId="{094EC377-52DA-4D07-B655-D40A8D4E11C6}" type="pres">
      <dgm:prSet presAssocID="{1D6D8596-C974-4A5A-A9BB-887F928EB34F}" presName="rect4ParTx" presStyleLbl="alignAcc1" presStyleIdx="3" presStyleCnt="4">
        <dgm:presLayoutVars>
          <dgm:chMax val="1"/>
          <dgm:bulletEnabled val="1"/>
        </dgm:presLayoutVars>
      </dgm:prSet>
      <dgm:spPr/>
    </dgm:pt>
    <dgm:pt modelId="{9E7A3D8D-FF03-4982-AD80-D5A59BAC7F58}" type="pres">
      <dgm:prSet presAssocID="{1D6D8596-C974-4A5A-A9BB-887F928EB34F}" presName="rect4ChTx" presStyleLbl="alignAcc1" presStyleIdx="3" presStyleCnt="4">
        <dgm:presLayoutVars>
          <dgm:bulletEnabled val="1"/>
        </dgm:presLayoutVars>
      </dgm:prSet>
      <dgm:spPr/>
    </dgm:pt>
  </dgm:ptLst>
  <dgm:cxnLst>
    <dgm:cxn modelId="{EE328C11-D299-4D7B-B5AD-76624FE6053F}" srcId="{A97076E5-8634-41B8-B066-8E241EB8ED38}" destId="{4195679F-9013-4E42-94F4-1559FC5975F9}" srcOrd="0" destOrd="0" parTransId="{2E8CB108-B854-470E-B8E8-9F4DDB1AEA51}" sibTransId="{1FAE220A-F303-4BD4-AE61-F04DAB0154CB}"/>
    <dgm:cxn modelId="{CD498F11-050E-4909-8F4A-1BA28607B334}" srcId="{A97076E5-8634-41B8-B066-8E241EB8ED38}" destId="{1D6D8596-C974-4A5A-A9BB-887F928EB34F}" srcOrd="3" destOrd="0" parTransId="{06E4822B-E1C9-49CA-A1A7-7AB47C04EBB0}" sibTransId="{CFB704F6-5033-408D-B872-F7A3F05690DF}"/>
    <dgm:cxn modelId="{32914E17-2066-4AD5-AB52-94B9C0F7569A}" type="presOf" srcId="{1D6D8596-C974-4A5A-A9BB-887F928EB34F}" destId="{094EC377-52DA-4D07-B655-D40A8D4E11C6}" srcOrd="1" destOrd="0" presId="urn:microsoft.com/office/officeart/2005/8/layout/target3"/>
    <dgm:cxn modelId="{C442B024-F4AE-4A39-B562-958CFD760C2C}" type="presOf" srcId="{6F79034D-2D7C-4898-9485-19EDA89C26E5}" destId="{151D8189-411E-4998-851C-36B608ACE671}" srcOrd="1" destOrd="0" presId="urn:microsoft.com/office/officeart/2005/8/layout/target3"/>
    <dgm:cxn modelId="{2C96A730-3536-4BE4-85B5-C87E2863854A}" type="presOf" srcId="{4BCD8DB8-001C-404D-82B4-EAF87CE6CFDF}" destId="{BD1DE19C-3358-4A38-9D88-F9E4D68D5A5D}" srcOrd="0" destOrd="0" presId="urn:microsoft.com/office/officeart/2005/8/layout/target3"/>
    <dgm:cxn modelId="{8590DB46-4FCF-4142-8B5A-7B677A3460CA}" type="presOf" srcId="{4195679F-9013-4E42-94F4-1559FC5975F9}" destId="{ED3827B0-7F1E-4319-BD34-787CEBA0A581}" srcOrd="0" destOrd="0" presId="urn:microsoft.com/office/officeart/2005/8/layout/target3"/>
    <dgm:cxn modelId="{69EE4348-FCDE-4436-AC11-BC681DA19CC5}" type="presOf" srcId="{A97076E5-8634-41B8-B066-8E241EB8ED38}" destId="{075BD4D1-4B3F-47B3-9F87-CB1B349C3F6D}" srcOrd="0" destOrd="0" presId="urn:microsoft.com/office/officeart/2005/8/layout/target3"/>
    <dgm:cxn modelId="{E238F04C-C90A-4A09-BF9E-C96A9448E05A}" type="presOf" srcId="{7B93A4F5-50CC-4F0B-B0B2-AE51D03F2483}" destId="{98AF2808-BDCE-4AAC-9C5B-8465EB00C5C7}" srcOrd="0" destOrd="0" presId="urn:microsoft.com/office/officeart/2005/8/layout/target3"/>
    <dgm:cxn modelId="{6AA4984D-54BD-4D19-B167-7418310F0EA8}" type="presOf" srcId="{73F16885-BB3A-42B0-A487-124878D1CD2F}" destId="{835D5477-A361-460A-BB65-B43695830355}" srcOrd="0" destOrd="0" presId="urn:microsoft.com/office/officeart/2005/8/layout/target3"/>
    <dgm:cxn modelId="{ECE73A55-4153-4ADF-ABE3-4B0265B6A6F9}" type="presOf" srcId="{CAAF8A73-7BFC-474C-B69A-CA981F751402}" destId="{9E7A3D8D-FF03-4982-AD80-D5A59BAC7F58}" srcOrd="0" destOrd="0" presId="urn:microsoft.com/office/officeart/2005/8/layout/target3"/>
    <dgm:cxn modelId="{D0711A7E-57AD-4E7B-AEA0-505DA1BDB7A3}" type="presOf" srcId="{51D21971-AC84-4A1C-BE9E-B755240686E7}" destId="{2435BB65-D734-482B-951B-3AC4F4939810}" srcOrd="0" destOrd="0" presId="urn:microsoft.com/office/officeart/2005/8/layout/target3"/>
    <dgm:cxn modelId="{C43AA996-29B2-4CDE-AC00-C13377F42198}" srcId="{6F79034D-2D7C-4898-9485-19EDA89C26E5}" destId="{73F16885-BB3A-42B0-A487-124878D1CD2F}" srcOrd="0" destOrd="0" parTransId="{56E582BA-B227-4A7B-B4DA-9BCEE46D05B2}" sibTransId="{83B8161A-53D8-40E9-BE5E-A109C291BAA9}"/>
    <dgm:cxn modelId="{FB169EA0-A8D8-4761-B9B3-5B7598696ED8}" type="presOf" srcId="{1D6D8596-C974-4A5A-A9BB-887F928EB34F}" destId="{30D2236A-8669-4B39-89AB-E148CD5D0CA6}" srcOrd="0" destOrd="0" presId="urn:microsoft.com/office/officeart/2005/8/layout/target3"/>
    <dgm:cxn modelId="{81B86CAA-6496-4EAC-B7C0-69168BDB0679}" srcId="{51D21971-AC84-4A1C-BE9E-B755240686E7}" destId="{4BCD8DB8-001C-404D-82B4-EAF87CE6CFDF}" srcOrd="0" destOrd="0" parTransId="{00521B62-C6C1-4BE6-9F2A-4EABDE3C37D9}" sibTransId="{20A0AA11-A7EE-47C1-B901-8876E25E4E2F}"/>
    <dgm:cxn modelId="{BB890CC0-5FE4-4715-B522-93DC67EA01EE}" type="presOf" srcId="{4195679F-9013-4E42-94F4-1559FC5975F9}" destId="{DCBDD68C-A6E7-4F81-AFFC-3582AFDE3F00}" srcOrd="1" destOrd="0" presId="urn:microsoft.com/office/officeart/2005/8/layout/target3"/>
    <dgm:cxn modelId="{EF4DC3CB-53AA-4049-84D9-E564CF59ECFD}" srcId="{A97076E5-8634-41B8-B066-8E241EB8ED38}" destId="{6F79034D-2D7C-4898-9485-19EDA89C26E5}" srcOrd="2" destOrd="0" parTransId="{7AF49014-9835-4E43-A8D2-8AC7EFCDA236}" sibTransId="{3DA0FC71-4F53-4F27-B92A-8A96908CC677}"/>
    <dgm:cxn modelId="{949BE1CB-99B2-4DA7-B198-42FBBD520531}" type="presOf" srcId="{6F79034D-2D7C-4898-9485-19EDA89C26E5}" destId="{F421F45B-BEB4-4B28-9A1A-D1EB45FBB030}" srcOrd="0" destOrd="0" presId="urn:microsoft.com/office/officeart/2005/8/layout/target3"/>
    <dgm:cxn modelId="{3057F2D0-9E3F-4A0C-B9F3-CD36B1C7621A}" srcId="{A97076E5-8634-41B8-B066-8E241EB8ED38}" destId="{51D21971-AC84-4A1C-BE9E-B755240686E7}" srcOrd="1" destOrd="0" parTransId="{2BA87286-0F62-43A6-8874-95E3BCA34EA4}" sibTransId="{4A085F1A-AC90-4251-858C-9D91C2E34A45}"/>
    <dgm:cxn modelId="{53487FD1-ABFA-48FA-8171-C01F05114C1A}" srcId="{4195679F-9013-4E42-94F4-1559FC5975F9}" destId="{7B93A4F5-50CC-4F0B-B0B2-AE51D03F2483}" srcOrd="0" destOrd="0" parTransId="{B3A150FD-3BE9-4AA4-9512-67BEE2F5BD6C}" sibTransId="{C81692BF-5F28-495C-8F36-AA00F9C076F2}"/>
    <dgm:cxn modelId="{546D82D9-EDF5-4C95-9D06-EBEEC8923ED8}" type="presOf" srcId="{51D21971-AC84-4A1C-BE9E-B755240686E7}" destId="{870579E6-9FE6-4425-8D9A-3C27B8EF5966}" srcOrd="1" destOrd="0" presId="urn:microsoft.com/office/officeart/2005/8/layout/target3"/>
    <dgm:cxn modelId="{6E8329FC-7A56-4806-9A26-A9CBC94E3E2B}" srcId="{1D6D8596-C974-4A5A-A9BB-887F928EB34F}" destId="{CAAF8A73-7BFC-474C-B69A-CA981F751402}" srcOrd="0" destOrd="0" parTransId="{BFAEF553-E943-4619-B7AA-5A60D9C64861}" sibTransId="{DED443DA-B736-48C4-BD66-AFADBBFBD117}"/>
    <dgm:cxn modelId="{F005DAE0-6BFF-4706-A70F-1A5C26F6B29F}" type="presParOf" srcId="{075BD4D1-4B3F-47B3-9F87-CB1B349C3F6D}" destId="{9C4681C3-7CA3-48D5-90BA-7FAA854AC594}" srcOrd="0" destOrd="0" presId="urn:microsoft.com/office/officeart/2005/8/layout/target3"/>
    <dgm:cxn modelId="{469CE26C-D697-44D5-95E5-B771BBCE5E7D}" type="presParOf" srcId="{075BD4D1-4B3F-47B3-9F87-CB1B349C3F6D}" destId="{FD43F6C1-A6C0-43EE-91AB-34DD1AE5ADF3}" srcOrd="1" destOrd="0" presId="urn:microsoft.com/office/officeart/2005/8/layout/target3"/>
    <dgm:cxn modelId="{083280A4-1EE9-4D9D-A3E7-D0488EEA8207}" type="presParOf" srcId="{075BD4D1-4B3F-47B3-9F87-CB1B349C3F6D}" destId="{ED3827B0-7F1E-4319-BD34-787CEBA0A581}" srcOrd="2" destOrd="0" presId="urn:microsoft.com/office/officeart/2005/8/layout/target3"/>
    <dgm:cxn modelId="{CD88C5B1-92E7-455D-AF81-2DA6B5F747C3}" type="presParOf" srcId="{075BD4D1-4B3F-47B3-9F87-CB1B349C3F6D}" destId="{50FC93C4-A53C-4E90-BD9F-111A043BCAF3}" srcOrd="3" destOrd="0" presId="urn:microsoft.com/office/officeart/2005/8/layout/target3"/>
    <dgm:cxn modelId="{C93D60F0-79F7-4052-8B71-2C60CA56789C}" type="presParOf" srcId="{075BD4D1-4B3F-47B3-9F87-CB1B349C3F6D}" destId="{59295B1B-DC77-4C83-8879-3ED51ABDAAC6}" srcOrd="4" destOrd="0" presId="urn:microsoft.com/office/officeart/2005/8/layout/target3"/>
    <dgm:cxn modelId="{CC2F45D4-A5FD-4066-9FF5-739770C804D5}" type="presParOf" srcId="{075BD4D1-4B3F-47B3-9F87-CB1B349C3F6D}" destId="{2435BB65-D734-482B-951B-3AC4F4939810}" srcOrd="5" destOrd="0" presId="urn:microsoft.com/office/officeart/2005/8/layout/target3"/>
    <dgm:cxn modelId="{050D1506-9573-4CE7-8388-CE8806D91AD4}" type="presParOf" srcId="{075BD4D1-4B3F-47B3-9F87-CB1B349C3F6D}" destId="{764F35D8-50A8-4903-98D4-5B269E351E0A}" srcOrd="6" destOrd="0" presId="urn:microsoft.com/office/officeart/2005/8/layout/target3"/>
    <dgm:cxn modelId="{459CD854-03BA-4BA3-B19A-A7173CA22E2B}" type="presParOf" srcId="{075BD4D1-4B3F-47B3-9F87-CB1B349C3F6D}" destId="{946177F8-AFA6-4BBA-BB0F-2F051C53F816}" srcOrd="7" destOrd="0" presId="urn:microsoft.com/office/officeart/2005/8/layout/target3"/>
    <dgm:cxn modelId="{8F8414D7-DED3-468B-B339-138C173D897E}" type="presParOf" srcId="{075BD4D1-4B3F-47B3-9F87-CB1B349C3F6D}" destId="{F421F45B-BEB4-4B28-9A1A-D1EB45FBB030}" srcOrd="8" destOrd="0" presId="urn:microsoft.com/office/officeart/2005/8/layout/target3"/>
    <dgm:cxn modelId="{2DF429AB-94FF-4946-B03A-974EFDD563BA}" type="presParOf" srcId="{075BD4D1-4B3F-47B3-9F87-CB1B349C3F6D}" destId="{857DBE0B-FD6C-4F84-A2A5-62B9A035360B}" srcOrd="9" destOrd="0" presId="urn:microsoft.com/office/officeart/2005/8/layout/target3"/>
    <dgm:cxn modelId="{EFF47EE5-F63C-464B-9D4C-0578BBA87085}" type="presParOf" srcId="{075BD4D1-4B3F-47B3-9F87-CB1B349C3F6D}" destId="{AD4991C8-6D39-423A-9EEB-F18FCD2FE17C}" srcOrd="10" destOrd="0" presId="urn:microsoft.com/office/officeart/2005/8/layout/target3"/>
    <dgm:cxn modelId="{F7810C43-327F-4C2F-A18D-86651656D2B6}" type="presParOf" srcId="{075BD4D1-4B3F-47B3-9F87-CB1B349C3F6D}" destId="{30D2236A-8669-4B39-89AB-E148CD5D0CA6}" srcOrd="11" destOrd="0" presId="urn:microsoft.com/office/officeart/2005/8/layout/target3"/>
    <dgm:cxn modelId="{922E3161-68CD-4D03-BB7C-6A76F0D0E24D}" type="presParOf" srcId="{075BD4D1-4B3F-47B3-9F87-CB1B349C3F6D}" destId="{DCBDD68C-A6E7-4F81-AFFC-3582AFDE3F00}" srcOrd="12" destOrd="0" presId="urn:microsoft.com/office/officeart/2005/8/layout/target3"/>
    <dgm:cxn modelId="{FBB259AF-F328-4630-AEDF-7B5E31F6F6DB}" type="presParOf" srcId="{075BD4D1-4B3F-47B3-9F87-CB1B349C3F6D}" destId="{98AF2808-BDCE-4AAC-9C5B-8465EB00C5C7}" srcOrd="13" destOrd="0" presId="urn:microsoft.com/office/officeart/2005/8/layout/target3"/>
    <dgm:cxn modelId="{30767790-4FB9-4375-9B56-B3CDFCEFB7FB}" type="presParOf" srcId="{075BD4D1-4B3F-47B3-9F87-CB1B349C3F6D}" destId="{870579E6-9FE6-4425-8D9A-3C27B8EF5966}" srcOrd="14" destOrd="0" presId="urn:microsoft.com/office/officeart/2005/8/layout/target3"/>
    <dgm:cxn modelId="{9F205871-6911-4919-B661-C3CC0E3041D4}" type="presParOf" srcId="{075BD4D1-4B3F-47B3-9F87-CB1B349C3F6D}" destId="{BD1DE19C-3358-4A38-9D88-F9E4D68D5A5D}" srcOrd="15" destOrd="0" presId="urn:microsoft.com/office/officeart/2005/8/layout/target3"/>
    <dgm:cxn modelId="{F640B8FD-9940-4621-B79C-881614817484}" type="presParOf" srcId="{075BD4D1-4B3F-47B3-9F87-CB1B349C3F6D}" destId="{151D8189-411E-4998-851C-36B608ACE671}" srcOrd="16" destOrd="0" presId="urn:microsoft.com/office/officeart/2005/8/layout/target3"/>
    <dgm:cxn modelId="{1C2C7912-D747-45F7-80E5-2D149AA67070}" type="presParOf" srcId="{075BD4D1-4B3F-47B3-9F87-CB1B349C3F6D}" destId="{835D5477-A361-460A-BB65-B43695830355}" srcOrd="17" destOrd="0" presId="urn:microsoft.com/office/officeart/2005/8/layout/target3"/>
    <dgm:cxn modelId="{045CD94C-4824-4F32-B4CB-687028938C64}" type="presParOf" srcId="{075BD4D1-4B3F-47B3-9F87-CB1B349C3F6D}" destId="{094EC377-52DA-4D07-B655-D40A8D4E11C6}" srcOrd="18" destOrd="0" presId="urn:microsoft.com/office/officeart/2005/8/layout/target3"/>
    <dgm:cxn modelId="{17586C17-D31E-4946-9B3F-8695D8E9F672}" type="presParOf" srcId="{075BD4D1-4B3F-47B3-9F87-CB1B349C3F6D}" destId="{9E7A3D8D-FF03-4982-AD80-D5A59BAC7F58}" srcOrd="19"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solidFill>
                <a:srgbClr val="7A7A7A"/>
              </a:solidFill>
            </a:rPr>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6">
        <dgm:presLayoutVars>
          <dgm:chMax val="0"/>
          <dgm:chPref val="0"/>
          <dgm:bulletEnabled val="1"/>
        </dgm:presLayoutVars>
      </dgm:prSet>
      <dgm:spPr/>
    </dgm:pt>
    <dgm:pt modelId="{B2250889-16EC-44BC-9C81-52039955D740}" type="pres">
      <dgm:prSet presAssocID="{40D612D8-3E6B-4050-968B-2488B3E2C696}" presName="Parent" presStyleLbl="revTx" presStyleIdx="1" presStyleCnt="6">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6">
        <dgm:presLayoutVars>
          <dgm:chMax val="0"/>
          <dgm:chPref val="0"/>
          <dgm:bulletEnabled val="1"/>
        </dgm:presLayoutVars>
      </dgm:prSet>
      <dgm:spPr/>
    </dgm:pt>
    <dgm:pt modelId="{E60EE4FD-EE2C-456F-BD19-3E560B6849CB}" type="pres">
      <dgm:prSet presAssocID="{BEF3CC0B-AC1F-480B-8407-D3AF3F1363D2}" presName="Parent" presStyleLbl="revTx" presStyleIdx="3" presStyleCnt="6">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3" presStyleCnt="6">
        <dgm:presLayoutVars>
          <dgm:chMax val="0"/>
          <dgm:chPref val="0"/>
          <dgm:bulletEnabled val="1"/>
        </dgm:presLayoutVars>
      </dgm:prSet>
      <dgm:spPr/>
    </dgm:pt>
    <dgm:pt modelId="{35EDC56F-113A-4C1E-81CF-AC8F17D00922}" type="pres">
      <dgm:prSet presAssocID="{CDB2D20E-04E3-48B1-B9D6-B6A0FB5D9655}" presName="Parent" presStyleLbl="revTx" presStyleIdx="4" presStyleCnt="6">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4" presStyleCnt="6">
        <dgm:presLayoutVars>
          <dgm:chMax val="0"/>
          <dgm:chPref val="0"/>
          <dgm:bulletEnabled val="1"/>
        </dgm:presLayoutVars>
      </dgm:prSet>
      <dgm:spPr/>
    </dgm:pt>
    <dgm:pt modelId="{4410A09B-28F1-41A2-B3C3-D44C57DEC830}" type="pres">
      <dgm:prSet presAssocID="{8562B649-6E13-49AC-B7FF-69A8A393FED0}" presName="Parent" presStyleLbl="revTx" presStyleIdx="5" presStyleCnt="6">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AEB343C2-7655-4AEA-B13F-345603004458}" srcId="{BEF3CC0B-AC1F-480B-8407-D3AF3F1363D2}" destId="{6D45E825-6D31-4B0D-A0B1-230A753C6006}" srcOrd="1" destOrd="0" parTransId="{91D67C94-6321-4307-A333-0B06862D9DFC}" sibTransId="{1F0D5951-2039-4469-AFCC-CEDE93CC859D}"/>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8AB5BF9-32F4-44D7-A70B-48B457C25B25}" type="doc">
      <dgm:prSet loTypeId="urn:microsoft.com/office/officeart/2005/8/layout/equation1" loCatId="relationship" qsTypeId="urn:microsoft.com/office/officeart/2005/8/quickstyle/simple1" qsCatId="simple" csTypeId="urn:microsoft.com/office/officeart/2005/8/colors/colorful1" csCatId="colorful" phldr="1"/>
      <dgm:spPr/>
      <dgm:t>
        <a:bodyPr/>
        <a:lstStyle/>
        <a:p>
          <a:endParaRPr lang="fr-FR"/>
        </a:p>
      </dgm:t>
    </dgm:pt>
    <dgm:pt modelId="{A792453A-D9AD-4B46-AC83-BEB34AC5A0E9}">
      <dgm:prSet phldrT="[Texte]"/>
      <dgm:spPr/>
      <dgm:t>
        <a:bodyPr/>
        <a:lstStyle/>
        <a:p>
          <a:r>
            <a:rPr lang="fr-FR" dirty="0"/>
            <a:t>Scénarios stratégiques</a:t>
          </a:r>
        </a:p>
      </dgm:t>
    </dgm:pt>
    <dgm:pt modelId="{4E70219F-77D6-4C8A-9F96-966B5152B2FC}" type="parTrans" cxnId="{4B540DB0-08A3-484D-8B79-32D043D4BB6A}">
      <dgm:prSet/>
      <dgm:spPr/>
      <dgm:t>
        <a:bodyPr/>
        <a:lstStyle/>
        <a:p>
          <a:endParaRPr lang="fr-FR"/>
        </a:p>
      </dgm:t>
    </dgm:pt>
    <dgm:pt modelId="{D1FF800D-BA65-4AD5-9639-D9E58F0A38CC}" type="sibTrans" cxnId="{4B540DB0-08A3-484D-8B79-32D043D4BB6A}">
      <dgm:prSet/>
      <dgm:spPr/>
      <dgm:t>
        <a:bodyPr/>
        <a:lstStyle/>
        <a:p>
          <a:endParaRPr lang="fr-FR"/>
        </a:p>
      </dgm:t>
    </dgm:pt>
    <dgm:pt modelId="{2C81CCC1-84E7-4A8E-A137-4D0727E4CFC8}">
      <dgm:prSet phldrT="[Texte]"/>
      <dgm:spPr/>
      <dgm:t>
        <a:bodyPr/>
        <a:lstStyle/>
        <a:p>
          <a:r>
            <a:rPr lang="fr-FR" dirty="0"/>
            <a:t>Scénarios opérationnels</a:t>
          </a:r>
        </a:p>
      </dgm:t>
    </dgm:pt>
    <dgm:pt modelId="{C499910D-644E-4DED-88D5-BFC4ABD7CD0C}" type="parTrans" cxnId="{E513C0DD-3639-4950-98AC-F4E6A9DD4D79}">
      <dgm:prSet/>
      <dgm:spPr/>
      <dgm:t>
        <a:bodyPr/>
        <a:lstStyle/>
        <a:p>
          <a:endParaRPr lang="fr-FR"/>
        </a:p>
      </dgm:t>
    </dgm:pt>
    <dgm:pt modelId="{0EF11873-C3C7-46F3-B1C0-BDC0B18B89BA}" type="sibTrans" cxnId="{E513C0DD-3639-4950-98AC-F4E6A9DD4D79}">
      <dgm:prSet/>
      <dgm:spPr/>
      <dgm:t>
        <a:bodyPr/>
        <a:lstStyle/>
        <a:p>
          <a:endParaRPr lang="fr-FR"/>
        </a:p>
      </dgm:t>
    </dgm:pt>
    <dgm:pt modelId="{C4D466A4-2A98-4CA5-BFD0-40A058777FC5}">
      <dgm:prSet phldrT="[Texte]"/>
      <dgm:spPr/>
      <dgm:t>
        <a:bodyPr/>
        <a:lstStyle/>
        <a:p>
          <a:r>
            <a:rPr lang="fr-FR" dirty="0"/>
            <a:t>Événements redoutés</a:t>
          </a:r>
        </a:p>
      </dgm:t>
    </dgm:pt>
    <dgm:pt modelId="{D0B6B460-FE5B-402E-B855-A624124BA00D}" type="parTrans" cxnId="{70E06178-7FBF-4E03-95D0-1754B43EED20}">
      <dgm:prSet/>
      <dgm:spPr/>
      <dgm:t>
        <a:bodyPr/>
        <a:lstStyle/>
        <a:p>
          <a:endParaRPr lang="fr-FR"/>
        </a:p>
      </dgm:t>
    </dgm:pt>
    <dgm:pt modelId="{85648568-27FD-45AA-85F4-9CE399624894}" type="sibTrans" cxnId="{70E06178-7FBF-4E03-95D0-1754B43EED20}">
      <dgm:prSet/>
      <dgm:spPr/>
      <dgm:t>
        <a:bodyPr/>
        <a:lstStyle/>
        <a:p>
          <a:endParaRPr lang="fr-FR"/>
        </a:p>
      </dgm:t>
    </dgm:pt>
    <dgm:pt modelId="{DC9F5688-D6D2-433D-8D56-4863CA9F8F68}">
      <dgm:prSet phldrT="[Texte]"/>
      <dgm:spPr/>
      <dgm:t>
        <a:bodyPr/>
        <a:lstStyle/>
        <a:p>
          <a:r>
            <a:rPr lang="fr-FR" dirty="0"/>
            <a:t>Sources de risques</a:t>
          </a:r>
        </a:p>
      </dgm:t>
    </dgm:pt>
    <dgm:pt modelId="{B7E4620E-ECF7-4309-B715-93FD393A5B0B}" type="parTrans" cxnId="{6FF52444-8ED0-48A0-AA9C-656CBE0DC82F}">
      <dgm:prSet/>
      <dgm:spPr/>
      <dgm:t>
        <a:bodyPr/>
        <a:lstStyle/>
        <a:p>
          <a:endParaRPr lang="fr-FR"/>
        </a:p>
      </dgm:t>
    </dgm:pt>
    <dgm:pt modelId="{5040C8B8-A9BA-480A-9CE1-1E1F11B50BE9}" type="sibTrans" cxnId="{6FF52444-8ED0-48A0-AA9C-656CBE0DC82F}">
      <dgm:prSet/>
      <dgm:spPr/>
      <dgm:t>
        <a:bodyPr/>
        <a:lstStyle/>
        <a:p>
          <a:endParaRPr lang="fr-FR"/>
        </a:p>
      </dgm:t>
    </dgm:pt>
    <dgm:pt modelId="{B9F7A5DC-AAAB-479F-BF33-0C47E9A306FB}">
      <dgm:prSet phldrT="[Texte]"/>
      <dgm:spPr/>
      <dgm:t>
        <a:bodyPr/>
        <a:lstStyle/>
        <a:p>
          <a:r>
            <a:rPr lang="fr-FR"/>
            <a:t>Risques</a:t>
          </a:r>
          <a:endParaRPr lang="fr-FR" dirty="0"/>
        </a:p>
      </dgm:t>
    </dgm:pt>
    <dgm:pt modelId="{99A8B979-3B33-406A-99B1-0DE70388AC78}" type="parTrans" cxnId="{F409DED8-D025-4A83-93DA-2059D346649C}">
      <dgm:prSet/>
      <dgm:spPr/>
      <dgm:t>
        <a:bodyPr/>
        <a:lstStyle/>
        <a:p>
          <a:endParaRPr lang="fr-FR"/>
        </a:p>
      </dgm:t>
    </dgm:pt>
    <dgm:pt modelId="{62428CF8-224B-41EF-A771-A8BD0C20480B}" type="sibTrans" cxnId="{F409DED8-D025-4A83-93DA-2059D346649C}">
      <dgm:prSet/>
      <dgm:spPr/>
      <dgm:t>
        <a:bodyPr/>
        <a:lstStyle/>
        <a:p>
          <a:endParaRPr lang="fr-FR"/>
        </a:p>
      </dgm:t>
    </dgm:pt>
    <dgm:pt modelId="{851B7182-8196-44C3-AA47-5C65AC5E4CE1}" type="pres">
      <dgm:prSet presAssocID="{08AB5BF9-32F4-44D7-A70B-48B457C25B25}" presName="linearFlow" presStyleCnt="0">
        <dgm:presLayoutVars>
          <dgm:dir/>
          <dgm:resizeHandles val="exact"/>
        </dgm:presLayoutVars>
      </dgm:prSet>
      <dgm:spPr/>
    </dgm:pt>
    <dgm:pt modelId="{72693B0D-8492-4E77-849F-FAA233A4EA25}" type="pres">
      <dgm:prSet presAssocID="{DC9F5688-D6D2-433D-8D56-4863CA9F8F68}" presName="node" presStyleLbl="node1" presStyleIdx="0" presStyleCnt="5">
        <dgm:presLayoutVars>
          <dgm:bulletEnabled val="1"/>
        </dgm:presLayoutVars>
      </dgm:prSet>
      <dgm:spPr/>
    </dgm:pt>
    <dgm:pt modelId="{A80A9E30-4EB2-4123-B941-22A8230EB283}" type="pres">
      <dgm:prSet presAssocID="{5040C8B8-A9BA-480A-9CE1-1E1F11B50BE9}" presName="spacerL" presStyleCnt="0"/>
      <dgm:spPr/>
    </dgm:pt>
    <dgm:pt modelId="{6A2ABA87-74E1-40AC-A33E-D3B90C983FD2}" type="pres">
      <dgm:prSet presAssocID="{5040C8B8-A9BA-480A-9CE1-1E1F11B50BE9}" presName="sibTrans" presStyleLbl="sibTrans2D1" presStyleIdx="0" presStyleCnt="4"/>
      <dgm:spPr/>
    </dgm:pt>
    <dgm:pt modelId="{3ECF54C4-6E62-478D-AD98-41C37F357A1F}" type="pres">
      <dgm:prSet presAssocID="{5040C8B8-A9BA-480A-9CE1-1E1F11B50BE9}" presName="spacerR" presStyleCnt="0"/>
      <dgm:spPr/>
    </dgm:pt>
    <dgm:pt modelId="{5264C58B-54FC-4BF4-8986-6478635E3250}" type="pres">
      <dgm:prSet presAssocID="{A792453A-D9AD-4B46-AC83-BEB34AC5A0E9}" presName="node" presStyleLbl="node1" presStyleIdx="1" presStyleCnt="5">
        <dgm:presLayoutVars>
          <dgm:bulletEnabled val="1"/>
        </dgm:presLayoutVars>
      </dgm:prSet>
      <dgm:spPr/>
    </dgm:pt>
    <dgm:pt modelId="{FCB53C8F-6BB2-4030-B005-5974D4709868}" type="pres">
      <dgm:prSet presAssocID="{D1FF800D-BA65-4AD5-9639-D9E58F0A38CC}" presName="spacerL" presStyleCnt="0"/>
      <dgm:spPr/>
    </dgm:pt>
    <dgm:pt modelId="{993AA5CE-50E7-43C8-8D05-A323897E22F2}" type="pres">
      <dgm:prSet presAssocID="{D1FF800D-BA65-4AD5-9639-D9E58F0A38CC}" presName="sibTrans" presStyleLbl="sibTrans2D1" presStyleIdx="1" presStyleCnt="4"/>
      <dgm:spPr/>
    </dgm:pt>
    <dgm:pt modelId="{813A7A2E-6BD5-413E-A89B-646110141988}" type="pres">
      <dgm:prSet presAssocID="{D1FF800D-BA65-4AD5-9639-D9E58F0A38CC}" presName="spacerR" presStyleCnt="0"/>
      <dgm:spPr/>
    </dgm:pt>
    <dgm:pt modelId="{2C19DDB2-8F92-4618-80EA-B6FF34724A89}" type="pres">
      <dgm:prSet presAssocID="{2C81CCC1-84E7-4A8E-A137-4D0727E4CFC8}" presName="node" presStyleLbl="node1" presStyleIdx="2" presStyleCnt="5">
        <dgm:presLayoutVars>
          <dgm:bulletEnabled val="1"/>
        </dgm:presLayoutVars>
      </dgm:prSet>
      <dgm:spPr/>
    </dgm:pt>
    <dgm:pt modelId="{072EDF75-60AE-4EC7-9710-9D17F984531E}" type="pres">
      <dgm:prSet presAssocID="{0EF11873-C3C7-46F3-B1C0-BDC0B18B89BA}" presName="spacerL" presStyleCnt="0"/>
      <dgm:spPr/>
    </dgm:pt>
    <dgm:pt modelId="{E311EDD1-3B08-45A0-9A7D-72A0227EA755}" type="pres">
      <dgm:prSet presAssocID="{0EF11873-C3C7-46F3-B1C0-BDC0B18B89BA}" presName="sibTrans" presStyleLbl="sibTrans2D1" presStyleIdx="2" presStyleCnt="4"/>
      <dgm:spPr/>
    </dgm:pt>
    <dgm:pt modelId="{3DB919C2-6C23-4821-8252-8AE4321A9672}" type="pres">
      <dgm:prSet presAssocID="{0EF11873-C3C7-46F3-B1C0-BDC0B18B89BA}" presName="spacerR" presStyleCnt="0"/>
      <dgm:spPr/>
    </dgm:pt>
    <dgm:pt modelId="{F67DD40B-071B-4718-A053-97E54EAD9296}" type="pres">
      <dgm:prSet presAssocID="{C4D466A4-2A98-4CA5-BFD0-40A058777FC5}" presName="node" presStyleLbl="node1" presStyleIdx="3" presStyleCnt="5">
        <dgm:presLayoutVars>
          <dgm:bulletEnabled val="1"/>
        </dgm:presLayoutVars>
      </dgm:prSet>
      <dgm:spPr/>
    </dgm:pt>
    <dgm:pt modelId="{4460AF16-10A5-4A9B-B3B4-5BCCC07D5592}" type="pres">
      <dgm:prSet presAssocID="{85648568-27FD-45AA-85F4-9CE399624894}" presName="spacerL" presStyleCnt="0"/>
      <dgm:spPr/>
    </dgm:pt>
    <dgm:pt modelId="{DDEA8A3F-2008-42C2-9641-04F829AA2C8C}" type="pres">
      <dgm:prSet presAssocID="{85648568-27FD-45AA-85F4-9CE399624894}" presName="sibTrans" presStyleLbl="sibTrans2D1" presStyleIdx="3" presStyleCnt="4"/>
      <dgm:spPr/>
    </dgm:pt>
    <dgm:pt modelId="{F494AEC4-7369-4EBB-BBDB-D50782323A62}" type="pres">
      <dgm:prSet presAssocID="{85648568-27FD-45AA-85F4-9CE399624894}" presName="spacerR" presStyleCnt="0"/>
      <dgm:spPr/>
    </dgm:pt>
    <dgm:pt modelId="{D984094A-3110-4385-852A-FDC757C82CA6}" type="pres">
      <dgm:prSet presAssocID="{B9F7A5DC-AAAB-479F-BF33-0C47E9A306FB}" presName="node" presStyleLbl="node1" presStyleIdx="4" presStyleCnt="5">
        <dgm:presLayoutVars>
          <dgm:bulletEnabled val="1"/>
        </dgm:presLayoutVars>
      </dgm:prSet>
      <dgm:spPr/>
    </dgm:pt>
  </dgm:ptLst>
  <dgm:cxnLst>
    <dgm:cxn modelId="{21FB3A21-BB65-4650-B701-0D0039D57741}" type="presOf" srcId="{08AB5BF9-32F4-44D7-A70B-48B457C25B25}" destId="{851B7182-8196-44C3-AA47-5C65AC5E4CE1}" srcOrd="0" destOrd="0" presId="urn:microsoft.com/office/officeart/2005/8/layout/equation1"/>
    <dgm:cxn modelId="{1FBD0428-DF4B-4EC0-B4A5-A5DBAD0ADC36}" type="presOf" srcId="{0EF11873-C3C7-46F3-B1C0-BDC0B18B89BA}" destId="{E311EDD1-3B08-45A0-9A7D-72A0227EA755}" srcOrd="0" destOrd="0" presId="urn:microsoft.com/office/officeart/2005/8/layout/equation1"/>
    <dgm:cxn modelId="{CF41C02B-96C1-4713-93B0-97D21DEA42CD}" type="presOf" srcId="{85648568-27FD-45AA-85F4-9CE399624894}" destId="{DDEA8A3F-2008-42C2-9641-04F829AA2C8C}" srcOrd="0" destOrd="0" presId="urn:microsoft.com/office/officeart/2005/8/layout/equation1"/>
    <dgm:cxn modelId="{7E54043B-C148-4C66-8199-8A021E1A0112}" type="presOf" srcId="{B9F7A5DC-AAAB-479F-BF33-0C47E9A306FB}" destId="{D984094A-3110-4385-852A-FDC757C82CA6}" srcOrd="0" destOrd="0" presId="urn:microsoft.com/office/officeart/2005/8/layout/equation1"/>
    <dgm:cxn modelId="{6FF52444-8ED0-48A0-AA9C-656CBE0DC82F}" srcId="{08AB5BF9-32F4-44D7-A70B-48B457C25B25}" destId="{DC9F5688-D6D2-433D-8D56-4863CA9F8F68}" srcOrd="0" destOrd="0" parTransId="{B7E4620E-ECF7-4309-B715-93FD393A5B0B}" sibTransId="{5040C8B8-A9BA-480A-9CE1-1E1F11B50BE9}"/>
    <dgm:cxn modelId="{70E06178-7FBF-4E03-95D0-1754B43EED20}" srcId="{08AB5BF9-32F4-44D7-A70B-48B457C25B25}" destId="{C4D466A4-2A98-4CA5-BFD0-40A058777FC5}" srcOrd="3" destOrd="0" parTransId="{D0B6B460-FE5B-402E-B855-A624124BA00D}" sibTransId="{85648568-27FD-45AA-85F4-9CE399624894}"/>
    <dgm:cxn modelId="{1ACFFF8F-8311-46BC-9C5D-3C3EEAC7BDFC}" type="presOf" srcId="{DC9F5688-D6D2-433D-8D56-4863CA9F8F68}" destId="{72693B0D-8492-4E77-849F-FAA233A4EA25}" srcOrd="0" destOrd="0" presId="urn:microsoft.com/office/officeart/2005/8/layout/equation1"/>
    <dgm:cxn modelId="{E58CACA6-81E1-454B-9323-FAF3673F8218}" type="presOf" srcId="{5040C8B8-A9BA-480A-9CE1-1E1F11B50BE9}" destId="{6A2ABA87-74E1-40AC-A33E-D3B90C983FD2}" srcOrd="0" destOrd="0" presId="urn:microsoft.com/office/officeart/2005/8/layout/equation1"/>
    <dgm:cxn modelId="{20D107AC-90F7-4A1F-8D62-A583315D6BC7}" type="presOf" srcId="{D1FF800D-BA65-4AD5-9639-D9E58F0A38CC}" destId="{993AA5CE-50E7-43C8-8D05-A323897E22F2}" srcOrd="0" destOrd="0" presId="urn:microsoft.com/office/officeart/2005/8/layout/equation1"/>
    <dgm:cxn modelId="{4B540DB0-08A3-484D-8B79-32D043D4BB6A}" srcId="{08AB5BF9-32F4-44D7-A70B-48B457C25B25}" destId="{A792453A-D9AD-4B46-AC83-BEB34AC5A0E9}" srcOrd="1" destOrd="0" parTransId="{4E70219F-77D6-4C8A-9F96-966B5152B2FC}" sibTransId="{D1FF800D-BA65-4AD5-9639-D9E58F0A38CC}"/>
    <dgm:cxn modelId="{E3E7A4B0-5E31-4CF1-8A78-31F042D72C6A}" type="presOf" srcId="{2C81CCC1-84E7-4A8E-A137-4D0727E4CFC8}" destId="{2C19DDB2-8F92-4618-80EA-B6FF34724A89}" srcOrd="0" destOrd="0" presId="urn:microsoft.com/office/officeart/2005/8/layout/equation1"/>
    <dgm:cxn modelId="{5A40B2BD-EE48-4EFA-96C0-131C03AE0E88}" type="presOf" srcId="{C4D466A4-2A98-4CA5-BFD0-40A058777FC5}" destId="{F67DD40B-071B-4718-A053-97E54EAD9296}" srcOrd="0" destOrd="0" presId="urn:microsoft.com/office/officeart/2005/8/layout/equation1"/>
    <dgm:cxn modelId="{67FC66C8-58C8-4032-BED2-6615E0AD0BFF}" type="presOf" srcId="{A792453A-D9AD-4B46-AC83-BEB34AC5A0E9}" destId="{5264C58B-54FC-4BF4-8986-6478635E3250}" srcOrd="0" destOrd="0" presId="urn:microsoft.com/office/officeart/2005/8/layout/equation1"/>
    <dgm:cxn modelId="{F409DED8-D025-4A83-93DA-2059D346649C}" srcId="{08AB5BF9-32F4-44D7-A70B-48B457C25B25}" destId="{B9F7A5DC-AAAB-479F-BF33-0C47E9A306FB}" srcOrd="4" destOrd="0" parTransId="{99A8B979-3B33-406A-99B1-0DE70388AC78}" sibTransId="{62428CF8-224B-41EF-A771-A8BD0C20480B}"/>
    <dgm:cxn modelId="{E513C0DD-3639-4950-98AC-F4E6A9DD4D79}" srcId="{08AB5BF9-32F4-44D7-A70B-48B457C25B25}" destId="{2C81CCC1-84E7-4A8E-A137-4D0727E4CFC8}" srcOrd="2" destOrd="0" parTransId="{C499910D-644E-4DED-88D5-BFC4ABD7CD0C}" sibTransId="{0EF11873-C3C7-46F3-B1C0-BDC0B18B89BA}"/>
    <dgm:cxn modelId="{316FA954-516D-41EA-A5D1-D303F8E95459}" type="presParOf" srcId="{851B7182-8196-44C3-AA47-5C65AC5E4CE1}" destId="{72693B0D-8492-4E77-849F-FAA233A4EA25}" srcOrd="0" destOrd="0" presId="urn:microsoft.com/office/officeart/2005/8/layout/equation1"/>
    <dgm:cxn modelId="{5CBF3A53-4F8D-457B-9032-15F485A7455C}" type="presParOf" srcId="{851B7182-8196-44C3-AA47-5C65AC5E4CE1}" destId="{A80A9E30-4EB2-4123-B941-22A8230EB283}" srcOrd="1" destOrd="0" presId="urn:microsoft.com/office/officeart/2005/8/layout/equation1"/>
    <dgm:cxn modelId="{8B7C3035-3ED4-4BA8-B7B9-2872C74BBE28}" type="presParOf" srcId="{851B7182-8196-44C3-AA47-5C65AC5E4CE1}" destId="{6A2ABA87-74E1-40AC-A33E-D3B90C983FD2}" srcOrd="2" destOrd="0" presId="urn:microsoft.com/office/officeart/2005/8/layout/equation1"/>
    <dgm:cxn modelId="{62027575-61AB-49A2-8465-C0836B44F9D3}" type="presParOf" srcId="{851B7182-8196-44C3-AA47-5C65AC5E4CE1}" destId="{3ECF54C4-6E62-478D-AD98-41C37F357A1F}" srcOrd="3" destOrd="0" presId="urn:microsoft.com/office/officeart/2005/8/layout/equation1"/>
    <dgm:cxn modelId="{17A86C39-25F6-48DB-8926-5289125057C3}" type="presParOf" srcId="{851B7182-8196-44C3-AA47-5C65AC5E4CE1}" destId="{5264C58B-54FC-4BF4-8986-6478635E3250}" srcOrd="4" destOrd="0" presId="urn:microsoft.com/office/officeart/2005/8/layout/equation1"/>
    <dgm:cxn modelId="{9C620C92-6010-455D-957A-A140E92FCE1C}" type="presParOf" srcId="{851B7182-8196-44C3-AA47-5C65AC5E4CE1}" destId="{FCB53C8F-6BB2-4030-B005-5974D4709868}" srcOrd="5" destOrd="0" presId="urn:microsoft.com/office/officeart/2005/8/layout/equation1"/>
    <dgm:cxn modelId="{6D0700B5-3881-4610-B348-5B2D3015E2F1}" type="presParOf" srcId="{851B7182-8196-44C3-AA47-5C65AC5E4CE1}" destId="{993AA5CE-50E7-43C8-8D05-A323897E22F2}" srcOrd="6" destOrd="0" presId="urn:microsoft.com/office/officeart/2005/8/layout/equation1"/>
    <dgm:cxn modelId="{8E5AA831-6BE0-4937-B15B-066E42B5C2F3}" type="presParOf" srcId="{851B7182-8196-44C3-AA47-5C65AC5E4CE1}" destId="{813A7A2E-6BD5-413E-A89B-646110141988}" srcOrd="7" destOrd="0" presId="urn:microsoft.com/office/officeart/2005/8/layout/equation1"/>
    <dgm:cxn modelId="{0C0E58D7-E32D-4B51-B437-9286B58E1A54}" type="presParOf" srcId="{851B7182-8196-44C3-AA47-5C65AC5E4CE1}" destId="{2C19DDB2-8F92-4618-80EA-B6FF34724A89}" srcOrd="8" destOrd="0" presId="urn:microsoft.com/office/officeart/2005/8/layout/equation1"/>
    <dgm:cxn modelId="{F9A9974F-D55E-46D0-B899-B314D4A4EB17}" type="presParOf" srcId="{851B7182-8196-44C3-AA47-5C65AC5E4CE1}" destId="{072EDF75-60AE-4EC7-9710-9D17F984531E}" srcOrd="9" destOrd="0" presId="urn:microsoft.com/office/officeart/2005/8/layout/equation1"/>
    <dgm:cxn modelId="{B23A3295-AB59-4BDD-8E82-AFB55C36F76F}" type="presParOf" srcId="{851B7182-8196-44C3-AA47-5C65AC5E4CE1}" destId="{E311EDD1-3B08-45A0-9A7D-72A0227EA755}" srcOrd="10" destOrd="0" presId="urn:microsoft.com/office/officeart/2005/8/layout/equation1"/>
    <dgm:cxn modelId="{B7A06317-D097-4B5B-BA10-5E2B393483DA}" type="presParOf" srcId="{851B7182-8196-44C3-AA47-5C65AC5E4CE1}" destId="{3DB919C2-6C23-4821-8252-8AE4321A9672}" srcOrd="11" destOrd="0" presId="urn:microsoft.com/office/officeart/2005/8/layout/equation1"/>
    <dgm:cxn modelId="{BF090004-1F21-4ED7-BD7F-6CF40719B584}" type="presParOf" srcId="{851B7182-8196-44C3-AA47-5C65AC5E4CE1}" destId="{F67DD40B-071B-4718-A053-97E54EAD9296}" srcOrd="12" destOrd="0" presId="urn:microsoft.com/office/officeart/2005/8/layout/equation1"/>
    <dgm:cxn modelId="{91625691-727F-4CDE-A8C4-F325FAAC8682}" type="presParOf" srcId="{851B7182-8196-44C3-AA47-5C65AC5E4CE1}" destId="{4460AF16-10A5-4A9B-B3B4-5BCCC07D5592}" srcOrd="13" destOrd="0" presId="urn:microsoft.com/office/officeart/2005/8/layout/equation1"/>
    <dgm:cxn modelId="{497873F4-2270-423C-823A-4FB2313A6EE3}" type="presParOf" srcId="{851B7182-8196-44C3-AA47-5C65AC5E4CE1}" destId="{DDEA8A3F-2008-42C2-9641-04F829AA2C8C}" srcOrd="14" destOrd="0" presId="urn:microsoft.com/office/officeart/2005/8/layout/equation1"/>
    <dgm:cxn modelId="{3350ACAF-3449-41E9-8073-6A0E0D54212D}" type="presParOf" srcId="{851B7182-8196-44C3-AA47-5C65AC5E4CE1}" destId="{F494AEC4-7369-4EBB-BBDB-D50782323A62}" srcOrd="15" destOrd="0" presId="urn:microsoft.com/office/officeart/2005/8/layout/equation1"/>
    <dgm:cxn modelId="{248CCFD0-2444-412B-A2AA-791352B03E8D}" type="presParOf" srcId="{851B7182-8196-44C3-AA47-5C65AC5E4CE1}" destId="{D984094A-3110-4385-852A-FDC757C82CA6}" srcOrd="16"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7">
        <dgm:presLayoutVars>
          <dgm:chMax val="0"/>
          <dgm:chPref val="0"/>
          <dgm:bulletEnabled val="1"/>
        </dgm:presLayoutVars>
      </dgm:prSet>
      <dgm:spPr/>
    </dgm:pt>
    <dgm:pt modelId="{B2250889-16EC-44BC-9C81-52039955D740}" type="pres">
      <dgm:prSet presAssocID="{40D612D8-3E6B-4050-968B-2488B3E2C696}" presName="Parent" presStyleLbl="revTx" presStyleIdx="1" presStyleCnt="7">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7">
        <dgm:presLayoutVars>
          <dgm:chMax val="0"/>
          <dgm:chPref val="0"/>
          <dgm:bulletEnabled val="1"/>
        </dgm:presLayoutVars>
      </dgm:prSet>
      <dgm:spPr/>
    </dgm:pt>
    <dgm:pt modelId="{E60EE4FD-EE2C-456F-BD19-3E560B6849CB}" type="pres">
      <dgm:prSet presAssocID="{BEF3CC0B-AC1F-480B-8407-D3AF3F1363D2}" presName="Parent" presStyleLbl="revTx" presStyleIdx="3" presStyleCnt="7">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7">
        <dgm:presLayoutVars>
          <dgm:chMax val="0"/>
          <dgm:chPref val="0"/>
          <dgm:bulletEnabled val="1"/>
        </dgm:presLayoutVars>
      </dgm:prSet>
      <dgm:spPr/>
    </dgm:pt>
    <dgm:pt modelId="{35EDC56F-113A-4C1E-81CF-AC8F17D00922}" type="pres">
      <dgm:prSet presAssocID="{CDB2D20E-04E3-48B1-B9D6-B6A0FB5D9655}" presName="Parent" presStyleLbl="revTx" presStyleIdx="5" presStyleCnt="7">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5" presStyleCnt="7">
        <dgm:presLayoutVars>
          <dgm:chMax val="0"/>
          <dgm:chPref val="0"/>
          <dgm:bulletEnabled val="1"/>
        </dgm:presLayoutVars>
      </dgm:prSet>
      <dgm:spPr/>
    </dgm:pt>
    <dgm:pt modelId="{4410A09B-28F1-41A2-B3C3-D44C57DEC830}" type="pres">
      <dgm:prSet presAssocID="{8562B649-6E13-49AC-B7FF-69A8A393FED0}" presName="Parent" presStyleLbl="revTx" presStyleIdx="6" presStyleCnt="7">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8F92D4D-FC3F-4CC2-BAAB-701AC3A8D94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717189EA-7199-40F9-A3DC-2A4B2C3DE879}">
      <dgm:prSet phldrT="[Texte]"/>
      <dgm:spPr/>
      <dgm:t>
        <a:bodyPr/>
        <a:lstStyle/>
        <a:p>
          <a:pPr>
            <a:buFont typeface="+mj-lt"/>
            <a:buAutoNum type="arabicPeriod"/>
          </a:pPr>
          <a:r>
            <a:rPr lang="fr-FR" b="1" dirty="0"/>
            <a:t>Réduire</a:t>
          </a:r>
          <a:r>
            <a:rPr lang="fr-FR" dirty="0"/>
            <a:t> le risque</a:t>
          </a:r>
        </a:p>
      </dgm:t>
    </dgm:pt>
    <dgm:pt modelId="{0D19E4FF-5DF6-46B2-B1F0-3B40A150C38B}" type="parTrans" cxnId="{52D39EA8-8B09-40AD-868C-20B033995899}">
      <dgm:prSet/>
      <dgm:spPr/>
      <dgm:t>
        <a:bodyPr/>
        <a:lstStyle/>
        <a:p>
          <a:endParaRPr lang="fr-FR"/>
        </a:p>
      </dgm:t>
    </dgm:pt>
    <dgm:pt modelId="{F6DD57B0-86B0-4D02-87CA-866BFFF9B9EC}" type="sibTrans" cxnId="{52D39EA8-8B09-40AD-868C-20B033995899}">
      <dgm:prSet/>
      <dgm:spPr/>
      <dgm:t>
        <a:bodyPr/>
        <a:lstStyle/>
        <a:p>
          <a:endParaRPr lang="fr-FR"/>
        </a:p>
      </dgm:t>
    </dgm:pt>
    <dgm:pt modelId="{A448AF70-BDD9-45B3-95C8-3127BD9CE8F6}">
      <dgm:prSet/>
      <dgm:spPr/>
      <dgm:t>
        <a:bodyPr/>
        <a:lstStyle/>
        <a:p>
          <a:r>
            <a:rPr lang="fr-FR" b="1" dirty="0"/>
            <a:t>Refuser</a:t>
          </a:r>
          <a:r>
            <a:rPr lang="fr-FR" dirty="0"/>
            <a:t> le risque</a:t>
          </a:r>
        </a:p>
      </dgm:t>
    </dgm:pt>
    <dgm:pt modelId="{8ED2EDE5-8924-45C4-8ED7-0F594223AD0B}" type="parTrans" cxnId="{7B54DF8B-E30D-41B3-8066-172B09BB260A}">
      <dgm:prSet/>
      <dgm:spPr/>
      <dgm:t>
        <a:bodyPr/>
        <a:lstStyle/>
        <a:p>
          <a:endParaRPr lang="fr-FR"/>
        </a:p>
      </dgm:t>
    </dgm:pt>
    <dgm:pt modelId="{4F261510-08F4-41F4-898C-8516D96307D6}" type="sibTrans" cxnId="{7B54DF8B-E30D-41B3-8066-172B09BB260A}">
      <dgm:prSet/>
      <dgm:spPr/>
      <dgm:t>
        <a:bodyPr/>
        <a:lstStyle/>
        <a:p>
          <a:endParaRPr lang="fr-FR"/>
        </a:p>
      </dgm:t>
    </dgm:pt>
    <dgm:pt modelId="{A2F3413C-248E-4D6D-82D0-4ECF66BE42B2}">
      <dgm:prSet/>
      <dgm:spPr/>
      <dgm:t>
        <a:bodyPr/>
        <a:lstStyle/>
        <a:p>
          <a:r>
            <a:rPr lang="fr-FR" b="1" dirty="0"/>
            <a:t>Partager</a:t>
          </a:r>
          <a:r>
            <a:rPr lang="fr-FR" dirty="0"/>
            <a:t> le risque</a:t>
          </a:r>
        </a:p>
      </dgm:t>
    </dgm:pt>
    <dgm:pt modelId="{4364E902-A607-4E94-90E7-301B905A00E3}" type="parTrans" cxnId="{D3E72D1B-10BF-47E1-B191-347F59350E60}">
      <dgm:prSet/>
      <dgm:spPr/>
      <dgm:t>
        <a:bodyPr/>
        <a:lstStyle/>
        <a:p>
          <a:endParaRPr lang="fr-FR"/>
        </a:p>
      </dgm:t>
    </dgm:pt>
    <dgm:pt modelId="{8A33D9AD-277A-4AC3-9ED9-CF0E11F09712}" type="sibTrans" cxnId="{D3E72D1B-10BF-47E1-B191-347F59350E60}">
      <dgm:prSet/>
      <dgm:spPr/>
      <dgm:t>
        <a:bodyPr/>
        <a:lstStyle/>
        <a:p>
          <a:endParaRPr lang="fr-FR"/>
        </a:p>
      </dgm:t>
    </dgm:pt>
    <dgm:pt modelId="{E6D21303-C464-470B-94B1-56E18CCCE990}">
      <dgm:prSet/>
      <dgm:spPr/>
      <dgm:t>
        <a:bodyPr/>
        <a:lstStyle/>
        <a:p>
          <a:r>
            <a:rPr lang="fr-FR" b="1" dirty="0"/>
            <a:t>Prendre</a:t>
          </a:r>
          <a:r>
            <a:rPr lang="fr-FR" dirty="0"/>
            <a:t> le risque</a:t>
          </a:r>
        </a:p>
      </dgm:t>
    </dgm:pt>
    <dgm:pt modelId="{D54B6999-28D3-4CE8-847E-770F5C0FAFBE}" type="parTrans" cxnId="{3946F62C-C408-4FC8-A069-4ECF63E1F713}">
      <dgm:prSet/>
      <dgm:spPr/>
      <dgm:t>
        <a:bodyPr/>
        <a:lstStyle/>
        <a:p>
          <a:endParaRPr lang="fr-FR"/>
        </a:p>
      </dgm:t>
    </dgm:pt>
    <dgm:pt modelId="{8F82E0DD-73FF-4522-AA07-7EB7CB8999CF}" type="sibTrans" cxnId="{3946F62C-C408-4FC8-A069-4ECF63E1F713}">
      <dgm:prSet/>
      <dgm:spPr/>
      <dgm:t>
        <a:bodyPr/>
        <a:lstStyle/>
        <a:p>
          <a:endParaRPr lang="fr-FR"/>
        </a:p>
      </dgm:t>
    </dgm:pt>
    <dgm:pt modelId="{DA527F25-A72B-44CF-9F9E-353594519642}">
      <dgm:prSet phldrT="[Texte]"/>
      <dgm:spPr/>
      <dgm:t>
        <a:bodyPr/>
        <a:lstStyle/>
        <a:p>
          <a:pPr>
            <a:buFont typeface="Arial" panose="020B0604020202020204" pitchFamily="34" charset="0"/>
            <a:buChar char="•"/>
          </a:pPr>
          <a:r>
            <a:rPr lang="fr-FR" dirty="0"/>
            <a:t>Appliquer des mesures pour réduire la vraisemblance, ou éventuellement la gravité (pas simple !) du risque</a:t>
          </a:r>
        </a:p>
      </dgm:t>
    </dgm:pt>
    <dgm:pt modelId="{6F06BB0E-F97D-4693-860E-62B3FB6644DD}" type="parTrans" cxnId="{5D276875-A2CB-4834-B1F3-F8360AF9380A}">
      <dgm:prSet/>
      <dgm:spPr/>
      <dgm:t>
        <a:bodyPr/>
        <a:lstStyle/>
        <a:p>
          <a:endParaRPr lang="fr-FR"/>
        </a:p>
      </dgm:t>
    </dgm:pt>
    <dgm:pt modelId="{3D979BD2-F9FF-4C3E-A450-2371BB02C566}" type="sibTrans" cxnId="{5D276875-A2CB-4834-B1F3-F8360AF9380A}">
      <dgm:prSet/>
      <dgm:spPr/>
      <dgm:t>
        <a:bodyPr/>
        <a:lstStyle/>
        <a:p>
          <a:endParaRPr lang="fr-FR"/>
        </a:p>
      </dgm:t>
    </dgm:pt>
    <dgm:pt modelId="{BFF0EC72-D720-4436-AFC6-02A85BDE86DE}">
      <dgm:prSet/>
      <dgm:spPr/>
      <dgm:t>
        <a:bodyPr/>
        <a:lstStyle/>
        <a:p>
          <a:r>
            <a:rPr lang="fr-FR" dirty="0"/>
            <a:t>Appliquer des mesures pour réduire, arrêter ou ne pas démarrer, l'activité porteuse du risque</a:t>
          </a:r>
        </a:p>
      </dgm:t>
    </dgm:pt>
    <dgm:pt modelId="{9C4F2347-E92F-4B09-9C55-2FFEEF881531}" type="parTrans" cxnId="{BDFA6144-801D-4F85-BC2D-86E42533DF2F}">
      <dgm:prSet/>
      <dgm:spPr/>
      <dgm:t>
        <a:bodyPr/>
        <a:lstStyle/>
        <a:p>
          <a:endParaRPr lang="fr-FR"/>
        </a:p>
      </dgm:t>
    </dgm:pt>
    <dgm:pt modelId="{FAABF377-8BD5-4067-A373-ED7FA26A7EA9}" type="sibTrans" cxnId="{BDFA6144-801D-4F85-BC2D-86E42533DF2F}">
      <dgm:prSet/>
      <dgm:spPr/>
      <dgm:t>
        <a:bodyPr/>
        <a:lstStyle/>
        <a:p>
          <a:endParaRPr lang="fr-FR"/>
        </a:p>
      </dgm:t>
    </dgm:pt>
    <dgm:pt modelId="{553317A2-3279-4170-BA0E-8D451FF6CFB9}">
      <dgm:prSet/>
      <dgm:spPr/>
      <dgm:t>
        <a:bodyPr/>
        <a:lstStyle/>
        <a:p>
          <a:r>
            <a:rPr lang="fr-FR" dirty="0"/>
            <a:t>Appliquer des mesures pour transférer tout ou partie du risque à un tiers (ex : partager des conséquences via une assurance)</a:t>
          </a:r>
        </a:p>
      </dgm:t>
    </dgm:pt>
    <dgm:pt modelId="{29A3D404-76AF-44CA-B3CF-C4BEEB245944}" type="parTrans" cxnId="{0583BF3E-AEC7-486A-9183-51E1CF702C61}">
      <dgm:prSet/>
      <dgm:spPr/>
      <dgm:t>
        <a:bodyPr/>
        <a:lstStyle/>
        <a:p>
          <a:endParaRPr lang="fr-FR"/>
        </a:p>
      </dgm:t>
    </dgm:pt>
    <dgm:pt modelId="{354FEC90-2F19-42F2-B97D-08B39A8D28B9}" type="sibTrans" cxnId="{0583BF3E-AEC7-486A-9183-51E1CF702C61}">
      <dgm:prSet/>
      <dgm:spPr/>
      <dgm:t>
        <a:bodyPr/>
        <a:lstStyle/>
        <a:p>
          <a:endParaRPr lang="fr-FR"/>
        </a:p>
      </dgm:t>
    </dgm:pt>
    <dgm:pt modelId="{F69299DD-55F8-40EB-B11D-E7B1F64F0671}">
      <dgm:prSet/>
      <dgm:spPr/>
      <dgm:t>
        <a:bodyPr/>
        <a:lstStyle/>
        <a:p>
          <a:r>
            <a:rPr lang="fr-FR" dirty="0"/>
            <a:t>Maintenir le risque à son niveau</a:t>
          </a:r>
        </a:p>
      </dgm:t>
    </dgm:pt>
    <dgm:pt modelId="{DD8FB7EF-4401-4B04-8E4F-C00E1C5D21E9}" type="parTrans" cxnId="{12E86FF9-17A6-42BD-A309-40A4814F7C3C}">
      <dgm:prSet/>
      <dgm:spPr/>
      <dgm:t>
        <a:bodyPr/>
        <a:lstStyle/>
        <a:p>
          <a:endParaRPr lang="fr-FR"/>
        </a:p>
      </dgm:t>
    </dgm:pt>
    <dgm:pt modelId="{9882CB56-B08D-4428-A2A9-4DCD861BD63A}" type="sibTrans" cxnId="{12E86FF9-17A6-42BD-A309-40A4814F7C3C}">
      <dgm:prSet/>
      <dgm:spPr/>
      <dgm:t>
        <a:bodyPr/>
        <a:lstStyle/>
        <a:p>
          <a:endParaRPr lang="fr-FR"/>
        </a:p>
      </dgm:t>
    </dgm:pt>
    <dgm:pt modelId="{7BECBE9B-2794-4BB7-A6DE-445BF83BB579}" type="pres">
      <dgm:prSet presAssocID="{C8F92D4D-FC3F-4CC2-BAAB-701AC3A8D943}" presName="Name0" presStyleCnt="0">
        <dgm:presLayoutVars>
          <dgm:dir/>
          <dgm:animLvl val="lvl"/>
          <dgm:resizeHandles val="exact"/>
        </dgm:presLayoutVars>
      </dgm:prSet>
      <dgm:spPr/>
    </dgm:pt>
    <dgm:pt modelId="{B0867FC5-D88B-42F5-B616-97EA533F7087}" type="pres">
      <dgm:prSet presAssocID="{717189EA-7199-40F9-A3DC-2A4B2C3DE879}" presName="composite" presStyleCnt="0"/>
      <dgm:spPr/>
    </dgm:pt>
    <dgm:pt modelId="{E20F00E4-5976-4775-A517-76743D3BE812}" type="pres">
      <dgm:prSet presAssocID="{717189EA-7199-40F9-A3DC-2A4B2C3DE879}" presName="parTx" presStyleLbl="alignNode1" presStyleIdx="0" presStyleCnt="4">
        <dgm:presLayoutVars>
          <dgm:chMax val="0"/>
          <dgm:chPref val="0"/>
          <dgm:bulletEnabled val="1"/>
        </dgm:presLayoutVars>
      </dgm:prSet>
      <dgm:spPr/>
    </dgm:pt>
    <dgm:pt modelId="{B3AE5F7E-70A5-47D6-AAAB-0A84735DAD6D}" type="pres">
      <dgm:prSet presAssocID="{717189EA-7199-40F9-A3DC-2A4B2C3DE879}" presName="desTx" presStyleLbl="alignAccFollowNode1" presStyleIdx="0" presStyleCnt="4">
        <dgm:presLayoutVars>
          <dgm:bulletEnabled val="1"/>
        </dgm:presLayoutVars>
      </dgm:prSet>
      <dgm:spPr/>
    </dgm:pt>
    <dgm:pt modelId="{AE0C8141-4F01-43C6-B0EB-BC944A64D038}" type="pres">
      <dgm:prSet presAssocID="{F6DD57B0-86B0-4D02-87CA-866BFFF9B9EC}" presName="space" presStyleCnt="0"/>
      <dgm:spPr/>
    </dgm:pt>
    <dgm:pt modelId="{9D039BDD-4999-44E8-90E2-540F214A143B}" type="pres">
      <dgm:prSet presAssocID="{A448AF70-BDD9-45B3-95C8-3127BD9CE8F6}" presName="composite" presStyleCnt="0"/>
      <dgm:spPr/>
    </dgm:pt>
    <dgm:pt modelId="{3E4DBF69-EB33-4100-AB1F-D9863651FF78}" type="pres">
      <dgm:prSet presAssocID="{A448AF70-BDD9-45B3-95C8-3127BD9CE8F6}" presName="parTx" presStyleLbl="alignNode1" presStyleIdx="1" presStyleCnt="4">
        <dgm:presLayoutVars>
          <dgm:chMax val="0"/>
          <dgm:chPref val="0"/>
          <dgm:bulletEnabled val="1"/>
        </dgm:presLayoutVars>
      </dgm:prSet>
      <dgm:spPr/>
    </dgm:pt>
    <dgm:pt modelId="{1FB2A261-04F3-4DD0-8FA0-3A843D15AE32}" type="pres">
      <dgm:prSet presAssocID="{A448AF70-BDD9-45B3-95C8-3127BD9CE8F6}" presName="desTx" presStyleLbl="alignAccFollowNode1" presStyleIdx="1" presStyleCnt="4">
        <dgm:presLayoutVars>
          <dgm:bulletEnabled val="1"/>
        </dgm:presLayoutVars>
      </dgm:prSet>
      <dgm:spPr/>
    </dgm:pt>
    <dgm:pt modelId="{208D6379-6E88-4CD3-AA40-0F44B3C51F22}" type="pres">
      <dgm:prSet presAssocID="{4F261510-08F4-41F4-898C-8516D96307D6}" presName="space" presStyleCnt="0"/>
      <dgm:spPr/>
    </dgm:pt>
    <dgm:pt modelId="{0EC5CBB1-B777-434C-8D0F-7A6AF384F22F}" type="pres">
      <dgm:prSet presAssocID="{A2F3413C-248E-4D6D-82D0-4ECF66BE42B2}" presName="composite" presStyleCnt="0"/>
      <dgm:spPr/>
    </dgm:pt>
    <dgm:pt modelId="{43918631-E069-4483-88A6-A3321F2FB034}" type="pres">
      <dgm:prSet presAssocID="{A2F3413C-248E-4D6D-82D0-4ECF66BE42B2}" presName="parTx" presStyleLbl="alignNode1" presStyleIdx="2" presStyleCnt="4">
        <dgm:presLayoutVars>
          <dgm:chMax val="0"/>
          <dgm:chPref val="0"/>
          <dgm:bulletEnabled val="1"/>
        </dgm:presLayoutVars>
      </dgm:prSet>
      <dgm:spPr/>
    </dgm:pt>
    <dgm:pt modelId="{F30C048F-CEAA-4EAF-A129-A79F0A470206}" type="pres">
      <dgm:prSet presAssocID="{A2F3413C-248E-4D6D-82D0-4ECF66BE42B2}" presName="desTx" presStyleLbl="alignAccFollowNode1" presStyleIdx="2" presStyleCnt="4">
        <dgm:presLayoutVars>
          <dgm:bulletEnabled val="1"/>
        </dgm:presLayoutVars>
      </dgm:prSet>
      <dgm:spPr/>
    </dgm:pt>
    <dgm:pt modelId="{93BD0E36-7F02-45DE-80FA-0D374E9B0F18}" type="pres">
      <dgm:prSet presAssocID="{8A33D9AD-277A-4AC3-9ED9-CF0E11F09712}" presName="space" presStyleCnt="0"/>
      <dgm:spPr/>
    </dgm:pt>
    <dgm:pt modelId="{9EB92C64-503A-4579-9317-2B96C207E4C6}" type="pres">
      <dgm:prSet presAssocID="{E6D21303-C464-470B-94B1-56E18CCCE990}" presName="composite" presStyleCnt="0"/>
      <dgm:spPr/>
    </dgm:pt>
    <dgm:pt modelId="{79EB5F88-252F-4AED-87FC-DAD255F381F9}" type="pres">
      <dgm:prSet presAssocID="{E6D21303-C464-470B-94B1-56E18CCCE990}" presName="parTx" presStyleLbl="alignNode1" presStyleIdx="3" presStyleCnt="4">
        <dgm:presLayoutVars>
          <dgm:chMax val="0"/>
          <dgm:chPref val="0"/>
          <dgm:bulletEnabled val="1"/>
        </dgm:presLayoutVars>
      </dgm:prSet>
      <dgm:spPr/>
    </dgm:pt>
    <dgm:pt modelId="{CEF261AC-F192-4658-95DF-A18F88C83886}" type="pres">
      <dgm:prSet presAssocID="{E6D21303-C464-470B-94B1-56E18CCCE990}" presName="desTx" presStyleLbl="alignAccFollowNode1" presStyleIdx="3" presStyleCnt="4">
        <dgm:presLayoutVars>
          <dgm:bulletEnabled val="1"/>
        </dgm:presLayoutVars>
      </dgm:prSet>
      <dgm:spPr/>
    </dgm:pt>
  </dgm:ptLst>
  <dgm:cxnLst>
    <dgm:cxn modelId="{A2E88611-9F75-435C-BE4B-3DD3496E47A1}" type="presOf" srcId="{553317A2-3279-4170-BA0E-8D451FF6CFB9}" destId="{F30C048F-CEAA-4EAF-A129-A79F0A470206}" srcOrd="0" destOrd="0" presId="urn:microsoft.com/office/officeart/2005/8/layout/hList1"/>
    <dgm:cxn modelId="{D3E72D1B-10BF-47E1-B191-347F59350E60}" srcId="{C8F92D4D-FC3F-4CC2-BAAB-701AC3A8D943}" destId="{A2F3413C-248E-4D6D-82D0-4ECF66BE42B2}" srcOrd="2" destOrd="0" parTransId="{4364E902-A607-4E94-90E7-301B905A00E3}" sibTransId="{8A33D9AD-277A-4AC3-9ED9-CF0E11F09712}"/>
    <dgm:cxn modelId="{3946F62C-C408-4FC8-A069-4ECF63E1F713}" srcId="{C8F92D4D-FC3F-4CC2-BAAB-701AC3A8D943}" destId="{E6D21303-C464-470B-94B1-56E18CCCE990}" srcOrd="3" destOrd="0" parTransId="{D54B6999-28D3-4CE8-847E-770F5C0FAFBE}" sibTransId="{8F82E0DD-73FF-4522-AA07-7EB7CB8999CF}"/>
    <dgm:cxn modelId="{0583BF3E-AEC7-486A-9183-51E1CF702C61}" srcId="{A2F3413C-248E-4D6D-82D0-4ECF66BE42B2}" destId="{553317A2-3279-4170-BA0E-8D451FF6CFB9}" srcOrd="0" destOrd="0" parTransId="{29A3D404-76AF-44CA-B3CF-C4BEEB245944}" sibTransId="{354FEC90-2F19-42F2-B97D-08B39A8D28B9}"/>
    <dgm:cxn modelId="{BDFA6144-801D-4F85-BC2D-86E42533DF2F}" srcId="{A448AF70-BDD9-45B3-95C8-3127BD9CE8F6}" destId="{BFF0EC72-D720-4436-AFC6-02A85BDE86DE}" srcOrd="0" destOrd="0" parTransId="{9C4F2347-E92F-4B09-9C55-2FFEEF881531}" sibTransId="{FAABF377-8BD5-4067-A373-ED7FA26A7EA9}"/>
    <dgm:cxn modelId="{5D276875-A2CB-4834-B1F3-F8360AF9380A}" srcId="{717189EA-7199-40F9-A3DC-2A4B2C3DE879}" destId="{DA527F25-A72B-44CF-9F9E-353594519642}" srcOrd="0" destOrd="0" parTransId="{6F06BB0E-F97D-4693-860E-62B3FB6644DD}" sibTransId="{3D979BD2-F9FF-4C3E-A450-2371BB02C566}"/>
    <dgm:cxn modelId="{62BB2B7A-2092-4860-9A2D-E0F2D300334E}" type="presOf" srcId="{C8F92D4D-FC3F-4CC2-BAAB-701AC3A8D943}" destId="{7BECBE9B-2794-4BB7-A6DE-445BF83BB579}" srcOrd="0" destOrd="0" presId="urn:microsoft.com/office/officeart/2005/8/layout/hList1"/>
    <dgm:cxn modelId="{52C6D781-02FB-4EAD-AD6C-17D73889278F}" type="presOf" srcId="{A448AF70-BDD9-45B3-95C8-3127BD9CE8F6}" destId="{3E4DBF69-EB33-4100-AB1F-D9863651FF78}" srcOrd="0" destOrd="0" presId="urn:microsoft.com/office/officeart/2005/8/layout/hList1"/>
    <dgm:cxn modelId="{7B54DF8B-E30D-41B3-8066-172B09BB260A}" srcId="{C8F92D4D-FC3F-4CC2-BAAB-701AC3A8D943}" destId="{A448AF70-BDD9-45B3-95C8-3127BD9CE8F6}" srcOrd="1" destOrd="0" parTransId="{8ED2EDE5-8924-45C4-8ED7-0F594223AD0B}" sibTransId="{4F261510-08F4-41F4-898C-8516D96307D6}"/>
    <dgm:cxn modelId="{13BF4991-8CA7-402C-BCC5-563E46DC80F2}" type="presOf" srcId="{F69299DD-55F8-40EB-B11D-E7B1F64F0671}" destId="{CEF261AC-F192-4658-95DF-A18F88C83886}" srcOrd="0" destOrd="0" presId="urn:microsoft.com/office/officeart/2005/8/layout/hList1"/>
    <dgm:cxn modelId="{52D39EA8-8B09-40AD-868C-20B033995899}" srcId="{C8F92D4D-FC3F-4CC2-BAAB-701AC3A8D943}" destId="{717189EA-7199-40F9-A3DC-2A4B2C3DE879}" srcOrd="0" destOrd="0" parTransId="{0D19E4FF-5DF6-46B2-B1F0-3B40A150C38B}" sibTransId="{F6DD57B0-86B0-4D02-87CA-866BFFF9B9EC}"/>
    <dgm:cxn modelId="{5379ADAC-FD21-47EF-9BAD-74D30183E9EC}" type="presOf" srcId="{DA527F25-A72B-44CF-9F9E-353594519642}" destId="{B3AE5F7E-70A5-47D6-AAAB-0A84735DAD6D}" srcOrd="0" destOrd="0" presId="urn:microsoft.com/office/officeart/2005/8/layout/hList1"/>
    <dgm:cxn modelId="{B744B2AF-2F11-4D75-B1F9-08A64B8E0F68}" type="presOf" srcId="{717189EA-7199-40F9-A3DC-2A4B2C3DE879}" destId="{E20F00E4-5976-4775-A517-76743D3BE812}" srcOrd="0" destOrd="0" presId="urn:microsoft.com/office/officeart/2005/8/layout/hList1"/>
    <dgm:cxn modelId="{3E5DBBC6-481F-4428-9B09-778CB75BBC18}" type="presOf" srcId="{E6D21303-C464-470B-94B1-56E18CCCE990}" destId="{79EB5F88-252F-4AED-87FC-DAD255F381F9}" srcOrd="0" destOrd="0" presId="urn:microsoft.com/office/officeart/2005/8/layout/hList1"/>
    <dgm:cxn modelId="{A43D05D2-BB8E-4077-B7D5-BB9905709BA8}" type="presOf" srcId="{A2F3413C-248E-4D6D-82D0-4ECF66BE42B2}" destId="{43918631-E069-4483-88A6-A3321F2FB034}" srcOrd="0" destOrd="0" presId="urn:microsoft.com/office/officeart/2005/8/layout/hList1"/>
    <dgm:cxn modelId="{71F2EFE9-5589-4E43-8B58-27F4ED92ED52}" type="presOf" srcId="{BFF0EC72-D720-4436-AFC6-02A85BDE86DE}" destId="{1FB2A261-04F3-4DD0-8FA0-3A843D15AE32}" srcOrd="0" destOrd="0" presId="urn:microsoft.com/office/officeart/2005/8/layout/hList1"/>
    <dgm:cxn modelId="{12E86FF9-17A6-42BD-A309-40A4814F7C3C}" srcId="{E6D21303-C464-470B-94B1-56E18CCCE990}" destId="{F69299DD-55F8-40EB-B11D-E7B1F64F0671}" srcOrd="0" destOrd="0" parTransId="{DD8FB7EF-4401-4B04-8E4F-C00E1C5D21E9}" sibTransId="{9882CB56-B08D-4428-A2A9-4DCD861BD63A}"/>
    <dgm:cxn modelId="{2520A643-B071-4931-80CC-0E0FFC2461F5}" type="presParOf" srcId="{7BECBE9B-2794-4BB7-A6DE-445BF83BB579}" destId="{B0867FC5-D88B-42F5-B616-97EA533F7087}" srcOrd="0" destOrd="0" presId="urn:microsoft.com/office/officeart/2005/8/layout/hList1"/>
    <dgm:cxn modelId="{05A99978-2305-4D09-9668-75F5DFD6C118}" type="presParOf" srcId="{B0867FC5-D88B-42F5-B616-97EA533F7087}" destId="{E20F00E4-5976-4775-A517-76743D3BE812}" srcOrd="0" destOrd="0" presId="urn:microsoft.com/office/officeart/2005/8/layout/hList1"/>
    <dgm:cxn modelId="{1D32FC57-5297-456F-9679-5266D6A6CF8F}" type="presParOf" srcId="{B0867FC5-D88B-42F5-B616-97EA533F7087}" destId="{B3AE5F7E-70A5-47D6-AAAB-0A84735DAD6D}" srcOrd="1" destOrd="0" presId="urn:microsoft.com/office/officeart/2005/8/layout/hList1"/>
    <dgm:cxn modelId="{7C3E32F4-3F0D-422E-8182-E8CE37D60030}" type="presParOf" srcId="{7BECBE9B-2794-4BB7-A6DE-445BF83BB579}" destId="{AE0C8141-4F01-43C6-B0EB-BC944A64D038}" srcOrd="1" destOrd="0" presId="urn:microsoft.com/office/officeart/2005/8/layout/hList1"/>
    <dgm:cxn modelId="{7980647D-9929-4D2C-BB98-6FB3E4B7BFF5}" type="presParOf" srcId="{7BECBE9B-2794-4BB7-A6DE-445BF83BB579}" destId="{9D039BDD-4999-44E8-90E2-540F214A143B}" srcOrd="2" destOrd="0" presId="urn:microsoft.com/office/officeart/2005/8/layout/hList1"/>
    <dgm:cxn modelId="{BA1EBF41-C0A6-4D99-BBE8-770FB2DA90FA}" type="presParOf" srcId="{9D039BDD-4999-44E8-90E2-540F214A143B}" destId="{3E4DBF69-EB33-4100-AB1F-D9863651FF78}" srcOrd="0" destOrd="0" presId="urn:microsoft.com/office/officeart/2005/8/layout/hList1"/>
    <dgm:cxn modelId="{EFE2A7D6-4E72-48A2-8EC3-2EA7EA7F01F6}" type="presParOf" srcId="{9D039BDD-4999-44E8-90E2-540F214A143B}" destId="{1FB2A261-04F3-4DD0-8FA0-3A843D15AE32}" srcOrd="1" destOrd="0" presId="urn:microsoft.com/office/officeart/2005/8/layout/hList1"/>
    <dgm:cxn modelId="{3124E487-7536-4BC8-8E6E-B9A8E3E6EE6C}" type="presParOf" srcId="{7BECBE9B-2794-4BB7-A6DE-445BF83BB579}" destId="{208D6379-6E88-4CD3-AA40-0F44B3C51F22}" srcOrd="3" destOrd="0" presId="urn:microsoft.com/office/officeart/2005/8/layout/hList1"/>
    <dgm:cxn modelId="{B151A24E-99D8-404E-9496-FAD70DB80DDC}" type="presParOf" srcId="{7BECBE9B-2794-4BB7-A6DE-445BF83BB579}" destId="{0EC5CBB1-B777-434C-8D0F-7A6AF384F22F}" srcOrd="4" destOrd="0" presId="urn:microsoft.com/office/officeart/2005/8/layout/hList1"/>
    <dgm:cxn modelId="{722031CC-470D-4FB1-8D0C-9A655BB4EFC9}" type="presParOf" srcId="{0EC5CBB1-B777-434C-8D0F-7A6AF384F22F}" destId="{43918631-E069-4483-88A6-A3321F2FB034}" srcOrd="0" destOrd="0" presId="urn:microsoft.com/office/officeart/2005/8/layout/hList1"/>
    <dgm:cxn modelId="{905A9488-36B6-4E25-81A4-F3709F96331A}" type="presParOf" srcId="{0EC5CBB1-B777-434C-8D0F-7A6AF384F22F}" destId="{F30C048F-CEAA-4EAF-A129-A79F0A470206}" srcOrd="1" destOrd="0" presId="urn:microsoft.com/office/officeart/2005/8/layout/hList1"/>
    <dgm:cxn modelId="{BDC8D898-4275-477A-B1FC-3F587221B698}" type="presParOf" srcId="{7BECBE9B-2794-4BB7-A6DE-445BF83BB579}" destId="{93BD0E36-7F02-45DE-80FA-0D374E9B0F18}" srcOrd="5" destOrd="0" presId="urn:microsoft.com/office/officeart/2005/8/layout/hList1"/>
    <dgm:cxn modelId="{DE4CD90E-BC5A-4918-AE25-BE9BEF77A22D}" type="presParOf" srcId="{7BECBE9B-2794-4BB7-A6DE-445BF83BB579}" destId="{9EB92C64-503A-4579-9317-2B96C207E4C6}" srcOrd="6" destOrd="0" presId="urn:microsoft.com/office/officeart/2005/8/layout/hList1"/>
    <dgm:cxn modelId="{0ECE3F22-ECDD-44F2-8C7A-2798C72F7754}" type="presParOf" srcId="{9EB92C64-503A-4579-9317-2B96C207E4C6}" destId="{79EB5F88-252F-4AED-87FC-DAD255F381F9}" srcOrd="0" destOrd="0" presId="urn:microsoft.com/office/officeart/2005/8/layout/hList1"/>
    <dgm:cxn modelId="{C4FB9F70-230C-4BEE-B46F-D4A56714A58A}" type="presParOf" srcId="{9EB92C64-503A-4579-9317-2B96C207E4C6}" destId="{CEF261AC-F192-4658-95DF-A18F88C8388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36C8C8F-ACF4-49F9-B4E4-5CAA6352AA94}" type="doc">
      <dgm:prSet loTypeId="urn:microsoft.com/office/officeart/2005/8/layout/chevron1" loCatId="process" qsTypeId="urn:microsoft.com/office/officeart/2005/8/quickstyle/simple1" qsCatId="simple" csTypeId="urn:microsoft.com/office/officeart/2005/8/colors/colorful1" csCatId="colorful" phldr="1"/>
      <dgm:spPr/>
      <dgm:t>
        <a:bodyPr/>
        <a:lstStyle/>
        <a:p>
          <a:endParaRPr lang="fr-FR"/>
        </a:p>
      </dgm:t>
    </dgm:pt>
    <dgm:pt modelId="{2F1277B7-B01F-4F73-A9DA-179B6AFFF720}">
      <dgm:prSet phldrT="[Texte]"/>
      <dgm:spPr/>
      <dgm:t>
        <a:bodyPr/>
        <a:lstStyle/>
        <a:p>
          <a:r>
            <a:rPr lang="fr-FR" b="0" dirty="0"/>
            <a:t>Partir de l’étude</a:t>
          </a:r>
        </a:p>
      </dgm:t>
    </dgm:pt>
    <dgm:pt modelId="{2A936458-983E-4146-BF6B-DF99EB045108}" type="parTrans" cxnId="{24DCEB78-B34B-4971-9F29-B746AC8F0A58}">
      <dgm:prSet/>
      <dgm:spPr/>
      <dgm:t>
        <a:bodyPr/>
        <a:lstStyle/>
        <a:p>
          <a:endParaRPr lang="fr-FR"/>
        </a:p>
      </dgm:t>
    </dgm:pt>
    <dgm:pt modelId="{6289B164-CAF6-4067-BF74-DAD13008646B}" type="sibTrans" cxnId="{24DCEB78-B34B-4971-9F29-B746AC8F0A58}">
      <dgm:prSet/>
      <dgm:spPr/>
      <dgm:t>
        <a:bodyPr/>
        <a:lstStyle/>
        <a:p>
          <a:endParaRPr lang="fr-FR"/>
        </a:p>
      </dgm:t>
    </dgm:pt>
    <dgm:pt modelId="{8D4AF26A-1CD1-4413-9246-B56B4BE050E8}">
      <dgm:prSet/>
      <dgm:spPr/>
      <dgm:t>
        <a:bodyPr/>
        <a:lstStyle/>
        <a:p>
          <a:r>
            <a:rPr lang="fr-FR" b="0" dirty="0"/>
            <a:t>Vérifier la cohérence</a:t>
          </a:r>
        </a:p>
      </dgm:t>
    </dgm:pt>
    <dgm:pt modelId="{C13C6210-F668-4BDC-8A0B-DA09E49D11E2}" type="parTrans" cxnId="{786579CA-CBC8-4489-AC22-740C19744B33}">
      <dgm:prSet/>
      <dgm:spPr/>
      <dgm:t>
        <a:bodyPr/>
        <a:lstStyle/>
        <a:p>
          <a:endParaRPr lang="fr-FR"/>
        </a:p>
      </dgm:t>
    </dgm:pt>
    <dgm:pt modelId="{FE527FA3-47D9-478F-AC62-89780E702802}" type="sibTrans" cxnId="{786579CA-CBC8-4489-AC22-740C19744B33}">
      <dgm:prSet/>
      <dgm:spPr/>
      <dgm:t>
        <a:bodyPr/>
        <a:lstStyle/>
        <a:p>
          <a:endParaRPr lang="fr-FR"/>
        </a:p>
      </dgm:t>
    </dgm:pt>
    <dgm:pt modelId="{7631F41E-CE55-4CAD-8027-B111A3230490}">
      <dgm:prSet/>
      <dgm:spPr/>
      <dgm:t>
        <a:bodyPr/>
        <a:lstStyle/>
        <a:p>
          <a:r>
            <a:rPr lang="fr-FR" b="0" dirty="0"/>
            <a:t>Vérifier la complétude</a:t>
          </a:r>
        </a:p>
      </dgm:t>
    </dgm:pt>
    <dgm:pt modelId="{7BAC5A02-A34C-4781-A3A9-4BDCB8726A68}" type="parTrans" cxnId="{9367D784-AB1B-488F-A2F3-14B3702A9E60}">
      <dgm:prSet/>
      <dgm:spPr/>
      <dgm:t>
        <a:bodyPr/>
        <a:lstStyle/>
        <a:p>
          <a:endParaRPr lang="fr-FR"/>
        </a:p>
      </dgm:t>
    </dgm:pt>
    <dgm:pt modelId="{E1903416-9C7F-441F-B796-C5E9B7C55967}" type="sibTrans" cxnId="{9367D784-AB1B-488F-A2F3-14B3702A9E60}">
      <dgm:prSet/>
      <dgm:spPr/>
      <dgm:t>
        <a:bodyPr/>
        <a:lstStyle/>
        <a:p>
          <a:endParaRPr lang="fr-FR"/>
        </a:p>
      </dgm:t>
    </dgm:pt>
    <dgm:pt modelId="{B83238BD-DFAC-4866-AB85-03C562B2BE4C}">
      <dgm:prSet/>
      <dgm:spPr/>
      <dgm:t>
        <a:bodyPr/>
        <a:lstStyle/>
        <a:p>
          <a:r>
            <a:rPr lang="fr-FR" b="0" dirty="0"/>
            <a:t>Planifier leur mise en œuvre</a:t>
          </a:r>
        </a:p>
      </dgm:t>
    </dgm:pt>
    <dgm:pt modelId="{A361B45D-0B20-4FDA-A2CF-C869489337D0}" type="parTrans" cxnId="{D22502D4-B5BC-4507-B1F3-9CD7D8739EDB}">
      <dgm:prSet/>
      <dgm:spPr/>
      <dgm:t>
        <a:bodyPr/>
        <a:lstStyle/>
        <a:p>
          <a:endParaRPr lang="fr-FR"/>
        </a:p>
      </dgm:t>
    </dgm:pt>
    <dgm:pt modelId="{60D562BC-7FA2-4D45-ACCE-6FE8AC64BBF9}" type="sibTrans" cxnId="{D22502D4-B5BC-4507-B1F3-9CD7D8739EDB}">
      <dgm:prSet/>
      <dgm:spPr/>
      <dgm:t>
        <a:bodyPr/>
        <a:lstStyle/>
        <a:p>
          <a:endParaRPr lang="fr-FR"/>
        </a:p>
      </dgm:t>
    </dgm:pt>
    <dgm:pt modelId="{2295A186-5B3F-4D30-AE72-9BFA6722751A}">
      <dgm:prSet phldrT="[Texte]"/>
      <dgm:spPr/>
      <dgm:t>
        <a:bodyPr/>
        <a:lstStyle/>
        <a:p>
          <a:r>
            <a:rPr lang="fr-FR" dirty="0"/>
            <a:t>Quelles sont les mesures qui ont pu être déterminées tout au long de l’étude ?</a:t>
          </a:r>
        </a:p>
      </dgm:t>
    </dgm:pt>
    <dgm:pt modelId="{BA2698AF-B445-425A-AD71-92C19B75A463}" type="parTrans" cxnId="{4BF4DF94-C0A5-462B-A2EF-6EC819DD054C}">
      <dgm:prSet/>
      <dgm:spPr/>
      <dgm:t>
        <a:bodyPr/>
        <a:lstStyle/>
        <a:p>
          <a:endParaRPr lang="fr-FR"/>
        </a:p>
      </dgm:t>
    </dgm:pt>
    <dgm:pt modelId="{7B5F3957-A60E-4C50-8F00-3D8F3905A457}" type="sibTrans" cxnId="{4BF4DF94-C0A5-462B-A2EF-6EC819DD054C}">
      <dgm:prSet/>
      <dgm:spPr/>
      <dgm:t>
        <a:bodyPr/>
        <a:lstStyle/>
        <a:p>
          <a:endParaRPr lang="fr-FR"/>
        </a:p>
      </dgm:t>
    </dgm:pt>
    <dgm:pt modelId="{7EA328DA-8E5B-490B-A1A9-12ECA44B728B}">
      <dgm:prSet/>
      <dgm:spPr/>
      <dgm:t>
        <a:bodyPr/>
        <a:lstStyle/>
        <a:p>
          <a:r>
            <a:rPr lang="fr-FR" dirty="0"/>
            <a:t>Sont-elles cohérentes entre elles, et avec l’organisation, en termes de fond et de forme ?</a:t>
          </a:r>
        </a:p>
      </dgm:t>
    </dgm:pt>
    <dgm:pt modelId="{D75DDE5C-C005-4ABA-8871-794953C8B2F0}" type="parTrans" cxnId="{05697C83-5FA7-4C9A-A1A2-1D5345CA3579}">
      <dgm:prSet/>
      <dgm:spPr/>
      <dgm:t>
        <a:bodyPr/>
        <a:lstStyle/>
        <a:p>
          <a:endParaRPr lang="fr-FR"/>
        </a:p>
      </dgm:t>
    </dgm:pt>
    <dgm:pt modelId="{4795B9E5-D5D3-40CE-B898-DB87084AC2FC}" type="sibTrans" cxnId="{05697C83-5FA7-4C9A-A1A2-1D5345CA3579}">
      <dgm:prSet/>
      <dgm:spPr/>
      <dgm:t>
        <a:bodyPr/>
        <a:lstStyle/>
        <a:p>
          <a:endParaRPr lang="fr-FR"/>
        </a:p>
      </dgm:t>
    </dgm:pt>
    <dgm:pt modelId="{C51508EA-33AF-4264-B0BA-EF46DECC0146}">
      <dgm:prSet/>
      <dgm:spPr/>
      <dgm:t>
        <a:bodyPr/>
        <a:lstStyle/>
        <a:p>
          <a:r>
            <a:rPr lang="fr-FR" dirty="0"/>
            <a:t>Sont-elles suffisantes pour traiter les risques conformément aux options de traitement choisies ?</a:t>
          </a:r>
        </a:p>
      </dgm:t>
    </dgm:pt>
    <dgm:pt modelId="{1C361B77-429C-405E-ACB9-85D0319EB22F}" type="parTrans" cxnId="{CEA96E8A-3648-4E06-84A6-439AB02F73C0}">
      <dgm:prSet/>
      <dgm:spPr/>
      <dgm:t>
        <a:bodyPr/>
        <a:lstStyle/>
        <a:p>
          <a:endParaRPr lang="fr-FR"/>
        </a:p>
      </dgm:t>
    </dgm:pt>
    <dgm:pt modelId="{BA7D0B9A-1818-4020-B1F5-9FD734A5F899}" type="sibTrans" cxnId="{CEA96E8A-3648-4E06-84A6-439AB02F73C0}">
      <dgm:prSet/>
      <dgm:spPr/>
      <dgm:t>
        <a:bodyPr/>
        <a:lstStyle/>
        <a:p>
          <a:endParaRPr lang="fr-FR"/>
        </a:p>
      </dgm:t>
    </dgm:pt>
    <dgm:pt modelId="{0057F7E5-6B2B-455A-8B8B-244E26256295}">
      <dgm:prSet/>
      <dgm:spPr/>
      <dgm:t>
        <a:bodyPr/>
        <a:lstStyle/>
        <a:p>
          <a:r>
            <a:rPr lang="fr-FR" dirty="0"/>
            <a:t>Quelles ressources et quel calendrier ?</a:t>
          </a:r>
        </a:p>
      </dgm:t>
    </dgm:pt>
    <dgm:pt modelId="{EB09E6BF-2946-4C2C-BE8D-6544CA8B0FCC}" type="parTrans" cxnId="{D27E10CB-79AE-4415-8AEF-FF5A1F31DF79}">
      <dgm:prSet/>
      <dgm:spPr/>
      <dgm:t>
        <a:bodyPr/>
        <a:lstStyle/>
        <a:p>
          <a:endParaRPr lang="fr-FR"/>
        </a:p>
      </dgm:t>
    </dgm:pt>
    <dgm:pt modelId="{762F2592-D954-426C-96D0-417EF44836D4}" type="sibTrans" cxnId="{D27E10CB-79AE-4415-8AEF-FF5A1F31DF79}">
      <dgm:prSet/>
      <dgm:spPr/>
      <dgm:t>
        <a:bodyPr/>
        <a:lstStyle/>
        <a:p>
          <a:endParaRPr lang="fr-FR"/>
        </a:p>
      </dgm:t>
    </dgm:pt>
    <dgm:pt modelId="{8E483F68-3322-440E-8723-DC5ABE5C1A6C}" type="pres">
      <dgm:prSet presAssocID="{936C8C8F-ACF4-49F9-B4E4-5CAA6352AA94}" presName="Name0" presStyleCnt="0">
        <dgm:presLayoutVars>
          <dgm:dir/>
          <dgm:animLvl val="lvl"/>
          <dgm:resizeHandles val="exact"/>
        </dgm:presLayoutVars>
      </dgm:prSet>
      <dgm:spPr/>
    </dgm:pt>
    <dgm:pt modelId="{83FC777F-D095-4B03-BA02-A8FA13A7FB83}" type="pres">
      <dgm:prSet presAssocID="{2F1277B7-B01F-4F73-A9DA-179B6AFFF720}" presName="composite" presStyleCnt="0"/>
      <dgm:spPr/>
    </dgm:pt>
    <dgm:pt modelId="{8DBD646B-6AEE-42FF-B335-898267653524}" type="pres">
      <dgm:prSet presAssocID="{2F1277B7-B01F-4F73-A9DA-179B6AFFF720}" presName="parTx" presStyleLbl="node1" presStyleIdx="0" presStyleCnt="4">
        <dgm:presLayoutVars>
          <dgm:chMax val="0"/>
          <dgm:chPref val="0"/>
          <dgm:bulletEnabled val="1"/>
        </dgm:presLayoutVars>
      </dgm:prSet>
      <dgm:spPr/>
    </dgm:pt>
    <dgm:pt modelId="{7E25731F-1E2D-4872-A6DD-1E6927A3D196}" type="pres">
      <dgm:prSet presAssocID="{2F1277B7-B01F-4F73-A9DA-179B6AFFF720}" presName="desTx" presStyleLbl="revTx" presStyleIdx="0" presStyleCnt="4">
        <dgm:presLayoutVars>
          <dgm:bulletEnabled val="1"/>
        </dgm:presLayoutVars>
      </dgm:prSet>
      <dgm:spPr/>
    </dgm:pt>
    <dgm:pt modelId="{83F5E0A1-F572-4539-9174-0D37372F3D00}" type="pres">
      <dgm:prSet presAssocID="{6289B164-CAF6-4067-BF74-DAD13008646B}" presName="space" presStyleCnt="0"/>
      <dgm:spPr/>
    </dgm:pt>
    <dgm:pt modelId="{AE405B04-FFD5-4ADA-8B50-81B13EF3325B}" type="pres">
      <dgm:prSet presAssocID="{8D4AF26A-1CD1-4413-9246-B56B4BE050E8}" presName="composite" presStyleCnt="0"/>
      <dgm:spPr/>
    </dgm:pt>
    <dgm:pt modelId="{0959C2EF-CB0A-4274-B2A2-76BBDFBD6074}" type="pres">
      <dgm:prSet presAssocID="{8D4AF26A-1CD1-4413-9246-B56B4BE050E8}" presName="parTx" presStyleLbl="node1" presStyleIdx="1" presStyleCnt="4">
        <dgm:presLayoutVars>
          <dgm:chMax val="0"/>
          <dgm:chPref val="0"/>
          <dgm:bulletEnabled val="1"/>
        </dgm:presLayoutVars>
      </dgm:prSet>
      <dgm:spPr/>
    </dgm:pt>
    <dgm:pt modelId="{D84EBEC1-C5B7-42AC-97B6-F7FF02E323F7}" type="pres">
      <dgm:prSet presAssocID="{8D4AF26A-1CD1-4413-9246-B56B4BE050E8}" presName="desTx" presStyleLbl="revTx" presStyleIdx="1" presStyleCnt="4">
        <dgm:presLayoutVars>
          <dgm:bulletEnabled val="1"/>
        </dgm:presLayoutVars>
      </dgm:prSet>
      <dgm:spPr/>
    </dgm:pt>
    <dgm:pt modelId="{8194653F-62B6-49EC-BD39-25271FA174F4}" type="pres">
      <dgm:prSet presAssocID="{FE527FA3-47D9-478F-AC62-89780E702802}" presName="space" presStyleCnt="0"/>
      <dgm:spPr/>
    </dgm:pt>
    <dgm:pt modelId="{D7BB112B-39AE-484D-8FFE-C8AD575FC7E0}" type="pres">
      <dgm:prSet presAssocID="{7631F41E-CE55-4CAD-8027-B111A3230490}" presName="composite" presStyleCnt="0"/>
      <dgm:spPr/>
    </dgm:pt>
    <dgm:pt modelId="{BCED8459-90C5-4142-958C-3ACCFC8F3F63}" type="pres">
      <dgm:prSet presAssocID="{7631F41E-CE55-4CAD-8027-B111A3230490}" presName="parTx" presStyleLbl="node1" presStyleIdx="2" presStyleCnt="4">
        <dgm:presLayoutVars>
          <dgm:chMax val="0"/>
          <dgm:chPref val="0"/>
          <dgm:bulletEnabled val="1"/>
        </dgm:presLayoutVars>
      </dgm:prSet>
      <dgm:spPr/>
    </dgm:pt>
    <dgm:pt modelId="{BA936223-2001-4C67-BECE-40FA81876EFC}" type="pres">
      <dgm:prSet presAssocID="{7631F41E-CE55-4CAD-8027-B111A3230490}" presName="desTx" presStyleLbl="revTx" presStyleIdx="2" presStyleCnt="4">
        <dgm:presLayoutVars>
          <dgm:bulletEnabled val="1"/>
        </dgm:presLayoutVars>
      </dgm:prSet>
      <dgm:spPr/>
    </dgm:pt>
    <dgm:pt modelId="{037FEE7D-3B56-44F1-BDCC-3102843CAAEA}" type="pres">
      <dgm:prSet presAssocID="{E1903416-9C7F-441F-B796-C5E9B7C55967}" presName="space" presStyleCnt="0"/>
      <dgm:spPr/>
    </dgm:pt>
    <dgm:pt modelId="{44701517-2D02-49D5-850D-CB250650EE6D}" type="pres">
      <dgm:prSet presAssocID="{B83238BD-DFAC-4866-AB85-03C562B2BE4C}" presName="composite" presStyleCnt="0"/>
      <dgm:spPr/>
    </dgm:pt>
    <dgm:pt modelId="{40B1E412-67BE-481C-8373-23AC334133CC}" type="pres">
      <dgm:prSet presAssocID="{B83238BD-DFAC-4866-AB85-03C562B2BE4C}" presName="parTx" presStyleLbl="node1" presStyleIdx="3" presStyleCnt="4">
        <dgm:presLayoutVars>
          <dgm:chMax val="0"/>
          <dgm:chPref val="0"/>
          <dgm:bulletEnabled val="1"/>
        </dgm:presLayoutVars>
      </dgm:prSet>
      <dgm:spPr/>
    </dgm:pt>
    <dgm:pt modelId="{7670FB3C-8805-43F9-81C5-BF19D9134845}" type="pres">
      <dgm:prSet presAssocID="{B83238BD-DFAC-4866-AB85-03C562B2BE4C}" presName="desTx" presStyleLbl="revTx" presStyleIdx="3" presStyleCnt="4" custScaleX="114066" custLinFactNeighborX="5770">
        <dgm:presLayoutVars>
          <dgm:bulletEnabled val="1"/>
        </dgm:presLayoutVars>
      </dgm:prSet>
      <dgm:spPr/>
    </dgm:pt>
  </dgm:ptLst>
  <dgm:cxnLst>
    <dgm:cxn modelId="{8E012E02-F6B3-4785-BDA7-CD7616D722BB}" type="presOf" srcId="{7631F41E-CE55-4CAD-8027-B111A3230490}" destId="{BCED8459-90C5-4142-958C-3ACCFC8F3F63}" srcOrd="0" destOrd="0" presId="urn:microsoft.com/office/officeart/2005/8/layout/chevron1"/>
    <dgm:cxn modelId="{980B0530-B180-4A7F-802C-A68CF248E8B8}" type="presOf" srcId="{2295A186-5B3F-4D30-AE72-9BFA6722751A}" destId="{7E25731F-1E2D-4872-A6DD-1E6927A3D196}" srcOrd="0" destOrd="0" presId="urn:microsoft.com/office/officeart/2005/8/layout/chevron1"/>
    <dgm:cxn modelId="{1538315E-D2EA-4689-B296-6A338DF19A2D}" type="presOf" srcId="{0057F7E5-6B2B-455A-8B8B-244E26256295}" destId="{7670FB3C-8805-43F9-81C5-BF19D9134845}" srcOrd="0" destOrd="0" presId="urn:microsoft.com/office/officeart/2005/8/layout/chevron1"/>
    <dgm:cxn modelId="{24DCEB78-B34B-4971-9F29-B746AC8F0A58}" srcId="{936C8C8F-ACF4-49F9-B4E4-5CAA6352AA94}" destId="{2F1277B7-B01F-4F73-A9DA-179B6AFFF720}" srcOrd="0" destOrd="0" parTransId="{2A936458-983E-4146-BF6B-DF99EB045108}" sibTransId="{6289B164-CAF6-4067-BF74-DAD13008646B}"/>
    <dgm:cxn modelId="{05697C83-5FA7-4C9A-A1A2-1D5345CA3579}" srcId="{8D4AF26A-1CD1-4413-9246-B56B4BE050E8}" destId="{7EA328DA-8E5B-490B-A1A9-12ECA44B728B}" srcOrd="0" destOrd="0" parTransId="{D75DDE5C-C005-4ABA-8871-794953C8B2F0}" sibTransId="{4795B9E5-D5D3-40CE-B898-DB87084AC2FC}"/>
    <dgm:cxn modelId="{9367D784-AB1B-488F-A2F3-14B3702A9E60}" srcId="{936C8C8F-ACF4-49F9-B4E4-5CAA6352AA94}" destId="{7631F41E-CE55-4CAD-8027-B111A3230490}" srcOrd="2" destOrd="0" parTransId="{7BAC5A02-A34C-4781-A3A9-4BDCB8726A68}" sibTransId="{E1903416-9C7F-441F-B796-C5E9B7C55967}"/>
    <dgm:cxn modelId="{8B551185-9ED7-4995-981D-EAEAA6852446}" type="presOf" srcId="{8D4AF26A-1CD1-4413-9246-B56B4BE050E8}" destId="{0959C2EF-CB0A-4274-B2A2-76BBDFBD6074}" srcOrd="0" destOrd="0" presId="urn:microsoft.com/office/officeart/2005/8/layout/chevron1"/>
    <dgm:cxn modelId="{CEA96E8A-3648-4E06-84A6-439AB02F73C0}" srcId="{7631F41E-CE55-4CAD-8027-B111A3230490}" destId="{C51508EA-33AF-4264-B0BA-EF46DECC0146}" srcOrd="0" destOrd="0" parTransId="{1C361B77-429C-405E-ACB9-85D0319EB22F}" sibTransId="{BA7D0B9A-1818-4020-B1F5-9FD734A5F899}"/>
    <dgm:cxn modelId="{12F81094-AB40-43AF-A597-B73EB31EBFF8}" type="presOf" srcId="{B83238BD-DFAC-4866-AB85-03C562B2BE4C}" destId="{40B1E412-67BE-481C-8373-23AC334133CC}" srcOrd="0" destOrd="0" presId="urn:microsoft.com/office/officeart/2005/8/layout/chevron1"/>
    <dgm:cxn modelId="{4BF4DF94-C0A5-462B-A2EF-6EC819DD054C}" srcId="{2F1277B7-B01F-4F73-A9DA-179B6AFFF720}" destId="{2295A186-5B3F-4D30-AE72-9BFA6722751A}" srcOrd="0" destOrd="0" parTransId="{BA2698AF-B445-425A-AD71-92C19B75A463}" sibTransId="{7B5F3957-A60E-4C50-8F00-3D8F3905A457}"/>
    <dgm:cxn modelId="{E3C854B3-DCA2-409C-BE02-772F8866EC1C}" type="presOf" srcId="{C51508EA-33AF-4264-B0BA-EF46DECC0146}" destId="{BA936223-2001-4C67-BECE-40FA81876EFC}" srcOrd="0" destOrd="0" presId="urn:microsoft.com/office/officeart/2005/8/layout/chevron1"/>
    <dgm:cxn modelId="{D727D9B5-1714-456F-A3A2-88DFE6DFB1E0}" type="presOf" srcId="{7EA328DA-8E5B-490B-A1A9-12ECA44B728B}" destId="{D84EBEC1-C5B7-42AC-97B6-F7FF02E323F7}" srcOrd="0" destOrd="0" presId="urn:microsoft.com/office/officeart/2005/8/layout/chevron1"/>
    <dgm:cxn modelId="{786579CA-CBC8-4489-AC22-740C19744B33}" srcId="{936C8C8F-ACF4-49F9-B4E4-5CAA6352AA94}" destId="{8D4AF26A-1CD1-4413-9246-B56B4BE050E8}" srcOrd="1" destOrd="0" parTransId="{C13C6210-F668-4BDC-8A0B-DA09E49D11E2}" sibTransId="{FE527FA3-47D9-478F-AC62-89780E702802}"/>
    <dgm:cxn modelId="{D27E10CB-79AE-4415-8AEF-FF5A1F31DF79}" srcId="{B83238BD-DFAC-4866-AB85-03C562B2BE4C}" destId="{0057F7E5-6B2B-455A-8B8B-244E26256295}" srcOrd="0" destOrd="0" parTransId="{EB09E6BF-2946-4C2C-BE8D-6544CA8B0FCC}" sibTransId="{762F2592-D954-426C-96D0-417EF44836D4}"/>
    <dgm:cxn modelId="{D22502D4-B5BC-4507-B1F3-9CD7D8739EDB}" srcId="{936C8C8F-ACF4-49F9-B4E4-5CAA6352AA94}" destId="{B83238BD-DFAC-4866-AB85-03C562B2BE4C}" srcOrd="3" destOrd="0" parTransId="{A361B45D-0B20-4FDA-A2CF-C869489337D0}" sibTransId="{60D562BC-7FA2-4D45-ACCE-6FE8AC64BBF9}"/>
    <dgm:cxn modelId="{53C483DD-E7EE-4AFE-B63A-4CCC422D29F6}" type="presOf" srcId="{936C8C8F-ACF4-49F9-B4E4-5CAA6352AA94}" destId="{8E483F68-3322-440E-8723-DC5ABE5C1A6C}" srcOrd="0" destOrd="0" presId="urn:microsoft.com/office/officeart/2005/8/layout/chevron1"/>
    <dgm:cxn modelId="{BA5845F5-7EF2-4863-AC52-A2A57F3C0E9E}" type="presOf" srcId="{2F1277B7-B01F-4F73-A9DA-179B6AFFF720}" destId="{8DBD646B-6AEE-42FF-B335-898267653524}" srcOrd="0" destOrd="0" presId="urn:microsoft.com/office/officeart/2005/8/layout/chevron1"/>
    <dgm:cxn modelId="{AF589049-1DC4-4A20-9C13-BDF2190EEF2B}" type="presParOf" srcId="{8E483F68-3322-440E-8723-DC5ABE5C1A6C}" destId="{83FC777F-D095-4B03-BA02-A8FA13A7FB83}" srcOrd="0" destOrd="0" presId="urn:microsoft.com/office/officeart/2005/8/layout/chevron1"/>
    <dgm:cxn modelId="{875F4178-2943-4BD3-953A-3928E6A07EE2}" type="presParOf" srcId="{83FC777F-D095-4B03-BA02-A8FA13A7FB83}" destId="{8DBD646B-6AEE-42FF-B335-898267653524}" srcOrd="0" destOrd="0" presId="urn:microsoft.com/office/officeart/2005/8/layout/chevron1"/>
    <dgm:cxn modelId="{ED1DEE2F-AD3B-45F7-8085-410445EE4CE7}" type="presParOf" srcId="{83FC777F-D095-4B03-BA02-A8FA13A7FB83}" destId="{7E25731F-1E2D-4872-A6DD-1E6927A3D196}" srcOrd="1" destOrd="0" presId="urn:microsoft.com/office/officeart/2005/8/layout/chevron1"/>
    <dgm:cxn modelId="{AA0983F5-0342-412D-902B-67DC5169CA3F}" type="presParOf" srcId="{8E483F68-3322-440E-8723-DC5ABE5C1A6C}" destId="{83F5E0A1-F572-4539-9174-0D37372F3D00}" srcOrd="1" destOrd="0" presId="urn:microsoft.com/office/officeart/2005/8/layout/chevron1"/>
    <dgm:cxn modelId="{CC2DC01C-0394-4F94-8CE8-869CF7BDFE3E}" type="presParOf" srcId="{8E483F68-3322-440E-8723-DC5ABE5C1A6C}" destId="{AE405B04-FFD5-4ADA-8B50-81B13EF3325B}" srcOrd="2" destOrd="0" presId="urn:microsoft.com/office/officeart/2005/8/layout/chevron1"/>
    <dgm:cxn modelId="{461BBA47-3B81-42CE-9DB9-517FA13EB773}" type="presParOf" srcId="{AE405B04-FFD5-4ADA-8B50-81B13EF3325B}" destId="{0959C2EF-CB0A-4274-B2A2-76BBDFBD6074}" srcOrd="0" destOrd="0" presId="urn:microsoft.com/office/officeart/2005/8/layout/chevron1"/>
    <dgm:cxn modelId="{8E2A504B-9025-4845-9BFE-78ACB16CA387}" type="presParOf" srcId="{AE405B04-FFD5-4ADA-8B50-81B13EF3325B}" destId="{D84EBEC1-C5B7-42AC-97B6-F7FF02E323F7}" srcOrd="1" destOrd="0" presId="urn:microsoft.com/office/officeart/2005/8/layout/chevron1"/>
    <dgm:cxn modelId="{0CA1DBEE-5EAD-4FD2-9FDB-D0DD8E052562}" type="presParOf" srcId="{8E483F68-3322-440E-8723-DC5ABE5C1A6C}" destId="{8194653F-62B6-49EC-BD39-25271FA174F4}" srcOrd="3" destOrd="0" presId="urn:microsoft.com/office/officeart/2005/8/layout/chevron1"/>
    <dgm:cxn modelId="{7B97EF5D-3DE1-4713-8FD2-AC24A152F743}" type="presParOf" srcId="{8E483F68-3322-440E-8723-DC5ABE5C1A6C}" destId="{D7BB112B-39AE-484D-8FFE-C8AD575FC7E0}" srcOrd="4" destOrd="0" presId="urn:microsoft.com/office/officeart/2005/8/layout/chevron1"/>
    <dgm:cxn modelId="{BA83A5D7-24BF-4E60-82DE-A3D88C60284F}" type="presParOf" srcId="{D7BB112B-39AE-484D-8FFE-C8AD575FC7E0}" destId="{BCED8459-90C5-4142-958C-3ACCFC8F3F63}" srcOrd="0" destOrd="0" presId="urn:microsoft.com/office/officeart/2005/8/layout/chevron1"/>
    <dgm:cxn modelId="{91101F67-7519-40EF-A800-67D5DADE1E00}" type="presParOf" srcId="{D7BB112B-39AE-484D-8FFE-C8AD575FC7E0}" destId="{BA936223-2001-4C67-BECE-40FA81876EFC}" srcOrd="1" destOrd="0" presId="urn:microsoft.com/office/officeart/2005/8/layout/chevron1"/>
    <dgm:cxn modelId="{256A830F-D945-4800-A945-42B65A35BD89}" type="presParOf" srcId="{8E483F68-3322-440E-8723-DC5ABE5C1A6C}" destId="{037FEE7D-3B56-44F1-BDCC-3102843CAAEA}" srcOrd="5" destOrd="0" presId="urn:microsoft.com/office/officeart/2005/8/layout/chevron1"/>
    <dgm:cxn modelId="{9C9E20D0-E1E2-4B88-8C10-38CCAF830C99}" type="presParOf" srcId="{8E483F68-3322-440E-8723-DC5ABE5C1A6C}" destId="{44701517-2D02-49D5-850D-CB250650EE6D}" srcOrd="6" destOrd="0" presId="urn:microsoft.com/office/officeart/2005/8/layout/chevron1"/>
    <dgm:cxn modelId="{3F872991-9B3C-4CBD-A6ED-8438DEE51A75}" type="presParOf" srcId="{44701517-2D02-49D5-850D-CB250650EE6D}" destId="{40B1E412-67BE-481C-8373-23AC334133CC}" srcOrd="0" destOrd="0" presId="urn:microsoft.com/office/officeart/2005/8/layout/chevron1"/>
    <dgm:cxn modelId="{2DDE2E41-39FA-470D-943F-86F6E8F15F7A}" type="presParOf" srcId="{44701517-2D02-49D5-850D-CB250650EE6D}" destId="{7670FB3C-8805-43F9-81C5-BF19D9134845}"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F38FEA2-1818-4A80-800D-0734933894F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EFBEE1AB-3753-46E0-B2E5-DE486493E1AC}">
      <dgm:prSet phldrT="[Texte]"/>
      <dgm:spPr/>
      <dgm:t>
        <a:bodyPr/>
        <a:lstStyle/>
        <a:p>
          <a:r>
            <a:rPr lang="fr-FR" b="0" dirty="0">
              <a:latin typeface="+mj-lt"/>
              <a:cs typeface="Segoe UI" panose="020B0502040204020203" pitchFamily="34" charset="0"/>
            </a:rPr>
            <a:t>Gouvernance et anticipation</a:t>
          </a:r>
          <a:endParaRPr lang="fr-FR" b="0" dirty="0"/>
        </a:p>
      </dgm:t>
    </dgm:pt>
    <dgm:pt modelId="{9B19132F-C501-4940-A866-5B17D3C1EC7D}" type="parTrans" cxnId="{DE461663-D4B2-4CBF-9A0D-53BBB1AAF82D}">
      <dgm:prSet/>
      <dgm:spPr/>
      <dgm:t>
        <a:bodyPr/>
        <a:lstStyle/>
        <a:p>
          <a:endParaRPr lang="fr-FR"/>
        </a:p>
      </dgm:t>
    </dgm:pt>
    <dgm:pt modelId="{9D18D5EC-6F69-4840-9603-5DCA5BC8CD18}" type="sibTrans" cxnId="{DE461663-D4B2-4CBF-9A0D-53BBB1AAF82D}">
      <dgm:prSet/>
      <dgm:spPr/>
      <dgm:t>
        <a:bodyPr/>
        <a:lstStyle/>
        <a:p>
          <a:endParaRPr lang="fr-FR"/>
        </a:p>
      </dgm:t>
    </dgm:pt>
    <dgm:pt modelId="{92949299-4891-4957-B8AA-32E8048AD282}">
      <dgm:prSet/>
      <dgm:spPr/>
      <dgm:t>
        <a:bodyPr/>
        <a:lstStyle/>
        <a:p>
          <a:r>
            <a:rPr lang="fr-FR" dirty="0">
              <a:latin typeface="+mj-lt"/>
              <a:cs typeface="Segoe UI" panose="020B0502040204020203" pitchFamily="34" charset="0"/>
            </a:rPr>
            <a:t>Organisation de management du risque et d’amélioration continue</a:t>
          </a:r>
        </a:p>
      </dgm:t>
    </dgm:pt>
    <dgm:pt modelId="{FB8E59EA-D621-41F2-93C2-DC926F23406B}" type="parTrans" cxnId="{69CC3FD2-EB0D-4097-9D86-8EEAFAE18F57}">
      <dgm:prSet/>
      <dgm:spPr/>
      <dgm:t>
        <a:bodyPr/>
        <a:lstStyle/>
        <a:p>
          <a:endParaRPr lang="fr-FR"/>
        </a:p>
      </dgm:t>
    </dgm:pt>
    <dgm:pt modelId="{EA97A997-2A83-4457-A357-69A51DD2F77F}" type="sibTrans" cxnId="{69CC3FD2-EB0D-4097-9D86-8EEAFAE18F57}">
      <dgm:prSet/>
      <dgm:spPr/>
      <dgm:t>
        <a:bodyPr/>
        <a:lstStyle/>
        <a:p>
          <a:endParaRPr lang="fr-FR"/>
        </a:p>
      </dgm:t>
    </dgm:pt>
    <dgm:pt modelId="{E1FD2D91-402F-49B2-A04E-86260EF9073E}">
      <dgm:prSet/>
      <dgm:spPr/>
      <dgm:t>
        <a:bodyPr/>
        <a:lstStyle/>
        <a:p>
          <a:r>
            <a:rPr lang="fr-FR" dirty="0">
              <a:latin typeface="+mj-lt"/>
              <a:cs typeface="Segoe UI" panose="020B0502040204020203" pitchFamily="34" charset="0"/>
            </a:rPr>
            <a:t>Processus d’homologation</a:t>
          </a:r>
        </a:p>
      </dgm:t>
    </dgm:pt>
    <dgm:pt modelId="{F2225A0C-8D2E-4240-9CF3-1595F0A90774}" type="parTrans" cxnId="{9F15BF0D-C36E-4FF3-A264-A252A31619C0}">
      <dgm:prSet/>
      <dgm:spPr/>
      <dgm:t>
        <a:bodyPr/>
        <a:lstStyle/>
        <a:p>
          <a:endParaRPr lang="fr-FR"/>
        </a:p>
      </dgm:t>
    </dgm:pt>
    <dgm:pt modelId="{E8A67E13-DE5C-4418-BD17-5E5AF3A4FA35}" type="sibTrans" cxnId="{9F15BF0D-C36E-4FF3-A264-A252A31619C0}">
      <dgm:prSet/>
      <dgm:spPr/>
      <dgm:t>
        <a:bodyPr/>
        <a:lstStyle/>
        <a:p>
          <a:endParaRPr lang="fr-FR"/>
        </a:p>
      </dgm:t>
    </dgm:pt>
    <dgm:pt modelId="{C3DF9DB7-3034-4C57-927D-E704962603A2}">
      <dgm:prSet/>
      <dgm:spPr/>
      <dgm:t>
        <a:bodyPr/>
        <a:lstStyle/>
        <a:p>
          <a:r>
            <a:rPr lang="fr-FR" dirty="0">
              <a:latin typeface="+mj-lt"/>
              <a:cs typeface="Segoe UI" panose="020B0502040204020203" pitchFamily="34" charset="0"/>
            </a:rPr>
            <a:t>Maîtrise de l’écosystème</a:t>
          </a:r>
        </a:p>
      </dgm:t>
    </dgm:pt>
    <dgm:pt modelId="{3656E38E-448D-4714-AABD-B8B5C93E08BF}" type="parTrans" cxnId="{47F33717-6713-43F6-A5AD-D2B278DB7D4A}">
      <dgm:prSet/>
      <dgm:spPr/>
      <dgm:t>
        <a:bodyPr/>
        <a:lstStyle/>
        <a:p>
          <a:endParaRPr lang="fr-FR"/>
        </a:p>
      </dgm:t>
    </dgm:pt>
    <dgm:pt modelId="{1E70A447-5254-4353-8111-0087D88AA19C}" type="sibTrans" cxnId="{47F33717-6713-43F6-A5AD-D2B278DB7D4A}">
      <dgm:prSet/>
      <dgm:spPr/>
      <dgm:t>
        <a:bodyPr/>
        <a:lstStyle/>
        <a:p>
          <a:endParaRPr lang="fr-FR"/>
        </a:p>
      </dgm:t>
    </dgm:pt>
    <dgm:pt modelId="{8158676B-8BA9-492F-B0C8-047A8A642302}">
      <dgm:prSet/>
      <dgm:spPr/>
      <dgm:t>
        <a:bodyPr/>
        <a:lstStyle/>
        <a:p>
          <a:r>
            <a:rPr lang="fr-FR" b="0" dirty="0">
              <a:latin typeface="+mj-lt"/>
              <a:cs typeface="Segoe UI" panose="020B0502040204020203" pitchFamily="34" charset="0"/>
            </a:rPr>
            <a:t>Protection</a:t>
          </a:r>
        </a:p>
      </dgm:t>
    </dgm:pt>
    <dgm:pt modelId="{A7A5AF18-2192-44A7-BE8E-E79A49504CBB}" type="parTrans" cxnId="{1A275E2E-2A6D-4C53-8D8A-DF88432B0566}">
      <dgm:prSet/>
      <dgm:spPr/>
      <dgm:t>
        <a:bodyPr/>
        <a:lstStyle/>
        <a:p>
          <a:endParaRPr lang="fr-FR"/>
        </a:p>
      </dgm:t>
    </dgm:pt>
    <dgm:pt modelId="{2DD19AA4-F3C1-4517-BDD6-228FC22A44B9}" type="sibTrans" cxnId="{1A275E2E-2A6D-4C53-8D8A-DF88432B0566}">
      <dgm:prSet/>
      <dgm:spPr/>
      <dgm:t>
        <a:bodyPr/>
        <a:lstStyle/>
        <a:p>
          <a:endParaRPr lang="fr-FR"/>
        </a:p>
      </dgm:t>
    </dgm:pt>
    <dgm:pt modelId="{4968F7B0-8EF5-4836-B6A2-42F08D588137}">
      <dgm:prSet/>
      <dgm:spPr/>
      <dgm:t>
        <a:bodyPr/>
        <a:lstStyle/>
        <a:p>
          <a:r>
            <a:rPr lang="fr-FR" dirty="0">
              <a:latin typeface="+mj-lt"/>
              <a:cs typeface="Segoe UI" panose="020B0502040204020203" pitchFamily="34" charset="0"/>
            </a:rPr>
            <a:t>Gestion de l’authentification et du contrôle d’accès</a:t>
          </a:r>
        </a:p>
      </dgm:t>
    </dgm:pt>
    <dgm:pt modelId="{4ACDFD12-B3E1-4265-81AD-AB6FB966280C}" type="parTrans" cxnId="{27F80DF6-B9DD-4818-BE61-E8FB1835CE63}">
      <dgm:prSet/>
      <dgm:spPr/>
      <dgm:t>
        <a:bodyPr/>
        <a:lstStyle/>
        <a:p>
          <a:endParaRPr lang="fr-FR"/>
        </a:p>
      </dgm:t>
    </dgm:pt>
    <dgm:pt modelId="{3BF51EAF-CD38-4FD5-8E57-287BC70BE54F}" type="sibTrans" cxnId="{27F80DF6-B9DD-4818-BE61-E8FB1835CE63}">
      <dgm:prSet/>
      <dgm:spPr/>
      <dgm:t>
        <a:bodyPr/>
        <a:lstStyle/>
        <a:p>
          <a:endParaRPr lang="fr-FR"/>
        </a:p>
      </dgm:t>
    </dgm:pt>
    <dgm:pt modelId="{A94DAAAC-0A67-429E-9B5B-25F43941814F}">
      <dgm:prSet/>
      <dgm:spPr/>
      <dgm:t>
        <a:bodyPr/>
        <a:lstStyle/>
        <a:p>
          <a:r>
            <a:rPr lang="fr-FR" dirty="0">
              <a:latin typeface="+mj-lt"/>
              <a:cs typeface="Segoe UI" panose="020B0502040204020203" pitchFamily="34" charset="0"/>
            </a:rPr>
            <a:t>Sécurité physique et organisationnelle</a:t>
          </a:r>
        </a:p>
      </dgm:t>
    </dgm:pt>
    <dgm:pt modelId="{016719C5-B5F1-44D2-9B08-38AB1659CE82}" type="parTrans" cxnId="{DE8FFE0D-01AA-4CDC-A356-B1D7AB813E58}">
      <dgm:prSet/>
      <dgm:spPr/>
      <dgm:t>
        <a:bodyPr/>
        <a:lstStyle/>
        <a:p>
          <a:endParaRPr lang="fr-FR"/>
        </a:p>
      </dgm:t>
    </dgm:pt>
    <dgm:pt modelId="{F0B6E5DD-CDFB-4568-9C24-7ACBFAA15DDC}" type="sibTrans" cxnId="{DE8FFE0D-01AA-4CDC-A356-B1D7AB813E58}">
      <dgm:prSet/>
      <dgm:spPr/>
      <dgm:t>
        <a:bodyPr/>
        <a:lstStyle/>
        <a:p>
          <a:endParaRPr lang="fr-FR"/>
        </a:p>
      </dgm:t>
    </dgm:pt>
    <dgm:pt modelId="{B92BB814-5356-426C-9D84-86CB6EDF8B88}">
      <dgm:prSet/>
      <dgm:spPr/>
      <dgm:t>
        <a:bodyPr/>
        <a:lstStyle/>
        <a:p>
          <a:r>
            <a:rPr lang="fr-FR" dirty="0">
              <a:latin typeface="+mj-lt"/>
              <a:cs typeface="Segoe UI" panose="020B0502040204020203" pitchFamily="34" charset="0"/>
            </a:rPr>
            <a:t>Maintien en condition de sécurité et gestion d’obsolescence</a:t>
          </a:r>
        </a:p>
      </dgm:t>
    </dgm:pt>
    <dgm:pt modelId="{531FC1C9-81A5-4268-9E37-E0BF8DB793DF}" type="parTrans" cxnId="{6A0EAB9D-BCE9-4D1B-A1BA-0D5BE46B2A61}">
      <dgm:prSet/>
      <dgm:spPr/>
      <dgm:t>
        <a:bodyPr/>
        <a:lstStyle/>
        <a:p>
          <a:endParaRPr lang="fr-FR"/>
        </a:p>
      </dgm:t>
    </dgm:pt>
    <dgm:pt modelId="{69F05BE7-2E87-4268-8970-1057C50C6DA0}" type="sibTrans" cxnId="{6A0EAB9D-BCE9-4D1B-A1BA-0D5BE46B2A61}">
      <dgm:prSet/>
      <dgm:spPr/>
      <dgm:t>
        <a:bodyPr/>
        <a:lstStyle/>
        <a:p>
          <a:endParaRPr lang="fr-FR"/>
        </a:p>
      </dgm:t>
    </dgm:pt>
    <dgm:pt modelId="{3DD19BFA-B7E0-4BEF-A1B6-539574F1B474}">
      <dgm:prSet/>
      <dgm:spPr/>
      <dgm:t>
        <a:bodyPr/>
        <a:lstStyle/>
        <a:p>
          <a:r>
            <a:rPr lang="fr-FR" b="0" dirty="0">
              <a:latin typeface="+mj-lt"/>
              <a:cs typeface="Segoe UI" panose="020B0502040204020203" pitchFamily="34" charset="0"/>
            </a:rPr>
            <a:t>Résilience</a:t>
          </a:r>
        </a:p>
      </dgm:t>
    </dgm:pt>
    <dgm:pt modelId="{E1188F47-08D9-4003-989B-74D75938CA5A}" type="parTrans" cxnId="{F13BFEC1-CEFA-4E54-87FF-4BC281152B5A}">
      <dgm:prSet/>
      <dgm:spPr/>
      <dgm:t>
        <a:bodyPr/>
        <a:lstStyle/>
        <a:p>
          <a:endParaRPr lang="fr-FR"/>
        </a:p>
      </dgm:t>
    </dgm:pt>
    <dgm:pt modelId="{96272F54-F03A-489C-8748-6449F8B625A5}" type="sibTrans" cxnId="{F13BFEC1-CEFA-4E54-87FF-4BC281152B5A}">
      <dgm:prSet/>
      <dgm:spPr/>
      <dgm:t>
        <a:bodyPr/>
        <a:lstStyle/>
        <a:p>
          <a:endParaRPr lang="fr-FR"/>
        </a:p>
      </dgm:t>
    </dgm:pt>
    <dgm:pt modelId="{A76108E3-DE68-46C3-9B95-DD73F018D90F}">
      <dgm:prSet/>
      <dgm:spPr/>
      <dgm:t>
        <a:bodyPr/>
        <a:lstStyle/>
        <a:p>
          <a:r>
            <a:rPr lang="fr-FR" dirty="0">
              <a:latin typeface="+mj-lt"/>
              <a:cs typeface="Segoe UI" panose="020B0502040204020203" pitchFamily="34" charset="0"/>
            </a:rPr>
            <a:t>Continuité d’activité (sauvegarde et restauration, gestion des modes dégradés)</a:t>
          </a:r>
        </a:p>
      </dgm:t>
    </dgm:pt>
    <dgm:pt modelId="{ADA678F4-ABB2-4A10-963D-444B80433763}" type="parTrans" cxnId="{89BA0C8D-955F-4E71-82D3-E183C75DECC7}">
      <dgm:prSet/>
      <dgm:spPr/>
      <dgm:t>
        <a:bodyPr/>
        <a:lstStyle/>
        <a:p>
          <a:endParaRPr lang="fr-FR"/>
        </a:p>
      </dgm:t>
    </dgm:pt>
    <dgm:pt modelId="{CC430A8E-9C30-4568-BAC6-DCB08E77F717}" type="sibTrans" cxnId="{89BA0C8D-955F-4E71-82D3-E183C75DECC7}">
      <dgm:prSet/>
      <dgm:spPr/>
      <dgm:t>
        <a:bodyPr/>
        <a:lstStyle/>
        <a:p>
          <a:endParaRPr lang="fr-FR"/>
        </a:p>
      </dgm:t>
    </dgm:pt>
    <dgm:pt modelId="{31D93526-E876-4ACB-BB37-D524A75F47A5}">
      <dgm:prSet/>
      <dgm:spPr/>
      <dgm:t>
        <a:bodyPr/>
        <a:lstStyle/>
        <a:p>
          <a:r>
            <a:rPr lang="fr-FR" dirty="0">
              <a:latin typeface="+mj-lt"/>
              <a:cs typeface="Segoe UI" panose="020B0502040204020203" pitchFamily="34" charset="0"/>
            </a:rPr>
            <a:t>Reprise d’activité</a:t>
          </a:r>
        </a:p>
      </dgm:t>
    </dgm:pt>
    <dgm:pt modelId="{46801D6F-588C-43AE-9A18-7F4DBF7813A7}" type="parTrans" cxnId="{C83F3E57-FA5A-4DC5-AEB0-0116EE1BF1A7}">
      <dgm:prSet/>
      <dgm:spPr/>
      <dgm:t>
        <a:bodyPr/>
        <a:lstStyle/>
        <a:p>
          <a:endParaRPr lang="fr-FR"/>
        </a:p>
      </dgm:t>
    </dgm:pt>
    <dgm:pt modelId="{52111489-0C5B-4136-996F-130FC94249C1}" type="sibTrans" cxnId="{C83F3E57-FA5A-4DC5-AEB0-0116EE1BF1A7}">
      <dgm:prSet/>
      <dgm:spPr/>
      <dgm:t>
        <a:bodyPr/>
        <a:lstStyle/>
        <a:p>
          <a:endParaRPr lang="fr-FR"/>
        </a:p>
      </dgm:t>
    </dgm:pt>
    <dgm:pt modelId="{D8786F40-4ED8-4230-AC3E-76291D5A28FA}">
      <dgm:prSet/>
      <dgm:spPr/>
      <dgm:t>
        <a:bodyPr/>
        <a:lstStyle/>
        <a:p>
          <a:r>
            <a:rPr lang="fr-FR" dirty="0">
              <a:latin typeface="+mj-lt"/>
              <a:cs typeface="Segoe UI" panose="020B0502040204020203" pitchFamily="34" charset="0"/>
            </a:rPr>
            <a:t>Gestion de crise cyber</a:t>
          </a:r>
        </a:p>
      </dgm:t>
    </dgm:pt>
    <dgm:pt modelId="{F269F943-C71F-4513-8C50-AA6C7C205F4B}" type="parTrans" cxnId="{2A49210A-A45C-4C0F-99F4-40CE47D2DB9E}">
      <dgm:prSet/>
      <dgm:spPr/>
      <dgm:t>
        <a:bodyPr/>
        <a:lstStyle/>
        <a:p>
          <a:endParaRPr lang="fr-FR"/>
        </a:p>
      </dgm:t>
    </dgm:pt>
    <dgm:pt modelId="{31C11C81-4B72-4075-BD32-BD87BBADB05D}" type="sibTrans" cxnId="{2A49210A-A45C-4C0F-99F4-40CE47D2DB9E}">
      <dgm:prSet/>
      <dgm:spPr/>
      <dgm:t>
        <a:bodyPr/>
        <a:lstStyle/>
        <a:p>
          <a:endParaRPr lang="fr-FR"/>
        </a:p>
      </dgm:t>
    </dgm:pt>
    <dgm:pt modelId="{F6BC72DF-96BE-40E7-B77E-292C48852ED1}">
      <dgm:prSet/>
      <dgm:spPr/>
      <dgm:t>
        <a:bodyPr/>
        <a:lstStyle/>
        <a:p>
          <a:r>
            <a:rPr lang="fr-FR" b="0" dirty="0">
              <a:latin typeface="+mj-lt"/>
              <a:cs typeface="Segoe UI" panose="020B0502040204020203" pitchFamily="34" charset="0"/>
            </a:rPr>
            <a:t>Défense</a:t>
          </a:r>
        </a:p>
      </dgm:t>
    </dgm:pt>
    <dgm:pt modelId="{2B859F8F-4E3D-4EF1-B1BA-B5604C84BBEB}" type="parTrans" cxnId="{B9126452-C731-46A6-966F-DC46675F5072}">
      <dgm:prSet/>
      <dgm:spPr/>
      <dgm:t>
        <a:bodyPr/>
        <a:lstStyle/>
        <a:p>
          <a:endParaRPr lang="fr-FR"/>
        </a:p>
      </dgm:t>
    </dgm:pt>
    <dgm:pt modelId="{66FAF3D8-3C4E-424C-95EC-1A91FF628D68}" type="sibTrans" cxnId="{B9126452-C731-46A6-966F-DC46675F5072}">
      <dgm:prSet/>
      <dgm:spPr/>
      <dgm:t>
        <a:bodyPr/>
        <a:lstStyle/>
        <a:p>
          <a:endParaRPr lang="fr-FR"/>
        </a:p>
      </dgm:t>
    </dgm:pt>
    <dgm:pt modelId="{F13AA03C-837A-443C-A15E-1D7432CBB15D}">
      <dgm:prSet/>
      <dgm:spPr/>
      <dgm:t>
        <a:bodyPr/>
        <a:lstStyle/>
        <a:p>
          <a:r>
            <a:rPr lang="fr-FR" dirty="0">
              <a:latin typeface="+mj-lt"/>
              <a:cs typeface="Segoe UI" panose="020B0502040204020203" pitchFamily="34" charset="0"/>
            </a:rPr>
            <a:t>Surveillance d’événements</a:t>
          </a:r>
        </a:p>
      </dgm:t>
    </dgm:pt>
    <dgm:pt modelId="{2F64BAA9-6478-44AE-9256-DAF7AEC85DFE}" type="parTrans" cxnId="{35E94400-EBEF-43D2-8261-CC3F3A126CA5}">
      <dgm:prSet/>
      <dgm:spPr/>
      <dgm:t>
        <a:bodyPr/>
        <a:lstStyle/>
        <a:p>
          <a:endParaRPr lang="fr-FR"/>
        </a:p>
      </dgm:t>
    </dgm:pt>
    <dgm:pt modelId="{3D3FFCB1-6343-4CC0-9A31-0E26736AC90C}" type="sibTrans" cxnId="{35E94400-EBEF-43D2-8261-CC3F3A126CA5}">
      <dgm:prSet/>
      <dgm:spPr/>
      <dgm:t>
        <a:bodyPr/>
        <a:lstStyle/>
        <a:p>
          <a:endParaRPr lang="fr-FR"/>
        </a:p>
      </dgm:t>
    </dgm:pt>
    <dgm:pt modelId="{DD2006C4-2374-4C10-9845-417086D0C2D1}">
      <dgm:prSet/>
      <dgm:spPr/>
      <dgm:t>
        <a:bodyPr/>
        <a:lstStyle/>
        <a:p>
          <a:r>
            <a:rPr lang="fr-FR" dirty="0">
              <a:latin typeface="+mj-lt"/>
              <a:cs typeface="Segoe UI" panose="020B0502040204020203" pitchFamily="34" charset="0"/>
            </a:rPr>
            <a:t>Détection et classification d’incidents</a:t>
          </a:r>
        </a:p>
      </dgm:t>
    </dgm:pt>
    <dgm:pt modelId="{549674D5-FA10-4150-AB67-2C08384C7EBF}" type="parTrans" cxnId="{6CDD4C67-1EE0-4B69-A4E7-77381EAF216F}">
      <dgm:prSet/>
      <dgm:spPr/>
      <dgm:t>
        <a:bodyPr/>
        <a:lstStyle/>
        <a:p>
          <a:endParaRPr lang="fr-FR"/>
        </a:p>
      </dgm:t>
    </dgm:pt>
    <dgm:pt modelId="{D72A134A-38B6-4B3F-83F5-CB9A197F48D5}" type="sibTrans" cxnId="{6CDD4C67-1EE0-4B69-A4E7-77381EAF216F}">
      <dgm:prSet/>
      <dgm:spPr/>
      <dgm:t>
        <a:bodyPr/>
        <a:lstStyle/>
        <a:p>
          <a:endParaRPr lang="fr-FR"/>
        </a:p>
      </dgm:t>
    </dgm:pt>
    <dgm:pt modelId="{29F41D13-F0C0-414E-B8A4-1E7AE509EE0E}">
      <dgm:prSet/>
      <dgm:spPr/>
      <dgm:t>
        <a:bodyPr/>
        <a:lstStyle/>
        <a:p>
          <a:r>
            <a:rPr lang="fr-FR" dirty="0">
              <a:latin typeface="+mj-lt"/>
              <a:cs typeface="Segoe UI" panose="020B0502040204020203" pitchFamily="34" charset="0"/>
            </a:rPr>
            <a:t>Réponse à un incident cyber</a:t>
          </a:r>
        </a:p>
      </dgm:t>
    </dgm:pt>
    <dgm:pt modelId="{C74DD461-CBCB-46FD-A260-9A1FCCF02EE2}" type="parTrans" cxnId="{523C28E1-279D-412F-8E22-4E8CC1F7A799}">
      <dgm:prSet/>
      <dgm:spPr/>
      <dgm:t>
        <a:bodyPr/>
        <a:lstStyle/>
        <a:p>
          <a:endParaRPr lang="fr-FR"/>
        </a:p>
      </dgm:t>
    </dgm:pt>
    <dgm:pt modelId="{BA192A2F-0AF4-4147-9062-16D491D85009}" type="sibTrans" cxnId="{523C28E1-279D-412F-8E22-4E8CC1F7A799}">
      <dgm:prSet/>
      <dgm:spPr/>
      <dgm:t>
        <a:bodyPr/>
        <a:lstStyle/>
        <a:p>
          <a:endParaRPr lang="fr-FR"/>
        </a:p>
      </dgm:t>
    </dgm:pt>
    <dgm:pt modelId="{B5C989C3-2040-49A7-A13A-9CDB7AE0AA2D}" type="pres">
      <dgm:prSet presAssocID="{6F38FEA2-1818-4A80-800D-0734933894F3}" presName="Name0" presStyleCnt="0">
        <dgm:presLayoutVars>
          <dgm:dir/>
          <dgm:animLvl val="lvl"/>
          <dgm:resizeHandles val="exact"/>
        </dgm:presLayoutVars>
      </dgm:prSet>
      <dgm:spPr/>
    </dgm:pt>
    <dgm:pt modelId="{5F083827-13BD-4FF7-9A31-76F5FB33D258}" type="pres">
      <dgm:prSet presAssocID="{EFBEE1AB-3753-46E0-B2E5-DE486493E1AC}" presName="composite" presStyleCnt="0"/>
      <dgm:spPr/>
    </dgm:pt>
    <dgm:pt modelId="{FB2198F8-9DC3-4054-9FE9-4F1D6FE742F7}" type="pres">
      <dgm:prSet presAssocID="{EFBEE1AB-3753-46E0-B2E5-DE486493E1AC}" presName="parTx" presStyleLbl="alignNode1" presStyleIdx="0" presStyleCnt="4">
        <dgm:presLayoutVars>
          <dgm:chMax val="0"/>
          <dgm:chPref val="0"/>
          <dgm:bulletEnabled val="1"/>
        </dgm:presLayoutVars>
      </dgm:prSet>
      <dgm:spPr/>
    </dgm:pt>
    <dgm:pt modelId="{5A240395-4F4E-4BF6-870D-F854F3C7F886}" type="pres">
      <dgm:prSet presAssocID="{EFBEE1AB-3753-46E0-B2E5-DE486493E1AC}" presName="desTx" presStyleLbl="alignAccFollowNode1" presStyleIdx="0" presStyleCnt="4">
        <dgm:presLayoutVars>
          <dgm:bulletEnabled val="1"/>
        </dgm:presLayoutVars>
      </dgm:prSet>
      <dgm:spPr/>
    </dgm:pt>
    <dgm:pt modelId="{130029B8-C1F7-4760-97B0-7209E1B0B55B}" type="pres">
      <dgm:prSet presAssocID="{9D18D5EC-6F69-4840-9603-5DCA5BC8CD18}" presName="space" presStyleCnt="0"/>
      <dgm:spPr/>
    </dgm:pt>
    <dgm:pt modelId="{C445BF79-E74C-4F47-B7BD-A1A629D3C655}" type="pres">
      <dgm:prSet presAssocID="{8158676B-8BA9-492F-B0C8-047A8A642302}" presName="composite" presStyleCnt="0"/>
      <dgm:spPr/>
    </dgm:pt>
    <dgm:pt modelId="{1C9B2E57-EB9D-4553-8989-F38B550A30A4}" type="pres">
      <dgm:prSet presAssocID="{8158676B-8BA9-492F-B0C8-047A8A642302}" presName="parTx" presStyleLbl="alignNode1" presStyleIdx="1" presStyleCnt="4">
        <dgm:presLayoutVars>
          <dgm:chMax val="0"/>
          <dgm:chPref val="0"/>
          <dgm:bulletEnabled val="1"/>
        </dgm:presLayoutVars>
      </dgm:prSet>
      <dgm:spPr/>
    </dgm:pt>
    <dgm:pt modelId="{24FB2D6E-1BC0-461A-816E-A73BAEF35A78}" type="pres">
      <dgm:prSet presAssocID="{8158676B-8BA9-492F-B0C8-047A8A642302}" presName="desTx" presStyleLbl="alignAccFollowNode1" presStyleIdx="1" presStyleCnt="4">
        <dgm:presLayoutVars>
          <dgm:bulletEnabled val="1"/>
        </dgm:presLayoutVars>
      </dgm:prSet>
      <dgm:spPr/>
    </dgm:pt>
    <dgm:pt modelId="{4A2D84DE-C8B4-496E-B0F9-55C24C4FC3E0}" type="pres">
      <dgm:prSet presAssocID="{2DD19AA4-F3C1-4517-BDD6-228FC22A44B9}" presName="space" presStyleCnt="0"/>
      <dgm:spPr/>
    </dgm:pt>
    <dgm:pt modelId="{D4C06016-998D-442A-A4E1-6F0CF6688ECB}" type="pres">
      <dgm:prSet presAssocID="{3DD19BFA-B7E0-4BEF-A1B6-539574F1B474}" presName="composite" presStyleCnt="0"/>
      <dgm:spPr/>
    </dgm:pt>
    <dgm:pt modelId="{11190446-8876-43F7-BFB4-19D7378A9E24}" type="pres">
      <dgm:prSet presAssocID="{3DD19BFA-B7E0-4BEF-A1B6-539574F1B474}" presName="parTx" presStyleLbl="alignNode1" presStyleIdx="2" presStyleCnt="4">
        <dgm:presLayoutVars>
          <dgm:chMax val="0"/>
          <dgm:chPref val="0"/>
          <dgm:bulletEnabled val="1"/>
        </dgm:presLayoutVars>
      </dgm:prSet>
      <dgm:spPr/>
    </dgm:pt>
    <dgm:pt modelId="{1B640834-54A4-49BF-BE90-7DCBDD26541C}" type="pres">
      <dgm:prSet presAssocID="{3DD19BFA-B7E0-4BEF-A1B6-539574F1B474}" presName="desTx" presStyleLbl="alignAccFollowNode1" presStyleIdx="2" presStyleCnt="4">
        <dgm:presLayoutVars>
          <dgm:bulletEnabled val="1"/>
        </dgm:presLayoutVars>
      </dgm:prSet>
      <dgm:spPr/>
    </dgm:pt>
    <dgm:pt modelId="{C31F3E1E-18EC-4353-A41A-813ECF824D0C}" type="pres">
      <dgm:prSet presAssocID="{96272F54-F03A-489C-8748-6449F8B625A5}" presName="space" presStyleCnt="0"/>
      <dgm:spPr/>
    </dgm:pt>
    <dgm:pt modelId="{9566D597-9E8C-4CDE-AD50-EE90B18B8D24}" type="pres">
      <dgm:prSet presAssocID="{F6BC72DF-96BE-40E7-B77E-292C48852ED1}" presName="composite" presStyleCnt="0"/>
      <dgm:spPr/>
    </dgm:pt>
    <dgm:pt modelId="{EAEE1F1C-5707-4459-B01A-F44923605365}" type="pres">
      <dgm:prSet presAssocID="{F6BC72DF-96BE-40E7-B77E-292C48852ED1}" presName="parTx" presStyleLbl="alignNode1" presStyleIdx="3" presStyleCnt="4">
        <dgm:presLayoutVars>
          <dgm:chMax val="0"/>
          <dgm:chPref val="0"/>
          <dgm:bulletEnabled val="1"/>
        </dgm:presLayoutVars>
      </dgm:prSet>
      <dgm:spPr/>
    </dgm:pt>
    <dgm:pt modelId="{832894B5-6E2C-4CA6-8ABC-9224D362B68D}" type="pres">
      <dgm:prSet presAssocID="{F6BC72DF-96BE-40E7-B77E-292C48852ED1}" presName="desTx" presStyleLbl="alignAccFollowNode1" presStyleIdx="3" presStyleCnt="4">
        <dgm:presLayoutVars>
          <dgm:bulletEnabled val="1"/>
        </dgm:presLayoutVars>
      </dgm:prSet>
      <dgm:spPr/>
    </dgm:pt>
  </dgm:ptLst>
  <dgm:cxnLst>
    <dgm:cxn modelId="{35E94400-EBEF-43D2-8261-CC3F3A126CA5}" srcId="{F6BC72DF-96BE-40E7-B77E-292C48852ED1}" destId="{F13AA03C-837A-443C-A15E-1D7432CBB15D}" srcOrd="0" destOrd="0" parTransId="{2F64BAA9-6478-44AE-9256-DAF7AEC85DFE}" sibTransId="{3D3FFCB1-6343-4CC0-9A31-0E26736AC90C}"/>
    <dgm:cxn modelId="{2A49210A-A45C-4C0F-99F4-40CE47D2DB9E}" srcId="{3DD19BFA-B7E0-4BEF-A1B6-539574F1B474}" destId="{D8786F40-4ED8-4230-AC3E-76291D5A28FA}" srcOrd="2" destOrd="0" parTransId="{F269F943-C71F-4513-8C50-AA6C7C205F4B}" sibTransId="{31C11C81-4B72-4075-BD32-BD87BBADB05D}"/>
    <dgm:cxn modelId="{9F15BF0D-C36E-4FF3-A264-A252A31619C0}" srcId="{EFBEE1AB-3753-46E0-B2E5-DE486493E1AC}" destId="{E1FD2D91-402F-49B2-A04E-86260EF9073E}" srcOrd="1" destOrd="0" parTransId="{F2225A0C-8D2E-4240-9CF3-1595F0A90774}" sibTransId="{E8A67E13-DE5C-4418-BD17-5E5AF3A4FA35}"/>
    <dgm:cxn modelId="{DE8FFE0D-01AA-4CDC-A356-B1D7AB813E58}" srcId="{8158676B-8BA9-492F-B0C8-047A8A642302}" destId="{A94DAAAC-0A67-429E-9B5B-25F43941814F}" srcOrd="1" destOrd="0" parTransId="{016719C5-B5F1-44D2-9B08-38AB1659CE82}" sibTransId="{F0B6E5DD-CDFB-4568-9C24-7ACBFAA15DDC}"/>
    <dgm:cxn modelId="{77AA3213-6669-42C1-9DC4-6D2DD95DA162}" type="presOf" srcId="{B92BB814-5356-426C-9D84-86CB6EDF8B88}" destId="{24FB2D6E-1BC0-461A-816E-A73BAEF35A78}" srcOrd="0" destOrd="2" presId="urn:microsoft.com/office/officeart/2005/8/layout/hList1"/>
    <dgm:cxn modelId="{47F33717-6713-43F6-A5AD-D2B278DB7D4A}" srcId="{EFBEE1AB-3753-46E0-B2E5-DE486493E1AC}" destId="{C3DF9DB7-3034-4C57-927D-E704962603A2}" srcOrd="2" destOrd="0" parTransId="{3656E38E-448D-4714-AABD-B8B5C93E08BF}" sibTransId="{1E70A447-5254-4353-8111-0087D88AA19C}"/>
    <dgm:cxn modelId="{1A275E2E-2A6D-4C53-8D8A-DF88432B0566}" srcId="{6F38FEA2-1818-4A80-800D-0734933894F3}" destId="{8158676B-8BA9-492F-B0C8-047A8A642302}" srcOrd="1" destOrd="0" parTransId="{A7A5AF18-2192-44A7-BE8E-E79A49504CBB}" sibTransId="{2DD19AA4-F3C1-4517-BDD6-228FC22A44B9}"/>
    <dgm:cxn modelId="{49FCBD2E-E9A0-4E18-BB68-D695CA46CED2}" type="presOf" srcId="{A76108E3-DE68-46C3-9B95-DD73F018D90F}" destId="{1B640834-54A4-49BF-BE90-7DCBDD26541C}" srcOrd="0" destOrd="0" presId="urn:microsoft.com/office/officeart/2005/8/layout/hList1"/>
    <dgm:cxn modelId="{03BFEE31-FBAC-4096-8000-5887FFF05E4D}" type="presOf" srcId="{C3DF9DB7-3034-4C57-927D-E704962603A2}" destId="{5A240395-4F4E-4BF6-870D-F854F3C7F886}" srcOrd="0" destOrd="2" presId="urn:microsoft.com/office/officeart/2005/8/layout/hList1"/>
    <dgm:cxn modelId="{D3833633-309F-4712-A204-08CA4AB095EF}" type="presOf" srcId="{8158676B-8BA9-492F-B0C8-047A8A642302}" destId="{1C9B2E57-EB9D-4553-8989-F38B550A30A4}" srcOrd="0" destOrd="0" presId="urn:microsoft.com/office/officeart/2005/8/layout/hList1"/>
    <dgm:cxn modelId="{98CC9B40-57B5-45E8-8C44-AC3263EF7518}" type="presOf" srcId="{DD2006C4-2374-4C10-9845-417086D0C2D1}" destId="{832894B5-6E2C-4CA6-8ABC-9224D362B68D}" srcOrd="0" destOrd="1" presId="urn:microsoft.com/office/officeart/2005/8/layout/hList1"/>
    <dgm:cxn modelId="{DE461663-D4B2-4CBF-9A0D-53BBB1AAF82D}" srcId="{6F38FEA2-1818-4A80-800D-0734933894F3}" destId="{EFBEE1AB-3753-46E0-B2E5-DE486493E1AC}" srcOrd="0" destOrd="0" parTransId="{9B19132F-C501-4940-A866-5B17D3C1EC7D}" sibTransId="{9D18D5EC-6F69-4840-9603-5DCA5BC8CD18}"/>
    <dgm:cxn modelId="{6CDD4C67-1EE0-4B69-A4E7-77381EAF216F}" srcId="{F6BC72DF-96BE-40E7-B77E-292C48852ED1}" destId="{DD2006C4-2374-4C10-9845-417086D0C2D1}" srcOrd="1" destOrd="0" parTransId="{549674D5-FA10-4150-AB67-2C08384C7EBF}" sibTransId="{D72A134A-38B6-4B3F-83F5-CB9A197F48D5}"/>
    <dgm:cxn modelId="{94ED0371-6497-4A7D-90E3-8D9E4644678F}" type="presOf" srcId="{D8786F40-4ED8-4230-AC3E-76291D5A28FA}" destId="{1B640834-54A4-49BF-BE90-7DCBDD26541C}" srcOrd="0" destOrd="2" presId="urn:microsoft.com/office/officeart/2005/8/layout/hList1"/>
    <dgm:cxn modelId="{B9126452-C731-46A6-966F-DC46675F5072}" srcId="{6F38FEA2-1818-4A80-800D-0734933894F3}" destId="{F6BC72DF-96BE-40E7-B77E-292C48852ED1}" srcOrd="3" destOrd="0" parTransId="{2B859F8F-4E3D-4EF1-B1BA-B5604C84BBEB}" sibTransId="{66FAF3D8-3C4E-424C-95EC-1A91FF628D68}"/>
    <dgm:cxn modelId="{C83F3E57-FA5A-4DC5-AEB0-0116EE1BF1A7}" srcId="{3DD19BFA-B7E0-4BEF-A1B6-539574F1B474}" destId="{31D93526-E876-4ACB-BB37-D524A75F47A5}" srcOrd="1" destOrd="0" parTransId="{46801D6F-588C-43AE-9A18-7F4DBF7813A7}" sibTransId="{52111489-0C5B-4136-996F-130FC94249C1}"/>
    <dgm:cxn modelId="{47354B59-6040-4D71-A1DF-20C9ADAE5B10}" type="presOf" srcId="{F6BC72DF-96BE-40E7-B77E-292C48852ED1}" destId="{EAEE1F1C-5707-4459-B01A-F44923605365}" srcOrd="0" destOrd="0" presId="urn:microsoft.com/office/officeart/2005/8/layout/hList1"/>
    <dgm:cxn modelId="{EBB7195A-0F6B-446C-94A0-BA98B6D103ED}" type="presOf" srcId="{E1FD2D91-402F-49B2-A04E-86260EF9073E}" destId="{5A240395-4F4E-4BF6-870D-F854F3C7F886}" srcOrd="0" destOrd="1" presId="urn:microsoft.com/office/officeart/2005/8/layout/hList1"/>
    <dgm:cxn modelId="{89BA0C8D-955F-4E71-82D3-E183C75DECC7}" srcId="{3DD19BFA-B7E0-4BEF-A1B6-539574F1B474}" destId="{A76108E3-DE68-46C3-9B95-DD73F018D90F}" srcOrd="0" destOrd="0" parTransId="{ADA678F4-ABB2-4A10-963D-444B80433763}" sibTransId="{CC430A8E-9C30-4568-BAC6-DCB08E77F717}"/>
    <dgm:cxn modelId="{6A0EAB9D-BCE9-4D1B-A1BA-0D5BE46B2A61}" srcId="{8158676B-8BA9-492F-B0C8-047A8A642302}" destId="{B92BB814-5356-426C-9D84-86CB6EDF8B88}" srcOrd="2" destOrd="0" parTransId="{531FC1C9-81A5-4268-9E37-E0BF8DB793DF}" sibTransId="{69F05BE7-2E87-4268-8970-1057C50C6DA0}"/>
    <dgm:cxn modelId="{7E3C16C0-3949-4855-A7E4-586B53F31C4A}" type="presOf" srcId="{92949299-4891-4957-B8AA-32E8048AD282}" destId="{5A240395-4F4E-4BF6-870D-F854F3C7F886}" srcOrd="0" destOrd="0" presId="urn:microsoft.com/office/officeart/2005/8/layout/hList1"/>
    <dgm:cxn modelId="{BDE997C0-753E-4445-8730-4F4751E94A38}" type="presOf" srcId="{F13AA03C-837A-443C-A15E-1D7432CBB15D}" destId="{832894B5-6E2C-4CA6-8ABC-9224D362B68D}" srcOrd="0" destOrd="0" presId="urn:microsoft.com/office/officeart/2005/8/layout/hList1"/>
    <dgm:cxn modelId="{F13BFEC1-CEFA-4E54-87FF-4BC281152B5A}" srcId="{6F38FEA2-1818-4A80-800D-0734933894F3}" destId="{3DD19BFA-B7E0-4BEF-A1B6-539574F1B474}" srcOrd="2" destOrd="0" parTransId="{E1188F47-08D9-4003-989B-74D75938CA5A}" sibTransId="{96272F54-F03A-489C-8748-6449F8B625A5}"/>
    <dgm:cxn modelId="{A20E29CC-B983-4DC6-B26F-68827E0F28E1}" type="presOf" srcId="{EFBEE1AB-3753-46E0-B2E5-DE486493E1AC}" destId="{FB2198F8-9DC3-4054-9FE9-4F1D6FE742F7}" srcOrd="0" destOrd="0" presId="urn:microsoft.com/office/officeart/2005/8/layout/hList1"/>
    <dgm:cxn modelId="{69CC3FD2-EB0D-4097-9D86-8EEAFAE18F57}" srcId="{EFBEE1AB-3753-46E0-B2E5-DE486493E1AC}" destId="{92949299-4891-4957-B8AA-32E8048AD282}" srcOrd="0" destOrd="0" parTransId="{FB8E59EA-D621-41F2-93C2-DC926F23406B}" sibTransId="{EA97A997-2A83-4457-A357-69A51DD2F77F}"/>
    <dgm:cxn modelId="{6B5C17DF-EFCA-4EF0-AC26-288C3391E8E8}" type="presOf" srcId="{6F38FEA2-1818-4A80-800D-0734933894F3}" destId="{B5C989C3-2040-49A7-A13A-9CDB7AE0AA2D}" srcOrd="0" destOrd="0" presId="urn:microsoft.com/office/officeart/2005/8/layout/hList1"/>
    <dgm:cxn modelId="{523C28E1-279D-412F-8E22-4E8CC1F7A799}" srcId="{F6BC72DF-96BE-40E7-B77E-292C48852ED1}" destId="{29F41D13-F0C0-414E-B8A4-1E7AE509EE0E}" srcOrd="2" destOrd="0" parTransId="{C74DD461-CBCB-46FD-A260-9A1FCCF02EE2}" sibTransId="{BA192A2F-0AF4-4147-9062-16D491D85009}"/>
    <dgm:cxn modelId="{9AF586E7-27C5-4F7D-9CEB-AB0ABFFAE0B3}" type="presOf" srcId="{3DD19BFA-B7E0-4BEF-A1B6-539574F1B474}" destId="{11190446-8876-43F7-BFB4-19D7378A9E24}" srcOrd="0" destOrd="0" presId="urn:microsoft.com/office/officeart/2005/8/layout/hList1"/>
    <dgm:cxn modelId="{B8312FEA-7890-47E6-B7C6-919A8825B2FD}" type="presOf" srcId="{29F41D13-F0C0-414E-B8A4-1E7AE509EE0E}" destId="{832894B5-6E2C-4CA6-8ABC-9224D362B68D}" srcOrd="0" destOrd="2" presId="urn:microsoft.com/office/officeart/2005/8/layout/hList1"/>
    <dgm:cxn modelId="{49E812F2-7866-4B0F-8BE3-4717A6876A2B}" type="presOf" srcId="{4968F7B0-8EF5-4836-B6A2-42F08D588137}" destId="{24FB2D6E-1BC0-461A-816E-A73BAEF35A78}" srcOrd="0" destOrd="0" presId="urn:microsoft.com/office/officeart/2005/8/layout/hList1"/>
    <dgm:cxn modelId="{B56946F2-BE3C-49CF-BD79-77F8120B7711}" type="presOf" srcId="{31D93526-E876-4ACB-BB37-D524A75F47A5}" destId="{1B640834-54A4-49BF-BE90-7DCBDD26541C}" srcOrd="0" destOrd="1" presId="urn:microsoft.com/office/officeart/2005/8/layout/hList1"/>
    <dgm:cxn modelId="{A3083FF3-8630-430E-94B9-5C5BB11007EB}" type="presOf" srcId="{A94DAAAC-0A67-429E-9B5B-25F43941814F}" destId="{24FB2D6E-1BC0-461A-816E-A73BAEF35A78}" srcOrd="0" destOrd="1" presId="urn:microsoft.com/office/officeart/2005/8/layout/hList1"/>
    <dgm:cxn modelId="{27F80DF6-B9DD-4818-BE61-E8FB1835CE63}" srcId="{8158676B-8BA9-492F-B0C8-047A8A642302}" destId="{4968F7B0-8EF5-4836-B6A2-42F08D588137}" srcOrd="0" destOrd="0" parTransId="{4ACDFD12-B3E1-4265-81AD-AB6FB966280C}" sibTransId="{3BF51EAF-CD38-4FD5-8E57-287BC70BE54F}"/>
    <dgm:cxn modelId="{4E3B876A-E519-4477-8ADA-E1DFCF7A9BEF}" type="presParOf" srcId="{B5C989C3-2040-49A7-A13A-9CDB7AE0AA2D}" destId="{5F083827-13BD-4FF7-9A31-76F5FB33D258}" srcOrd="0" destOrd="0" presId="urn:microsoft.com/office/officeart/2005/8/layout/hList1"/>
    <dgm:cxn modelId="{2A35F791-33DF-4E4D-BBD6-2290EDF15919}" type="presParOf" srcId="{5F083827-13BD-4FF7-9A31-76F5FB33D258}" destId="{FB2198F8-9DC3-4054-9FE9-4F1D6FE742F7}" srcOrd="0" destOrd="0" presId="urn:microsoft.com/office/officeart/2005/8/layout/hList1"/>
    <dgm:cxn modelId="{165CCE6D-9ECC-41F6-A311-4570CC0AE344}" type="presParOf" srcId="{5F083827-13BD-4FF7-9A31-76F5FB33D258}" destId="{5A240395-4F4E-4BF6-870D-F854F3C7F886}" srcOrd="1" destOrd="0" presId="urn:microsoft.com/office/officeart/2005/8/layout/hList1"/>
    <dgm:cxn modelId="{761A6760-B849-45DB-A239-185D3A56C7BB}" type="presParOf" srcId="{B5C989C3-2040-49A7-A13A-9CDB7AE0AA2D}" destId="{130029B8-C1F7-4760-97B0-7209E1B0B55B}" srcOrd="1" destOrd="0" presId="urn:microsoft.com/office/officeart/2005/8/layout/hList1"/>
    <dgm:cxn modelId="{3DF048A2-3C6F-45AA-B676-9982C408F99F}" type="presParOf" srcId="{B5C989C3-2040-49A7-A13A-9CDB7AE0AA2D}" destId="{C445BF79-E74C-4F47-B7BD-A1A629D3C655}" srcOrd="2" destOrd="0" presId="urn:microsoft.com/office/officeart/2005/8/layout/hList1"/>
    <dgm:cxn modelId="{70F03B86-263A-4734-88F6-08DE550DF8D8}" type="presParOf" srcId="{C445BF79-E74C-4F47-B7BD-A1A629D3C655}" destId="{1C9B2E57-EB9D-4553-8989-F38B550A30A4}" srcOrd="0" destOrd="0" presId="urn:microsoft.com/office/officeart/2005/8/layout/hList1"/>
    <dgm:cxn modelId="{21C78625-3F3D-4A59-BE12-2ECD8A9C6E97}" type="presParOf" srcId="{C445BF79-E74C-4F47-B7BD-A1A629D3C655}" destId="{24FB2D6E-1BC0-461A-816E-A73BAEF35A78}" srcOrd="1" destOrd="0" presId="urn:microsoft.com/office/officeart/2005/8/layout/hList1"/>
    <dgm:cxn modelId="{1359CC4E-1243-4815-A225-B86D776EDD8F}" type="presParOf" srcId="{B5C989C3-2040-49A7-A13A-9CDB7AE0AA2D}" destId="{4A2D84DE-C8B4-496E-B0F9-55C24C4FC3E0}" srcOrd="3" destOrd="0" presId="urn:microsoft.com/office/officeart/2005/8/layout/hList1"/>
    <dgm:cxn modelId="{777A86AC-E4FE-401D-8ED6-387B00C7650A}" type="presParOf" srcId="{B5C989C3-2040-49A7-A13A-9CDB7AE0AA2D}" destId="{D4C06016-998D-442A-A4E1-6F0CF6688ECB}" srcOrd="4" destOrd="0" presId="urn:microsoft.com/office/officeart/2005/8/layout/hList1"/>
    <dgm:cxn modelId="{1390C950-5A74-41A4-B3F2-928419AADCC3}" type="presParOf" srcId="{D4C06016-998D-442A-A4E1-6F0CF6688ECB}" destId="{11190446-8876-43F7-BFB4-19D7378A9E24}" srcOrd="0" destOrd="0" presId="urn:microsoft.com/office/officeart/2005/8/layout/hList1"/>
    <dgm:cxn modelId="{ADCA7F6E-B33C-4971-9809-DA69B0253CFF}" type="presParOf" srcId="{D4C06016-998D-442A-A4E1-6F0CF6688ECB}" destId="{1B640834-54A4-49BF-BE90-7DCBDD26541C}" srcOrd="1" destOrd="0" presId="urn:microsoft.com/office/officeart/2005/8/layout/hList1"/>
    <dgm:cxn modelId="{4C874E8C-F9B8-4C55-85BD-C2481AEA827B}" type="presParOf" srcId="{B5C989C3-2040-49A7-A13A-9CDB7AE0AA2D}" destId="{C31F3E1E-18EC-4353-A41A-813ECF824D0C}" srcOrd="5" destOrd="0" presId="urn:microsoft.com/office/officeart/2005/8/layout/hList1"/>
    <dgm:cxn modelId="{249891BA-92DF-46A3-8E09-EA03C39C8E50}" type="presParOf" srcId="{B5C989C3-2040-49A7-A13A-9CDB7AE0AA2D}" destId="{9566D597-9E8C-4CDE-AD50-EE90B18B8D24}" srcOrd="6" destOrd="0" presId="urn:microsoft.com/office/officeart/2005/8/layout/hList1"/>
    <dgm:cxn modelId="{87FC06E0-0C7E-4239-BE9C-73598EEECAA9}" type="presParOf" srcId="{9566D597-9E8C-4CDE-AD50-EE90B18B8D24}" destId="{EAEE1F1C-5707-4459-B01A-F44923605365}" srcOrd="0" destOrd="0" presId="urn:microsoft.com/office/officeart/2005/8/layout/hList1"/>
    <dgm:cxn modelId="{526A6D1D-1A91-4C1A-9E6F-1776DBCB43BB}" type="presParOf" srcId="{9566D597-9E8C-4CDE-AD50-EE90B18B8D24}" destId="{832894B5-6E2C-4CA6-8ABC-9224D362B68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r>
            <a:rPr lang="fr-FR" b="1" dirty="0"/>
            <a:t>Traiter les risques</a:t>
          </a:r>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solidFill>
                <a:srgbClr val="7A7A7A"/>
              </a:solidFill>
            </a:rPr>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solidFill>
                <a:srgbClr val="7A7A7A"/>
              </a:solidFill>
            </a:rPr>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solidFill>
                <a:srgbClr val="7A7A7A"/>
              </a:solidFill>
            </a:rPr>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solidFill>
                <a:srgbClr val="7A7A7A"/>
              </a:solidFill>
            </a:rPr>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solidFill>
                <a:srgbClr val="7A7A7A"/>
              </a:solidFill>
            </a:rPr>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solidFill>
                <a:srgbClr val="7A7A7A"/>
              </a:solidFill>
            </a:rPr>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6E1DC52F-D02D-4E12-A69A-A6A35E0E3F1E}">
      <dgm:prSet phldrT="[Texte]"/>
      <dgm:spPr/>
      <dgm:t>
        <a:bodyPr/>
        <a:lstStyle/>
        <a:p>
          <a:r>
            <a:rPr lang="fr-FR" dirty="0"/>
            <a:t>1 mesure complémentaire</a:t>
          </a:r>
        </a:p>
      </dgm:t>
    </dgm:pt>
    <dgm:pt modelId="{B2CD8C23-48C4-4890-A0F0-F152E6653ADF}" type="parTrans" cxnId="{AF3F9115-0E87-4A94-9E75-F37B3F8B38C7}">
      <dgm:prSet/>
      <dgm:spPr/>
      <dgm:t>
        <a:bodyPr/>
        <a:lstStyle/>
        <a:p>
          <a:endParaRPr lang="fr-FR"/>
        </a:p>
      </dgm:t>
    </dgm:pt>
    <dgm:pt modelId="{4153E504-24B7-4FDC-8B93-8CF4663DC96A}" type="sibTrans" cxnId="{AF3F9115-0E87-4A94-9E75-F37B3F8B38C7}">
      <dgm:prSet/>
      <dgm:spPr/>
      <dgm:t>
        <a:bodyPr/>
        <a:lstStyle/>
        <a:p>
          <a:endParaRPr lang="fr-FR"/>
        </a:p>
      </dgm:t>
    </dgm:pt>
    <dgm:pt modelId="{F95B94AA-1712-4509-B7BA-C0781729595C}">
      <dgm:prSet phldrT="[Texte]"/>
      <dgm:spPr/>
      <dgm:t>
        <a:bodyPr/>
        <a:lstStyle/>
        <a:p>
          <a:r>
            <a:rPr lang="fr-FR" dirty="0"/>
            <a:t>Composant traité</a:t>
          </a:r>
        </a:p>
      </dgm:t>
    </dgm:pt>
    <dgm:pt modelId="{DF06A91F-F218-4A3A-9222-91E9CB7C6100}" type="parTrans" cxnId="{C6330453-0CEE-4456-BE4C-2D7439BA2A8B}">
      <dgm:prSet/>
      <dgm:spPr/>
      <dgm:t>
        <a:bodyPr/>
        <a:lstStyle/>
        <a:p>
          <a:endParaRPr lang="fr-FR"/>
        </a:p>
      </dgm:t>
    </dgm:pt>
    <dgm:pt modelId="{45459296-6C0F-4AE3-BFCE-1A94F9B15D58}" type="sibTrans" cxnId="{C6330453-0CEE-4456-BE4C-2D7439BA2A8B}">
      <dgm:prSet/>
      <dgm:spPr/>
      <dgm:t>
        <a:bodyPr/>
        <a:lstStyle/>
        <a:p>
          <a:endParaRPr lang="fr-FR"/>
        </a:p>
      </dgm:t>
    </dgm:pt>
    <dgm:pt modelId="{B9ADDAF3-1769-4FBB-B959-89976888A61E}">
      <dgm:prSet phldrT="[Texte]"/>
      <dgm:spPr/>
      <dgm:t>
        <a:bodyPr/>
        <a:lstStyle/>
        <a:p>
          <a:r>
            <a:rPr lang="fr-FR" dirty="0"/>
            <a:t>Option de traitement</a:t>
          </a:r>
        </a:p>
      </dgm:t>
    </dgm:pt>
    <dgm:pt modelId="{70310EC4-4B47-4E09-8537-4F059D41A533}" type="parTrans" cxnId="{A928D8F6-BEFC-46B7-9FFE-969B22B1EE63}">
      <dgm:prSet/>
      <dgm:spPr/>
      <dgm:t>
        <a:bodyPr/>
        <a:lstStyle/>
        <a:p>
          <a:endParaRPr lang="fr-FR"/>
        </a:p>
      </dgm:t>
    </dgm:pt>
    <dgm:pt modelId="{93594BC1-447C-42E7-91A8-F8890BC8FD0B}" type="sibTrans" cxnId="{A928D8F6-BEFC-46B7-9FFE-969B22B1EE63}">
      <dgm:prSet/>
      <dgm:spPr/>
      <dgm:t>
        <a:bodyPr/>
        <a:lstStyle/>
        <a:p>
          <a:endParaRPr lang="fr-FR"/>
        </a:p>
      </dgm:t>
    </dgm:pt>
    <dgm:pt modelId="{02836A3A-2894-49EC-B3F3-1819A6A36232}">
      <dgm:prSet phldrT="[Texte]"/>
      <dgm:spPr/>
      <dgm:t>
        <a:bodyPr/>
        <a:lstStyle/>
        <a:p>
          <a:r>
            <a:rPr lang="fr-FR" dirty="0"/>
            <a:t>Gains potentiels</a:t>
          </a:r>
        </a:p>
      </dgm:t>
    </dgm:pt>
    <dgm:pt modelId="{0D178DD1-4980-43D7-80D5-DCBD533FB95C}" type="parTrans" cxnId="{301F58B7-FEC6-4432-85D3-5A06DBC9414D}">
      <dgm:prSet/>
      <dgm:spPr/>
      <dgm:t>
        <a:bodyPr/>
        <a:lstStyle/>
        <a:p>
          <a:endParaRPr lang="fr-FR"/>
        </a:p>
      </dgm:t>
    </dgm:pt>
    <dgm:pt modelId="{0176D302-409F-490A-9683-1B07707BBCB8}" type="sibTrans" cxnId="{301F58B7-FEC6-4432-85D3-5A06DBC9414D}">
      <dgm:prSet/>
      <dgm:spPr/>
      <dgm:t>
        <a:bodyPr/>
        <a:lstStyle/>
        <a:p>
          <a:endParaRPr lang="fr-FR"/>
        </a:p>
      </dgm:t>
    </dgm:pt>
    <dgm:pt modelId="{2536E436-75EE-4937-93A4-BDBC6555C128}">
      <dgm:prSet phldrT="[Texte]"/>
      <dgm:spPr/>
      <dgm:t>
        <a:bodyPr/>
        <a:lstStyle/>
        <a:p>
          <a:r>
            <a:rPr lang="fr-FR" dirty="0"/>
            <a:t>Difficultés potentielles</a:t>
          </a:r>
        </a:p>
      </dgm:t>
    </dgm:pt>
    <dgm:pt modelId="{99C07A8A-8389-45DB-9793-E4B1856B5CC1}" type="parTrans" cxnId="{453B8C84-9226-41EA-A30B-CD623FE90FA4}">
      <dgm:prSet/>
      <dgm:spPr/>
      <dgm:t>
        <a:bodyPr/>
        <a:lstStyle/>
        <a:p>
          <a:endParaRPr lang="fr-FR"/>
        </a:p>
      </dgm:t>
    </dgm:pt>
    <dgm:pt modelId="{EB10C15E-3871-48D6-9467-9E250553807B}" type="sibTrans" cxnId="{453B8C84-9226-41EA-A30B-CD623FE90FA4}">
      <dgm:prSet/>
      <dgm:spPr/>
      <dgm:t>
        <a:bodyPr/>
        <a:lstStyle/>
        <a:p>
          <a:endParaRPr lang="fr-FR"/>
        </a:p>
      </dgm:t>
    </dgm:pt>
    <dgm:pt modelId="{E74EE094-4198-495B-B73F-18985098DAB2}">
      <dgm:prSet phldrT="[Texte]"/>
      <dgm:spPr/>
      <dgm:t>
        <a:bodyPr/>
        <a:lstStyle/>
        <a:p>
          <a:r>
            <a:rPr lang="fr-FR" dirty="0"/>
            <a:t>Planification</a:t>
          </a:r>
        </a:p>
      </dgm:t>
    </dgm:pt>
    <dgm:pt modelId="{78F38A60-C131-4B52-8229-665FAA60EAB1}" type="parTrans" cxnId="{44E488D7-256A-465C-8CAA-0338480DAA0D}">
      <dgm:prSet/>
      <dgm:spPr/>
      <dgm:t>
        <a:bodyPr/>
        <a:lstStyle/>
        <a:p>
          <a:endParaRPr lang="fr-FR"/>
        </a:p>
      </dgm:t>
    </dgm:pt>
    <dgm:pt modelId="{F09C7D3C-AF48-40A4-82B8-A207E1A10401}" type="sibTrans" cxnId="{44E488D7-256A-465C-8CAA-0338480DAA0D}">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8">
        <dgm:presLayoutVars>
          <dgm:chMax val="0"/>
          <dgm:chPref val="0"/>
          <dgm:bulletEnabled val="1"/>
        </dgm:presLayoutVars>
      </dgm:prSet>
      <dgm:spPr/>
    </dgm:pt>
    <dgm:pt modelId="{B2250889-16EC-44BC-9C81-52039955D740}" type="pres">
      <dgm:prSet presAssocID="{40D612D8-3E6B-4050-968B-2488B3E2C696}" presName="Parent" presStyleLbl="revTx" presStyleIdx="1" presStyleCnt="8">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8">
        <dgm:presLayoutVars>
          <dgm:chMax val="0"/>
          <dgm:chPref val="0"/>
          <dgm:bulletEnabled val="1"/>
        </dgm:presLayoutVars>
      </dgm:prSet>
      <dgm:spPr/>
    </dgm:pt>
    <dgm:pt modelId="{E60EE4FD-EE2C-456F-BD19-3E560B6849CB}" type="pres">
      <dgm:prSet presAssocID="{BEF3CC0B-AC1F-480B-8407-D3AF3F1363D2}" presName="Parent" presStyleLbl="revTx" presStyleIdx="3" presStyleCnt="8">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8">
        <dgm:presLayoutVars>
          <dgm:chMax val="0"/>
          <dgm:chPref val="0"/>
          <dgm:bulletEnabled val="1"/>
        </dgm:presLayoutVars>
      </dgm:prSet>
      <dgm:spPr/>
    </dgm:pt>
    <dgm:pt modelId="{35EDC56F-113A-4C1E-81CF-AC8F17D00922}" type="pres">
      <dgm:prSet presAssocID="{CDB2D20E-04E3-48B1-B9D6-B6A0FB5D9655}" presName="Parent" presStyleLbl="revTx" presStyleIdx="5" presStyleCnt="8">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6" presStyleCnt="8">
        <dgm:presLayoutVars>
          <dgm:chMax val="0"/>
          <dgm:chPref val="0"/>
          <dgm:bulletEnabled val="1"/>
        </dgm:presLayoutVars>
      </dgm:prSet>
      <dgm:spPr/>
    </dgm:pt>
    <dgm:pt modelId="{4410A09B-28F1-41A2-B3C3-D44C57DEC830}" type="pres">
      <dgm:prSet presAssocID="{8562B649-6E13-49AC-B7FF-69A8A393FED0}" presName="Parent" presStyleLbl="revTx" presStyleIdx="7" presStyleCnt="8">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AF3F9115-0E87-4A94-9E75-F37B3F8B38C7}" srcId="{8562B649-6E13-49AC-B7FF-69A8A393FED0}" destId="{6E1DC52F-D02D-4E12-A69A-A6A35E0E3F1E}" srcOrd="0" destOrd="0" parTransId="{B2CD8C23-48C4-4890-A0F0-F152E6653ADF}" sibTransId="{4153E504-24B7-4FDC-8B93-8CF4663DC96A}"/>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726F351C-4262-4CC3-BEF1-0EF3CB318F87}" type="presOf" srcId="{02836A3A-2894-49EC-B3F3-1819A6A36232}" destId="{B92857B9-7703-4CD2-B157-36BD6E79A33B}"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AA1D606C-8440-44E7-BEBB-4B4A4EAD7E82}" type="presOf" srcId="{2536E436-75EE-4937-93A4-BDBC6555C128}" destId="{B92857B9-7703-4CD2-B157-36BD6E79A33B}" srcOrd="0" destOrd="4" presId="urn:microsoft.com/office/officeart/2008/layout/IncreasingCircleProcess"/>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C6330453-0CEE-4456-BE4C-2D7439BA2A8B}" srcId="{8562B649-6E13-49AC-B7FF-69A8A393FED0}" destId="{F95B94AA-1712-4509-B7BA-C0781729595C}" srcOrd="1" destOrd="0" parTransId="{DF06A91F-F218-4A3A-9222-91E9CB7C6100}" sibTransId="{45459296-6C0F-4AE3-BFCE-1A94F9B15D58}"/>
    <dgm:cxn modelId="{390F3876-CBBA-475A-B2B1-E6D7DF3B7AB1}" type="presOf" srcId="{E74EE094-4198-495B-B73F-18985098DAB2}" destId="{B92857B9-7703-4CD2-B157-36BD6E79A33B}" srcOrd="0" destOrd="5" presId="urn:microsoft.com/office/officeart/2008/layout/IncreasingCircleProcess"/>
    <dgm:cxn modelId="{D9BF9977-C1A7-426D-99A2-CA3AAE55D518}" type="presOf" srcId="{6E1DC52F-D02D-4E12-A69A-A6A35E0E3F1E}" destId="{B92857B9-7703-4CD2-B157-36BD6E79A33B}" srcOrd="0" destOrd="0" presId="urn:microsoft.com/office/officeart/2008/layout/IncreasingCircleProcess"/>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453B8C84-9226-41EA-A30B-CD623FE90FA4}" srcId="{8562B649-6E13-49AC-B7FF-69A8A393FED0}" destId="{2536E436-75EE-4937-93A4-BDBC6555C128}" srcOrd="4" destOrd="0" parTransId="{99C07A8A-8389-45DB-9793-E4B1856B5CC1}" sibTransId="{EB10C15E-3871-48D6-9467-9E250553807B}"/>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AF889292-5BEB-40E7-9A3E-B73F19DBC56B}" type="presOf" srcId="{B9ADDAF3-1769-4FBB-B959-89976888A61E}" destId="{B92857B9-7703-4CD2-B157-36BD6E79A33B}" srcOrd="0" destOrd="2" presId="urn:microsoft.com/office/officeart/2008/layout/IncreasingCircleProcess"/>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301F58B7-FEC6-4432-85D3-5A06DBC9414D}" srcId="{8562B649-6E13-49AC-B7FF-69A8A393FED0}" destId="{02836A3A-2894-49EC-B3F3-1819A6A36232}" srcOrd="3" destOrd="0" parTransId="{0D178DD1-4980-43D7-80D5-DCBD533FB95C}" sibTransId="{0176D302-409F-490A-9683-1B07707BBCB8}"/>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44E488D7-256A-465C-8CAA-0338480DAA0D}" srcId="{8562B649-6E13-49AC-B7FF-69A8A393FED0}" destId="{E74EE094-4198-495B-B73F-18985098DAB2}" srcOrd="5" destOrd="0" parTransId="{78F38A60-C131-4B52-8229-665FAA60EAB1}" sibTransId="{F09C7D3C-AF48-40A4-82B8-A207E1A10401}"/>
    <dgm:cxn modelId="{9C7B01DE-5791-4213-87AD-A2FDF9969775}" type="presOf" srcId="{F95B94AA-1712-4509-B7BA-C0781729595C}" destId="{B92857B9-7703-4CD2-B157-36BD6E79A33B}" srcOrd="0" destOrd="1" presId="urn:microsoft.com/office/officeart/2008/layout/IncreasingCircleProcess"/>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A928D8F6-BEFC-46B7-9FFE-969B22B1EE63}" srcId="{8562B649-6E13-49AC-B7FF-69A8A393FED0}" destId="{B9ADDAF3-1769-4FBB-B959-89976888A61E}" srcOrd="2" destOrd="0" parTransId="{70310EC4-4B47-4E09-8537-4F059D41A533}" sibTransId="{93594BC1-447C-42E7-91A8-F8890BC8FD0B}"/>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7D1CD12-DAEB-48A0-AD97-0A3FC746F504}"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6E7D6D2-486B-48F3-824B-2A537041D1DB}">
      <dgm:prSet/>
      <dgm:spPr/>
      <dgm:t>
        <a:bodyPr/>
        <a:lstStyle/>
        <a:p>
          <a:pPr>
            <a:lnSpc>
              <a:spcPct val="100000"/>
            </a:lnSpc>
          </a:pPr>
          <a:r>
            <a:rPr lang="fr-FR" baseline="0" dirty="0"/>
            <a:t>Une méthode d’analyse de risque ?</a:t>
          </a:r>
          <a:endParaRPr lang="en-US" dirty="0"/>
        </a:p>
      </dgm:t>
    </dgm:pt>
    <dgm:pt modelId="{F155AF69-ED3D-4F60-8CBD-520CD742ABED}" type="parTrans" cxnId="{B0455C10-BCB5-4E25-866E-3C98AC3C8D06}">
      <dgm:prSet/>
      <dgm:spPr/>
      <dgm:t>
        <a:bodyPr/>
        <a:lstStyle/>
        <a:p>
          <a:endParaRPr lang="en-US"/>
        </a:p>
      </dgm:t>
    </dgm:pt>
    <dgm:pt modelId="{11ACEBFC-5F85-4E91-A503-42E77D7FEDAA}" type="sibTrans" cxnId="{B0455C10-BCB5-4E25-866E-3C98AC3C8D06}">
      <dgm:prSet/>
      <dgm:spPr/>
      <dgm:t>
        <a:bodyPr/>
        <a:lstStyle/>
        <a:p>
          <a:endParaRPr lang="en-US"/>
        </a:p>
      </dgm:t>
    </dgm:pt>
    <dgm:pt modelId="{CE79372E-7F72-4A73-A97F-DF7A5E9A375D}">
      <dgm:prSet/>
      <dgm:spPr/>
      <dgm:t>
        <a:bodyPr/>
        <a:lstStyle/>
        <a:p>
          <a:pPr>
            <a:lnSpc>
              <a:spcPct val="100000"/>
            </a:lnSpc>
          </a:pPr>
          <a:r>
            <a:rPr lang="fr-FR" baseline="0" dirty="0"/>
            <a:t>Une usine à gaz ?</a:t>
          </a:r>
          <a:endParaRPr lang="en-US" dirty="0"/>
        </a:p>
      </dgm:t>
    </dgm:pt>
    <dgm:pt modelId="{0CA17BA2-7AAE-4C29-86CB-935AEDDAEC42}" type="parTrans" cxnId="{8432F261-1F4F-48DD-A569-8A17DA4F2F3C}">
      <dgm:prSet/>
      <dgm:spPr/>
      <dgm:t>
        <a:bodyPr/>
        <a:lstStyle/>
        <a:p>
          <a:endParaRPr lang="en-US"/>
        </a:p>
      </dgm:t>
    </dgm:pt>
    <dgm:pt modelId="{DF3FE75C-CDBE-446B-B731-AE0C07A5B87F}" type="sibTrans" cxnId="{8432F261-1F4F-48DD-A569-8A17DA4F2F3C}">
      <dgm:prSet/>
      <dgm:spPr/>
      <dgm:t>
        <a:bodyPr/>
        <a:lstStyle/>
        <a:p>
          <a:endParaRPr lang="en-US"/>
        </a:p>
      </dgm:t>
    </dgm:pt>
    <dgm:pt modelId="{32A5D628-2D28-457E-8C27-22CE1169D65D}">
      <dgm:prSet/>
      <dgm:spPr/>
      <dgm:t>
        <a:bodyPr/>
        <a:lstStyle/>
        <a:p>
          <a:pPr>
            <a:lnSpc>
              <a:spcPct val="100000"/>
            </a:lnSpc>
          </a:pPr>
          <a:r>
            <a:rPr lang="fr-FR" baseline="0" dirty="0"/>
            <a:t>Des comprimés pour l’indigestion ?</a:t>
          </a:r>
          <a:endParaRPr lang="en-US" dirty="0"/>
        </a:p>
      </dgm:t>
    </dgm:pt>
    <dgm:pt modelId="{DFBBBCFE-B19F-4CD5-9BE5-994895BC0EFD}" type="parTrans" cxnId="{57A17198-0442-4B15-A5B5-3B299E32AAB9}">
      <dgm:prSet/>
      <dgm:spPr/>
      <dgm:t>
        <a:bodyPr/>
        <a:lstStyle/>
        <a:p>
          <a:endParaRPr lang="en-US"/>
        </a:p>
      </dgm:t>
    </dgm:pt>
    <dgm:pt modelId="{D7DCFBE0-67CC-4534-AE80-A5C8F7D8B0FF}" type="sibTrans" cxnId="{57A17198-0442-4B15-A5B5-3B299E32AAB9}">
      <dgm:prSet/>
      <dgm:spPr/>
      <dgm:t>
        <a:bodyPr/>
        <a:lstStyle/>
        <a:p>
          <a:endParaRPr lang="en-US"/>
        </a:p>
      </dgm:t>
    </dgm:pt>
    <dgm:pt modelId="{3981984B-24E4-423B-AF05-ECBC77E7E2C1}">
      <dgm:prSet/>
      <dgm:spPr/>
      <dgm:t>
        <a:bodyPr/>
        <a:lstStyle/>
        <a:p>
          <a:pPr>
            <a:lnSpc>
              <a:spcPct val="100000"/>
            </a:lnSpc>
          </a:pPr>
          <a:r>
            <a:rPr lang="fr-FR" baseline="0" dirty="0"/>
            <a:t>EBIOS c’est la vie ?</a:t>
          </a:r>
          <a:endParaRPr lang="en-US" dirty="0"/>
        </a:p>
      </dgm:t>
    </dgm:pt>
    <dgm:pt modelId="{4D949252-CB3C-41DD-8969-B026C3244254}" type="parTrans" cxnId="{9F47B0C8-0921-403E-B636-38CEF8745952}">
      <dgm:prSet/>
      <dgm:spPr/>
      <dgm:t>
        <a:bodyPr/>
        <a:lstStyle/>
        <a:p>
          <a:endParaRPr lang="en-US"/>
        </a:p>
      </dgm:t>
    </dgm:pt>
    <dgm:pt modelId="{1C9BDBA1-EBAC-442F-BC43-A3E880AB195A}" type="sibTrans" cxnId="{9F47B0C8-0921-403E-B636-38CEF8745952}">
      <dgm:prSet/>
      <dgm:spPr/>
      <dgm:t>
        <a:bodyPr/>
        <a:lstStyle/>
        <a:p>
          <a:endParaRPr lang="en-US"/>
        </a:p>
      </dgm:t>
    </dgm:pt>
    <dgm:pt modelId="{021E3F3E-35D3-4DE6-91CA-30CFD9D8E887}" type="pres">
      <dgm:prSet presAssocID="{17D1CD12-DAEB-48A0-AD97-0A3FC746F504}" presName="root" presStyleCnt="0">
        <dgm:presLayoutVars>
          <dgm:dir/>
          <dgm:resizeHandles val="exact"/>
        </dgm:presLayoutVars>
      </dgm:prSet>
      <dgm:spPr/>
    </dgm:pt>
    <dgm:pt modelId="{304C539E-EED8-4256-8570-EEEFCF41B454}" type="pres">
      <dgm:prSet presAssocID="{E6E7D6D2-486B-48F3-824B-2A537041D1DB}" presName="compNode" presStyleCnt="0"/>
      <dgm:spPr/>
    </dgm:pt>
    <dgm:pt modelId="{3E80D20E-2D11-40A4-9EBE-AABDCA18493D}" type="pres">
      <dgm:prSet presAssocID="{E6E7D6D2-486B-48F3-824B-2A537041D1D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Magnifying glass"/>
        </a:ext>
      </dgm:extLst>
    </dgm:pt>
    <dgm:pt modelId="{E5CDBF9C-D523-482D-A9DA-3953F46BEAC8}" type="pres">
      <dgm:prSet presAssocID="{E6E7D6D2-486B-48F3-824B-2A537041D1DB}" presName="spaceRect" presStyleCnt="0"/>
      <dgm:spPr/>
    </dgm:pt>
    <dgm:pt modelId="{D865CDAA-6386-4727-B44B-366CFF313101}" type="pres">
      <dgm:prSet presAssocID="{E6E7D6D2-486B-48F3-824B-2A537041D1DB}" presName="textRect" presStyleLbl="revTx" presStyleIdx="0" presStyleCnt="4" custScaleX="112935">
        <dgm:presLayoutVars>
          <dgm:chMax val="1"/>
          <dgm:chPref val="1"/>
        </dgm:presLayoutVars>
      </dgm:prSet>
      <dgm:spPr/>
    </dgm:pt>
    <dgm:pt modelId="{89238DEE-148C-4754-8051-E53E0205C6FD}" type="pres">
      <dgm:prSet presAssocID="{11ACEBFC-5F85-4E91-A503-42E77D7FEDAA}" presName="sibTrans" presStyleCnt="0"/>
      <dgm:spPr/>
    </dgm:pt>
    <dgm:pt modelId="{44C13E43-6143-4DCB-8B5F-9CF7A62909F9}" type="pres">
      <dgm:prSet presAssocID="{CE79372E-7F72-4A73-A97F-DF7A5E9A375D}" presName="compNode" presStyleCnt="0"/>
      <dgm:spPr/>
    </dgm:pt>
    <dgm:pt modelId="{949062C1-8405-41E4-B213-C54D08643A82}" type="pres">
      <dgm:prSet presAssocID="{CE79372E-7F72-4A73-A97F-DF7A5E9A375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ine"/>
        </a:ext>
      </dgm:extLst>
    </dgm:pt>
    <dgm:pt modelId="{43F975A4-C42A-4B86-B909-E9E15F33D6B3}" type="pres">
      <dgm:prSet presAssocID="{CE79372E-7F72-4A73-A97F-DF7A5E9A375D}" presName="spaceRect" presStyleCnt="0"/>
      <dgm:spPr/>
    </dgm:pt>
    <dgm:pt modelId="{E2F32A7F-F21A-49BE-AFDD-B72BEE7D6B08}" type="pres">
      <dgm:prSet presAssocID="{CE79372E-7F72-4A73-A97F-DF7A5E9A375D}" presName="textRect" presStyleLbl="revTx" presStyleIdx="1" presStyleCnt="4">
        <dgm:presLayoutVars>
          <dgm:chMax val="1"/>
          <dgm:chPref val="1"/>
        </dgm:presLayoutVars>
      </dgm:prSet>
      <dgm:spPr/>
    </dgm:pt>
    <dgm:pt modelId="{E4413D53-5A46-4D97-9D51-8C0943E8A467}" type="pres">
      <dgm:prSet presAssocID="{DF3FE75C-CDBE-446B-B731-AE0C07A5B87F}" presName="sibTrans" presStyleCnt="0"/>
      <dgm:spPr/>
    </dgm:pt>
    <dgm:pt modelId="{DE959FDC-6F91-4CC7-8AB9-5BE08C3D513D}" type="pres">
      <dgm:prSet presAssocID="{32A5D628-2D28-457E-8C27-22CE1169D65D}" presName="compNode" presStyleCnt="0"/>
      <dgm:spPr/>
    </dgm:pt>
    <dgm:pt modelId="{F2D1AD28-527B-41F9-9262-7BDD95BE94A4}" type="pres">
      <dgm:prSet presAssocID="{32A5D628-2D28-457E-8C27-22CE1169D6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édecine"/>
        </a:ext>
      </dgm:extLst>
    </dgm:pt>
    <dgm:pt modelId="{B5E8358A-CB8C-4F6D-89A2-B1F4358D99CC}" type="pres">
      <dgm:prSet presAssocID="{32A5D628-2D28-457E-8C27-22CE1169D65D}" presName="spaceRect" presStyleCnt="0"/>
      <dgm:spPr/>
    </dgm:pt>
    <dgm:pt modelId="{3B084614-0139-408E-A83F-F27B1F901CD7}" type="pres">
      <dgm:prSet presAssocID="{32A5D628-2D28-457E-8C27-22CE1169D65D}" presName="textRect" presStyleLbl="revTx" presStyleIdx="2" presStyleCnt="4">
        <dgm:presLayoutVars>
          <dgm:chMax val="1"/>
          <dgm:chPref val="1"/>
        </dgm:presLayoutVars>
      </dgm:prSet>
      <dgm:spPr/>
    </dgm:pt>
    <dgm:pt modelId="{6CDD123F-074B-40CB-A9D4-C8855F941679}" type="pres">
      <dgm:prSet presAssocID="{D7DCFBE0-67CC-4534-AE80-A5C8F7D8B0FF}" presName="sibTrans" presStyleCnt="0"/>
      <dgm:spPr/>
    </dgm:pt>
    <dgm:pt modelId="{54AEFAD6-B3E4-4A2D-98F1-11BCAEF27D14}" type="pres">
      <dgm:prSet presAssocID="{3981984B-24E4-423B-AF05-ECBC77E7E2C1}" presName="compNode" presStyleCnt="0"/>
      <dgm:spPr/>
    </dgm:pt>
    <dgm:pt modelId="{5A2AE221-2A16-4F0C-AEDC-B99AF04E56B5}" type="pres">
      <dgm:prSet presAssocID="{3981984B-24E4-423B-AF05-ECBC77E7E2C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ork and knife"/>
        </a:ext>
      </dgm:extLst>
    </dgm:pt>
    <dgm:pt modelId="{21DB1665-8CA7-4A09-AACD-686463E785D7}" type="pres">
      <dgm:prSet presAssocID="{3981984B-24E4-423B-AF05-ECBC77E7E2C1}" presName="spaceRect" presStyleCnt="0"/>
      <dgm:spPr/>
    </dgm:pt>
    <dgm:pt modelId="{35657B39-B124-4B22-9C05-3576ED3168E2}" type="pres">
      <dgm:prSet presAssocID="{3981984B-24E4-423B-AF05-ECBC77E7E2C1}" presName="textRect" presStyleLbl="revTx" presStyleIdx="3" presStyleCnt="4">
        <dgm:presLayoutVars>
          <dgm:chMax val="1"/>
          <dgm:chPref val="1"/>
        </dgm:presLayoutVars>
      </dgm:prSet>
      <dgm:spPr/>
    </dgm:pt>
  </dgm:ptLst>
  <dgm:cxnLst>
    <dgm:cxn modelId="{B0455C10-BCB5-4E25-866E-3C98AC3C8D06}" srcId="{17D1CD12-DAEB-48A0-AD97-0A3FC746F504}" destId="{E6E7D6D2-486B-48F3-824B-2A537041D1DB}" srcOrd="0" destOrd="0" parTransId="{F155AF69-ED3D-4F60-8CBD-520CD742ABED}" sibTransId="{11ACEBFC-5F85-4E91-A503-42E77D7FEDAA}"/>
    <dgm:cxn modelId="{C072DA17-BD0F-4EAA-B829-A9D9D210174B}" type="presOf" srcId="{E6E7D6D2-486B-48F3-824B-2A537041D1DB}" destId="{D865CDAA-6386-4727-B44B-366CFF313101}" srcOrd="0" destOrd="0" presId="urn:microsoft.com/office/officeart/2018/2/layout/IconLabelList"/>
    <dgm:cxn modelId="{41659532-4E48-468C-99DF-B2C3C2A0F9CE}" type="presOf" srcId="{32A5D628-2D28-457E-8C27-22CE1169D65D}" destId="{3B084614-0139-408E-A83F-F27B1F901CD7}" srcOrd="0" destOrd="0" presId="urn:microsoft.com/office/officeart/2018/2/layout/IconLabelList"/>
    <dgm:cxn modelId="{8432F261-1F4F-48DD-A569-8A17DA4F2F3C}" srcId="{17D1CD12-DAEB-48A0-AD97-0A3FC746F504}" destId="{CE79372E-7F72-4A73-A97F-DF7A5E9A375D}" srcOrd="1" destOrd="0" parTransId="{0CA17BA2-7AAE-4C29-86CB-935AEDDAEC42}" sibTransId="{DF3FE75C-CDBE-446B-B731-AE0C07A5B87F}"/>
    <dgm:cxn modelId="{A8F8368C-234C-4757-9A7B-C1E98994D0DC}" type="presOf" srcId="{3981984B-24E4-423B-AF05-ECBC77E7E2C1}" destId="{35657B39-B124-4B22-9C05-3576ED3168E2}" srcOrd="0" destOrd="0" presId="urn:microsoft.com/office/officeart/2018/2/layout/IconLabelList"/>
    <dgm:cxn modelId="{57A17198-0442-4B15-A5B5-3B299E32AAB9}" srcId="{17D1CD12-DAEB-48A0-AD97-0A3FC746F504}" destId="{32A5D628-2D28-457E-8C27-22CE1169D65D}" srcOrd="2" destOrd="0" parTransId="{DFBBBCFE-B19F-4CD5-9BE5-994895BC0EFD}" sibTransId="{D7DCFBE0-67CC-4534-AE80-A5C8F7D8B0FF}"/>
    <dgm:cxn modelId="{9DD88FB6-A47F-487F-8F61-06427646E0CC}" type="presOf" srcId="{17D1CD12-DAEB-48A0-AD97-0A3FC746F504}" destId="{021E3F3E-35D3-4DE6-91CA-30CFD9D8E887}" srcOrd="0" destOrd="0" presId="urn:microsoft.com/office/officeart/2018/2/layout/IconLabelList"/>
    <dgm:cxn modelId="{7BCE53BA-5849-495C-A893-B490152EDDED}" type="presOf" srcId="{CE79372E-7F72-4A73-A97F-DF7A5E9A375D}" destId="{E2F32A7F-F21A-49BE-AFDD-B72BEE7D6B08}" srcOrd="0" destOrd="0" presId="urn:microsoft.com/office/officeart/2018/2/layout/IconLabelList"/>
    <dgm:cxn modelId="{9F47B0C8-0921-403E-B636-38CEF8745952}" srcId="{17D1CD12-DAEB-48A0-AD97-0A3FC746F504}" destId="{3981984B-24E4-423B-AF05-ECBC77E7E2C1}" srcOrd="3" destOrd="0" parTransId="{4D949252-CB3C-41DD-8969-B026C3244254}" sibTransId="{1C9BDBA1-EBAC-442F-BC43-A3E880AB195A}"/>
    <dgm:cxn modelId="{89CD4FEC-4246-4C1B-BAAB-2A539216AAA4}" type="presParOf" srcId="{021E3F3E-35D3-4DE6-91CA-30CFD9D8E887}" destId="{304C539E-EED8-4256-8570-EEEFCF41B454}" srcOrd="0" destOrd="0" presId="urn:microsoft.com/office/officeart/2018/2/layout/IconLabelList"/>
    <dgm:cxn modelId="{39937859-D804-414C-A7C6-3A4B97FBCBD8}" type="presParOf" srcId="{304C539E-EED8-4256-8570-EEEFCF41B454}" destId="{3E80D20E-2D11-40A4-9EBE-AABDCA18493D}" srcOrd="0" destOrd="0" presId="urn:microsoft.com/office/officeart/2018/2/layout/IconLabelList"/>
    <dgm:cxn modelId="{F055D702-6694-4954-A4C5-3C61AF8EA675}" type="presParOf" srcId="{304C539E-EED8-4256-8570-EEEFCF41B454}" destId="{E5CDBF9C-D523-482D-A9DA-3953F46BEAC8}" srcOrd="1" destOrd="0" presId="urn:microsoft.com/office/officeart/2018/2/layout/IconLabelList"/>
    <dgm:cxn modelId="{0600AAEF-BC71-4867-90DB-936F9A964E16}" type="presParOf" srcId="{304C539E-EED8-4256-8570-EEEFCF41B454}" destId="{D865CDAA-6386-4727-B44B-366CFF313101}" srcOrd="2" destOrd="0" presId="urn:microsoft.com/office/officeart/2018/2/layout/IconLabelList"/>
    <dgm:cxn modelId="{8449A3E7-9CC3-49C8-BC1A-D1437BA409DA}" type="presParOf" srcId="{021E3F3E-35D3-4DE6-91CA-30CFD9D8E887}" destId="{89238DEE-148C-4754-8051-E53E0205C6FD}" srcOrd="1" destOrd="0" presId="urn:microsoft.com/office/officeart/2018/2/layout/IconLabelList"/>
    <dgm:cxn modelId="{3D6FF7A8-E8A8-4D05-B44F-D22D428D248F}" type="presParOf" srcId="{021E3F3E-35D3-4DE6-91CA-30CFD9D8E887}" destId="{44C13E43-6143-4DCB-8B5F-9CF7A62909F9}" srcOrd="2" destOrd="0" presId="urn:microsoft.com/office/officeart/2018/2/layout/IconLabelList"/>
    <dgm:cxn modelId="{3031ADF0-0CD6-4A51-AE49-3DAAB591B030}" type="presParOf" srcId="{44C13E43-6143-4DCB-8B5F-9CF7A62909F9}" destId="{949062C1-8405-41E4-B213-C54D08643A82}" srcOrd="0" destOrd="0" presId="urn:microsoft.com/office/officeart/2018/2/layout/IconLabelList"/>
    <dgm:cxn modelId="{CD217124-148D-4482-95B4-8BB8798541AB}" type="presParOf" srcId="{44C13E43-6143-4DCB-8B5F-9CF7A62909F9}" destId="{43F975A4-C42A-4B86-B909-E9E15F33D6B3}" srcOrd="1" destOrd="0" presId="urn:microsoft.com/office/officeart/2018/2/layout/IconLabelList"/>
    <dgm:cxn modelId="{B0C9A37C-B65A-4286-8DCF-EF0DAB0415A1}" type="presParOf" srcId="{44C13E43-6143-4DCB-8B5F-9CF7A62909F9}" destId="{E2F32A7F-F21A-49BE-AFDD-B72BEE7D6B08}" srcOrd="2" destOrd="0" presId="urn:microsoft.com/office/officeart/2018/2/layout/IconLabelList"/>
    <dgm:cxn modelId="{A72ED0F9-FC93-452E-A863-C52625B2BB8B}" type="presParOf" srcId="{021E3F3E-35D3-4DE6-91CA-30CFD9D8E887}" destId="{E4413D53-5A46-4D97-9D51-8C0943E8A467}" srcOrd="3" destOrd="0" presId="urn:microsoft.com/office/officeart/2018/2/layout/IconLabelList"/>
    <dgm:cxn modelId="{DE8AC014-233D-4EB6-9190-85D70671B7DC}" type="presParOf" srcId="{021E3F3E-35D3-4DE6-91CA-30CFD9D8E887}" destId="{DE959FDC-6F91-4CC7-8AB9-5BE08C3D513D}" srcOrd="4" destOrd="0" presId="urn:microsoft.com/office/officeart/2018/2/layout/IconLabelList"/>
    <dgm:cxn modelId="{3347267C-2C6D-4B44-BA0E-26C5D8D41280}" type="presParOf" srcId="{DE959FDC-6F91-4CC7-8AB9-5BE08C3D513D}" destId="{F2D1AD28-527B-41F9-9262-7BDD95BE94A4}" srcOrd="0" destOrd="0" presId="urn:microsoft.com/office/officeart/2018/2/layout/IconLabelList"/>
    <dgm:cxn modelId="{3506C6EC-9533-4D20-8548-A88BBAF80840}" type="presParOf" srcId="{DE959FDC-6F91-4CC7-8AB9-5BE08C3D513D}" destId="{B5E8358A-CB8C-4F6D-89A2-B1F4358D99CC}" srcOrd="1" destOrd="0" presId="urn:microsoft.com/office/officeart/2018/2/layout/IconLabelList"/>
    <dgm:cxn modelId="{497B1DD1-919D-429A-B36E-AC16A8464C08}" type="presParOf" srcId="{DE959FDC-6F91-4CC7-8AB9-5BE08C3D513D}" destId="{3B084614-0139-408E-A83F-F27B1F901CD7}" srcOrd="2" destOrd="0" presId="urn:microsoft.com/office/officeart/2018/2/layout/IconLabelList"/>
    <dgm:cxn modelId="{9E98525A-2966-4AC8-9563-1A37FC567B85}" type="presParOf" srcId="{021E3F3E-35D3-4DE6-91CA-30CFD9D8E887}" destId="{6CDD123F-074B-40CB-A9D4-C8855F941679}" srcOrd="5" destOrd="0" presId="urn:microsoft.com/office/officeart/2018/2/layout/IconLabelList"/>
    <dgm:cxn modelId="{15793F2D-81DF-4081-B2A2-73C425BD603C}" type="presParOf" srcId="{021E3F3E-35D3-4DE6-91CA-30CFD9D8E887}" destId="{54AEFAD6-B3E4-4A2D-98F1-11BCAEF27D14}" srcOrd="6" destOrd="0" presId="urn:microsoft.com/office/officeart/2018/2/layout/IconLabelList"/>
    <dgm:cxn modelId="{74EAA756-7E25-41F8-A1DC-E5A9B3CF30DA}" type="presParOf" srcId="{54AEFAD6-B3E4-4A2D-98F1-11BCAEF27D14}" destId="{5A2AE221-2A16-4F0C-AEDC-B99AF04E56B5}" srcOrd="0" destOrd="0" presId="urn:microsoft.com/office/officeart/2018/2/layout/IconLabelList"/>
    <dgm:cxn modelId="{B8A4ADED-FA8C-41DC-BD78-4CDDF9178B6E}" type="presParOf" srcId="{54AEFAD6-B3E4-4A2D-98F1-11BCAEF27D14}" destId="{21DB1665-8CA7-4A09-AACD-686463E785D7}" srcOrd="1" destOrd="0" presId="urn:microsoft.com/office/officeart/2018/2/layout/IconLabelList"/>
    <dgm:cxn modelId="{2AE29F9B-2C0E-439E-854B-604BB4DE5C21}" type="presParOf" srcId="{54AEFAD6-B3E4-4A2D-98F1-11BCAEF27D14}" destId="{35657B39-B124-4B22-9C05-3576ED3168E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C17581-D40B-48DE-B1C2-D1DE423CB3DF}">
      <dsp:nvSpPr>
        <dsp:cNvPr id="0" name=""/>
        <dsp:cNvSpPr/>
      </dsp:nvSpPr>
      <dsp:spPr>
        <a:xfrm>
          <a:off x="3609" y="80289"/>
          <a:ext cx="2170583" cy="67224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L’objectif</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Pourquoi me demande-t-on de mener une étude ?</a:t>
          </a:r>
        </a:p>
      </dsp:txBody>
      <dsp:txXfrm>
        <a:off x="3609" y="80289"/>
        <a:ext cx="2170583" cy="672245"/>
      </dsp:txXfrm>
    </dsp:sp>
    <dsp:sp modelId="{B51B31EE-E6AD-476D-8F6A-846D3295874A}">
      <dsp:nvSpPr>
        <dsp:cNvPr id="0" name=""/>
        <dsp:cNvSpPr/>
      </dsp:nvSpPr>
      <dsp:spPr>
        <a:xfrm>
          <a:off x="3609" y="752535"/>
          <a:ext cx="2170583" cy="217404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Se conformer à l’ISO/IEC27001</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 dossier d’homologation d’un système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les règles de la politique de l’organisme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Rédiger des exigences pour un cahier des charges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Fournir des pistes à creuser par un test d’intrusion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Préparer une revue des partenaires</a:t>
          </a:r>
        </a:p>
      </dsp:txBody>
      <dsp:txXfrm>
        <a:off x="3609" y="752535"/>
        <a:ext cx="2170583" cy="2174040"/>
      </dsp:txXfrm>
    </dsp:sp>
    <dsp:sp modelId="{B213BEB7-2D85-42A6-B40D-6C55578F4A81}">
      <dsp:nvSpPr>
        <dsp:cNvPr id="0" name=""/>
        <dsp:cNvSpPr/>
      </dsp:nvSpPr>
      <dsp:spPr>
        <a:xfrm>
          <a:off x="2478075" y="80289"/>
          <a:ext cx="2170583" cy="672245"/>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sujet</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Sur quel objet l’étude porte-t-elle ?</a:t>
          </a:r>
        </a:p>
      </dsp:txBody>
      <dsp:txXfrm>
        <a:off x="2478075" y="80289"/>
        <a:ext cx="2170583" cy="672245"/>
      </dsp:txXfrm>
    </dsp:sp>
    <dsp:sp modelId="{A9CFBDCA-71DF-41B1-9FD3-347A80E5CF66}">
      <dsp:nvSpPr>
        <dsp:cNvPr id="0" name=""/>
        <dsp:cNvSpPr/>
      </dsp:nvSpPr>
      <dsp:spPr>
        <a:xfrm>
          <a:off x="2478075" y="752535"/>
          <a:ext cx="2170583" cy="217404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L’organisme entier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activité organisationnelle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système en particulier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composant précis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achète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vend</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outil de sécurité</a:t>
          </a:r>
        </a:p>
      </dsp:txBody>
      <dsp:txXfrm>
        <a:off x="2478075" y="752535"/>
        <a:ext cx="2170583" cy="2174040"/>
      </dsp:txXfrm>
    </dsp:sp>
    <dsp:sp modelId="{E1F2E8F9-437C-4756-9EE6-CDE80E1A8CC9}">
      <dsp:nvSpPr>
        <dsp:cNvPr id="0" name=""/>
        <dsp:cNvSpPr/>
      </dsp:nvSpPr>
      <dsp:spPr>
        <a:xfrm>
          <a:off x="4952540" y="80289"/>
          <a:ext cx="2170583" cy="672245"/>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Les destinataires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À qui l’étude est-elle destinée ?</a:t>
          </a:r>
        </a:p>
      </dsp:txBody>
      <dsp:txXfrm>
        <a:off x="4952540" y="80289"/>
        <a:ext cx="2170583" cy="672245"/>
      </dsp:txXfrm>
    </dsp:sp>
    <dsp:sp modelId="{9E454DD6-3C63-4D2A-9FB1-5AA948F10266}">
      <dsp:nvSpPr>
        <dsp:cNvPr id="0" name=""/>
        <dsp:cNvSpPr/>
      </dsp:nvSpPr>
      <dsp:spPr>
        <a:xfrm>
          <a:off x="4952540" y="752535"/>
          <a:ext cx="2170583" cy="2174040"/>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La Direction d’un 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responsable métier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d’homologation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responsable de la sécurité des systèmes d’information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délégué à la protection des données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tierce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techniques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organisationnels</a:t>
          </a:r>
        </a:p>
      </dsp:txBody>
      <dsp:txXfrm>
        <a:off x="4952540" y="752535"/>
        <a:ext cx="2170583" cy="2174040"/>
      </dsp:txXfrm>
    </dsp:sp>
    <dsp:sp modelId="{66A86C2B-9239-4D4A-B87C-F8A26D68AE4B}">
      <dsp:nvSpPr>
        <dsp:cNvPr id="0" name=""/>
        <dsp:cNvSpPr/>
      </dsp:nvSpPr>
      <dsp:spPr>
        <a:xfrm>
          <a:off x="7427006" y="80289"/>
          <a:ext cx="2170583" cy="67224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temps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Quel est les contraintes temporelles de l’étude ?</a:t>
          </a:r>
        </a:p>
      </dsp:txBody>
      <dsp:txXfrm>
        <a:off x="7427006" y="80289"/>
        <a:ext cx="2170583" cy="672245"/>
      </dsp:txXfrm>
    </dsp:sp>
    <dsp:sp modelId="{DDF6DF86-5632-46E1-B8BD-0D17A383E838}">
      <dsp:nvSpPr>
        <dsp:cNvPr id="0" name=""/>
        <dsp:cNvSpPr/>
      </dsp:nvSpPr>
      <dsp:spPr>
        <a:xfrm>
          <a:off x="7427006" y="752535"/>
          <a:ext cx="2170583" cy="2174040"/>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a:t>
          </a:r>
          <a:r>
            <a:rPr lang="fr-FR" sz="1200" i="1" kern="1200" dirty="0">
              <a:latin typeface="Calibri Light" panose="020F0302020204030204" pitchFamily="34" charset="0"/>
              <a:cs typeface="Calibri Light" panose="020F0302020204030204" pitchFamily="34" charset="0"/>
            </a:rPr>
            <a:t>one shot</a:t>
          </a:r>
          <a:endParaRPr lang="fr-FR" sz="1200" kern="1200" dirty="0">
            <a:latin typeface="Calibri Light" panose="020F0302020204030204" pitchFamily="34" charset="0"/>
            <a:cs typeface="Calibri Light" panose="020F0302020204030204" pitchFamily="34" charset="0"/>
          </a:endParaRP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récurrente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permanente (mise à jour et enrichissement en continu)</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Fortes contraintes temporelles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Conditions de mise à jour</a:t>
          </a:r>
        </a:p>
      </dsp:txBody>
      <dsp:txXfrm>
        <a:off x="7427006" y="752535"/>
        <a:ext cx="2170583" cy="21740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ACF10-CA26-4179-AA31-2D1EB35974C6}">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2976" y="59908"/>
        <a:ext cx="4983919" cy="1918209"/>
      </dsp:txXfrm>
    </dsp:sp>
    <dsp:sp modelId="{5C5C3CBC-5AE8-4310-9933-9E26B551E8C1}">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8451" y="2348695"/>
        <a:ext cx="1129899" cy="1967259"/>
      </dsp:txXfrm>
    </dsp:sp>
    <dsp:sp modelId="{60E4803E-582C-4C7E-8FA3-2A744A03FB81}">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1339475" y="2348695"/>
        <a:ext cx="1129899" cy="1967259"/>
      </dsp:txXfrm>
    </dsp:sp>
    <dsp:sp modelId="{DE7599A0-6763-4ABA-AB22-A98FD6FE561C}">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2640498" y="2348695"/>
        <a:ext cx="1129899" cy="1967259"/>
      </dsp:txXfrm>
    </dsp:sp>
    <dsp:sp modelId="{6CA76088-2B26-463A-9064-BB0B228C151F}">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941521" y="2348695"/>
        <a:ext cx="1129899" cy="1967259"/>
      </dsp:txXfrm>
    </dsp:sp>
    <dsp:sp modelId="{E20D0F32-C86C-4599-9950-1550ADA8A59C}">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32DB35E5-97D8-4E9D-A990-24042482923D}">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43361" y="2348695"/>
        <a:ext cx="1129899" cy="1967259"/>
      </dsp:txXfrm>
    </dsp:sp>
    <dsp:sp modelId="{455E4D5E-3F8C-44C0-9736-47D0D63D4884}">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644384" y="2348695"/>
        <a:ext cx="1129899" cy="1967259"/>
      </dsp:txXfrm>
    </dsp:sp>
    <dsp:sp modelId="{24B8FE3A-EE48-4E5B-887C-5FD925BB1F5C}">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70750" y="59908"/>
        <a:ext cx="2381872" cy="1918209"/>
      </dsp:txXfrm>
    </dsp:sp>
    <dsp:sp modelId="{41587758-071B-4368-9288-E387B2310A06}">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46225" y="2348695"/>
        <a:ext cx="1129899" cy="1967259"/>
      </dsp:txXfrm>
    </dsp:sp>
    <dsp:sp modelId="{96246CE3-80FC-40A8-A71B-5F9FC33A330A}">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9347248" y="2348695"/>
        <a:ext cx="1129899" cy="19672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C4D0-6717-4228-8D41-1FF48B15CAF9}">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sp:txBody>
      <dsp:txXfrm>
        <a:off x="62976" y="59908"/>
        <a:ext cx="4983919" cy="1918209"/>
      </dsp:txXfrm>
    </dsp:sp>
    <dsp:sp modelId="{D48A2A85-1496-4EAB-9E7F-1AD0626D42EB}">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sp:txBody>
      <dsp:txXfrm>
        <a:off x="38451" y="2348695"/>
        <a:ext cx="1129899" cy="1967259"/>
      </dsp:txXfrm>
    </dsp:sp>
    <dsp:sp modelId="{715CF90C-C886-410E-B0C1-CD5741FEC4D0}">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sp:txBody>
      <dsp:txXfrm>
        <a:off x="1339475" y="2348695"/>
        <a:ext cx="1129899" cy="1967259"/>
      </dsp:txXfrm>
    </dsp:sp>
    <dsp:sp modelId="{905145DF-567A-4694-AED1-14010F0B1CB3}">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sp:txBody>
      <dsp:txXfrm>
        <a:off x="2640498" y="2348695"/>
        <a:ext cx="1129899" cy="1967259"/>
      </dsp:txXfrm>
    </dsp:sp>
    <dsp:sp modelId="{841764A3-689D-46C8-9E36-3E43CA27B0C3}">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3941521" y="2348695"/>
        <a:ext cx="1129899" cy="1967259"/>
      </dsp:txXfrm>
    </dsp:sp>
    <dsp:sp modelId="{03DA151D-4FBC-474E-8AF5-22C1CDF2445D}">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D6718BDB-C7DD-44E7-B092-6B208809CE43}">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sp:txBody>
      <dsp:txXfrm>
        <a:off x="5343361" y="2348695"/>
        <a:ext cx="1129899" cy="1967259"/>
      </dsp:txXfrm>
    </dsp:sp>
    <dsp:sp modelId="{81171A07-60B3-4D9C-B991-2EDB71692F9C}">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6644384" y="2348695"/>
        <a:ext cx="1129899" cy="1967259"/>
      </dsp:txXfrm>
    </dsp:sp>
    <dsp:sp modelId="{20238311-4B7E-41C6-8B3B-BC5D6C2142D0}">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sp:txBody>
      <dsp:txXfrm>
        <a:off x="8070750" y="59908"/>
        <a:ext cx="2381872" cy="1918209"/>
      </dsp:txXfrm>
    </dsp:sp>
    <dsp:sp modelId="{7C39F49A-3473-4A94-AF45-6B9F9DFF99F5}">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kern="1200" dirty="0">
              <a:latin typeface="Calibri Light" panose="020F0302020204030204" pitchFamily="34" charset="0"/>
              <a:ea typeface="Calibri Light" panose="020F0302020204030204" pitchFamily="34" charset="0"/>
              <a:cs typeface="Calibri Light" panose="020F0302020204030204" pitchFamily="34" charset="0"/>
            </a:rPr>
          </a:b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sp:txBody>
      <dsp:txXfrm>
        <a:off x="8046225" y="2348695"/>
        <a:ext cx="1129899" cy="1967259"/>
      </dsp:txXfrm>
    </dsp:sp>
    <dsp:sp modelId="{A9D646A6-1BF8-4A61-B19E-61DCCFD5216F}">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9347248" y="2348695"/>
        <a:ext cx="1129899" cy="19672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258695-3A4A-4CD9-88D9-00E9BE333828}">
      <dsp:nvSpPr>
        <dsp:cNvPr id="0" name=""/>
        <dsp:cNvSpPr/>
      </dsp:nvSpPr>
      <dsp:spPr>
        <a:xfrm>
          <a:off x="1308391" y="139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1308391" y="1396"/>
        <a:ext cx="2726360" cy="831539"/>
      </dsp:txXfrm>
    </dsp:sp>
    <dsp:sp modelId="{D9B90268-EB57-4EEC-BDA6-D80D2E9B66A2}">
      <dsp:nvSpPr>
        <dsp:cNvPr id="0" name=""/>
        <dsp:cNvSpPr/>
      </dsp:nvSpPr>
      <dsp:spPr>
        <a:xfrm>
          <a:off x="1308391" y="117373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1308391" y="1173731"/>
        <a:ext cx="2726360" cy="831539"/>
      </dsp:txXfrm>
    </dsp:sp>
    <dsp:sp modelId="{696779BF-2320-405E-8437-F2BA1198AEC4}">
      <dsp:nvSpPr>
        <dsp:cNvPr id="0" name=""/>
        <dsp:cNvSpPr/>
      </dsp:nvSpPr>
      <dsp:spPr>
        <a:xfrm>
          <a:off x="1308391" y="234606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1308391" y="2346066"/>
        <a:ext cx="2726360" cy="831539"/>
      </dsp:txXfrm>
    </dsp:sp>
    <dsp:sp modelId="{FB5B879A-43E3-4EFD-8006-10A76AD10BE5}">
      <dsp:nvSpPr>
        <dsp:cNvPr id="0" name=""/>
        <dsp:cNvSpPr/>
      </dsp:nvSpPr>
      <dsp:spPr>
        <a:xfrm>
          <a:off x="1308391" y="351840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1308391" y="3518401"/>
        <a:ext cx="2726360" cy="8315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6B93E4-DB57-40BE-94CC-2EF3A40FF932}">
      <dsp:nvSpPr>
        <dsp:cNvPr id="0" name=""/>
        <dsp:cNvSpPr/>
      </dsp:nvSpPr>
      <dsp:spPr>
        <a:xfrm>
          <a:off x="3922482" y="3924022"/>
          <a:ext cx="232339" cy="249764"/>
        </a:xfrm>
        <a:custGeom>
          <a:avLst/>
          <a:gdLst/>
          <a:ahLst/>
          <a:cxnLst/>
          <a:rect l="0" t="0" r="0" b="0"/>
          <a:pathLst>
            <a:path>
              <a:moveTo>
                <a:pt x="0" y="0"/>
              </a:moveTo>
              <a:lnTo>
                <a:pt x="116169" y="0"/>
              </a:lnTo>
              <a:lnTo>
                <a:pt x="116169" y="249764"/>
              </a:lnTo>
              <a:lnTo>
                <a:pt x="232339" y="24976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258399-B047-4A7A-B8EB-2595B403AD4F}">
      <dsp:nvSpPr>
        <dsp:cNvPr id="0" name=""/>
        <dsp:cNvSpPr/>
      </dsp:nvSpPr>
      <dsp:spPr>
        <a:xfrm>
          <a:off x="3922482" y="3674257"/>
          <a:ext cx="232339" cy="249764"/>
        </a:xfrm>
        <a:custGeom>
          <a:avLst/>
          <a:gdLst/>
          <a:ahLst/>
          <a:cxnLst/>
          <a:rect l="0" t="0" r="0" b="0"/>
          <a:pathLst>
            <a:path>
              <a:moveTo>
                <a:pt x="0" y="249764"/>
              </a:moveTo>
              <a:lnTo>
                <a:pt x="116169" y="249764"/>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1B13B9-2836-4928-AF9B-BECE450B402E}">
      <dsp:nvSpPr>
        <dsp:cNvPr id="0" name=""/>
        <dsp:cNvSpPr/>
      </dsp:nvSpPr>
      <dsp:spPr>
        <a:xfrm>
          <a:off x="3922482" y="3129008"/>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8AAB56-9138-4E47-BDFC-3A31039154CA}">
      <dsp:nvSpPr>
        <dsp:cNvPr id="0" name=""/>
        <dsp:cNvSpPr/>
      </dsp:nvSpPr>
      <dsp:spPr>
        <a:xfrm>
          <a:off x="3922482" y="2175669"/>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29C930A-BCA0-45F0-B9C2-F4793AA85A9C}">
      <dsp:nvSpPr>
        <dsp:cNvPr id="0" name=""/>
        <dsp:cNvSpPr/>
      </dsp:nvSpPr>
      <dsp:spPr>
        <a:xfrm>
          <a:off x="3922482" y="2129949"/>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B19CDF-235E-41C9-9F2F-BC482BAC10E5}">
      <dsp:nvSpPr>
        <dsp:cNvPr id="0" name=""/>
        <dsp:cNvSpPr/>
      </dsp:nvSpPr>
      <dsp:spPr>
        <a:xfrm>
          <a:off x="3922482" y="1676139"/>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B5B8D5F-25D4-47B7-A7BE-99D4D7C47DEE}">
      <dsp:nvSpPr>
        <dsp:cNvPr id="0" name=""/>
        <dsp:cNvSpPr/>
      </dsp:nvSpPr>
      <dsp:spPr>
        <a:xfrm>
          <a:off x="3922482" y="677080"/>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FBB4897-60FD-4DC3-A1DD-FCE0707D5359}">
      <dsp:nvSpPr>
        <dsp:cNvPr id="0" name=""/>
        <dsp:cNvSpPr/>
      </dsp:nvSpPr>
      <dsp:spPr>
        <a:xfrm>
          <a:off x="3922482" y="631360"/>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A0C4A4-412A-4480-B08A-681DACA8C25F}">
      <dsp:nvSpPr>
        <dsp:cNvPr id="0" name=""/>
        <dsp:cNvSpPr/>
      </dsp:nvSpPr>
      <dsp:spPr>
        <a:xfrm>
          <a:off x="3922482" y="177550"/>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58695-3A4A-4CD9-88D9-00E9BE333828}">
      <dsp:nvSpPr>
        <dsp:cNvPr id="0" name=""/>
        <dsp:cNvSpPr/>
      </dsp:nvSpPr>
      <dsp:spPr>
        <a:xfrm>
          <a:off x="2760785" y="499921"/>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2760785" y="499921"/>
        <a:ext cx="1161696" cy="354317"/>
      </dsp:txXfrm>
    </dsp:sp>
    <dsp:sp modelId="{BB1E4401-F22C-49FC-BFA4-8BD64C267B55}">
      <dsp:nvSpPr>
        <dsp:cNvPr id="0" name=""/>
        <dsp:cNvSpPr/>
      </dsp:nvSpPr>
      <dsp:spPr>
        <a:xfrm>
          <a:off x="4154821" y="392"/>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sp:txBody>
      <dsp:txXfrm>
        <a:off x="4154821" y="392"/>
        <a:ext cx="3599993" cy="354317"/>
      </dsp:txXfrm>
    </dsp:sp>
    <dsp:sp modelId="{539405C0-5B2C-485A-BB0C-BDDF902120D1}">
      <dsp:nvSpPr>
        <dsp:cNvPr id="0" name=""/>
        <dsp:cNvSpPr/>
      </dsp:nvSpPr>
      <dsp:spPr>
        <a:xfrm>
          <a:off x="4154821" y="49992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Pharmacies</a:t>
          </a:r>
        </a:p>
      </dsp:txBody>
      <dsp:txXfrm>
        <a:off x="4154821" y="499921"/>
        <a:ext cx="3599993" cy="354317"/>
      </dsp:txXfrm>
    </dsp:sp>
    <dsp:sp modelId="{7889DDAD-B678-4032-9BE9-72AF73BB82CE}">
      <dsp:nvSpPr>
        <dsp:cNvPr id="0" name=""/>
        <dsp:cNvSpPr/>
      </dsp:nvSpPr>
      <dsp:spPr>
        <a:xfrm>
          <a:off x="4154821" y="99945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sp:txBody>
      <dsp:txXfrm>
        <a:off x="4154821" y="999451"/>
        <a:ext cx="3599993" cy="354317"/>
      </dsp:txXfrm>
    </dsp:sp>
    <dsp:sp modelId="{D9B90268-EB57-4EEC-BDA6-D80D2E9B66A2}">
      <dsp:nvSpPr>
        <dsp:cNvPr id="0" name=""/>
        <dsp:cNvSpPr/>
      </dsp:nvSpPr>
      <dsp:spPr>
        <a:xfrm>
          <a:off x="2760785" y="1998510"/>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2760785" y="1998510"/>
        <a:ext cx="1161696" cy="354317"/>
      </dsp:txXfrm>
    </dsp:sp>
    <dsp:sp modelId="{79DEF705-34C5-4B37-ADD3-636A646E6355}">
      <dsp:nvSpPr>
        <dsp:cNvPr id="0" name=""/>
        <dsp:cNvSpPr/>
      </dsp:nvSpPr>
      <dsp:spPr>
        <a:xfrm>
          <a:off x="4154821" y="149898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Universités</a:t>
          </a:r>
        </a:p>
      </dsp:txBody>
      <dsp:txXfrm>
        <a:off x="4154821" y="1498980"/>
        <a:ext cx="3599993" cy="354317"/>
      </dsp:txXfrm>
    </dsp:sp>
    <dsp:sp modelId="{39DD274C-E065-4349-83BD-3975FB96A15D}">
      <dsp:nvSpPr>
        <dsp:cNvPr id="0" name=""/>
        <dsp:cNvSpPr/>
      </dsp:nvSpPr>
      <dsp:spPr>
        <a:xfrm>
          <a:off x="4154821" y="199851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sp:txBody>
      <dsp:txXfrm>
        <a:off x="4154821" y="1998510"/>
        <a:ext cx="3599993" cy="354317"/>
      </dsp:txXfrm>
    </dsp:sp>
    <dsp:sp modelId="{8D6085E1-877C-4D19-9812-F2B633A2B5E3}">
      <dsp:nvSpPr>
        <dsp:cNvPr id="0" name=""/>
        <dsp:cNvSpPr/>
      </dsp:nvSpPr>
      <dsp:spPr>
        <a:xfrm>
          <a:off x="4154821" y="249803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Laboratoires</a:t>
          </a:r>
        </a:p>
      </dsp:txBody>
      <dsp:txXfrm>
        <a:off x="4154821" y="2498039"/>
        <a:ext cx="3599993" cy="354317"/>
      </dsp:txXfrm>
    </dsp:sp>
    <dsp:sp modelId="{696779BF-2320-405E-8437-F2BA1198AEC4}">
      <dsp:nvSpPr>
        <dsp:cNvPr id="0" name=""/>
        <dsp:cNvSpPr/>
      </dsp:nvSpPr>
      <dsp:spPr>
        <a:xfrm>
          <a:off x="2760785" y="2997569"/>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2760785" y="2997569"/>
        <a:ext cx="1161696" cy="354317"/>
      </dsp:txXfrm>
    </dsp:sp>
    <dsp:sp modelId="{62F4ABFE-C6A9-44C3-926D-1C542517D6CB}">
      <dsp:nvSpPr>
        <dsp:cNvPr id="0" name=""/>
        <dsp:cNvSpPr/>
      </dsp:nvSpPr>
      <dsp:spPr>
        <a:xfrm>
          <a:off x="4154821" y="299756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sp:txBody>
      <dsp:txXfrm>
        <a:off x="4154821" y="2997569"/>
        <a:ext cx="3599993" cy="354317"/>
      </dsp:txXfrm>
    </dsp:sp>
    <dsp:sp modelId="{FB5B879A-43E3-4EFD-8006-10A76AD10BE5}">
      <dsp:nvSpPr>
        <dsp:cNvPr id="0" name=""/>
        <dsp:cNvSpPr/>
      </dsp:nvSpPr>
      <dsp:spPr>
        <a:xfrm>
          <a:off x="2760785" y="3746863"/>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2760785" y="3746863"/>
        <a:ext cx="1161696" cy="354317"/>
      </dsp:txXfrm>
    </dsp:sp>
    <dsp:sp modelId="{441A11F4-EC55-4A15-97E4-DE52EF03C1D7}">
      <dsp:nvSpPr>
        <dsp:cNvPr id="0" name=""/>
        <dsp:cNvSpPr/>
      </dsp:nvSpPr>
      <dsp:spPr>
        <a:xfrm>
          <a:off x="4154821" y="349709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sp:txBody>
      <dsp:txXfrm>
        <a:off x="4154821" y="3497098"/>
        <a:ext cx="3599993" cy="354317"/>
      </dsp:txXfrm>
    </dsp:sp>
    <dsp:sp modelId="{2C3B5E6C-0986-4E26-9F49-0BFD9CD4293A}">
      <dsp:nvSpPr>
        <dsp:cNvPr id="0" name=""/>
        <dsp:cNvSpPr/>
      </dsp:nvSpPr>
      <dsp:spPr>
        <a:xfrm>
          <a:off x="4154821" y="399662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sp:txBody>
      <dsp:txXfrm>
        <a:off x="4154821" y="3996628"/>
        <a:ext cx="3599993" cy="3543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objet d’étude</a:t>
          </a:r>
        </a:p>
        <a:p>
          <a:pPr marL="0" lvl="0" indent="0" algn="l" defTabSz="800100">
            <a:lnSpc>
              <a:spcPct val="90000"/>
            </a:lnSpc>
            <a:spcBef>
              <a:spcPct val="0"/>
            </a:spcBef>
            <a:spcAft>
              <a:spcPct val="35000"/>
            </a:spcAft>
            <a:buNone/>
          </a:pPr>
          <a:r>
            <a:rPr lang="fr-FR" sz="1800" kern="1200" dirty="0"/>
            <a:t>1 valeur métier</a:t>
          </a:r>
        </a:p>
        <a:p>
          <a:pPr marL="0" lvl="0" indent="0" algn="l" defTabSz="800100">
            <a:lnSpc>
              <a:spcPct val="90000"/>
            </a:lnSpc>
            <a:spcBef>
              <a:spcPct val="0"/>
            </a:spcBef>
            <a:spcAft>
              <a:spcPct val="35000"/>
            </a:spcAft>
            <a:buNone/>
          </a:pPr>
          <a:r>
            <a:rPr lang="fr-FR" sz="1800" kern="1200" dirty="0"/>
            <a:t>1 bien support</a:t>
          </a:r>
        </a:p>
        <a:p>
          <a:pPr marL="0" lvl="0" indent="0" algn="l" defTabSz="800100">
            <a:lnSpc>
              <a:spcPct val="90000"/>
            </a:lnSpc>
            <a:spcBef>
              <a:spcPct val="0"/>
            </a:spcBef>
            <a:spcAft>
              <a:spcPct val="35000"/>
            </a:spcAft>
            <a:buNone/>
          </a:pPr>
          <a:r>
            <a:rPr lang="fr-FR" sz="1800" kern="1200" dirty="0"/>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4681C3-7CA3-48D5-90BA-7FAA854AC594}">
      <dsp:nvSpPr>
        <dsp:cNvPr id="0" name=""/>
        <dsp:cNvSpPr/>
      </dsp:nvSpPr>
      <dsp:spPr>
        <a:xfrm>
          <a:off x="0" y="0"/>
          <a:ext cx="4351338" cy="4351338"/>
        </a:xfrm>
        <a:prstGeom prst="pie">
          <a:avLst>
            <a:gd name="adj1" fmla="val 5400000"/>
            <a:gd name="adj2" fmla="val 1620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827B0-7F1E-4319-BD34-787CEBA0A581}">
      <dsp:nvSpPr>
        <dsp:cNvPr id="0" name=""/>
        <dsp:cNvSpPr/>
      </dsp:nvSpPr>
      <dsp:spPr>
        <a:xfrm>
          <a:off x="2175669" y="0"/>
          <a:ext cx="8339931" cy="4351338"/>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Audit (par un tiers)</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sp:txBody>
      <dsp:txXfrm>
        <a:off x="2175669" y="0"/>
        <a:ext cx="4169965" cy="924659"/>
      </dsp:txXfrm>
    </dsp:sp>
    <dsp:sp modelId="{59295B1B-DC77-4C83-8879-3ED51ABDAAC6}">
      <dsp:nvSpPr>
        <dsp:cNvPr id="0" name=""/>
        <dsp:cNvSpPr/>
      </dsp:nvSpPr>
      <dsp:spPr>
        <a:xfrm>
          <a:off x="571113" y="924659"/>
          <a:ext cx="3209111" cy="3209111"/>
        </a:xfrm>
        <a:prstGeom prst="pie">
          <a:avLst>
            <a:gd name="adj1" fmla="val 5400000"/>
            <a:gd name="adj2" fmla="val 16200000"/>
          </a:avLst>
        </a:prstGeom>
        <a:solidFill>
          <a:schemeClr val="accent2">
            <a:hueOff val="-477861"/>
            <a:satOff val="-11515"/>
            <a:lumOff val="-692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35BB65-D734-482B-951B-3AC4F4939810}">
      <dsp:nvSpPr>
        <dsp:cNvPr id="0" name=""/>
        <dsp:cNvSpPr/>
      </dsp:nvSpPr>
      <dsp:spPr>
        <a:xfrm>
          <a:off x="2175669" y="924659"/>
          <a:ext cx="8339931" cy="3209111"/>
        </a:xfrm>
        <a:prstGeom prst="rect">
          <a:avLst/>
        </a:prstGeom>
        <a:solidFill>
          <a:schemeClr val="lt1">
            <a:alpha val="90000"/>
            <a:hueOff val="0"/>
            <a:satOff val="0"/>
            <a:lumOff val="0"/>
            <a:alphaOff val="0"/>
          </a:schemeClr>
        </a:solidFill>
        <a:ln w="19050" cap="flat" cmpd="sng" algn="ctr">
          <a:solidFill>
            <a:schemeClr val="accent2">
              <a:hueOff val="-477861"/>
              <a:satOff val="-11515"/>
              <a:lumOff val="-6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Contrôle interne</a:t>
          </a:r>
        </a:p>
      </dsp:txBody>
      <dsp:txXfrm>
        <a:off x="2175669" y="924659"/>
        <a:ext cx="4169965" cy="924659"/>
      </dsp:txXfrm>
    </dsp:sp>
    <dsp:sp modelId="{946177F8-AFA6-4BBA-BB0F-2F051C53F816}">
      <dsp:nvSpPr>
        <dsp:cNvPr id="0" name=""/>
        <dsp:cNvSpPr/>
      </dsp:nvSpPr>
      <dsp:spPr>
        <a:xfrm>
          <a:off x="1142226" y="1849318"/>
          <a:ext cx="2066885" cy="2066885"/>
        </a:xfrm>
        <a:prstGeom prst="pie">
          <a:avLst>
            <a:gd name="adj1" fmla="val 5400000"/>
            <a:gd name="adj2" fmla="val 16200000"/>
          </a:avLst>
        </a:prstGeom>
        <a:solidFill>
          <a:schemeClr val="accent2">
            <a:hueOff val="-955721"/>
            <a:satOff val="-23029"/>
            <a:lumOff val="-1385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21F45B-BEB4-4B28-9A1A-D1EB45FBB030}">
      <dsp:nvSpPr>
        <dsp:cNvPr id="0" name=""/>
        <dsp:cNvSpPr/>
      </dsp:nvSpPr>
      <dsp:spPr>
        <a:xfrm>
          <a:off x="2175669" y="1849318"/>
          <a:ext cx="8339931" cy="2066885"/>
        </a:xfrm>
        <a:prstGeom prst="rect">
          <a:avLst/>
        </a:prstGeom>
        <a:solidFill>
          <a:schemeClr val="lt1">
            <a:alpha val="90000"/>
            <a:hueOff val="0"/>
            <a:satOff val="0"/>
            <a:lumOff val="0"/>
            <a:alphaOff val="0"/>
          </a:schemeClr>
        </a:solidFill>
        <a:ln w="19050" cap="flat" cmpd="sng" algn="ctr">
          <a:solidFill>
            <a:schemeClr val="accent2">
              <a:hueOff val="-955721"/>
              <a:satOff val="-23029"/>
              <a:lumOff val="-1385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sp:txBody>
      <dsp:txXfrm>
        <a:off x="2175669" y="1849318"/>
        <a:ext cx="4169965" cy="924659"/>
      </dsp:txXfrm>
    </dsp:sp>
    <dsp:sp modelId="{AD4991C8-6D39-423A-9EEB-F18FCD2FE17C}">
      <dsp:nvSpPr>
        <dsp:cNvPr id="0" name=""/>
        <dsp:cNvSpPr/>
      </dsp:nvSpPr>
      <dsp:spPr>
        <a:xfrm>
          <a:off x="1713339" y="2773977"/>
          <a:ext cx="924659" cy="924659"/>
        </a:xfrm>
        <a:prstGeom prst="pie">
          <a:avLst>
            <a:gd name="adj1" fmla="val 5400000"/>
            <a:gd name="adj2" fmla="val 16200000"/>
          </a:avLst>
        </a:prstGeom>
        <a:solidFill>
          <a:schemeClr val="accent2">
            <a:hueOff val="-1433582"/>
            <a:satOff val="-34544"/>
            <a:lumOff val="-2078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D2236A-8669-4B39-89AB-E148CD5D0CA6}">
      <dsp:nvSpPr>
        <dsp:cNvPr id="0" name=""/>
        <dsp:cNvSpPr/>
      </dsp:nvSpPr>
      <dsp:spPr>
        <a:xfrm>
          <a:off x="2175669" y="2773977"/>
          <a:ext cx="8339931" cy="924659"/>
        </a:xfrm>
        <a:prstGeom prst="rect">
          <a:avLst/>
        </a:prstGeom>
        <a:solidFill>
          <a:schemeClr val="lt1">
            <a:alpha val="90000"/>
            <a:hueOff val="0"/>
            <a:satOff val="0"/>
            <a:lumOff val="0"/>
            <a:alphaOff val="0"/>
          </a:schemeClr>
        </a:solidFill>
        <a:ln w="19050" cap="flat" cmpd="sng" algn="ctr">
          <a:solidFill>
            <a:schemeClr val="accent2">
              <a:hueOff val="-1433582"/>
              <a:satOff val="-34544"/>
              <a:lumOff val="-207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global</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sp:txBody>
      <dsp:txXfrm>
        <a:off x="2175669" y="2773977"/>
        <a:ext cx="4169965" cy="924659"/>
      </dsp:txXfrm>
    </dsp:sp>
    <dsp:sp modelId="{98AF2808-BDCE-4AAC-9C5B-8465EB00C5C7}">
      <dsp:nvSpPr>
        <dsp:cNvPr id="0" name=""/>
        <dsp:cNvSpPr/>
      </dsp:nvSpPr>
      <dsp:spPr>
        <a:xfrm>
          <a:off x="6345634" y="0"/>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sp:txBody>
      <dsp:txXfrm>
        <a:off x="6345634" y="0"/>
        <a:ext cx="4169965" cy="924659"/>
      </dsp:txXfrm>
    </dsp:sp>
    <dsp:sp modelId="{BD1DE19C-3358-4A38-9D88-F9E4D68D5A5D}">
      <dsp:nvSpPr>
        <dsp:cNvPr id="0" name=""/>
        <dsp:cNvSpPr/>
      </dsp:nvSpPr>
      <dsp:spPr>
        <a:xfrm>
          <a:off x="6345634" y="924659"/>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sp:txBody>
      <dsp:txXfrm>
        <a:off x="6345634" y="924659"/>
        <a:ext cx="4169965" cy="924659"/>
      </dsp:txXfrm>
    </dsp:sp>
    <dsp:sp modelId="{835D5477-A361-460A-BB65-B43695830355}">
      <dsp:nvSpPr>
        <dsp:cNvPr id="0" name=""/>
        <dsp:cNvSpPr/>
      </dsp:nvSpPr>
      <dsp:spPr>
        <a:xfrm>
          <a:off x="6345634" y="1849318"/>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sp:txBody>
      <dsp:txXfrm>
        <a:off x="6345634" y="1849318"/>
        <a:ext cx="4169965" cy="924659"/>
      </dsp:txXfrm>
    </dsp:sp>
    <dsp:sp modelId="{9E7A3D8D-FF03-4982-AD80-D5A59BAC7F58}">
      <dsp:nvSpPr>
        <dsp:cNvPr id="0" name=""/>
        <dsp:cNvSpPr/>
      </dsp:nvSpPr>
      <dsp:spPr>
        <a:xfrm>
          <a:off x="6345634" y="2773977"/>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sp:txBody>
      <dsp:txXfrm>
        <a:off x="6345634" y="2773977"/>
        <a:ext cx="4169965" cy="9246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solidFill>
                <a:srgbClr val="7A7A7A"/>
              </a:solidFill>
            </a:rPr>
            <a:t>1 objet d’étude</a:t>
          </a:r>
        </a:p>
        <a:p>
          <a:pPr marL="0" lvl="0" indent="0" algn="l" defTabSz="800100">
            <a:lnSpc>
              <a:spcPct val="90000"/>
            </a:lnSpc>
            <a:spcBef>
              <a:spcPct val="0"/>
            </a:spcBef>
            <a:spcAft>
              <a:spcPct val="35000"/>
            </a:spcAft>
            <a:buNone/>
          </a:pPr>
          <a:r>
            <a:rPr lang="fr-FR" sz="1800" kern="1200" dirty="0">
              <a:solidFill>
                <a:srgbClr val="7A7A7A"/>
              </a:solidFill>
            </a:rPr>
            <a:t>1 valeur métier</a:t>
          </a:r>
        </a:p>
        <a:p>
          <a:pPr marL="0" lvl="0" indent="0" algn="l" defTabSz="800100">
            <a:lnSpc>
              <a:spcPct val="90000"/>
            </a:lnSpc>
            <a:spcBef>
              <a:spcPct val="0"/>
            </a:spcBef>
            <a:spcAft>
              <a:spcPct val="35000"/>
            </a:spcAft>
            <a:buNone/>
          </a:pPr>
          <a:r>
            <a:rPr lang="fr-FR" sz="1800" kern="1200" dirty="0">
              <a:solidFill>
                <a:srgbClr val="7A7A7A"/>
              </a:solidFill>
            </a:rPr>
            <a:t>1 bien support</a:t>
          </a:r>
        </a:p>
        <a:p>
          <a:pPr marL="0" lvl="0" indent="0" algn="l" defTabSz="800100">
            <a:lnSpc>
              <a:spcPct val="90000"/>
            </a:lnSpc>
            <a:spcBef>
              <a:spcPct val="0"/>
            </a:spcBef>
            <a:spcAft>
              <a:spcPct val="35000"/>
            </a:spcAft>
            <a:buNone/>
          </a:pPr>
          <a:r>
            <a:rPr lang="fr-FR" sz="18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socle de règles</a:t>
          </a:r>
        </a:p>
        <a:p>
          <a:pPr marL="0" lvl="0" indent="0" algn="l" defTabSz="800100">
            <a:lnSpc>
              <a:spcPct val="90000"/>
            </a:lnSpc>
            <a:spcBef>
              <a:spcPct val="0"/>
            </a:spcBef>
            <a:spcAft>
              <a:spcPct val="35000"/>
            </a:spcAft>
            <a:buNone/>
          </a:pPr>
          <a:r>
            <a:rPr lang="fr-FR" sz="1800" kern="1200" dirty="0"/>
            <a:t>1 méthode d’évaluation du socle</a:t>
          </a:r>
        </a:p>
        <a:p>
          <a:pPr marL="0" lvl="0" indent="0" algn="l" defTabSz="800100">
            <a:lnSpc>
              <a:spcPct val="90000"/>
            </a:lnSpc>
            <a:spcBef>
              <a:spcPct val="0"/>
            </a:spcBef>
            <a:spcAft>
              <a:spcPct val="35000"/>
            </a:spcAft>
            <a:buNone/>
          </a:pPr>
          <a:r>
            <a:rPr lang="fr-FR" sz="1800" kern="1200" dirty="0"/>
            <a:t>1 règle du socle</a:t>
          </a:r>
        </a:p>
        <a:p>
          <a:pPr marL="0" lvl="0" indent="0" algn="l" defTabSz="800100">
            <a:lnSpc>
              <a:spcPct val="90000"/>
            </a:lnSpc>
            <a:spcBef>
              <a:spcPct val="0"/>
            </a:spcBef>
            <a:spcAft>
              <a:spcPct val="35000"/>
            </a:spcAft>
            <a:buNone/>
          </a:pPr>
          <a:r>
            <a:rPr lang="fr-FR" sz="1800" kern="1200" dirty="0"/>
            <a:t>1 évaluation</a:t>
          </a:r>
        </a:p>
        <a:p>
          <a:pPr marL="0" lvl="0" indent="0" algn="l" defTabSz="800100">
            <a:lnSpc>
              <a:spcPct val="90000"/>
            </a:lnSpc>
            <a:spcBef>
              <a:spcPct val="0"/>
            </a:spcBef>
            <a:spcAft>
              <a:spcPct val="35000"/>
            </a:spcAft>
            <a:buNone/>
          </a:pPr>
          <a:r>
            <a:rPr lang="fr-FR" sz="1800" kern="1200" dirty="0"/>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93B0D-8492-4E77-849F-FAA233A4EA25}">
      <dsp:nvSpPr>
        <dsp:cNvPr id="0" name=""/>
        <dsp:cNvSpPr/>
      </dsp:nvSpPr>
      <dsp:spPr>
        <a:xfrm>
          <a:off x="9749" y="1517160"/>
          <a:ext cx="1317017" cy="1317017"/>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Sources de risques</a:t>
          </a:r>
        </a:p>
      </dsp:txBody>
      <dsp:txXfrm>
        <a:off x="202622" y="1710033"/>
        <a:ext cx="931271" cy="931271"/>
      </dsp:txXfrm>
    </dsp:sp>
    <dsp:sp modelId="{6A2ABA87-74E1-40AC-A33E-D3B90C983FD2}">
      <dsp:nvSpPr>
        <dsp:cNvPr id="0" name=""/>
        <dsp:cNvSpPr/>
      </dsp:nvSpPr>
      <dsp:spPr>
        <a:xfrm>
          <a:off x="1433708" y="1793733"/>
          <a:ext cx="763870" cy="763870"/>
        </a:xfrm>
        <a:prstGeom prst="mathPlus">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1534959" y="2085837"/>
        <a:ext cx="561368" cy="179662"/>
      </dsp:txXfrm>
    </dsp:sp>
    <dsp:sp modelId="{5264C58B-54FC-4BF4-8986-6478635E3250}">
      <dsp:nvSpPr>
        <dsp:cNvPr id="0" name=""/>
        <dsp:cNvSpPr/>
      </dsp:nvSpPr>
      <dsp:spPr>
        <a:xfrm>
          <a:off x="2304520" y="1517160"/>
          <a:ext cx="1317017" cy="1317017"/>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stratégiques</a:t>
          </a:r>
        </a:p>
      </dsp:txBody>
      <dsp:txXfrm>
        <a:off x="2497393" y="1710033"/>
        <a:ext cx="931271" cy="931271"/>
      </dsp:txXfrm>
    </dsp:sp>
    <dsp:sp modelId="{993AA5CE-50E7-43C8-8D05-A323897E22F2}">
      <dsp:nvSpPr>
        <dsp:cNvPr id="0" name=""/>
        <dsp:cNvSpPr/>
      </dsp:nvSpPr>
      <dsp:spPr>
        <a:xfrm>
          <a:off x="3728479" y="1793733"/>
          <a:ext cx="763870" cy="763870"/>
        </a:xfrm>
        <a:prstGeom prst="mathPlus">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3829730" y="2085837"/>
        <a:ext cx="561368" cy="179662"/>
      </dsp:txXfrm>
    </dsp:sp>
    <dsp:sp modelId="{2C19DDB2-8F92-4618-80EA-B6FF34724A89}">
      <dsp:nvSpPr>
        <dsp:cNvPr id="0" name=""/>
        <dsp:cNvSpPr/>
      </dsp:nvSpPr>
      <dsp:spPr>
        <a:xfrm>
          <a:off x="4599291" y="1517160"/>
          <a:ext cx="1317017" cy="1317017"/>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opérationnels</a:t>
          </a:r>
        </a:p>
      </dsp:txBody>
      <dsp:txXfrm>
        <a:off x="4792164" y="1710033"/>
        <a:ext cx="931271" cy="931271"/>
      </dsp:txXfrm>
    </dsp:sp>
    <dsp:sp modelId="{E311EDD1-3B08-45A0-9A7D-72A0227EA755}">
      <dsp:nvSpPr>
        <dsp:cNvPr id="0" name=""/>
        <dsp:cNvSpPr/>
      </dsp:nvSpPr>
      <dsp:spPr>
        <a:xfrm>
          <a:off x="6023250" y="1793733"/>
          <a:ext cx="763870" cy="763870"/>
        </a:xfrm>
        <a:prstGeom prst="mathPlus">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6124501" y="2085837"/>
        <a:ext cx="561368" cy="179662"/>
      </dsp:txXfrm>
    </dsp:sp>
    <dsp:sp modelId="{F67DD40B-071B-4718-A053-97E54EAD9296}">
      <dsp:nvSpPr>
        <dsp:cNvPr id="0" name=""/>
        <dsp:cNvSpPr/>
      </dsp:nvSpPr>
      <dsp:spPr>
        <a:xfrm>
          <a:off x="6894062" y="1517160"/>
          <a:ext cx="1317017" cy="1317017"/>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Événements redoutés</a:t>
          </a:r>
        </a:p>
      </dsp:txBody>
      <dsp:txXfrm>
        <a:off x="7086935" y="1710033"/>
        <a:ext cx="931271" cy="931271"/>
      </dsp:txXfrm>
    </dsp:sp>
    <dsp:sp modelId="{DDEA8A3F-2008-42C2-9641-04F829AA2C8C}">
      <dsp:nvSpPr>
        <dsp:cNvPr id="0" name=""/>
        <dsp:cNvSpPr/>
      </dsp:nvSpPr>
      <dsp:spPr>
        <a:xfrm>
          <a:off x="8318021" y="1793733"/>
          <a:ext cx="763870" cy="763870"/>
        </a:xfrm>
        <a:prstGeom prst="mathEqual">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8419272" y="1951090"/>
        <a:ext cx="561368" cy="449156"/>
      </dsp:txXfrm>
    </dsp:sp>
    <dsp:sp modelId="{D984094A-3110-4385-852A-FDC757C82CA6}">
      <dsp:nvSpPr>
        <dsp:cNvPr id="0" name=""/>
        <dsp:cNvSpPr/>
      </dsp:nvSpPr>
      <dsp:spPr>
        <a:xfrm>
          <a:off x="9188833" y="1517160"/>
          <a:ext cx="1317017" cy="1317017"/>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a:t>Risques</a:t>
          </a:r>
          <a:endParaRPr lang="fr-FR" sz="1200" kern="1200" dirty="0"/>
        </a:p>
      </dsp:txBody>
      <dsp:txXfrm>
        <a:off x="9381706" y="1710033"/>
        <a:ext cx="931271" cy="93127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événement redouté</a:t>
          </a:r>
        </a:p>
        <a:p>
          <a:pPr marL="0" lvl="0" indent="0" algn="l" defTabSz="711200">
            <a:lnSpc>
              <a:spcPct val="90000"/>
            </a:lnSpc>
            <a:spcBef>
              <a:spcPct val="0"/>
            </a:spcBef>
            <a:spcAft>
              <a:spcPct val="35000"/>
            </a:spcAft>
            <a:buNone/>
          </a:pPr>
          <a:r>
            <a:rPr lang="fr-FR" sz="1600" kern="1200" dirty="0"/>
            <a:t>1 source de risques</a:t>
          </a:r>
        </a:p>
        <a:p>
          <a:pPr marL="0" lvl="0" indent="0" algn="l" defTabSz="711200">
            <a:lnSpc>
              <a:spcPct val="90000"/>
            </a:lnSpc>
            <a:spcBef>
              <a:spcPct val="0"/>
            </a:spcBef>
            <a:spcAft>
              <a:spcPct val="35000"/>
            </a:spcAft>
            <a:buNone/>
          </a:pPr>
          <a:r>
            <a:rPr lang="fr-FR" sz="1600" kern="1200" dirty="0"/>
            <a:t>1 scénario stratégique</a:t>
          </a:r>
        </a:p>
        <a:p>
          <a:pPr marL="0" lvl="0" indent="0" algn="l" defTabSz="711200">
            <a:lnSpc>
              <a:spcPct val="90000"/>
            </a:lnSpc>
            <a:spcBef>
              <a:spcPct val="0"/>
            </a:spcBef>
            <a:spcAft>
              <a:spcPct val="35000"/>
            </a:spcAft>
            <a:buNone/>
          </a:pPr>
          <a:r>
            <a:rPr lang="fr-FR" sz="1600" kern="1200" dirty="0"/>
            <a:t>1 scénario opérationnel</a:t>
          </a:r>
        </a:p>
        <a:p>
          <a:pPr marL="0" lvl="0" indent="0" algn="l" defTabSz="711200">
            <a:lnSpc>
              <a:spcPct val="90000"/>
            </a:lnSpc>
            <a:spcBef>
              <a:spcPct val="0"/>
            </a:spcBef>
            <a:spcAft>
              <a:spcPct val="35000"/>
            </a:spcAft>
            <a:buNone/>
          </a:pPr>
          <a:r>
            <a:rPr lang="fr-FR" sz="1600" kern="1200" dirty="0"/>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0F00E4-5976-4775-A517-76743D3BE812}">
      <dsp:nvSpPr>
        <dsp:cNvPr id="0" name=""/>
        <dsp:cNvSpPr/>
      </dsp:nvSpPr>
      <dsp:spPr>
        <a:xfrm>
          <a:off x="3953" y="216587"/>
          <a:ext cx="2377306" cy="5760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Font typeface="+mj-lt"/>
            <a:buNone/>
          </a:pPr>
          <a:r>
            <a:rPr lang="fr-FR" sz="2000" b="1" kern="1200" dirty="0"/>
            <a:t>Réduire</a:t>
          </a:r>
          <a:r>
            <a:rPr lang="fr-FR" sz="2000" kern="1200" dirty="0"/>
            <a:t> le risque</a:t>
          </a:r>
        </a:p>
      </dsp:txBody>
      <dsp:txXfrm>
        <a:off x="3953" y="216587"/>
        <a:ext cx="2377306" cy="576000"/>
      </dsp:txXfrm>
    </dsp:sp>
    <dsp:sp modelId="{B3AE5F7E-70A5-47D6-AAAB-0A84735DAD6D}">
      <dsp:nvSpPr>
        <dsp:cNvPr id="0" name=""/>
        <dsp:cNvSpPr/>
      </dsp:nvSpPr>
      <dsp:spPr>
        <a:xfrm>
          <a:off x="3953" y="792587"/>
          <a:ext cx="2377306" cy="253226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Font typeface="Arial" panose="020B0604020202020204" pitchFamily="34" charset="0"/>
            <a:buChar char="•"/>
          </a:pPr>
          <a:r>
            <a:rPr lang="fr-FR" sz="2000" kern="1200" dirty="0"/>
            <a:t>Appliquer des mesures pour réduire la vraisemblance, ou éventuellement la gravité (pas simple !) du risque</a:t>
          </a:r>
        </a:p>
      </dsp:txBody>
      <dsp:txXfrm>
        <a:off x="3953" y="792587"/>
        <a:ext cx="2377306" cy="2532262"/>
      </dsp:txXfrm>
    </dsp:sp>
    <dsp:sp modelId="{3E4DBF69-EB33-4100-AB1F-D9863651FF78}">
      <dsp:nvSpPr>
        <dsp:cNvPr id="0" name=""/>
        <dsp:cNvSpPr/>
      </dsp:nvSpPr>
      <dsp:spPr>
        <a:xfrm>
          <a:off x="2714082" y="216587"/>
          <a:ext cx="2377306" cy="5760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Refuser</a:t>
          </a:r>
          <a:r>
            <a:rPr lang="fr-FR" sz="2000" kern="1200" dirty="0"/>
            <a:t> le risque</a:t>
          </a:r>
        </a:p>
      </dsp:txBody>
      <dsp:txXfrm>
        <a:off x="2714082" y="216587"/>
        <a:ext cx="2377306" cy="576000"/>
      </dsp:txXfrm>
    </dsp:sp>
    <dsp:sp modelId="{1FB2A261-04F3-4DD0-8FA0-3A843D15AE32}">
      <dsp:nvSpPr>
        <dsp:cNvPr id="0" name=""/>
        <dsp:cNvSpPr/>
      </dsp:nvSpPr>
      <dsp:spPr>
        <a:xfrm>
          <a:off x="2714082" y="792587"/>
          <a:ext cx="2377306" cy="2532262"/>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réduire, arrêter ou ne pas démarrer, l'activité porteuse du risque</a:t>
          </a:r>
        </a:p>
      </dsp:txBody>
      <dsp:txXfrm>
        <a:off x="2714082" y="792587"/>
        <a:ext cx="2377306" cy="2532262"/>
      </dsp:txXfrm>
    </dsp:sp>
    <dsp:sp modelId="{43918631-E069-4483-88A6-A3321F2FB034}">
      <dsp:nvSpPr>
        <dsp:cNvPr id="0" name=""/>
        <dsp:cNvSpPr/>
      </dsp:nvSpPr>
      <dsp:spPr>
        <a:xfrm>
          <a:off x="5424211" y="216587"/>
          <a:ext cx="2377306" cy="57600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Partager</a:t>
          </a:r>
          <a:r>
            <a:rPr lang="fr-FR" sz="2000" kern="1200" dirty="0"/>
            <a:t> le risque</a:t>
          </a:r>
        </a:p>
      </dsp:txBody>
      <dsp:txXfrm>
        <a:off x="5424211" y="216587"/>
        <a:ext cx="2377306" cy="576000"/>
      </dsp:txXfrm>
    </dsp:sp>
    <dsp:sp modelId="{F30C048F-CEAA-4EAF-A129-A79F0A470206}">
      <dsp:nvSpPr>
        <dsp:cNvPr id="0" name=""/>
        <dsp:cNvSpPr/>
      </dsp:nvSpPr>
      <dsp:spPr>
        <a:xfrm>
          <a:off x="5424211" y="792587"/>
          <a:ext cx="2377306" cy="2532262"/>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transférer tout ou partie du risque à un tiers (ex : partager des conséquences via une assurance)</a:t>
          </a:r>
        </a:p>
      </dsp:txBody>
      <dsp:txXfrm>
        <a:off x="5424211" y="792587"/>
        <a:ext cx="2377306" cy="2532262"/>
      </dsp:txXfrm>
    </dsp:sp>
    <dsp:sp modelId="{79EB5F88-252F-4AED-87FC-DAD255F381F9}">
      <dsp:nvSpPr>
        <dsp:cNvPr id="0" name=""/>
        <dsp:cNvSpPr/>
      </dsp:nvSpPr>
      <dsp:spPr>
        <a:xfrm>
          <a:off x="8134340" y="216587"/>
          <a:ext cx="2377306" cy="576000"/>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Prendre</a:t>
          </a:r>
          <a:r>
            <a:rPr lang="fr-FR" sz="2000" kern="1200" dirty="0"/>
            <a:t> le risque</a:t>
          </a:r>
        </a:p>
      </dsp:txBody>
      <dsp:txXfrm>
        <a:off x="8134340" y="216587"/>
        <a:ext cx="2377306" cy="576000"/>
      </dsp:txXfrm>
    </dsp:sp>
    <dsp:sp modelId="{CEF261AC-F192-4658-95DF-A18F88C83886}">
      <dsp:nvSpPr>
        <dsp:cNvPr id="0" name=""/>
        <dsp:cNvSpPr/>
      </dsp:nvSpPr>
      <dsp:spPr>
        <a:xfrm>
          <a:off x="8134340" y="792587"/>
          <a:ext cx="2377306" cy="2532262"/>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Maintenir le risque à son niveau</a:t>
          </a:r>
        </a:p>
      </dsp:txBody>
      <dsp:txXfrm>
        <a:off x="8134340" y="792587"/>
        <a:ext cx="2377306" cy="253226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BD646B-6AEE-42FF-B335-898267653524}">
      <dsp:nvSpPr>
        <dsp:cNvPr id="0" name=""/>
        <dsp:cNvSpPr/>
      </dsp:nvSpPr>
      <dsp:spPr>
        <a:xfrm>
          <a:off x="117" y="209814"/>
          <a:ext cx="2752129" cy="1100851"/>
        </a:xfrm>
        <a:prstGeom prst="chevr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Partir de l’étude</a:t>
          </a:r>
        </a:p>
      </dsp:txBody>
      <dsp:txXfrm>
        <a:off x="550543" y="209814"/>
        <a:ext cx="1651278" cy="1100851"/>
      </dsp:txXfrm>
    </dsp:sp>
    <dsp:sp modelId="{7E25731F-1E2D-4872-A6DD-1E6927A3D196}">
      <dsp:nvSpPr>
        <dsp:cNvPr id="0" name=""/>
        <dsp:cNvSpPr/>
      </dsp:nvSpPr>
      <dsp:spPr>
        <a:xfrm>
          <a:off x="11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sont les mesures qui ont pu être déterminées tout au long de l’étude ?</a:t>
          </a:r>
        </a:p>
      </dsp:txBody>
      <dsp:txXfrm>
        <a:off x="117" y="1448273"/>
        <a:ext cx="2201703" cy="2693250"/>
      </dsp:txXfrm>
    </dsp:sp>
    <dsp:sp modelId="{0959C2EF-CB0A-4274-B2A2-76BBDFBD6074}">
      <dsp:nvSpPr>
        <dsp:cNvPr id="0" name=""/>
        <dsp:cNvSpPr/>
      </dsp:nvSpPr>
      <dsp:spPr>
        <a:xfrm>
          <a:off x="2536247" y="209814"/>
          <a:ext cx="2752129" cy="1100851"/>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cohérence</a:t>
          </a:r>
        </a:p>
      </dsp:txBody>
      <dsp:txXfrm>
        <a:off x="3086673" y="209814"/>
        <a:ext cx="1651278" cy="1100851"/>
      </dsp:txXfrm>
    </dsp:sp>
    <dsp:sp modelId="{D84EBEC1-C5B7-42AC-97B6-F7FF02E323F7}">
      <dsp:nvSpPr>
        <dsp:cNvPr id="0" name=""/>
        <dsp:cNvSpPr/>
      </dsp:nvSpPr>
      <dsp:spPr>
        <a:xfrm>
          <a:off x="253624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cohérentes entre elles, et avec l’organisation, en termes de fond et de forme ?</a:t>
          </a:r>
        </a:p>
      </dsp:txBody>
      <dsp:txXfrm>
        <a:off x="2536247" y="1448273"/>
        <a:ext cx="2201703" cy="2693250"/>
      </dsp:txXfrm>
    </dsp:sp>
    <dsp:sp modelId="{BCED8459-90C5-4142-958C-3ACCFC8F3F63}">
      <dsp:nvSpPr>
        <dsp:cNvPr id="0" name=""/>
        <dsp:cNvSpPr/>
      </dsp:nvSpPr>
      <dsp:spPr>
        <a:xfrm>
          <a:off x="5072377" y="209814"/>
          <a:ext cx="2752129" cy="1100851"/>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complétude</a:t>
          </a:r>
        </a:p>
      </dsp:txBody>
      <dsp:txXfrm>
        <a:off x="5622803" y="209814"/>
        <a:ext cx="1651278" cy="1100851"/>
      </dsp:txXfrm>
    </dsp:sp>
    <dsp:sp modelId="{BA936223-2001-4C67-BECE-40FA81876EFC}">
      <dsp:nvSpPr>
        <dsp:cNvPr id="0" name=""/>
        <dsp:cNvSpPr/>
      </dsp:nvSpPr>
      <dsp:spPr>
        <a:xfrm>
          <a:off x="507237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suffisantes pour traiter les risques conformément aux options de traitement choisies ?</a:t>
          </a:r>
        </a:p>
      </dsp:txBody>
      <dsp:txXfrm>
        <a:off x="5072377" y="1448273"/>
        <a:ext cx="2201703" cy="2693250"/>
      </dsp:txXfrm>
    </dsp:sp>
    <dsp:sp modelId="{40B1E412-67BE-481C-8373-23AC334133CC}">
      <dsp:nvSpPr>
        <dsp:cNvPr id="0" name=""/>
        <dsp:cNvSpPr/>
      </dsp:nvSpPr>
      <dsp:spPr>
        <a:xfrm>
          <a:off x="7763352" y="209814"/>
          <a:ext cx="2752129" cy="1100851"/>
        </a:xfrm>
        <a:prstGeom prst="chevr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Planifier leur mise en œuvre</a:t>
          </a:r>
        </a:p>
      </dsp:txBody>
      <dsp:txXfrm>
        <a:off x="8313778" y="209814"/>
        <a:ext cx="1651278" cy="1100851"/>
      </dsp:txXfrm>
    </dsp:sp>
    <dsp:sp modelId="{7670FB3C-8805-43F9-81C5-BF19D9134845}">
      <dsp:nvSpPr>
        <dsp:cNvPr id="0" name=""/>
        <dsp:cNvSpPr/>
      </dsp:nvSpPr>
      <dsp:spPr>
        <a:xfrm>
          <a:off x="7735545" y="1448273"/>
          <a:ext cx="2511395"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ressources et quel calendrier ?</a:t>
          </a:r>
        </a:p>
      </dsp:txBody>
      <dsp:txXfrm>
        <a:off x="7735545" y="1448273"/>
        <a:ext cx="2511395" cy="269325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2198F8-9DC3-4054-9FE9-4F1D6FE742F7}">
      <dsp:nvSpPr>
        <dsp:cNvPr id="0" name=""/>
        <dsp:cNvSpPr/>
      </dsp:nvSpPr>
      <dsp:spPr>
        <a:xfrm>
          <a:off x="3953" y="83878"/>
          <a:ext cx="2377306" cy="7283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Gouvernance et anticipation</a:t>
          </a:r>
          <a:endParaRPr lang="fr-FR" sz="2000" b="0" kern="1200" dirty="0"/>
        </a:p>
      </dsp:txBody>
      <dsp:txXfrm>
        <a:off x="3953" y="83878"/>
        <a:ext cx="2377306" cy="728312"/>
      </dsp:txXfrm>
    </dsp:sp>
    <dsp:sp modelId="{5A240395-4F4E-4BF6-870D-F854F3C7F886}">
      <dsp:nvSpPr>
        <dsp:cNvPr id="0" name=""/>
        <dsp:cNvSpPr/>
      </dsp:nvSpPr>
      <dsp:spPr>
        <a:xfrm>
          <a:off x="3953" y="812190"/>
          <a:ext cx="2377306" cy="345526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Organisation de management du risque et d’amélioration continue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Processus d’homologation</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Maîtrise de l’écosystème</a:t>
          </a:r>
        </a:p>
      </dsp:txBody>
      <dsp:txXfrm>
        <a:off x="3953" y="812190"/>
        <a:ext cx="2377306" cy="3455268"/>
      </dsp:txXfrm>
    </dsp:sp>
    <dsp:sp modelId="{1C9B2E57-EB9D-4553-8989-F38B550A30A4}">
      <dsp:nvSpPr>
        <dsp:cNvPr id="0" name=""/>
        <dsp:cNvSpPr/>
      </dsp:nvSpPr>
      <dsp:spPr>
        <a:xfrm>
          <a:off x="2714082" y="83878"/>
          <a:ext cx="2377306" cy="72831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Protection</a:t>
          </a:r>
        </a:p>
      </dsp:txBody>
      <dsp:txXfrm>
        <a:off x="2714082" y="83878"/>
        <a:ext cx="2377306" cy="728312"/>
      </dsp:txXfrm>
    </dsp:sp>
    <dsp:sp modelId="{24FB2D6E-1BC0-461A-816E-A73BAEF35A78}">
      <dsp:nvSpPr>
        <dsp:cNvPr id="0" name=""/>
        <dsp:cNvSpPr/>
      </dsp:nvSpPr>
      <dsp:spPr>
        <a:xfrm>
          <a:off x="2714082" y="812190"/>
          <a:ext cx="2377306" cy="3455268"/>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l’authentification et du contrôle d’accès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Sécurité physique et organisationnelle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Maintien en condition de sécurité et gestion d’obsolescence</a:t>
          </a:r>
        </a:p>
      </dsp:txBody>
      <dsp:txXfrm>
        <a:off x="2714082" y="812190"/>
        <a:ext cx="2377306" cy="3455268"/>
      </dsp:txXfrm>
    </dsp:sp>
    <dsp:sp modelId="{11190446-8876-43F7-BFB4-19D7378A9E24}">
      <dsp:nvSpPr>
        <dsp:cNvPr id="0" name=""/>
        <dsp:cNvSpPr/>
      </dsp:nvSpPr>
      <dsp:spPr>
        <a:xfrm>
          <a:off x="5424211" y="83878"/>
          <a:ext cx="2377306" cy="728312"/>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Résilience</a:t>
          </a:r>
        </a:p>
      </dsp:txBody>
      <dsp:txXfrm>
        <a:off x="5424211" y="83878"/>
        <a:ext cx="2377306" cy="728312"/>
      </dsp:txXfrm>
    </dsp:sp>
    <dsp:sp modelId="{1B640834-54A4-49BF-BE90-7DCBDD26541C}">
      <dsp:nvSpPr>
        <dsp:cNvPr id="0" name=""/>
        <dsp:cNvSpPr/>
      </dsp:nvSpPr>
      <dsp:spPr>
        <a:xfrm>
          <a:off x="5424211" y="812190"/>
          <a:ext cx="2377306" cy="3455268"/>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Continuité d’activité (sauvegarde et restauration, gestion des modes dégradés)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Reprise d’activité</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crise cyber</a:t>
          </a:r>
        </a:p>
      </dsp:txBody>
      <dsp:txXfrm>
        <a:off x="5424211" y="812190"/>
        <a:ext cx="2377306" cy="3455268"/>
      </dsp:txXfrm>
    </dsp:sp>
    <dsp:sp modelId="{EAEE1F1C-5707-4459-B01A-F44923605365}">
      <dsp:nvSpPr>
        <dsp:cNvPr id="0" name=""/>
        <dsp:cNvSpPr/>
      </dsp:nvSpPr>
      <dsp:spPr>
        <a:xfrm>
          <a:off x="8134340" y="83878"/>
          <a:ext cx="2377306" cy="72831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Défense</a:t>
          </a:r>
        </a:p>
      </dsp:txBody>
      <dsp:txXfrm>
        <a:off x="8134340" y="83878"/>
        <a:ext cx="2377306" cy="728312"/>
      </dsp:txXfrm>
    </dsp:sp>
    <dsp:sp modelId="{832894B5-6E2C-4CA6-8ABC-9224D362B68D}">
      <dsp:nvSpPr>
        <dsp:cNvPr id="0" name=""/>
        <dsp:cNvSpPr/>
      </dsp:nvSpPr>
      <dsp:spPr>
        <a:xfrm>
          <a:off x="8134340" y="812190"/>
          <a:ext cx="2377306" cy="3455268"/>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Surveillance d’événements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Détection et classification d’incidents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Réponse à un incident cyber</a:t>
          </a:r>
        </a:p>
      </dsp:txBody>
      <dsp:txXfrm>
        <a:off x="8134340" y="812190"/>
        <a:ext cx="2377306" cy="345526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événement redouté</a:t>
          </a:r>
        </a:p>
        <a:p>
          <a:pPr marL="0" lvl="0" indent="0" algn="l" defTabSz="711200">
            <a:lnSpc>
              <a:spcPct val="90000"/>
            </a:lnSpc>
            <a:spcBef>
              <a:spcPct val="0"/>
            </a:spcBef>
            <a:spcAft>
              <a:spcPct val="35000"/>
            </a:spcAft>
            <a:buNone/>
          </a:pPr>
          <a:r>
            <a:rPr lang="fr-FR" sz="1600" kern="1200" dirty="0">
              <a:solidFill>
                <a:srgbClr val="7A7A7A"/>
              </a:solidFill>
            </a:rPr>
            <a:t>1 source de risques</a:t>
          </a:r>
        </a:p>
        <a:p>
          <a:pPr marL="0" lvl="0" indent="0" algn="l" defTabSz="711200">
            <a:lnSpc>
              <a:spcPct val="90000"/>
            </a:lnSpc>
            <a:spcBef>
              <a:spcPct val="0"/>
            </a:spcBef>
            <a:spcAft>
              <a:spcPct val="35000"/>
            </a:spcAft>
            <a:buNone/>
          </a:pPr>
          <a:r>
            <a:rPr lang="fr-FR" sz="1600" kern="1200" dirty="0">
              <a:solidFill>
                <a:srgbClr val="7A7A7A"/>
              </a:solidFill>
            </a:rPr>
            <a:t>1 scénario stratégique</a:t>
          </a:r>
        </a:p>
        <a:p>
          <a:pPr marL="0" lvl="0" indent="0" algn="l" defTabSz="711200">
            <a:lnSpc>
              <a:spcPct val="90000"/>
            </a:lnSpc>
            <a:spcBef>
              <a:spcPct val="0"/>
            </a:spcBef>
            <a:spcAft>
              <a:spcPct val="35000"/>
            </a:spcAft>
            <a:buNone/>
          </a:pPr>
          <a:r>
            <a:rPr lang="fr-FR" sz="1600" kern="1200" dirty="0">
              <a:solidFill>
                <a:srgbClr val="7A7A7A"/>
              </a:solidFill>
            </a:rPr>
            <a:t>1 scénario opérationnel</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2857B9-7703-4CD2-B157-36BD6E79A33B}">
      <dsp:nvSpPr>
        <dsp:cNvPr id="0" name=""/>
        <dsp:cNvSpPr/>
      </dsp:nvSpPr>
      <dsp:spPr>
        <a:xfrm>
          <a:off x="8683041"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mesure complémentaire</a:t>
          </a:r>
        </a:p>
        <a:p>
          <a:pPr marL="0" lvl="0" indent="0" algn="l" defTabSz="711200">
            <a:lnSpc>
              <a:spcPct val="90000"/>
            </a:lnSpc>
            <a:spcBef>
              <a:spcPct val="0"/>
            </a:spcBef>
            <a:spcAft>
              <a:spcPct val="35000"/>
            </a:spcAft>
            <a:buNone/>
          </a:pPr>
          <a:r>
            <a:rPr lang="fr-FR" sz="1600" kern="1200" dirty="0"/>
            <a:t>Composant traité</a:t>
          </a:r>
        </a:p>
        <a:p>
          <a:pPr marL="0" lvl="0" indent="0" algn="l" defTabSz="711200">
            <a:lnSpc>
              <a:spcPct val="90000"/>
            </a:lnSpc>
            <a:spcBef>
              <a:spcPct val="0"/>
            </a:spcBef>
            <a:spcAft>
              <a:spcPct val="35000"/>
            </a:spcAft>
            <a:buNone/>
          </a:pPr>
          <a:r>
            <a:rPr lang="fr-FR" sz="1600" kern="1200" dirty="0"/>
            <a:t>Option de traitement</a:t>
          </a:r>
        </a:p>
        <a:p>
          <a:pPr marL="0" lvl="0" indent="0" algn="l" defTabSz="711200">
            <a:lnSpc>
              <a:spcPct val="90000"/>
            </a:lnSpc>
            <a:spcBef>
              <a:spcPct val="0"/>
            </a:spcBef>
            <a:spcAft>
              <a:spcPct val="35000"/>
            </a:spcAft>
            <a:buNone/>
          </a:pPr>
          <a:r>
            <a:rPr lang="fr-FR" sz="1600" kern="1200" dirty="0"/>
            <a:t>Gains potentiels</a:t>
          </a:r>
        </a:p>
        <a:p>
          <a:pPr marL="0" lvl="0" indent="0" algn="l" defTabSz="711200">
            <a:lnSpc>
              <a:spcPct val="90000"/>
            </a:lnSpc>
            <a:spcBef>
              <a:spcPct val="0"/>
            </a:spcBef>
            <a:spcAft>
              <a:spcPct val="35000"/>
            </a:spcAft>
            <a:buNone/>
          </a:pPr>
          <a:r>
            <a:rPr lang="fr-FR" sz="1600" kern="1200" dirty="0"/>
            <a:t>Difficultés potentielles</a:t>
          </a:r>
        </a:p>
        <a:p>
          <a:pPr marL="0" lvl="0" indent="0" algn="l" defTabSz="711200">
            <a:lnSpc>
              <a:spcPct val="90000"/>
            </a:lnSpc>
            <a:spcBef>
              <a:spcPct val="0"/>
            </a:spcBef>
            <a:spcAft>
              <a:spcPct val="35000"/>
            </a:spcAft>
            <a:buNone/>
          </a:pPr>
          <a:r>
            <a:rPr lang="fr-FR" sz="1600" kern="1200" dirty="0"/>
            <a:t>Planification</a:t>
          </a:r>
        </a:p>
      </dsp:txBody>
      <dsp:txXfrm>
        <a:off x="8683041" y="602240"/>
        <a:ext cx="1781627" cy="2534427"/>
      </dsp:txXfrm>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Traiter les risques</a:t>
          </a:r>
        </a:p>
      </dsp:txBody>
      <dsp:txXfrm>
        <a:off x="8683041" y="0"/>
        <a:ext cx="1781627" cy="60224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80D20E-2D11-40A4-9EBE-AABDCA18493D}">
      <dsp:nvSpPr>
        <dsp:cNvPr id="0" name=""/>
        <dsp:cNvSpPr/>
      </dsp:nvSpPr>
      <dsp:spPr>
        <a:xfrm>
          <a:off x="1485123" y="288244"/>
          <a:ext cx="750673" cy="7506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65CDAA-6386-4727-B44B-366CFF313101}">
      <dsp:nvSpPr>
        <dsp:cNvPr id="0" name=""/>
        <dsp:cNvSpPr/>
      </dsp:nvSpPr>
      <dsp:spPr>
        <a:xfrm>
          <a:off x="918490" y="1289214"/>
          <a:ext cx="1883941"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méthode d’analyse de risque ?</a:t>
          </a:r>
          <a:endParaRPr lang="en-US" sz="1600" kern="1200" dirty="0"/>
        </a:p>
      </dsp:txBody>
      <dsp:txXfrm>
        <a:off x="918490" y="1289214"/>
        <a:ext cx="1883941" cy="667265"/>
      </dsp:txXfrm>
    </dsp:sp>
    <dsp:sp modelId="{949062C1-8405-41E4-B213-C54D08643A82}">
      <dsp:nvSpPr>
        <dsp:cNvPr id="0" name=""/>
        <dsp:cNvSpPr/>
      </dsp:nvSpPr>
      <dsp:spPr>
        <a:xfrm>
          <a:off x="3553105" y="288244"/>
          <a:ext cx="750673" cy="7506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F32A7F-F21A-49BE-AFDD-B72BEE7D6B08}">
      <dsp:nvSpPr>
        <dsp:cNvPr id="0" name=""/>
        <dsp:cNvSpPr/>
      </dsp:nvSpPr>
      <dsp:spPr>
        <a:xfrm>
          <a:off x="3094360"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usine à gaz ?</a:t>
          </a:r>
          <a:endParaRPr lang="en-US" sz="1600" kern="1200" dirty="0"/>
        </a:p>
      </dsp:txBody>
      <dsp:txXfrm>
        <a:off x="3094360" y="1289214"/>
        <a:ext cx="1668164" cy="667265"/>
      </dsp:txXfrm>
    </dsp:sp>
    <dsp:sp modelId="{F2D1AD28-527B-41F9-9262-7BDD95BE94A4}">
      <dsp:nvSpPr>
        <dsp:cNvPr id="0" name=""/>
        <dsp:cNvSpPr/>
      </dsp:nvSpPr>
      <dsp:spPr>
        <a:xfrm>
          <a:off x="5513197" y="288244"/>
          <a:ext cx="750673" cy="7506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084614-0139-408E-A83F-F27B1F901CD7}">
      <dsp:nvSpPr>
        <dsp:cNvPr id="0" name=""/>
        <dsp:cNvSpPr/>
      </dsp:nvSpPr>
      <dsp:spPr>
        <a:xfrm>
          <a:off x="5054452"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Des comprimés pour l’indigestion ?</a:t>
          </a:r>
          <a:endParaRPr lang="en-US" sz="1600" kern="1200" dirty="0"/>
        </a:p>
      </dsp:txBody>
      <dsp:txXfrm>
        <a:off x="5054452" y="1289214"/>
        <a:ext cx="1668164" cy="667265"/>
      </dsp:txXfrm>
    </dsp:sp>
    <dsp:sp modelId="{5A2AE221-2A16-4F0C-AEDC-B99AF04E56B5}">
      <dsp:nvSpPr>
        <dsp:cNvPr id="0" name=""/>
        <dsp:cNvSpPr/>
      </dsp:nvSpPr>
      <dsp:spPr>
        <a:xfrm>
          <a:off x="7473290" y="288244"/>
          <a:ext cx="750673" cy="75067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657B39-B124-4B22-9C05-3576ED3168E2}">
      <dsp:nvSpPr>
        <dsp:cNvPr id="0" name=""/>
        <dsp:cNvSpPr/>
      </dsp:nvSpPr>
      <dsp:spPr>
        <a:xfrm>
          <a:off x="7014545"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EBIOS c’est la vie ?</a:t>
          </a:r>
          <a:endParaRPr lang="en-US" sz="1600" kern="1200" dirty="0"/>
        </a:p>
      </dsp:txBody>
      <dsp:txXfrm>
        <a:off x="7014545" y="1289214"/>
        <a:ext cx="1668164" cy="66726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4023992" y="0"/>
            <a:ext cx="3078427" cy="513508"/>
          </a:xfrm>
          <a:prstGeom prst="rect">
            <a:avLst/>
          </a:prstGeom>
        </p:spPr>
        <p:txBody>
          <a:bodyPr vert="horz" lIns="99075" tIns="49538" rIns="99075" bIns="49538" rtlCol="0"/>
          <a:lstStyle>
            <a:lvl1pPr algn="r">
              <a:defRPr sz="1300"/>
            </a:lvl1pPr>
          </a:lstStyle>
          <a:p>
            <a:pPr rtl="0"/>
            <a:fld id="{F9082712-735A-41E6-9D1A-870E4D98DE51}" type="datetime1">
              <a:rPr lang="fr-FR" smtClean="0"/>
              <a:t>14/10/2025</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noProof="0"/>
          </a:p>
        </p:txBody>
      </p:sp>
      <p:sp>
        <p:nvSpPr>
          <p:cNvPr id="3" name="Espace réservé de la date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pPr rtl="0"/>
            <a:fld id="{A9EBE542-3726-4CE8-A1CA-5A9C449F35E9}" type="datetime1">
              <a:rPr lang="fr-FR" noProof="0" smtClean="0"/>
              <a:t>14/10/2025</a:t>
            </a:fld>
            <a:endParaRPr lang="fr-FR" noProof="0"/>
          </a:p>
        </p:txBody>
      </p:sp>
      <p:sp>
        <p:nvSpPr>
          <p:cNvPr id="4" name="Espace réservé de l’image des diapositives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pPr rtl="0"/>
            <a:endParaRPr lang="fr-FR" noProof="0"/>
          </a:p>
        </p:txBody>
      </p:sp>
      <p:sp>
        <p:nvSpPr>
          <p:cNvPr id="5" name="Espace réservé des commentaires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noProof="0"/>
          </a:p>
        </p:txBody>
      </p:sp>
      <p:sp>
        <p:nvSpPr>
          <p:cNvPr id="7" name="Espace réservé du numéro de diapositive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1E6D7BE9-6C4F-48E9-816E-E7C44694421A}" type="slidenum">
              <a:rPr lang="fr-FR" smtClean="0"/>
              <a:t>2</a:t>
            </a:fld>
            <a:endParaRPr lang="fr-FR"/>
          </a:p>
        </p:txBody>
      </p:sp>
    </p:spTree>
    <p:extLst>
      <p:ext uri="{BB962C8B-B14F-4D97-AF65-F5344CB8AC3E}">
        <p14:creationId xmlns:p14="http://schemas.microsoft.com/office/powerpoint/2010/main" val="13599155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dirty="0"/>
              <a:t>Présentation de la formation.</a:t>
            </a:r>
          </a:p>
          <a:p>
            <a:endParaRPr lang="fr-FR" dirty="0"/>
          </a:p>
          <a:p>
            <a:r>
              <a:rPr lang="fr-FR" dirty="0"/>
              <a:t>Le tour de table peut être l’occasion de cerner des besoins précis / des attentes vis-à-vis de la méthode et de sa mise en œuvre opérationnelle.</a:t>
            </a:r>
          </a:p>
          <a:p>
            <a:endParaRPr lang="fr-FR" dirty="0"/>
          </a:p>
          <a:p>
            <a:r>
              <a:rPr lang="fr-FR" dirty="0"/>
              <a:t>Message : ce n’est pas un cours sur les guides, mais une formation à la méthode !</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7</a:t>
            </a:fld>
            <a:endParaRPr lang="fr-FR" dirty="0"/>
          </a:p>
        </p:txBody>
      </p:sp>
    </p:spTree>
    <p:extLst>
      <p:ext uri="{BB962C8B-B14F-4D97-AF65-F5344CB8AC3E}">
        <p14:creationId xmlns:p14="http://schemas.microsoft.com/office/powerpoint/2010/main" val="341533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Présentation du premier exemple.</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11</a:t>
            </a:fld>
            <a:endParaRPr lang="fr-FR" dirty="0"/>
          </a:p>
        </p:txBody>
      </p:sp>
    </p:spTree>
    <p:extLst>
      <p:ext uri="{BB962C8B-B14F-4D97-AF65-F5344CB8AC3E}">
        <p14:creationId xmlns:p14="http://schemas.microsoft.com/office/powerpoint/2010/main" val="175845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1"/>
            <a:r>
              <a:rPr lang="fr-FR" b="1" dirty="0">
                <a:latin typeface="Calibri" panose="020F0502020204030204" pitchFamily="34" charset="0"/>
                <a:sym typeface="Wingdings" panose="05000000000000000000" pitchFamily="2" charset="2"/>
              </a:rPr>
              <a:t>Scénario stratégique</a:t>
            </a:r>
          </a:p>
          <a:p>
            <a:pPr marL="0" lvl="1"/>
            <a:r>
              <a:rPr lang="fr-FR" dirty="0">
                <a:latin typeface="Calibri" panose="020F0502020204030204" pitchFamily="34" charset="0"/>
                <a:sym typeface="Wingdings" panose="05000000000000000000" pitchFamily="2" charset="2"/>
              </a:rPr>
              <a:t>Il prend le contrôle via un site de partenaire piraté</a:t>
            </a:r>
          </a:p>
          <a:p>
            <a:pPr marL="0" lvl="1"/>
            <a:r>
              <a:rPr lang="fr-FR" b="1" dirty="0">
                <a:latin typeface="Calibri" panose="020F0502020204030204" pitchFamily="34" charset="0"/>
                <a:sym typeface="Wingdings" panose="05000000000000000000" pitchFamily="2" charset="2"/>
              </a:rPr>
              <a:t>Scénario opérationnel</a:t>
            </a:r>
          </a:p>
          <a:p>
            <a:pPr marL="0" lvl="1"/>
            <a:r>
              <a:rPr lang="fr-FR" dirty="0">
                <a:latin typeface="Calibri" panose="020F0502020204030204" pitchFamily="34" charset="0"/>
                <a:sym typeface="Wingdings" panose="05000000000000000000" pitchFamily="2" charset="2"/>
              </a:rPr>
              <a:t>Il pirate le site qui permet de trouver les stations de recharge, infecte le navigateur web du véhicule, et prend le contrôle du système qui interconnecte tous les équipements informatiques du véhicule</a:t>
            </a:r>
          </a:p>
          <a:p>
            <a:endParaRPr lang="fr-FR" dirty="0"/>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pPr/>
              <a:t>12</a:t>
            </a:fld>
            <a:endParaRPr lang="fr-FR"/>
          </a:p>
        </p:txBody>
      </p:sp>
    </p:spTree>
    <p:extLst>
      <p:ext uri="{BB962C8B-B14F-4D97-AF65-F5344CB8AC3E}">
        <p14:creationId xmlns:p14="http://schemas.microsoft.com/office/powerpoint/2010/main" val="1585706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19</a:t>
            </a:fld>
            <a:endParaRPr lang="fr-FR" dirty="0"/>
          </a:p>
        </p:txBody>
      </p:sp>
    </p:spTree>
    <p:extLst>
      <p:ext uri="{BB962C8B-B14F-4D97-AF65-F5344CB8AC3E}">
        <p14:creationId xmlns:p14="http://schemas.microsoft.com/office/powerpoint/2010/main" val="2068142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20</a:t>
            </a:fld>
            <a:endParaRPr lang="fr-FR" dirty="0"/>
          </a:p>
        </p:txBody>
      </p:sp>
    </p:spTree>
    <p:extLst>
      <p:ext uri="{BB962C8B-B14F-4D97-AF65-F5344CB8AC3E}">
        <p14:creationId xmlns:p14="http://schemas.microsoft.com/office/powerpoint/2010/main" val="1988853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dirty="0"/>
          </a:p>
          <a:p>
            <a:pPr marL="185766" indent="-185766">
              <a:buFont typeface="Arial" panose="020B0604020202020204" pitchFamily="34" charset="0"/>
              <a:buChar char="•"/>
            </a:pPr>
            <a:r>
              <a:rPr lang="fr-FR" dirty="0"/>
              <a:t>Rappel « visuel » de la méthode d'évaluation du niveau d'un risque</a:t>
            </a:r>
          </a:p>
          <a:p>
            <a:pPr marL="185766" indent="-185766">
              <a:buFont typeface="Arial" panose="020B0604020202020204" pitchFamily="34" charset="0"/>
              <a:buChar char="•"/>
            </a:pPr>
            <a:r>
              <a:rPr lang="fr-FR" dirty="0"/>
              <a:t>Présentation de la notion d’échelle</a:t>
            </a:r>
          </a:p>
          <a:p>
            <a:pPr marL="185766" indent="-185766">
              <a:buFont typeface="Arial" panose="020B0604020202020204" pitchFamily="34" charset="0"/>
              <a:buChar char="•"/>
            </a:pPr>
            <a:endParaRPr lang="fr-FR" dirty="0"/>
          </a:p>
          <a:p>
            <a:r>
              <a:rPr lang="fr-FR" u="sng" dirty="0"/>
              <a:t>Éléments de langage :</a:t>
            </a:r>
          </a:p>
          <a:p>
            <a:endParaRPr lang="fr-FR" dirty="0"/>
          </a:p>
          <a:p>
            <a:pPr marL="185766" indent="-185766">
              <a:buFont typeface="Arial" panose="020B0604020202020204" pitchFamily="34" charset="0"/>
              <a:buChar char="•"/>
            </a:pPr>
            <a:r>
              <a:rPr lang="fr-FR" dirty="0"/>
              <a:t>Comme évoqué à la page précédente, le niveau de risque s’évalue grâce à deux éléments, la gravité et la vraisemblance.</a:t>
            </a:r>
          </a:p>
          <a:p>
            <a:pPr marL="185766" indent="-185766">
              <a:buFont typeface="Arial" panose="020B0604020202020204" pitchFamily="34" charset="0"/>
              <a:buChar char="•"/>
            </a:pPr>
            <a:r>
              <a:rPr lang="fr-FR" dirty="0"/>
              <a:t>Afin de bien évaluer le niveau de risque, il est donc important que ces deux valeurs soient bien évaluées.</a:t>
            </a:r>
          </a:p>
          <a:p>
            <a:pPr marL="185766" indent="-185766">
              <a:buFont typeface="Arial" panose="020B0604020202020204" pitchFamily="34" charset="0"/>
              <a:buChar char="•"/>
            </a:pPr>
            <a:r>
              <a:rPr lang="fr-FR" dirty="0"/>
              <a:t>Pour cela il est nécessaire de disposer de bonnes échelles.</a:t>
            </a:r>
          </a:p>
          <a:p>
            <a:endParaRPr lang="fr-FR" dirty="0"/>
          </a:p>
          <a:p>
            <a:pPr marL="185766" indent="-185766">
              <a:buFont typeface="Arial" panose="020B0604020202020204" pitchFamily="34" charset="0"/>
              <a:buChar char="•"/>
            </a:pPr>
            <a:r>
              <a:rPr lang="fr-FR" dirty="0"/>
              <a:t>La notion d’échelle est abordée dès l’introduction et non (plus) après avoir présenté l’échelle de gravité (atelier 1) car la notion échelle est commune à toutes les échelles utilisées lors de l’analyse de risque (vraisemblance, niveau de risque, gravité, etc.) et au-delà, par exemple DIC.</a:t>
            </a:r>
          </a:p>
          <a:p>
            <a:pPr marL="185766" indent="-185766">
              <a:buFont typeface="Arial" panose="020B0604020202020204" pitchFamily="34" charset="0"/>
              <a:buChar char="•"/>
            </a:pPr>
            <a:r>
              <a:rPr lang="fr-FR" dirty="0"/>
              <a:t>La définition des métriques peut être réalisé en amont de l’analyse de risque lors d’ateliers dédiés.</a:t>
            </a:r>
          </a:p>
          <a:p>
            <a:pPr marL="185766" indent="-185766">
              <a:buFont typeface="Arial" panose="020B0604020202020204" pitchFamily="34" charset="0"/>
              <a:buChar char="•"/>
            </a:pPr>
            <a:r>
              <a:rPr lang="fr-FR" dirty="0"/>
              <a:t>Il est important que plusieurs parties prenantes soient présentes pour ce travail pour éviter d’avoir uniquement une vision métier ou technique des différentes échelles.</a:t>
            </a:r>
          </a:p>
          <a:p>
            <a:pPr marL="185766" indent="-185766">
              <a:buFont typeface="Arial" panose="020B0604020202020204" pitchFamily="34" charset="0"/>
              <a:buChar char="•"/>
            </a:pPr>
            <a:r>
              <a:rPr lang="fr-FR" dirty="0"/>
              <a:t>Il est conseillé que </a:t>
            </a:r>
            <a:r>
              <a:rPr lang="fr-FR" i="1" dirty="0"/>
              <a:t>a minima </a:t>
            </a:r>
            <a:r>
              <a:rPr lang="fr-FR" dirty="0"/>
              <a:t>l’animateur de ces ateliers ait déjà réalisé des analyses de risques pour mieux expliquer chaque échelle [dans le contexte d’une analyse de risque</a:t>
            </a:r>
            <a:r>
              <a:rPr lang="fr-FR"/>
              <a:t>] ;</a:t>
            </a:r>
            <a:endParaRPr lang="fr-FR" dirty="0"/>
          </a:p>
          <a:p>
            <a:pPr marL="185766" indent="-185766">
              <a:buFont typeface="Arial" panose="020B0604020202020204" pitchFamily="34" charset="0"/>
              <a:buChar char="•"/>
            </a:pPr>
            <a:r>
              <a:rPr lang="fr-FR" dirty="0"/>
              <a:t>Il n’est pas conseillé de « créer » une échelle au moment où l’on en a besoin pour éviter des influences fortes du métier (par exemple) qui pourrait voir sa réflexion biaisée sur un sujet </a:t>
            </a:r>
            <a:r>
              <a:rPr lang="fr-FR"/>
              <a:t>particulier ;</a:t>
            </a:r>
            <a:endParaRPr lang="fr-FR" dirty="0"/>
          </a:p>
          <a:p>
            <a:pPr marL="185766" indent="-185766">
              <a:buFont typeface="Arial" panose="020B0604020202020204" pitchFamily="34" charset="0"/>
              <a:buChar char="•"/>
            </a:pPr>
            <a:r>
              <a:rPr lang="fr-FR" dirty="0"/>
              <a:t>Si possible, définir des métriques pour l’organisation et les réutiliser lors de chaque analyse de risque.</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Un autre avantage d’avoir des métriques communes à l’organisation réside aussi dans le fait de pouvoir réaliser des « méta analyses » des analyses de risques effectuées. Ceci afin de pouvoir en tirer des tendances sur les risques pesant sur l’organisation. Cette analyse transverse ne donnera des résultats efficaces que si les mêmes échelles sont utilisées.</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Cependant, il faut aussi garder à l’esprit que des échelles groupes peuvent ne pas être applicables à un projet. Ainsi de manière très spécifique, il peut arriver de devoir définir des échelles dédiées à un projet, car nécessitant plus des intervalles plus larges ou plus fins, plus précis, etc. Il n’y a pas de règles absolues, c’est vraiment le projet qui va définir cet aspect là.</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21</a:t>
            </a:fld>
            <a:endParaRPr lang="fr-FR" dirty="0"/>
          </a:p>
        </p:txBody>
      </p:sp>
    </p:spTree>
    <p:extLst>
      <p:ext uri="{BB962C8B-B14F-4D97-AF65-F5344CB8AC3E}">
        <p14:creationId xmlns:p14="http://schemas.microsoft.com/office/powerpoint/2010/main" val="2220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22</a:t>
            </a:fld>
            <a:endParaRPr lang="fr-FR" dirty="0"/>
          </a:p>
        </p:txBody>
      </p:sp>
    </p:spTree>
    <p:extLst>
      <p:ext uri="{BB962C8B-B14F-4D97-AF65-F5344CB8AC3E}">
        <p14:creationId xmlns:p14="http://schemas.microsoft.com/office/powerpoint/2010/main" val="2116461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23</a:t>
            </a:fld>
            <a:endParaRPr lang="fr-FR" dirty="0"/>
          </a:p>
        </p:txBody>
      </p:sp>
    </p:spTree>
    <p:extLst>
      <p:ext uri="{BB962C8B-B14F-4D97-AF65-F5344CB8AC3E}">
        <p14:creationId xmlns:p14="http://schemas.microsoft.com/office/powerpoint/2010/main" val="3550655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39</a:t>
            </a:fld>
            <a:endParaRPr lang="fr-FR" noProof="0"/>
          </a:p>
        </p:txBody>
      </p:sp>
    </p:spTree>
    <p:extLst>
      <p:ext uri="{BB962C8B-B14F-4D97-AF65-F5344CB8AC3E}">
        <p14:creationId xmlns:p14="http://schemas.microsoft.com/office/powerpoint/2010/main" val="3941002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40</a:t>
            </a:fld>
            <a:endParaRPr lang="fr-FR" noProof="0"/>
          </a:p>
        </p:txBody>
      </p:sp>
    </p:spTree>
    <p:extLst>
      <p:ext uri="{BB962C8B-B14F-4D97-AF65-F5344CB8AC3E}">
        <p14:creationId xmlns:p14="http://schemas.microsoft.com/office/powerpoint/2010/main" val="1226258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42</a:t>
            </a:fld>
            <a:endParaRPr lang="fr-FR" noProof="0"/>
          </a:p>
        </p:txBody>
      </p:sp>
    </p:spTree>
    <p:extLst>
      <p:ext uri="{BB962C8B-B14F-4D97-AF65-F5344CB8AC3E}">
        <p14:creationId xmlns:p14="http://schemas.microsoft.com/office/powerpoint/2010/main" val="674166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Exemple de l’application de ces outils d’EBIOS dans le cadre du SMSI d’une grosse PME :</a:t>
            </a:r>
          </a:p>
          <a:p>
            <a:pPr marL="185766" indent="-185766">
              <a:buFontTx/>
              <a:buChar char="-"/>
            </a:pPr>
            <a:r>
              <a:rPr lang="fr-FR" dirty="0"/>
              <a:t>recensement exhaustif des centaines de parties prenantes externes via l’ERP ;</a:t>
            </a:r>
          </a:p>
          <a:p>
            <a:pPr marL="185766" indent="-185766">
              <a:buFontTx/>
              <a:buChar char="-"/>
            </a:pPr>
            <a:r>
              <a:rPr lang="fr-FR" dirty="0"/>
              <a:t>estimation de la dépendance et de la pénétration par la direction administrative et financière (DAF) ;</a:t>
            </a:r>
          </a:p>
          <a:p>
            <a:pPr marL="185766" indent="-185766">
              <a:buFontTx/>
              <a:buChar char="-"/>
            </a:pPr>
            <a:r>
              <a:rPr lang="fr-FR" dirty="0"/>
              <a:t>estimation de la maturité cyber et de la confiance par le RSSI ;</a:t>
            </a:r>
          </a:p>
          <a:p>
            <a:pPr marL="185766" indent="-185766">
              <a:buFontTx/>
              <a:buChar char="-"/>
            </a:pPr>
            <a:r>
              <a:rPr lang="fr-FR" dirty="0"/>
              <a:t>si zone de danger, alors certification ISO/IEC 27001 ou audit ou au moins questionnaire ;</a:t>
            </a:r>
          </a:p>
          <a:p>
            <a:pPr marL="185766" indent="-185766">
              <a:buFontTx/>
              <a:buChar char="-"/>
            </a:pPr>
            <a:r>
              <a:rPr lang="fr-FR" dirty="0"/>
              <a:t>si zone de contrôle, alors clauses types dans les contrats ;</a:t>
            </a:r>
          </a:p>
          <a:p>
            <a:pPr marL="185766" indent="-185766">
              <a:buFontTx/>
              <a:buChar char="-"/>
            </a:pPr>
            <a:r>
              <a:rPr lang="fr-FR" dirty="0"/>
              <a:t>si zone de veille, alors rien de particulier ;</a:t>
            </a:r>
          </a:p>
          <a:p>
            <a:pPr marL="185766" indent="-185766" defTabSz="990752">
              <a:buFontTx/>
              <a:buChar char="-"/>
              <a:defRPr/>
            </a:pPr>
            <a:r>
              <a:rPr lang="fr-FR" dirty="0"/>
              <a:t>règles de gestion formalisées dans la politique SSI ;</a:t>
            </a:r>
          </a:p>
          <a:p>
            <a:pPr marL="185766" indent="-185766">
              <a:buFontTx/>
              <a:buChar char="-"/>
            </a:pPr>
            <a:r>
              <a:rPr lang="fr-FR" dirty="0"/>
              <a:t>revue annuelle.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91</a:t>
            </a:fld>
            <a:endParaRPr lang="fr-FR" noProof="0"/>
          </a:p>
        </p:txBody>
      </p:sp>
    </p:spTree>
    <p:extLst>
      <p:ext uri="{BB962C8B-B14F-4D97-AF65-F5344CB8AC3E}">
        <p14:creationId xmlns:p14="http://schemas.microsoft.com/office/powerpoint/2010/main" val="4095412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Comment en arrive-t-on à une vraisemblance de « 3. Importante » ?</a:t>
            </a:r>
          </a:p>
          <a:p>
            <a:r>
              <a:rPr lang="fr-FR" dirty="0"/>
              <a:t>On emploie une technique de mathématiques avancée : le bon sens !</a:t>
            </a:r>
          </a:p>
          <a:p>
            <a:r>
              <a:rPr lang="fr-FR" dirty="0"/>
              <a:t>Si on a plusieurs modes opératoires qui mènent à l’objectif, alors on retient la valeur maximale, car le mode opératoire ayant la valeur maximale pourra arriver.</a:t>
            </a:r>
          </a:p>
          <a:p>
            <a:r>
              <a:rPr lang="fr-FR" dirty="0"/>
              <a:t>Si on a plusieurs actions élémentaires concurrentes au sein d’un mode opératoire, alors on retient la valeur maximale, pour la même raison.</a:t>
            </a:r>
          </a:p>
          <a:p>
            <a:r>
              <a:rPr lang="fr-FR" dirty="0"/>
              <a:t>Si on a plusieurs actions élémentaires concourantes au sein d’un mode opératoire, alors on retient la valeur minimale : l’action élémentaire la moins vraisemblable devra tout de même être menée.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106</a:t>
            </a:fld>
            <a:endParaRPr lang="fr-FR" noProof="0"/>
          </a:p>
        </p:txBody>
      </p:sp>
    </p:spTree>
    <p:extLst>
      <p:ext uri="{BB962C8B-B14F-4D97-AF65-F5344CB8AC3E}">
        <p14:creationId xmlns:p14="http://schemas.microsoft.com/office/powerpoint/2010/main" val="14322990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pic>
        <p:nvPicPr>
          <p:cNvPr id="6" name="Image 5" descr="Une image contenant motif, blanc, conception, noir et blanc&#10;&#10;Le contenu généré par l’IA peut être incorrect.">
            <a:extLst>
              <a:ext uri="{FF2B5EF4-FFF2-40B4-BE49-F238E27FC236}">
                <a16:creationId xmlns:a16="http://schemas.microsoft.com/office/drawing/2014/main" id="{C1C11B71-70FD-3FA4-FED8-1976A7E0E6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2" name="Titre 1">
            <a:extLst>
              <a:ext uri="{FF2B5EF4-FFF2-40B4-BE49-F238E27FC236}">
                <a16:creationId xmlns:a16="http://schemas.microsoft.com/office/drawing/2014/main" id="{7E4180E6-AF13-C580-50DF-6B75D0CAC645}"/>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Modifiez le style du sous-titre</a:t>
            </a:r>
          </a:p>
        </p:txBody>
      </p:sp>
      <p:sp>
        <p:nvSpPr>
          <p:cNvPr id="3" name="Espace réservé de la date 2">
            <a:extLst>
              <a:ext uri="{FF2B5EF4-FFF2-40B4-BE49-F238E27FC236}">
                <a16:creationId xmlns:a16="http://schemas.microsoft.com/office/drawing/2014/main" id="{7927F731-030A-657F-709A-2C78DC1A87F9}"/>
              </a:ext>
            </a:extLst>
          </p:cNvPr>
          <p:cNvSpPr>
            <a:spLocks noGrp="1"/>
          </p:cNvSpPr>
          <p:nvPr>
            <p:ph type="dt" sz="half" idx="10"/>
          </p:nvPr>
        </p:nvSpPr>
        <p:spPr>
          <a:xfrm>
            <a:off x="838200" y="5571259"/>
            <a:ext cx="936000" cy="365125"/>
          </a:xfrm>
        </p:spPr>
        <p:txBody>
          <a:bodyPr/>
          <a:lstStyle>
            <a:lvl1pPr algn="ctr">
              <a:defRPr>
                <a:solidFill>
                  <a:schemeClr val="tx1"/>
                </a:solidFill>
              </a:defRPr>
            </a:lvl1pPr>
          </a:lstStyle>
          <a:p>
            <a:r>
              <a:rPr lang="fr-FR"/>
              <a:t>14/10/2025</a:t>
            </a:r>
            <a:endParaRPr lang="fr-FR" dirty="0"/>
          </a:p>
        </p:txBody>
      </p:sp>
      <p:sp>
        <p:nvSpPr>
          <p:cNvPr id="4" name="Espace réservé du pied de page 3">
            <a:extLst>
              <a:ext uri="{FF2B5EF4-FFF2-40B4-BE49-F238E27FC236}">
                <a16:creationId xmlns:a16="http://schemas.microsoft.com/office/drawing/2014/main" id="{1E85BF56-A17F-46A1-4B82-A0FD5C49FE23}"/>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a:t>EBIOS Risk Manager - Formation</a:t>
            </a:r>
            <a:endParaRPr lang="fr-FR" dirty="0"/>
          </a:p>
        </p:txBody>
      </p:sp>
      <p:pic>
        <p:nvPicPr>
          <p:cNvPr id="7" name="Picture 2" descr="Résultat de recherche d'images pour &quot;cc by sa png&quot;&quot;">
            <a:hlinkClick r:id="rId3"/>
            <a:extLst>
              <a:ext uri="{FF2B5EF4-FFF2-40B4-BE49-F238E27FC236}">
                <a16:creationId xmlns:a16="http://schemas.microsoft.com/office/drawing/2014/main" id="{7F9C48D4-BBE0-F4F1-C192-B290D76EC6C7}"/>
              </a:ext>
            </a:extLst>
          </p:cNvPr>
          <p:cNvPicPr>
            <a:picLocks noChangeAspect="1" noChangeArrowheads="1"/>
          </p:cNvPicPr>
          <p:nvPr userDrawn="1"/>
        </p:nvPicPr>
        <p:blipFill>
          <a:blip r:embed="rId4" cstate="print"/>
          <a:srcRect/>
          <a:stretch>
            <a:fillRect/>
          </a:stretch>
        </p:blipFill>
        <p:spPr bwMode="auto">
          <a:xfrm>
            <a:off x="4524695" y="5571259"/>
            <a:ext cx="1021730" cy="360000"/>
          </a:xfrm>
          <a:prstGeom prst="rect">
            <a:avLst/>
          </a:prstGeom>
          <a:noFill/>
        </p:spPr>
      </p:pic>
      <p:pic>
        <p:nvPicPr>
          <p:cNvPr id="9" name="Image 8" descr="Une image contenant art, capture d’écran, Rectangle, motif&#10;&#10;Description générée automatiquement">
            <a:extLst>
              <a:ext uri="{FF2B5EF4-FFF2-40B4-BE49-F238E27FC236}">
                <a16:creationId xmlns:a16="http://schemas.microsoft.com/office/drawing/2014/main" id="{9F640D87-18A9-EADF-6742-379B518B361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10" name="Espace réservé du texte 12">
            <a:extLst>
              <a:ext uri="{FF2B5EF4-FFF2-40B4-BE49-F238E27FC236}">
                <a16:creationId xmlns:a16="http://schemas.microsoft.com/office/drawing/2014/main" id="{033FFCB1-0C56-C159-1416-E8F8E2314BF6}"/>
              </a:ext>
            </a:extLst>
          </p:cNvPr>
          <p:cNvSpPr>
            <a:spLocks noGrp="1"/>
          </p:cNvSpPr>
          <p:nvPr>
            <p:ph type="body" sz="quarter" idx="14" hasCustomPrompt="1"/>
          </p:nvPr>
        </p:nvSpPr>
        <p:spPr>
          <a:xfrm>
            <a:off x="2091032" y="5561099"/>
            <a:ext cx="900000" cy="360000"/>
          </a:xfrm>
          <a:solidFill>
            <a:schemeClr val="tx1"/>
          </a:solidFill>
        </p:spPr>
        <p:txBody>
          <a:bodyPr vert="horz" lIns="91440" tIns="45720" rIns="91440" bIns="45720" rtlCol="0" anchor="ctr"/>
          <a:lstStyle>
            <a:lvl1pPr marL="0" indent="0" algn="ctr">
              <a:buNone/>
              <a:defRPr lang="fr-FR" sz="1200" b="1" dirty="0">
                <a:solidFill>
                  <a:schemeClr val="bg1"/>
                </a:solidFill>
              </a:defRPr>
            </a:lvl1pPr>
          </a:lstStyle>
          <a:p>
            <a:pPr marL="0" lvl="0"/>
            <a:r>
              <a:rPr lang="fr-FR" dirty="0"/>
              <a:t>TLP:{Diffusion}</a:t>
            </a:r>
          </a:p>
        </p:txBody>
      </p:sp>
      <p:sp>
        <p:nvSpPr>
          <p:cNvPr id="8" name="Espace réservé du texte 7">
            <a:extLst>
              <a:ext uri="{FF2B5EF4-FFF2-40B4-BE49-F238E27FC236}">
                <a16:creationId xmlns:a16="http://schemas.microsoft.com/office/drawing/2014/main" id="{73484C75-F096-3044-1BA7-B51CE813DE0A}"/>
              </a:ext>
            </a:extLst>
          </p:cNvPr>
          <p:cNvSpPr>
            <a:spLocks noGrp="1"/>
          </p:cNvSpPr>
          <p:nvPr>
            <p:ph type="body" sz="quarter" idx="15" hasCustomPrompt="1"/>
          </p:nvPr>
        </p:nvSpPr>
        <p:spPr>
          <a:xfrm>
            <a:off x="3307864" y="5561099"/>
            <a:ext cx="900000" cy="360000"/>
          </a:xfrm>
          <a:solidFill>
            <a:schemeClr val="tx1"/>
          </a:solidFill>
        </p:spPr>
        <p:txBody>
          <a:bodyPr anchor="ctr" anchorCtr="0">
            <a:normAutofit/>
          </a:bodyPr>
          <a:lstStyle>
            <a:lvl1pPr marL="0" indent="0" algn="ctr">
              <a:buNone/>
              <a:defRPr sz="1200" b="1">
                <a:solidFill>
                  <a:schemeClr val="bg1"/>
                </a:solidFill>
              </a:defRPr>
            </a:lvl1pPr>
          </a:lstStyle>
          <a:p>
            <a:pPr lvl="0"/>
            <a:r>
              <a:rPr lang="fr-FR" dirty="0"/>
              <a:t>PAP:{Utilisation}</a:t>
            </a:r>
          </a:p>
        </p:txBody>
      </p:sp>
    </p:spTree>
    <p:extLst>
      <p:ext uri="{BB962C8B-B14F-4D97-AF65-F5344CB8AC3E}">
        <p14:creationId xmlns:p14="http://schemas.microsoft.com/office/powerpoint/2010/main" val="1318496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14/10/2025</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hyperlink" Target="https://creativecommons.org/licenses/by-sa/4.0/deed.fr" TargetMode="Externa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14/10/2025</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0"/>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1" cstate="print"/>
          <a:srcRect/>
          <a:stretch>
            <a:fillRect/>
          </a:stretch>
        </p:blipFill>
        <p:spPr bwMode="auto">
          <a:xfrm>
            <a:off x="4179754" y="6357875"/>
            <a:ext cx="1021730" cy="360000"/>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4" r:id="rId1"/>
    <p:sldLayoutId id="2147483722" r:id="rId2"/>
    <p:sldLayoutId id="2147483756" r:id="rId3"/>
    <p:sldLayoutId id="2147483752" r:id="rId4"/>
    <p:sldLayoutId id="2147483725" r:id="rId5"/>
    <p:sldLayoutId id="2147483755" r:id="rId6"/>
    <p:sldLayoutId id="2147483727" r:id="rId7"/>
    <p:sldLayoutId id="2147483723" r:id="rId8"/>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0.emf"/><Relationship Id="rId3" Type="http://schemas.openxmlformats.org/officeDocument/2006/relationships/hyperlink" Target="https://secnumacademie.gouv.fr/" TargetMode="External"/><Relationship Id="rId7" Type="http://schemas.openxmlformats.org/officeDocument/2006/relationships/image" Target="../media/image9.emf"/><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emf"/><Relationship Id="rId5" Type="http://schemas.openxmlformats.org/officeDocument/2006/relationships/hyperlink" Target="https://cyber.gouv.fr/publications/la-methode-ebios-risk-manager-le-guide" TargetMode="External"/><Relationship Id="rId10" Type="http://schemas.openxmlformats.org/officeDocument/2006/relationships/image" Target="../media/image12.svg"/><Relationship Id="rId4" Type="http://schemas.openxmlformats.org/officeDocument/2006/relationships/hyperlink" Target="https://www.youtube.com/playlist?list=PLAkqEQH8FcQA5LcbM4CD9OVu44t016H4N" TargetMode="External"/><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7.emf"/><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5.emf"/><Relationship Id="rId3" Type="http://schemas.openxmlformats.org/officeDocument/2006/relationships/image" Target="../media/image13.emf"/><Relationship Id="rId7" Type="http://schemas.openxmlformats.org/officeDocument/2006/relationships/image" Target="../media/image24.emf"/><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21.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8.emf"/><Relationship Id="rId4" Type="http://schemas.openxmlformats.org/officeDocument/2006/relationships/image" Target="../media/image27.emf"/></Relationships>
</file>

<file path=ppt/slides/_rels/slide2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svg"/><Relationship Id="rId18" Type="http://schemas.openxmlformats.org/officeDocument/2006/relationships/image" Target="../media/image49.png"/><Relationship Id="rId3" Type="http://schemas.openxmlformats.org/officeDocument/2006/relationships/image" Target="../media/image34.svg"/><Relationship Id="rId21" Type="http://schemas.openxmlformats.org/officeDocument/2006/relationships/image" Target="../media/image52.svg"/><Relationship Id="rId7" Type="http://schemas.openxmlformats.org/officeDocument/2006/relationships/image" Target="../media/image38.svg"/><Relationship Id="rId12" Type="http://schemas.openxmlformats.org/officeDocument/2006/relationships/image" Target="../media/image43.png"/><Relationship Id="rId17" Type="http://schemas.openxmlformats.org/officeDocument/2006/relationships/image" Target="../media/image48.svg"/><Relationship Id="rId25" Type="http://schemas.openxmlformats.org/officeDocument/2006/relationships/image" Target="../media/image56.sv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37.png"/><Relationship Id="rId11" Type="http://schemas.openxmlformats.org/officeDocument/2006/relationships/image" Target="../media/image42.svg"/><Relationship Id="rId24" Type="http://schemas.openxmlformats.org/officeDocument/2006/relationships/image" Target="../media/image55.png"/><Relationship Id="rId5" Type="http://schemas.openxmlformats.org/officeDocument/2006/relationships/image" Target="../media/image36.svg"/><Relationship Id="rId15" Type="http://schemas.openxmlformats.org/officeDocument/2006/relationships/image" Target="../media/image46.svg"/><Relationship Id="rId23" Type="http://schemas.openxmlformats.org/officeDocument/2006/relationships/image" Target="../media/image54.svg"/><Relationship Id="rId10" Type="http://schemas.openxmlformats.org/officeDocument/2006/relationships/image" Target="../media/image41.png"/><Relationship Id="rId19" Type="http://schemas.openxmlformats.org/officeDocument/2006/relationships/image" Target="../media/image50.svg"/><Relationship Id="rId4" Type="http://schemas.openxmlformats.org/officeDocument/2006/relationships/image" Target="../media/image35.png"/><Relationship Id="rId9" Type="http://schemas.openxmlformats.org/officeDocument/2006/relationships/image" Target="../media/image40.svg"/><Relationship Id="rId14" Type="http://schemas.openxmlformats.org/officeDocument/2006/relationships/image" Target="../media/image45.png"/><Relationship Id="rId22" Type="http://schemas.openxmlformats.org/officeDocument/2006/relationships/image" Target="../media/image53.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0.jpe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4" Type="http://schemas.openxmlformats.org/officeDocument/2006/relationships/hyperlink" Target="https://www.boutique.afnor.org/fr-fr/norme/nf-en-iso-iec-27001/technologies-de-linformation-techniques-de-securite-systemes-de-management-/fa187277/59084" TargetMode="External"/></Relationships>
</file>

<file path=ppt/slides/_rels/slide5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10" Type="http://schemas.openxmlformats.org/officeDocument/2006/relationships/image" Target="../media/image60.jpeg"/><Relationship Id="rId4" Type="http://schemas.openxmlformats.org/officeDocument/2006/relationships/hyperlink" Target="https://www.boutique.afnor.org/fr-fr/norme/nf-en-iso-iec-27001/technologies-de-linformation-techniques-de-securite-systemes-de-management-/fa187277/59084" TargetMode="External"/><Relationship Id="rId9" Type="http://schemas.openxmlformats.org/officeDocument/2006/relationships/image" Target="../media/image58.png"/></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5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4.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image" Target="../media/image65.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72.png"/><Relationship Id="rId13" Type="http://schemas.openxmlformats.org/officeDocument/2006/relationships/image" Target="../media/image77.png"/><Relationship Id="rId3" Type="http://schemas.openxmlformats.org/officeDocument/2006/relationships/image" Target="../media/image67.png"/><Relationship Id="rId7" Type="http://schemas.openxmlformats.org/officeDocument/2006/relationships/image" Target="../media/image71.png"/><Relationship Id="rId12" Type="http://schemas.openxmlformats.org/officeDocument/2006/relationships/image" Target="../media/image76.png"/><Relationship Id="rId2" Type="http://schemas.openxmlformats.org/officeDocument/2006/relationships/image" Target="../media/image66.png"/><Relationship Id="rId16" Type="http://schemas.openxmlformats.org/officeDocument/2006/relationships/image" Target="../media/image80.emf"/><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5.png"/><Relationship Id="rId5" Type="http://schemas.openxmlformats.org/officeDocument/2006/relationships/image" Target="../media/image69.png"/><Relationship Id="rId15" Type="http://schemas.openxmlformats.org/officeDocument/2006/relationships/image" Target="../media/image79.emf"/><Relationship Id="rId10" Type="http://schemas.openxmlformats.org/officeDocument/2006/relationships/image" Target="../media/image74.png"/><Relationship Id="rId4" Type="http://schemas.openxmlformats.org/officeDocument/2006/relationships/image" Target="../media/image68.png"/><Relationship Id="rId9" Type="http://schemas.openxmlformats.org/officeDocument/2006/relationships/image" Target="../media/image73.png"/><Relationship Id="rId14" Type="http://schemas.openxmlformats.org/officeDocument/2006/relationships/image" Target="../media/image78.png"/></Relationships>
</file>

<file path=ppt/slides/_rels/slide7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82.emf"/><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8" Type="http://schemas.openxmlformats.org/officeDocument/2006/relationships/image" Target="../media/image89.emf"/><Relationship Id="rId13" Type="http://schemas.openxmlformats.org/officeDocument/2006/relationships/image" Target="../media/image93.png"/><Relationship Id="rId3" Type="http://schemas.openxmlformats.org/officeDocument/2006/relationships/image" Target="../media/image84.emf"/><Relationship Id="rId7" Type="http://schemas.openxmlformats.org/officeDocument/2006/relationships/image" Target="../media/image88.emf"/><Relationship Id="rId12" Type="http://schemas.openxmlformats.org/officeDocument/2006/relationships/image" Target="../media/image92.emf"/><Relationship Id="rId2" Type="http://schemas.openxmlformats.org/officeDocument/2006/relationships/image" Target="../media/image83.emf"/><Relationship Id="rId1" Type="http://schemas.openxmlformats.org/officeDocument/2006/relationships/slideLayout" Target="../slideLayouts/slideLayout6.xml"/><Relationship Id="rId6" Type="http://schemas.openxmlformats.org/officeDocument/2006/relationships/image" Target="../media/image87.emf"/><Relationship Id="rId11" Type="http://schemas.openxmlformats.org/officeDocument/2006/relationships/image" Target="../media/image91.emf"/><Relationship Id="rId5" Type="http://schemas.openxmlformats.org/officeDocument/2006/relationships/image" Target="../media/image86.emf"/><Relationship Id="rId15" Type="http://schemas.openxmlformats.org/officeDocument/2006/relationships/image" Target="../media/image95.emf"/><Relationship Id="rId10" Type="http://schemas.openxmlformats.org/officeDocument/2006/relationships/image" Target="../media/image90.emf"/><Relationship Id="rId4" Type="http://schemas.openxmlformats.org/officeDocument/2006/relationships/image" Target="../media/image85.emf"/><Relationship Id="rId9" Type="http://schemas.openxmlformats.org/officeDocument/2006/relationships/image" Target="../media/image79.emf"/><Relationship Id="rId14" Type="http://schemas.openxmlformats.org/officeDocument/2006/relationships/image" Target="../media/image94.emf"/></Relationships>
</file>

<file path=ppt/slides/_rels/slide87.xml.rels><?xml version="1.0" encoding="UTF-8" standalone="yes"?>
<Relationships xmlns="http://schemas.openxmlformats.org/package/2006/relationships"><Relationship Id="rId3" Type="http://schemas.openxmlformats.org/officeDocument/2006/relationships/image" Target="../media/image89.emf"/><Relationship Id="rId7" Type="http://schemas.openxmlformats.org/officeDocument/2006/relationships/image" Target="../media/image16.png"/><Relationship Id="rId2" Type="http://schemas.openxmlformats.org/officeDocument/2006/relationships/image" Target="../media/image79.emf"/><Relationship Id="rId1" Type="http://schemas.openxmlformats.org/officeDocument/2006/relationships/slideLayout" Target="../slideLayouts/slideLayout4.xml"/><Relationship Id="rId6" Type="http://schemas.openxmlformats.org/officeDocument/2006/relationships/image" Target="../media/image97.svg"/><Relationship Id="rId5" Type="http://schemas.openxmlformats.org/officeDocument/2006/relationships/image" Target="../media/image96.png"/><Relationship Id="rId4" Type="http://schemas.openxmlformats.org/officeDocument/2006/relationships/image" Target="../media/image80.emf"/></Relationships>
</file>

<file path=ppt/slides/_rels/slide88.xml.rels><?xml version="1.0" encoding="UTF-8" standalone="yes"?>
<Relationships xmlns="http://schemas.openxmlformats.org/package/2006/relationships"><Relationship Id="rId3" Type="http://schemas.openxmlformats.org/officeDocument/2006/relationships/image" Target="../media/image99.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01.emf"/><Relationship Id="rId4" Type="http://schemas.openxmlformats.org/officeDocument/2006/relationships/image" Target="../media/image100.emf"/></Relationships>
</file>

<file path=ppt/slides/_rels/slide89.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98.emf"/><Relationship Id="rId1" Type="http://schemas.openxmlformats.org/officeDocument/2006/relationships/slideLayout" Target="../slideLayouts/slideLayout6.xml"/><Relationship Id="rId5" Type="http://schemas.openxmlformats.org/officeDocument/2006/relationships/image" Target="../media/image60.jpeg"/><Relationship Id="rId4" Type="http://schemas.openxmlformats.org/officeDocument/2006/relationships/image" Target="../media/image101.emf"/></Relationships>
</file>

<file path=ppt/slides/_rels/slide90.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102.emf"/><Relationship Id="rId7" Type="http://schemas.openxmlformats.org/officeDocument/2006/relationships/image" Target="../media/image101.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05.emf"/><Relationship Id="rId5" Type="http://schemas.openxmlformats.org/officeDocument/2006/relationships/image" Target="../media/image104.emf"/><Relationship Id="rId4" Type="http://schemas.openxmlformats.org/officeDocument/2006/relationships/image" Target="../media/image103.emf"/></Relationships>
</file>

<file path=ppt/slides/_rels/slide9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microsoft.com/office/2007/relationships/hdphoto" Target="../media/hdphoto1.wdp"/></Relationships>
</file>

<file path=ppt/slides/_rels/slide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106.emf"/><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3" Type="http://schemas.openxmlformats.org/officeDocument/2006/relationships/image" Target="../media/image107.emf"/><Relationship Id="rId2" Type="http://schemas.openxmlformats.org/officeDocument/2006/relationships/image" Target="../media/image80.emf"/><Relationship Id="rId1" Type="http://schemas.openxmlformats.org/officeDocument/2006/relationships/slideLayout" Target="../slideLayouts/slideLayout6.xml"/><Relationship Id="rId5" Type="http://schemas.openxmlformats.org/officeDocument/2006/relationships/image" Target="../media/image109.emf"/><Relationship Id="rId4" Type="http://schemas.openxmlformats.org/officeDocument/2006/relationships/image" Target="../media/image108.emf"/></Relationships>
</file>

<file path=ppt/slides/_rels/slide95.xml.rels><?xml version="1.0" encoding="UTF-8" standalone="yes"?>
<Relationships xmlns="http://schemas.openxmlformats.org/package/2006/relationships"><Relationship Id="rId3" Type="http://schemas.openxmlformats.org/officeDocument/2006/relationships/image" Target="../media/image80.emf"/><Relationship Id="rId7" Type="http://schemas.openxmlformats.org/officeDocument/2006/relationships/image" Target="../media/image11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6.xml.rels><?xml version="1.0" encoding="UTF-8" standalone="yes"?>
<Relationships xmlns="http://schemas.openxmlformats.org/package/2006/relationships"><Relationship Id="rId8" Type="http://schemas.openxmlformats.org/officeDocument/2006/relationships/image" Target="../media/image113.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7.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 Id="rId9" Type="http://schemas.openxmlformats.org/officeDocument/2006/relationships/image" Target="../media/image115.emf"/></Relationships>
</file>

<file path=ppt/slides/_rels/slide98.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10" Type="http://schemas.openxmlformats.org/officeDocument/2006/relationships/image" Target="../media/image117.emf"/><Relationship Id="rId4" Type="http://schemas.openxmlformats.org/officeDocument/2006/relationships/image" Target="../media/image107.emf"/><Relationship Id="rId9" Type="http://schemas.openxmlformats.org/officeDocument/2006/relationships/image" Target="../media/image116.emf"/></Relationships>
</file>

<file path=ppt/slides/_rels/slide99.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19.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0.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1.xml.rels><?xml version="1.0" encoding="UTF-8" standalone="yes"?>
<Relationships xmlns="http://schemas.openxmlformats.org/package/2006/relationships"><Relationship Id="rId8" Type="http://schemas.openxmlformats.org/officeDocument/2006/relationships/image" Target="../media/image114.emf"/><Relationship Id="rId13" Type="http://schemas.openxmlformats.org/officeDocument/2006/relationships/image" Target="../media/image123.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2.xml.rels><?xml version="1.0" encoding="UTF-8" standalone="yes"?>
<Relationships xmlns="http://schemas.openxmlformats.org/package/2006/relationships"><Relationship Id="rId8" Type="http://schemas.openxmlformats.org/officeDocument/2006/relationships/image" Target="../media/image127.emf"/><Relationship Id="rId3" Type="http://schemas.openxmlformats.org/officeDocument/2006/relationships/image" Target="../media/image125.png"/><Relationship Id="rId7" Type="http://schemas.openxmlformats.org/officeDocument/2006/relationships/image" Target="../media/image100.emf"/><Relationship Id="rId12" Type="http://schemas.openxmlformats.org/officeDocument/2006/relationships/image" Target="../media/image18.png"/><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99.emf"/><Relationship Id="rId11" Type="http://schemas.openxmlformats.org/officeDocument/2006/relationships/image" Target="../media/image130.emf"/><Relationship Id="rId5" Type="http://schemas.openxmlformats.org/officeDocument/2006/relationships/image" Target="../media/image98.emf"/><Relationship Id="rId10" Type="http://schemas.openxmlformats.org/officeDocument/2006/relationships/image" Target="../media/image129.emf"/><Relationship Id="rId4" Type="http://schemas.openxmlformats.org/officeDocument/2006/relationships/image" Target="../media/image126.emf"/><Relationship Id="rId9" Type="http://schemas.openxmlformats.org/officeDocument/2006/relationships/image" Target="../media/image128.emf"/></Relationships>
</file>

<file path=ppt/slides/_rels/slide103.xml.rels><?xml version="1.0" encoding="UTF-8" standalone="yes"?>
<Relationships xmlns="http://schemas.openxmlformats.org/package/2006/relationships"><Relationship Id="rId8" Type="http://schemas.openxmlformats.org/officeDocument/2006/relationships/image" Target="../media/image130.emf"/><Relationship Id="rId3" Type="http://schemas.openxmlformats.org/officeDocument/2006/relationships/image" Target="../media/image125.png"/><Relationship Id="rId7" Type="http://schemas.openxmlformats.org/officeDocument/2006/relationships/image" Target="../media/image129.emf"/><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128.emf"/><Relationship Id="rId5" Type="http://schemas.openxmlformats.org/officeDocument/2006/relationships/image" Target="../media/image127.emf"/><Relationship Id="rId4" Type="http://schemas.openxmlformats.org/officeDocument/2006/relationships/image" Target="../media/image126.emf"/><Relationship Id="rId9" Type="http://schemas.openxmlformats.org/officeDocument/2006/relationships/image" Target="../media/image18.png"/></Relationships>
</file>

<file path=ppt/slides/_rels/slide104.xml.rels><?xml version="1.0" encoding="UTF-8" standalone="yes"?>
<Relationships xmlns="http://schemas.openxmlformats.org/package/2006/relationships"><Relationship Id="rId2" Type="http://schemas.openxmlformats.org/officeDocument/2006/relationships/image" Target="../media/image131.emf"/><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8" Type="http://schemas.openxmlformats.org/officeDocument/2006/relationships/image" Target="../media/image136.emf"/><Relationship Id="rId3" Type="http://schemas.openxmlformats.org/officeDocument/2006/relationships/image" Target="../media/image128.emf"/><Relationship Id="rId7" Type="http://schemas.openxmlformats.org/officeDocument/2006/relationships/image" Target="../media/image135.em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4.emf"/><Relationship Id="rId11" Type="http://schemas.openxmlformats.org/officeDocument/2006/relationships/image" Target="../media/image60.jpeg"/><Relationship Id="rId5" Type="http://schemas.openxmlformats.org/officeDocument/2006/relationships/image" Target="../media/image133.emf"/><Relationship Id="rId10" Type="http://schemas.openxmlformats.org/officeDocument/2006/relationships/image" Target="../media/image138.emf"/><Relationship Id="rId4" Type="http://schemas.openxmlformats.org/officeDocument/2006/relationships/image" Target="../media/image132.emf"/><Relationship Id="rId9" Type="http://schemas.openxmlformats.org/officeDocument/2006/relationships/image" Target="../media/image137.emf"/></Relationships>
</file>

<file path=ppt/slides/_rels/slide10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139.emf"/><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4.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1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4.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4.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2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4.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6.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47.emf"/><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156.jpg"/><Relationship Id="rId2" Type="http://schemas.openxmlformats.org/officeDocument/2006/relationships/diagramData" Target="../diagrams/data15.xml"/><Relationship Id="rId1" Type="http://schemas.openxmlformats.org/officeDocument/2006/relationships/slideLayout" Target="../slideLayouts/slideLayout6.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3" Type="http://schemas.openxmlformats.org/officeDocument/2006/relationships/image" Target="../media/image158.jpeg"/><Relationship Id="rId2" Type="http://schemas.openxmlformats.org/officeDocument/2006/relationships/image" Target="../media/image157.jpe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4.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1">
            <a:extLst>
              <a:ext uri="{FF2B5EF4-FFF2-40B4-BE49-F238E27FC236}">
                <a16:creationId xmlns:a16="http://schemas.microsoft.com/office/drawing/2014/main" id="{69AD83A0-C3F8-8864-0AD6-FFFB67320511}"/>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Formation</a:t>
            </a:r>
          </a:p>
        </p:txBody>
      </p:sp>
      <p:sp>
        <p:nvSpPr>
          <p:cNvPr id="16" name="Espace réservé du texte 15">
            <a:extLst>
              <a:ext uri="{FF2B5EF4-FFF2-40B4-BE49-F238E27FC236}">
                <a16:creationId xmlns:a16="http://schemas.microsoft.com/office/drawing/2014/main" id="{3F90AFC7-F201-0E8F-B40D-7FE58EF63410}"/>
              </a:ext>
            </a:extLst>
          </p:cNvPr>
          <p:cNvSpPr>
            <a:spLocks noGrp="1"/>
          </p:cNvSpPr>
          <p:nvPr>
            <p:ph type="body" sz="quarter" idx="14"/>
          </p:nvPr>
        </p:nvSpPr>
        <p:spPr>
          <a:xfrm>
            <a:off x="2091032" y="5561099"/>
            <a:ext cx="900000" cy="360000"/>
          </a:xfrm>
        </p:spPr>
        <p:txBody>
          <a:bodyPr/>
          <a:lstStyle/>
          <a:p>
            <a:r>
              <a:rPr lang="fr-FR" dirty="0"/>
              <a:t>TLP:CLEAR</a:t>
            </a:r>
          </a:p>
        </p:txBody>
      </p:sp>
      <p:sp>
        <p:nvSpPr>
          <p:cNvPr id="18" name="Espace réservé du texte 17">
            <a:extLst>
              <a:ext uri="{FF2B5EF4-FFF2-40B4-BE49-F238E27FC236}">
                <a16:creationId xmlns:a16="http://schemas.microsoft.com/office/drawing/2014/main" id="{84E2097C-F31E-AD0D-EE84-54298E3FA107}"/>
              </a:ext>
            </a:extLst>
          </p:cNvPr>
          <p:cNvSpPr>
            <a:spLocks noGrp="1"/>
          </p:cNvSpPr>
          <p:nvPr>
            <p:ph type="body" sz="quarter" idx="15"/>
          </p:nvPr>
        </p:nvSpPr>
        <p:spPr>
          <a:xfrm>
            <a:off x="3307864" y="5561099"/>
            <a:ext cx="900000" cy="360000"/>
          </a:xfrm>
        </p:spPr>
        <p:txBody>
          <a:bodyPr/>
          <a:lstStyle/>
          <a:p>
            <a:r>
              <a:rPr lang="fr-FR" dirty="0"/>
              <a:t>PAP:CLEAR</a:t>
            </a:r>
          </a:p>
        </p:txBody>
      </p:sp>
      <p:sp>
        <p:nvSpPr>
          <p:cNvPr id="2" name="Espace réservé du pied de page 3">
            <a:extLst>
              <a:ext uri="{FF2B5EF4-FFF2-40B4-BE49-F238E27FC236}">
                <a16:creationId xmlns:a16="http://schemas.microsoft.com/office/drawing/2014/main" id="{CEC2138A-9173-8785-2586-EB046702E121}"/>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dirty="0"/>
              <a:t>EBIOS </a:t>
            </a:r>
            <a:r>
              <a:rPr lang="fr-FR" i="1" dirty="0"/>
              <a:t>Risk Manager</a:t>
            </a:r>
          </a:p>
        </p:txBody>
      </p:sp>
      <p:sp>
        <p:nvSpPr>
          <p:cNvPr id="3" name="Espace réservé de la date 2">
            <a:extLst>
              <a:ext uri="{FF2B5EF4-FFF2-40B4-BE49-F238E27FC236}">
                <a16:creationId xmlns:a16="http://schemas.microsoft.com/office/drawing/2014/main" id="{E1EF4AE6-9179-9978-2198-962DBCF36CD3}"/>
              </a:ext>
            </a:extLst>
          </p:cNvPr>
          <p:cNvSpPr>
            <a:spLocks noGrp="1"/>
          </p:cNvSpPr>
          <p:nvPr>
            <p:ph type="dt" sz="half" idx="10"/>
          </p:nvPr>
        </p:nvSpPr>
        <p:spPr>
          <a:xfrm>
            <a:off x="832104" y="5577355"/>
            <a:ext cx="936000" cy="365125"/>
          </a:xfrm>
        </p:spPr>
        <p:txBody>
          <a:bodyPr/>
          <a:lstStyle>
            <a:lvl1pPr algn="ctr">
              <a:defRPr>
                <a:solidFill>
                  <a:schemeClr val="tx1"/>
                </a:solidFill>
              </a:defRPr>
            </a:lvl1pPr>
          </a:lstStyle>
          <a:p>
            <a:r>
              <a:rPr lang="fr-FR" dirty="0"/>
              <a:t>14/10/2025</a:t>
            </a:r>
          </a:p>
        </p:txBody>
      </p:sp>
    </p:spTree>
    <p:extLst>
      <p:ext uri="{BB962C8B-B14F-4D97-AF65-F5344CB8AC3E}">
        <p14:creationId xmlns:p14="http://schemas.microsoft.com/office/powerpoint/2010/main" val="208998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vert="horz" lIns="91440" tIns="45720" rIns="91440" bIns="45720" rtlCol="0" anchor="b">
            <a:noAutofit/>
          </a:bodyPr>
          <a:lstStyle/>
          <a:p>
            <a:r>
              <a:rPr lang="fr-FR" sz="4000" dirty="0"/>
              <a:t>Introduction</a:t>
            </a:r>
            <a:endParaRPr lang="fr-FR" sz="4000" cap="all" noProof="0" dirty="0">
              <a:latin typeface="Calibri Light" panose="020F0302020204030204" pitchFamily="34" charset="0"/>
              <a:cs typeface="Calibri Light" panose="020F0302020204030204" pitchFamily="34" charset="0"/>
            </a:endParaRPr>
          </a:p>
        </p:txBody>
      </p:sp>
      <p:sp>
        <p:nvSpPr>
          <p:cNvPr id="3" name="Sous-titre 2" descr="Tag=AccentColor&#10;Flavor=Light&#10;Target=Text"/>
          <p:cNvSpPr>
            <a:spLocks noGrp="1"/>
          </p:cNvSpPr>
          <p:nvPr>
            <p:ph idx="1"/>
          </p:nvPr>
        </p:nvSpPr>
        <p:spPr/>
        <p:txBody>
          <a:bodyPr vert="horz" lIns="91440" tIns="45720" rIns="91440" bIns="45720" rtlCol="0">
            <a:noAutofit/>
          </a:bodyPr>
          <a:lstStyle/>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Les données sont notre pétrole ! Les moyens sont contraints. Nos systèmes et la réglementation ne sont pas parfaitement maîtrisés et évoluent en permanence. Les attaques se multiplient. Les attaquants s’organisent et leurs capacités s’accroissent.</a:t>
            </a:r>
          </a:p>
          <a:p>
            <a:pPr marL="0" indent="0" algn="just">
              <a:lnSpc>
                <a:spcPct val="102000"/>
              </a:lnSpc>
              <a:spcBef>
                <a:spcPts val="0"/>
              </a:spcBef>
              <a:spcAft>
                <a:spcPts val="600"/>
              </a:spcAft>
              <a:buNone/>
            </a:pPr>
            <a:endParaRPr lang="fr-FR" noProof="0" dirty="0">
              <a:solidFill>
                <a:srgbClr val="191B0E"/>
              </a:solidFill>
              <a:latin typeface="Calibri Light" panose="020F0302020204030204" pitchFamily="34" charset="0"/>
              <a:cs typeface="Calibri Light" panose="020F0302020204030204" pitchFamily="34" charset="0"/>
            </a:endParaRPr>
          </a:p>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Dans ce contexte, il est plus que jamais indispensable de « penser risques » pour </a:t>
            </a:r>
            <a:r>
              <a:rPr lang="fr-FR" b="1" noProof="0" dirty="0">
                <a:solidFill>
                  <a:srgbClr val="191B0E"/>
                </a:solidFill>
                <a:latin typeface="Calibri Light" panose="020F0302020204030204" pitchFamily="34" charset="0"/>
                <a:cs typeface="Calibri Light" panose="020F0302020204030204" pitchFamily="34" charset="0"/>
              </a:rPr>
              <a:t>décider de ce qui est nécessaire et suffisant pour se protéger, </a:t>
            </a:r>
            <a:r>
              <a:rPr lang="fr-FR" noProof="0" dirty="0">
                <a:solidFill>
                  <a:srgbClr val="191B0E"/>
                </a:solidFill>
                <a:latin typeface="Calibri Light" panose="020F0302020204030204" pitchFamily="34" charset="0"/>
                <a:cs typeface="Calibri Light" panose="020F0302020204030204" pitchFamily="34" charset="0"/>
              </a:rPr>
              <a:t>de manière efficace.</a:t>
            </a:r>
          </a:p>
        </p:txBody>
      </p:sp>
      <p:sp>
        <p:nvSpPr>
          <p:cNvPr id="6" name="Espace réservé du pied de page 5">
            <a:extLst>
              <a:ext uri="{FF2B5EF4-FFF2-40B4-BE49-F238E27FC236}">
                <a16:creationId xmlns:a16="http://schemas.microsoft.com/office/drawing/2014/main" id="{AD22B6BB-8FB7-0401-4EEC-DD5CEEA96330}"/>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B47368C8-7066-0929-87F5-42B66B35B240}"/>
              </a:ext>
            </a:extLst>
          </p:cNvPr>
          <p:cNvSpPr>
            <a:spLocks noGrp="1"/>
          </p:cNvSpPr>
          <p:nvPr>
            <p:ph type="sldNum" sz="quarter" idx="12"/>
          </p:nvPr>
        </p:nvSpPr>
        <p:spPr/>
        <p:txBody>
          <a:bodyPr/>
          <a:lstStyle/>
          <a:p>
            <a:pPr rtl="0"/>
            <a:fld id="{294A09A9-5501-47C1-A89A-A340965A2BE2}" type="slidenum">
              <a:rPr lang="fr-FR" noProof="0" smtClean="0"/>
              <a:t>2</a:t>
            </a:fld>
            <a:endParaRPr lang="fr-FR" noProof="0"/>
          </a:p>
        </p:txBody>
      </p:sp>
      <p:sp>
        <p:nvSpPr>
          <p:cNvPr id="5" name="Espace réservé de la date 4">
            <a:extLst>
              <a:ext uri="{FF2B5EF4-FFF2-40B4-BE49-F238E27FC236}">
                <a16:creationId xmlns:a16="http://schemas.microsoft.com/office/drawing/2014/main" id="{040A9140-61D9-4DF2-F66E-3910D3DE5D93}"/>
              </a:ext>
            </a:extLst>
          </p:cNvPr>
          <p:cNvSpPr>
            <a:spLocks noGrp="1"/>
          </p:cNvSpPr>
          <p:nvPr>
            <p:ph type="dt" sz="half" idx="10"/>
          </p:nvPr>
        </p:nvSpPr>
        <p:spPr/>
        <p:txBody>
          <a:bodyPr/>
          <a:lstStyle/>
          <a:p>
            <a:pPr rtl="0"/>
            <a:r>
              <a:rPr lang="fr-FR" noProof="0"/>
              <a:t>14/10/2025</a:t>
            </a:r>
            <a:endParaRPr lang="fr-FR" noProof="0" dirty="0"/>
          </a:p>
        </p:txBody>
      </p:sp>
    </p:spTree>
    <p:extLst>
      <p:ext uri="{BB962C8B-B14F-4D97-AF65-F5344CB8AC3E}">
        <p14:creationId xmlns:p14="http://schemas.microsoft.com/office/powerpoint/2010/main" val="83597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0" nodeType="withEffect">
                                  <p:stCondLst>
                                    <p:cond delay="2000"/>
                                  </p:stCondLst>
                                  <p:iterate type="lt">
                                    <p:tmPct val="10000"/>
                                  </p:iterate>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1F1ABD63-BDED-32AA-61D9-713AFC0AF96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04CD6D3-41D4-41BA-3DDD-ECFD458847E8}"/>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chemeClr val="tx1"/>
                </a:solidFill>
              </a:rPr>
              <a:t>Objectifs de la formation</a:t>
            </a:r>
          </a:p>
          <a:p>
            <a:pPr marL="457200" indent="-457200" algn="l">
              <a:buFont typeface="+mj-lt"/>
              <a:buAutoNum type="arabicPeriod"/>
            </a:pPr>
            <a:r>
              <a:rPr lang="fr-FR" dirty="0">
                <a:solidFill>
                  <a:schemeClr val="tx1"/>
                </a:solidFill>
              </a:rPr>
              <a:t>Concepts indispensables</a:t>
            </a:r>
          </a:p>
          <a:p>
            <a:pPr marL="457200" indent="-457200" algn="l">
              <a:buFont typeface="+mj-lt"/>
              <a:buAutoNum type="arabicPeriod"/>
            </a:pPr>
            <a:r>
              <a:rPr lang="fr-FR" dirty="0">
                <a:solidFill>
                  <a:schemeClr val="tx1"/>
                </a:solidFill>
              </a:rPr>
              <a:t>Établir le contexte</a:t>
            </a:r>
          </a:p>
          <a:p>
            <a:pPr marL="457200" indent="-457200" algn="l">
              <a:buFont typeface="+mj-lt"/>
              <a:buAutoNum type="arabicPeriod"/>
            </a:pPr>
            <a:r>
              <a:rPr lang="fr-FR" dirty="0">
                <a:solidFill>
                  <a:schemeClr val="tx1"/>
                </a:solidFill>
              </a:rPr>
              <a:t>Apprécier les risques</a:t>
            </a:r>
          </a:p>
          <a:p>
            <a:pPr marL="914400" lvl="1" indent="-457200" algn="l">
              <a:buFont typeface="+mj-lt"/>
              <a:buAutoNum type="alphaLcPeriod"/>
            </a:pPr>
            <a:r>
              <a:rPr lang="fr-FR" dirty="0"/>
              <a:t>Approche par conformité</a:t>
            </a:r>
          </a:p>
          <a:p>
            <a:pPr marL="914400" lvl="1" indent="-457200" algn="l">
              <a:buFont typeface="+mj-lt"/>
              <a:buAutoNum type="alphaLcPeriod"/>
            </a:pPr>
            <a:r>
              <a:rPr lang="fr-FR" dirty="0"/>
              <a:t>Approche par scénarios</a:t>
            </a:r>
          </a:p>
          <a:p>
            <a:pPr marL="457200" indent="-457200" algn="l">
              <a:buFont typeface="+mj-lt"/>
              <a:buAutoNum type="arabicPeriod"/>
            </a:pPr>
            <a:r>
              <a:rPr lang="fr-FR" dirty="0">
                <a:solidFill>
                  <a:schemeClr val="tx1"/>
                </a:solidFill>
              </a:rPr>
              <a:t>Traiter les risques</a:t>
            </a:r>
          </a:p>
          <a:p>
            <a:pPr marL="457200" indent="-457200" algn="l">
              <a:buFont typeface="+mj-lt"/>
              <a:buAutoNum type="arabicPeriod"/>
            </a:pPr>
            <a:r>
              <a:rPr lang="fr-FR" dirty="0">
                <a:solidFill>
                  <a:schemeClr val="tx1"/>
                </a:solidFill>
              </a:rPr>
              <a:t>Étude de cas complète</a:t>
            </a:r>
          </a:p>
          <a:p>
            <a:pPr marL="457200" indent="-457200" algn="l">
              <a:buFont typeface="+mj-lt"/>
              <a:buAutoNum type="arabicPeriod"/>
            </a:pPr>
            <a:r>
              <a:rPr lang="fr-FR" dirty="0">
                <a:solidFill>
                  <a:schemeClr val="tx1"/>
                </a:solidFill>
              </a:rPr>
              <a:t>Conclusion</a:t>
            </a:r>
          </a:p>
        </p:txBody>
      </p:sp>
      <p:sp>
        <p:nvSpPr>
          <p:cNvPr id="4" name="Espace réservé de la date 3">
            <a:extLst>
              <a:ext uri="{FF2B5EF4-FFF2-40B4-BE49-F238E27FC236}">
                <a16:creationId xmlns:a16="http://schemas.microsoft.com/office/drawing/2014/main" id="{6AD0C892-03B3-F4C6-DAAA-45E3A5D3D67E}"/>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FF78BC5A-B7BB-02F0-D595-0323E0437FA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FA6DBF7-7B2F-D374-299D-926559A63F1F}"/>
              </a:ext>
            </a:extLst>
          </p:cNvPr>
          <p:cNvSpPr>
            <a:spLocks noGrp="1"/>
          </p:cNvSpPr>
          <p:nvPr>
            <p:ph type="sldNum" sz="quarter" idx="12"/>
          </p:nvPr>
        </p:nvSpPr>
        <p:spPr/>
        <p:txBody>
          <a:bodyPr/>
          <a:lstStyle/>
          <a:p>
            <a:fld id="{294A09A9-5501-47C1-A89A-A340965A2BE2}" type="slidenum">
              <a:rPr lang="fr-FR" smtClean="0"/>
              <a:pPr/>
              <a:t>3</a:t>
            </a:fld>
            <a:endParaRPr lang="fr-FR"/>
          </a:p>
        </p:txBody>
      </p:sp>
      <p:pic>
        <p:nvPicPr>
          <p:cNvPr id="13" name="Picture 2" descr="Logo - EBIOS Risk Manager">
            <a:extLst>
              <a:ext uri="{FF2B5EF4-FFF2-40B4-BE49-F238E27FC236}">
                <a16:creationId xmlns:a16="http://schemas.microsoft.com/office/drawing/2014/main" id="{F6AA636E-02EC-66F1-8F04-8F6A3C48FB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65406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3F46B-BEC4-7EFD-39FC-3B1DB763EEB7}"/>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AE89BBF-15A1-B535-D529-0CA23C77C3B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A0ADB864-46B8-070F-D7EF-69DFCEF977B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D1282E"/>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2B45FB6F-5175-CB80-4BF1-D667A623424C}"/>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7DAA66EA-F961-08C3-E465-327D3369E92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4E08C4B-0A46-3B3E-31B2-1D9B7905D919}"/>
              </a:ext>
            </a:extLst>
          </p:cNvPr>
          <p:cNvSpPr>
            <a:spLocks noGrp="1"/>
          </p:cNvSpPr>
          <p:nvPr>
            <p:ph type="sldNum" sz="quarter" idx="12"/>
          </p:nvPr>
        </p:nvSpPr>
        <p:spPr/>
        <p:txBody>
          <a:bodyPr/>
          <a:lstStyle/>
          <a:p>
            <a:fld id="{294A09A9-5501-47C1-A89A-A340965A2BE2}" type="slidenum">
              <a:rPr lang="fr-FR" smtClean="0"/>
              <a:pPr/>
              <a:t>4</a:t>
            </a:fld>
            <a:endParaRPr lang="fr-FR"/>
          </a:p>
        </p:txBody>
      </p:sp>
      <p:pic>
        <p:nvPicPr>
          <p:cNvPr id="13" name="Picture 2" descr="Logo - EBIOS Risk Manager">
            <a:extLst>
              <a:ext uri="{FF2B5EF4-FFF2-40B4-BE49-F238E27FC236}">
                <a16:creationId xmlns:a16="http://schemas.microsoft.com/office/drawing/2014/main" id="{4861BC2A-5893-13BC-AB78-B70F357398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512438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A8E330A-E0B6-8594-E342-D383D3F88760}"/>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Qui suis-je ? Pourquoi suis-je là ?</a:t>
            </a:r>
          </a:p>
        </p:txBody>
      </p:sp>
      <p:sp>
        <p:nvSpPr>
          <p:cNvPr id="8" name="Espace réservé du texte 7">
            <a:extLst>
              <a:ext uri="{FF2B5EF4-FFF2-40B4-BE49-F238E27FC236}">
                <a16:creationId xmlns:a16="http://schemas.microsoft.com/office/drawing/2014/main" id="{3508B21D-A6D4-9E1A-728C-1E0E0FCC30A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apprendre ?</a:t>
            </a:r>
          </a:p>
        </p:txBody>
      </p:sp>
      <p:sp>
        <p:nvSpPr>
          <p:cNvPr id="6" name="Espace réservé du texte 5">
            <a:extLst>
              <a:ext uri="{FF2B5EF4-FFF2-40B4-BE49-F238E27FC236}">
                <a16:creationId xmlns:a16="http://schemas.microsoft.com/office/drawing/2014/main" id="{02DBA896-F7AF-0286-117C-3E0EA6994828}"/>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la formation va-t-elle se dérouler ?</a:t>
            </a:r>
          </a:p>
        </p:txBody>
      </p:sp>
      <p:sp>
        <p:nvSpPr>
          <p:cNvPr id="24" name="Espace réservé de la date 3">
            <a:extLst>
              <a:ext uri="{FF2B5EF4-FFF2-40B4-BE49-F238E27FC236}">
                <a16:creationId xmlns:a16="http://schemas.microsoft.com/office/drawing/2014/main" id="{AC89FA4C-9373-F730-1F54-C503FCFBEFD5}"/>
              </a:ext>
            </a:extLst>
          </p:cNvPr>
          <p:cNvSpPr>
            <a:spLocks noGrp="1"/>
          </p:cNvSpPr>
          <p:nvPr>
            <p:ph type="dt" sz="half" idx="10"/>
          </p:nvPr>
        </p:nvSpPr>
        <p:spPr>
          <a:xfrm>
            <a:off x="838200" y="6356350"/>
            <a:ext cx="936000" cy="365125"/>
          </a:xfrm>
        </p:spPr>
        <p:txBody>
          <a:bodyPr/>
          <a:lstStyle/>
          <a:p>
            <a:r>
              <a:rPr lang="fr-FR"/>
              <a:t>14/10/2025</a:t>
            </a:r>
            <a:endParaRPr lang="fr-FR" dirty="0"/>
          </a:p>
        </p:txBody>
      </p:sp>
      <p:sp>
        <p:nvSpPr>
          <p:cNvPr id="25" name="Espace réservé du pied de page 4">
            <a:extLst>
              <a:ext uri="{FF2B5EF4-FFF2-40B4-BE49-F238E27FC236}">
                <a16:creationId xmlns:a16="http://schemas.microsoft.com/office/drawing/2014/main" id="{89355EDD-41A7-857F-F216-97F463B09216}"/>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4D33AFC7-07D8-8A3F-B10E-AAB8256FAB5F}"/>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5</a:t>
            </a:fld>
            <a:endParaRPr lang="fr-FR"/>
          </a:p>
        </p:txBody>
      </p:sp>
    </p:spTree>
    <p:extLst>
      <p:ext uri="{BB962C8B-B14F-4D97-AF65-F5344CB8AC3E}">
        <p14:creationId xmlns:p14="http://schemas.microsoft.com/office/powerpoint/2010/main" val="1318449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3E928AF6-2098-4EC1-488E-28F81A66ED70}"/>
              </a:ext>
            </a:extLst>
          </p:cNvPr>
          <p:cNvSpPr>
            <a:spLocks noGrp="1"/>
          </p:cNvSpPr>
          <p:nvPr>
            <p:ph type="title"/>
          </p:nvPr>
        </p:nvSpPr>
        <p:spPr/>
        <p:txBody>
          <a:bodyPr vert="horz" lIns="91440" tIns="45720" rIns="91440" bIns="45720" rtlCol="0" anchor="b">
            <a:noAutofit/>
          </a:bodyPr>
          <a:lstStyle/>
          <a:p>
            <a:r>
              <a:rPr lang="fr-FR" sz="4000" noProof="0" dirty="0"/>
              <a:t>Présentations</a:t>
            </a:r>
          </a:p>
        </p:txBody>
      </p:sp>
      <p:sp>
        <p:nvSpPr>
          <p:cNvPr id="4" name="Espace réservé du contenu 3">
            <a:extLst>
              <a:ext uri="{FF2B5EF4-FFF2-40B4-BE49-F238E27FC236}">
                <a16:creationId xmlns:a16="http://schemas.microsoft.com/office/drawing/2014/main" id="{382040B2-97DC-D757-13B2-F5B7EDE43393}"/>
              </a:ext>
            </a:extLst>
          </p:cNvPr>
          <p:cNvSpPr>
            <a:spLocks noGrp="1"/>
          </p:cNvSpPr>
          <p:nvPr>
            <p:ph sz="half" idx="2"/>
          </p:nvPr>
        </p:nvSpPr>
        <p:spPr/>
        <p:txBody>
          <a:bodyPr/>
          <a:lstStyle/>
          <a:p>
            <a:endParaRPr lang="fr-FR" dirty="0"/>
          </a:p>
          <a:p>
            <a:r>
              <a:rPr lang="fr-FR" dirty="0"/>
              <a:t>Qui êtes-vous ?</a:t>
            </a:r>
          </a:p>
          <a:p>
            <a:endParaRPr lang="fr-FR" dirty="0"/>
          </a:p>
          <a:p>
            <a:r>
              <a:rPr lang="fr-FR" dirty="0"/>
              <a:t>Quels sont vos besoins ?</a:t>
            </a:r>
          </a:p>
          <a:p>
            <a:endParaRPr lang="fr-FR" dirty="0"/>
          </a:p>
          <a:p>
            <a:pPr marL="0" indent="0">
              <a:buNone/>
            </a:pPr>
            <a:r>
              <a:rPr lang="fr-FR" dirty="0"/>
              <a:t>Nous allons nous adapter dans la mesure du possible !</a:t>
            </a:r>
          </a:p>
        </p:txBody>
      </p:sp>
      <p:sp>
        <p:nvSpPr>
          <p:cNvPr id="10" name="Date Placeholder 3">
            <a:extLst>
              <a:ext uri="{FF2B5EF4-FFF2-40B4-BE49-F238E27FC236}">
                <a16:creationId xmlns:a16="http://schemas.microsoft.com/office/drawing/2014/main" id="{5DCEC822-0C0F-5C67-F63F-4753C5FCABB6}"/>
              </a:ext>
            </a:extLst>
          </p:cNvPr>
          <p:cNvSpPr>
            <a:spLocks noGrp="1"/>
          </p:cNvSpPr>
          <p:nvPr>
            <p:ph type="dt" sz="half" idx="10"/>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r>
              <a:rPr lang="fr-FR">
                <a:solidFill>
                  <a:srgbClr val="7A7A7A"/>
                </a:solidFill>
              </a:rPr>
              <a:t>14/10/2025</a:t>
            </a:r>
          </a:p>
        </p:txBody>
      </p:sp>
      <p:sp>
        <p:nvSpPr>
          <p:cNvPr id="11" name="Footer Placeholder 4">
            <a:extLst>
              <a:ext uri="{FF2B5EF4-FFF2-40B4-BE49-F238E27FC236}">
                <a16:creationId xmlns:a16="http://schemas.microsoft.com/office/drawing/2014/main" id="{C8AEBFD8-324E-55BF-951E-04FAD179DE6F}"/>
              </a:ext>
            </a:extLst>
          </p:cNvPr>
          <p:cNvSpPr>
            <a:spLocks noGrp="1"/>
          </p:cNvSpPr>
          <p:nvPr>
            <p:ph type="ftr" sz="quarter" idx="11"/>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spcAft>
                <a:spcPts val="600"/>
              </a:spcAft>
            </a:pPr>
            <a:r>
              <a:rPr lang="fr-FR">
                <a:solidFill>
                  <a:srgbClr val="7A7A7A"/>
                </a:solidFill>
              </a:rPr>
              <a:t>EBIOS Risk Manager - Formation</a:t>
            </a:r>
          </a:p>
        </p:txBody>
      </p:sp>
      <p:sp>
        <p:nvSpPr>
          <p:cNvPr id="12" name="Slide Number Placeholder 5">
            <a:extLst>
              <a:ext uri="{FF2B5EF4-FFF2-40B4-BE49-F238E27FC236}">
                <a16:creationId xmlns:a16="http://schemas.microsoft.com/office/drawing/2014/main" id="{7556B6CC-B54D-8DF6-3D91-DE03243A4667}"/>
              </a:ext>
            </a:extLst>
          </p:cNvPr>
          <p:cNvSpPr>
            <a:spLocks noGrp="1"/>
          </p:cNvSpPr>
          <p:nvPr>
            <p:ph type="sldNum" sz="quarter" idx="12"/>
          </p:nvPr>
        </p:nvSpPr>
        <p:spPr/>
        <p:txBody>
          <a:bodyPr vert="horz" lIns="91440" tIns="45720" rIns="91440" bIns="45720" rtlCol="0" anchor="ctr">
            <a:normAutofit/>
          </a:bodyPr>
          <a:lstStyle>
            <a:lvl1pPr algn="r">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fld id="{294A09A9-5501-47C1-A89A-A340965A2BE2}" type="slidenum">
              <a:rPr lang="fr-FR" smtClean="0">
                <a:solidFill>
                  <a:srgbClr val="7A7A7A"/>
                </a:solidFill>
              </a:rPr>
              <a:pPr>
                <a:spcAft>
                  <a:spcPts val="600"/>
                </a:spcAft>
              </a:pPr>
              <a:t>6</a:t>
            </a:fld>
            <a:endParaRPr lang="fr-FR">
              <a:solidFill>
                <a:srgbClr val="7A7A7A"/>
              </a:solidFill>
            </a:endParaRPr>
          </a:p>
        </p:txBody>
      </p:sp>
      <p:pic>
        <p:nvPicPr>
          <p:cNvPr id="7" name="Picture 8" descr="Mètre ruban sur une table">
            <a:extLst>
              <a:ext uri="{FF2B5EF4-FFF2-40B4-BE49-F238E27FC236}">
                <a16:creationId xmlns:a16="http://schemas.microsoft.com/office/drawing/2014/main" id="{ED6A236B-82F0-79EB-77C6-919CA8BF8CF5}"/>
              </a:ext>
            </a:extLst>
          </p:cNvPr>
          <p:cNvPicPr>
            <a:picLocks noGrp="1" noChangeAspect="1"/>
          </p:cNvPicPr>
          <p:nvPr>
            <p:ph sz="half" idx="1"/>
          </p:nvPr>
        </p:nvPicPr>
        <p:blipFill>
          <a:blip r:embed="rId2"/>
          <a:srcRect t="1426" b="14289"/>
          <a:stretch/>
        </p:blipFill>
        <p:spPr>
          <a:xfrm>
            <a:off x="838200" y="2545879"/>
            <a:ext cx="5181600" cy="2910830"/>
          </a:xfrm>
          <a:prstGeom prst="rect">
            <a:avLst/>
          </a:prstGeom>
          <a:noFill/>
        </p:spPr>
      </p:pic>
    </p:spTree>
    <p:extLst>
      <p:ext uri="{BB962C8B-B14F-4D97-AF65-F5344CB8AC3E}">
        <p14:creationId xmlns:p14="http://schemas.microsoft.com/office/powerpoint/2010/main" val="1269195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6587329" y="4054125"/>
            <a:ext cx="4702458" cy="1942286"/>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Approche pédagogique</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réellement active : vous allez travailler !</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Appropriation des concepts nécessaires à la conduite d’une étude EBIOS </a:t>
            </a:r>
            <a:r>
              <a:rPr lang="fr-FR" sz="1467" i="1" dirty="0">
                <a:solidFill>
                  <a:srgbClr val="252525"/>
                </a:solidFill>
                <a:latin typeface="Calibri Light" panose="020F0302020204030204" pitchFamily="34" charset="0"/>
                <a:cs typeface="Calibri Light" panose="020F0302020204030204" pitchFamily="34" charset="0"/>
              </a:rPr>
              <a:t>Risk Manager</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Application des outils indispensables (et non de toutes les techniques possibles)</a:t>
            </a:r>
          </a:p>
          <a:p>
            <a:pPr marL="120648" indent="-120648">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Cas pratique : une étude de bout en bout</a:t>
            </a:r>
          </a:p>
        </p:txBody>
      </p:sp>
      <p:grpSp>
        <p:nvGrpSpPr>
          <p:cNvPr id="25" name="Groupe 24">
            <a:extLst>
              <a:ext uri="{FF2B5EF4-FFF2-40B4-BE49-F238E27FC236}">
                <a16:creationId xmlns:a16="http://schemas.microsoft.com/office/drawing/2014/main" id="{A54CA8E5-E19E-22D6-E542-A2830141493B}"/>
              </a:ext>
            </a:extLst>
          </p:cNvPr>
          <p:cNvGrpSpPr/>
          <p:nvPr/>
        </p:nvGrpSpPr>
        <p:grpSpPr>
          <a:xfrm>
            <a:off x="961670" y="1692721"/>
            <a:ext cx="10328122" cy="4306528"/>
            <a:chOff x="715216" y="1535013"/>
            <a:chExt cx="7856737" cy="2689046"/>
          </a:xfrm>
        </p:grpSpPr>
        <p:sp>
          <p:nvSpPr>
            <p:cNvPr id="10" name="Rectangle 9"/>
            <p:cNvSpPr/>
            <p:nvPr/>
          </p:nvSpPr>
          <p:spPr>
            <a:xfrm>
              <a:off x="1835150" y="1606759"/>
              <a:ext cx="1964138" cy="123594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Objectif pédagogique</a:t>
              </a: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Être capable de mener une étude des risques avec la méthode EBIOS </a:t>
              </a:r>
              <a:r>
                <a:rPr lang="fr-FR" sz="1467" i="1" dirty="0">
                  <a:solidFill>
                    <a:srgbClr val="252525"/>
                  </a:solidFill>
                  <a:latin typeface="Calibri Light" panose="020F0302020204030204" pitchFamily="34" charset="0"/>
                  <a:cs typeface="Calibri Light" panose="020F0302020204030204" pitchFamily="34" charset="0"/>
                </a:rPr>
                <a:t>Risk Manager</a:t>
              </a:r>
              <a:endParaRPr lang="fr-FR" sz="1467" dirty="0">
                <a:solidFill>
                  <a:srgbClr val="252525"/>
                </a:solidFill>
                <a:latin typeface="Calibri Light" panose="020F0302020204030204" pitchFamily="34" charset="0"/>
                <a:cs typeface="Calibri Light" panose="020F0302020204030204" pitchFamily="34" charset="0"/>
              </a:endParaRP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(il faudra mener votre première étude pour véritablement savoir faire)</a:t>
              </a:r>
            </a:p>
          </p:txBody>
        </p:sp>
        <p:sp>
          <p:nvSpPr>
            <p:cNvPr id="11" name="Rectangle 10"/>
            <p:cNvSpPr/>
            <p:nvPr/>
          </p:nvSpPr>
          <p:spPr>
            <a:xfrm>
              <a:off x="1835150" y="3011272"/>
              <a:ext cx="1964137" cy="121278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Horaires</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sur 2 jours</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9h00 – 12h00</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14h00 – 17h00</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rPr>
                <a:t>   (2 pauses)</a:t>
              </a:r>
            </a:p>
          </p:txBody>
        </p:sp>
        <p:sp>
          <p:nvSpPr>
            <p:cNvPr id="12" name="Rectangle 11"/>
            <p:cNvSpPr/>
            <p:nvPr/>
          </p:nvSpPr>
          <p:spPr>
            <a:xfrm>
              <a:off x="5038198" y="1606760"/>
              <a:ext cx="3533753" cy="124097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Hors de notre objectif</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Bases de la sécurité de l’information</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3"/>
                </a:rPr>
                <a:t>voir le MOOC de l’ANSSI</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Grands principes d’EBIOS </a:t>
              </a:r>
              <a:r>
                <a:rPr lang="fr-FR" sz="1467" i="1" dirty="0">
                  <a:solidFill>
                    <a:srgbClr val="252525"/>
                  </a:solidFill>
                  <a:latin typeface="Calibri Light" panose="020F0302020204030204" pitchFamily="34" charset="0"/>
                  <a:cs typeface="Calibri Light" panose="020F0302020204030204" pitchFamily="34" charset="0"/>
                </a:rPr>
                <a:t>Risk Manager</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4"/>
                </a:rPr>
                <a:t>voir les mini-séquences du Club EBIOS</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Vous apprendre les guides : il suffit de les ouvrir !</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5"/>
                </a:rPr>
                <a:t>voir les guides</a:t>
              </a:r>
              <a:endParaRPr lang="fr-FR" sz="1467" dirty="0">
                <a:solidFill>
                  <a:srgbClr val="252525"/>
                </a:solidFill>
                <a:latin typeface="Calibri Light" panose="020F0302020204030204" pitchFamily="34" charset="0"/>
                <a:cs typeface="Calibri Light" panose="020F0302020204030204" pitchFamily="34" charset="0"/>
              </a:endParaRPr>
            </a:p>
          </p:txBody>
        </p:sp>
        <p:cxnSp>
          <p:nvCxnSpPr>
            <p:cNvPr id="8" name="Connecteur droit 7">
              <a:extLst>
                <a:ext uri="{FF2B5EF4-FFF2-40B4-BE49-F238E27FC236}">
                  <a16:creationId xmlns:a16="http://schemas.microsoft.com/office/drawing/2014/main" id="{1510449A-532F-E515-2241-918A18F54193}"/>
                </a:ext>
              </a:extLst>
            </p:cNvPr>
            <p:cNvCxnSpPr>
              <a:cxnSpLocks/>
            </p:cNvCxnSpPr>
            <p:nvPr/>
          </p:nvCxnSpPr>
          <p:spPr>
            <a:xfrm flipV="1">
              <a:off x="3848012" y="1535013"/>
              <a:ext cx="0" cy="2689046"/>
            </a:xfrm>
            <a:prstGeom prst="line">
              <a:avLst/>
            </a:prstGeom>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E2DB9230-2399-1711-A9FA-AE1BE29D2220}"/>
                </a:ext>
              </a:extLst>
            </p:cNvPr>
            <p:cNvCxnSpPr>
              <a:cxnSpLocks/>
            </p:cNvCxnSpPr>
            <p:nvPr/>
          </p:nvCxnSpPr>
          <p:spPr>
            <a:xfrm flipH="1">
              <a:off x="715216" y="2921294"/>
              <a:ext cx="7856737" cy="0"/>
            </a:xfrm>
            <a:prstGeom prst="line">
              <a:avLst/>
            </a:prstGeom>
            <a:ln/>
          </p:spPr>
          <p:style>
            <a:lnRef idx="1">
              <a:schemeClr val="dk1"/>
            </a:lnRef>
            <a:fillRef idx="0">
              <a:schemeClr val="dk1"/>
            </a:fillRef>
            <a:effectRef idx="0">
              <a:schemeClr val="dk1"/>
            </a:effectRef>
            <a:fontRef idx="minor">
              <a:schemeClr val="tx1"/>
            </a:fontRef>
          </p:style>
        </p:cxnSp>
        <p:pic>
          <p:nvPicPr>
            <p:cNvPr id="20" name="Image 19">
              <a:extLst>
                <a:ext uri="{FF2B5EF4-FFF2-40B4-BE49-F238E27FC236}">
                  <a16:creationId xmlns:a16="http://schemas.microsoft.com/office/drawing/2014/main" id="{0A863CEC-8025-B36E-3A7B-5E79098DA7DE}"/>
                </a:ext>
              </a:extLst>
            </p:cNvPr>
            <p:cNvPicPr>
              <a:picLocks/>
            </p:cNvPicPr>
            <p:nvPr/>
          </p:nvPicPr>
          <p:blipFill>
            <a:blip r:embed="rId6">
              <a:biLevel thresh="75000"/>
            </a:blip>
            <a:stretch>
              <a:fillRect/>
            </a:stretch>
          </p:blipFill>
          <p:spPr>
            <a:xfrm>
              <a:off x="818956" y="3186136"/>
              <a:ext cx="821570" cy="674364"/>
            </a:xfrm>
            <a:prstGeom prst="rect">
              <a:avLst/>
            </a:prstGeom>
          </p:spPr>
        </p:pic>
        <p:pic>
          <p:nvPicPr>
            <p:cNvPr id="22" name="Image 21">
              <a:extLst>
                <a:ext uri="{FF2B5EF4-FFF2-40B4-BE49-F238E27FC236}">
                  <a16:creationId xmlns:a16="http://schemas.microsoft.com/office/drawing/2014/main" id="{6CBB0BB3-FA87-E950-EC82-A711F0D846B8}"/>
                </a:ext>
              </a:extLst>
            </p:cNvPr>
            <p:cNvPicPr>
              <a:picLocks/>
            </p:cNvPicPr>
            <p:nvPr/>
          </p:nvPicPr>
          <p:blipFill>
            <a:blip r:embed="rId7">
              <a:biLevel thresh="75000"/>
            </a:blip>
            <a:stretch>
              <a:fillRect/>
            </a:stretch>
          </p:blipFill>
          <p:spPr>
            <a:xfrm>
              <a:off x="3988419" y="3186136"/>
              <a:ext cx="821570" cy="674364"/>
            </a:xfrm>
            <a:prstGeom prst="rect">
              <a:avLst/>
            </a:prstGeom>
          </p:spPr>
        </p:pic>
      </p:grpSp>
      <p:pic>
        <p:nvPicPr>
          <p:cNvPr id="2" name="Image 1">
            <a:extLst>
              <a:ext uri="{FF2B5EF4-FFF2-40B4-BE49-F238E27FC236}">
                <a16:creationId xmlns:a16="http://schemas.microsoft.com/office/drawing/2014/main" id="{20B5DC72-3170-9568-969C-0442664D2C60}"/>
              </a:ext>
            </a:extLst>
          </p:cNvPr>
          <p:cNvPicPr>
            <a:picLocks noChangeAspect="1"/>
          </p:cNvPicPr>
          <p:nvPr/>
        </p:nvPicPr>
        <p:blipFill>
          <a:blip r:embed="rId8">
            <a:biLevel thresh="75000"/>
          </a:blip>
          <a:stretch>
            <a:fillRect/>
          </a:stretch>
        </p:blipFill>
        <p:spPr>
          <a:xfrm>
            <a:off x="961670" y="2171153"/>
            <a:ext cx="1080000" cy="1080000"/>
          </a:xfrm>
          <a:prstGeom prst="rect">
            <a:avLst/>
          </a:prstGeom>
        </p:spPr>
      </p:pic>
      <p:sp>
        <p:nvSpPr>
          <p:cNvPr id="5" name="Titre 4">
            <a:extLst>
              <a:ext uri="{FF2B5EF4-FFF2-40B4-BE49-F238E27FC236}">
                <a16:creationId xmlns:a16="http://schemas.microsoft.com/office/drawing/2014/main" id="{9C7AD106-AEF8-9018-023A-18F76DDF7EF5}"/>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Qu’allez-vous apprendre ? Comment ?</a:t>
            </a:r>
          </a:p>
        </p:txBody>
      </p:sp>
      <p:sp>
        <p:nvSpPr>
          <p:cNvPr id="3" name="Date Placeholder 2">
            <a:extLst>
              <a:ext uri="{FF2B5EF4-FFF2-40B4-BE49-F238E27FC236}">
                <a16:creationId xmlns:a16="http://schemas.microsoft.com/office/drawing/2014/main" id="{B2037818-6E16-0222-3241-F776550D78CB}"/>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14/10/2025</a:t>
            </a:r>
          </a:p>
        </p:txBody>
      </p:sp>
      <p:sp>
        <p:nvSpPr>
          <p:cNvPr id="4" name="Footer Placeholder 3">
            <a:extLst>
              <a:ext uri="{FF2B5EF4-FFF2-40B4-BE49-F238E27FC236}">
                <a16:creationId xmlns:a16="http://schemas.microsoft.com/office/drawing/2014/main" id="{0C781036-4723-CE95-4563-1FC43BF1B46D}"/>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15" name="Slide Number Placeholder 4">
            <a:extLst>
              <a:ext uri="{FF2B5EF4-FFF2-40B4-BE49-F238E27FC236}">
                <a16:creationId xmlns:a16="http://schemas.microsoft.com/office/drawing/2014/main" id="{44427C02-FA5F-D027-6A44-B8A8222F10C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7</a:t>
            </a:fld>
            <a:endParaRPr lang="fr-FR" noProof="0">
              <a:latin typeface="Calibri Light" panose="020F0302020204030204" pitchFamily="34" charset="0"/>
              <a:cs typeface="Calibri Light" panose="020F0302020204030204" pitchFamily="34" charset="0"/>
            </a:endParaRPr>
          </a:p>
        </p:txBody>
      </p:sp>
      <p:pic>
        <p:nvPicPr>
          <p:cNvPr id="16" name="Graphique 15" descr="Panneau d’interdiction contour">
            <a:extLst>
              <a:ext uri="{FF2B5EF4-FFF2-40B4-BE49-F238E27FC236}">
                <a16:creationId xmlns:a16="http://schemas.microsoft.com/office/drawing/2014/main" id="{39E2A9AE-EE72-DF18-036C-688D8EA2F9C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346192" y="2171153"/>
            <a:ext cx="1080000" cy="1080000"/>
          </a:xfrm>
          <a:prstGeom prst="rect">
            <a:avLst/>
          </a:prstGeom>
        </p:spPr>
      </p:pic>
    </p:spTree>
    <p:extLst>
      <p:ext uri="{BB962C8B-B14F-4D97-AF65-F5344CB8AC3E}">
        <p14:creationId xmlns:p14="http://schemas.microsoft.com/office/powerpoint/2010/main" val="6926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B19DD0CE-16E4-FD18-6E46-6610F564AE0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chemeClr val="tx1"/>
                </a:solidFill>
              </a:rPr>
              <a:t>14/10/2025</a:t>
            </a:r>
            <a:endParaRPr lang="fr-FR" dirty="0">
              <a:solidFill>
                <a:schemeClr val="tx1"/>
              </a:solidFill>
            </a:endParaRPr>
          </a:p>
        </p:txBody>
      </p:sp>
      <p:sp>
        <p:nvSpPr>
          <p:cNvPr id="8" name="Footer Placeholder 4">
            <a:extLst>
              <a:ext uri="{FF2B5EF4-FFF2-40B4-BE49-F238E27FC236}">
                <a16:creationId xmlns:a16="http://schemas.microsoft.com/office/drawing/2014/main" id="{790BBE21-37CF-88B3-5A5D-674C10453C6F}"/>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solidFill>
                  <a:schemeClr val="tx1"/>
                </a:solidFill>
              </a:rPr>
              <a:t>EBIOS Risk Manager - Formation</a:t>
            </a:r>
          </a:p>
        </p:txBody>
      </p:sp>
      <p:sp>
        <p:nvSpPr>
          <p:cNvPr id="9" name="Slide Number Placeholder 5">
            <a:extLst>
              <a:ext uri="{FF2B5EF4-FFF2-40B4-BE49-F238E27FC236}">
                <a16:creationId xmlns:a16="http://schemas.microsoft.com/office/drawing/2014/main" id="{A4DF272B-C9EF-6582-EF4D-413465749D27}"/>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solidFill>
                  <a:schemeClr val="tx1"/>
                </a:solidFill>
              </a:rPr>
              <a:pPr/>
              <a:t>8</a:t>
            </a:fld>
            <a:endParaRPr lang="fr-FR">
              <a:solidFill>
                <a:schemeClr val="tx1"/>
              </a:solidFill>
            </a:endParaRPr>
          </a:p>
        </p:txBody>
      </p:sp>
      <p:sp>
        <p:nvSpPr>
          <p:cNvPr id="11" name="Espace réservé du contenu 10">
            <a:extLst>
              <a:ext uri="{FF2B5EF4-FFF2-40B4-BE49-F238E27FC236}">
                <a16:creationId xmlns:a16="http://schemas.microsoft.com/office/drawing/2014/main" id="{AC45BB5D-AEBB-1ACC-E90F-2B058B04CB49}"/>
              </a:ext>
            </a:extLst>
          </p:cNvPr>
          <p:cNvSpPr>
            <a:spLocks noGrp="1"/>
          </p:cNvSpPr>
          <p:nvPr>
            <p:ph idx="1"/>
          </p:nvPr>
        </p:nvSpPr>
        <p:spPr/>
        <p:txBody>
          <a:bodyPr>
            <a:normAutofit/>
          </a:bodyPr>
          <a:lstStyle/>
          <a:p>
            <a:pPr>
              <a:buFont typeface="+mj-lt"/>
              <a:buAutoNum type="arabicPeriod"/>
            </a:pPr>
            <a:r>
              <a:rPr lang="fr-FR" sz="2000" noProof="0" dirty="0">
                <a:latin typeface="Calibri Light" panose="020F0302020204030204" pitchFamily="34" charset="0"/>
                <a:cs typeface="Calibri Light" panose="020F0302020204030204" pitchFamily="34" charset="0"/>
              </a:rPr>
              <a:t>On n’est </a:t>
            </a:r>
            <a:r>
              <a:rPr lang="fr-FR" sz="2000" b="1" noProof="0" dirty="0">
                <a:latin typeface="Calibri Light" panose="020F0302020204030204" pitchFamily="34" charset="0"/>
                <a:cs typeface="Calibri Light" panose="020F0302020204030204" pitchFamily="34" charset="0"/>
              </a:rPr>
              <a:t>pas là pour se reposer </a:t>
            </a:r>
            <a:r>
              <a:rPr lang="fr-FR" sz="2000" noProof="0" dirty="0">
                <a:latin typeface="Calibri Light" panose="020F0302020204030204" pitchFamily="34" charset="0"/>
                <a:cs typeface="Calibri Light" panose="020F0302020204030204" pitchFamily="34" charset="0"/>
              </a:rPr>
              <a:t>!</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a:buFont typeface="+mj-lt"/>
              <a:buAutoNum type="arabicPeriod"/>
            </a:pPr>
            <a:r>
              <a:rPr lang="fr-FR" sz="2000" noProof="0" dirty="0">
                <a:latin typeface="Calibri Light" panose="020F0302020204030204" pitchFamily="34" charset="0"/>
                <a:cs typeface="Calibri Light" panose="020F0302020204030204" pitchFamily="34" charset="0"/>
              </a:rPr>
              <a:t>On va </a:t>
            </a:r>
            <a:r>
              <a:rPr lang="fr-FR" sz="2000" b="1" noProof="0" dirty="0">
                <a:latin typeface="Calibri Light" panose="020F0302020204030204" pitchFamily="34" charset="0"/>
                <a:cs typeface="Calibri Light" panose="020F0302020204030204" pitchFamily="34" charset="0"/>
              </a:rPr>
              <a:t>pouvoir mener des études EBIOS </a:t>
            </a:r>
            <a:r>
              <a:rPr lang="fr-FR" sz="2000" b="1" i="1" noProof="0" dirty="0">
                <a:latin typeface="Calibri Light" panose="020F0302020204030204" pitchFamily="34" charset="0"/>
                <a:cs typeface="Calibri Light" panose="020F0302020204030204" pitchFamily="34" charset="0"/>
              </a:rPr>
              <a:t>Risk Manager</a:t>
            </a:r>
            <a:r>
              <a:rPr lang="fr-FR" sz="2000" noProof="0" dirty="0">
                <a:latin typeface="Calibri Light" panose="020F0302020204030204" pitchFamily="34" charset="0"/>
                <a:cs typeface="Calibri Light" panose="020F0302020204030204" pitchFamily="34" charset="0"/>
              </a:rPr>
              <a:t> à l’issue de la formation</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marL="0" indent="0" algn="ctr">
              <a:buNone/>
            </a:pPr>
            <a:r>
              <a:rPr lang="fr-FR" sz="2000" noProof="0" dirty="0">
                <a:latin typeface="Calibri Light" panose="020F0302020204030204" pitchFamily="34" charset="0"/>
                <a:cs typeface="Calibri Light" panose="020F0302020204030204" pitchFamily="34" charset="0"/>
                <a:sym typeface="Wingdings" panose="05000000000000000000" pitchFamily="2" charset="2"/>
              </a:rPr>
              <a:t> En avant !</a:t>
            </a:r>
            <a:endParaRPr lang="fr-FR" sz="2000" noProof="0"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402008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7FD7C-195B-FAAD-8DB3-46A39B70602F}"/>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0E72720F-CC19-3886-6C66-37D3416A53E0}"/>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21FBB7B9-5E3E-5B22-D731-4E8924D867A6}"/>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D1282E"/>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48A7E97E-7211-2EBA-D1B6-96CEBCC222A6}"/>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3B9ECFB4-29EB-A983-3746-0A54618261F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E9A04AA-716F-EDEF-F107-296075CFD87F}"/>
              </a:ext>
            </a:extLst>
          </p:cNvPr>
          <p:cNvSpPr>
            <a:spLocks noGrp="1"/>
          </p:cNvSpPr>
          <p:nvPr>
            <p:ph type="sldNum" sz="quarter" idx="12"/>
          </p:nvPr>
        </p:nvSpPr>
        <p:spPr/>
        <p:txBody>
          <a:bodyPr/>
          <a:lstStyle/>
          <a:p>
            <a:fld id="{294A09A9-5501-47C1-A89A-A340965A2BE2}" type="slidenum">
              <a:rPr lang="fr-FR" smtClean="0"/>
              <a:pPr/>
              <a:t>9</a:t>
            </a:fld>
            <a:endParaRPr lang="fr-FR"/>
          </a:p>
        </p:txBody>
      </p:sp>
      <p:pic>
        <p:nvPicPr>
          <p:cNvPr id="13" name="Picture 2" descr="Logo - EBIOS Risk Manager">
            <a:extLst>
              <a:ext uri="{FF2B5EF4-FFF2-40B4-BE49-F238E27FC236}">
                <a16:creationId xmlns:a16="http://schemas.microsoft.com/office/drawing/2014/main" id="{05B8E885-F2CF-4884-4BF4-50E56DC73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72234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574C-05FC-6BE6-1EE1-E4E06A72C167}"/>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F4ECABF-D11D-2A8B-7A0B-4C1FD6583DF6}"/>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qu’un risque ?</a:t>
            </a:r>
          </a:p>
        </p:txBody>
      </p:sp>
      <p:sp>
        <p:nvSpPr>
          <p:cNvPr id="8" name="Espace réservé du texte 7">
            <a:extLst>
              <a:ext uri="{FF2B5EF4-FFF2-40B4-BE49-F238E27FC236}">
                <a16:creationId xmlns:a16="http://schemas.microsoft.com/office/drawing/2014/main" id="{7FB5320D-35A5-6C7E-2238-CCDF09BC641C}"/>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 est la différence entre gravité et vraisemblance ?</a:t>
            </a:r>
          </a:p>
        </p:txBody>
      </p:sp>
      <p:sp>
        <p:nvSpPr>
          <p:cNvPr id="6" name="Espace réservé du texte 5">
            <a:extLst>
              <a:ext uri="{FF2B5EF4-FFF2-40B4-BE49-F238E27FC236}">
                <a16:creationId xmlns:a16="http://schemas.microsoft.com/office/drawing/2014/main" id="{B2BB146E-7F5C-37BF-3B51-C070139A98A4}"/>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Et le niveau de risque ?</a:t>
            </a:r>
          </a:p>
        </p:txBody>
      </p:sp>
      <p:sp>
        <p:nvSpPr>
          <p:cNvPr id="24" name="Espace réservé de la date 3">
            <a:extLst>
              <a:ext uri="{FF2B5EF4-FFF2-40B4-BE49-F238E27FC236}">
                <a16:creationId xmlns:a16="http://schemas.microsoft.com/office/drawing/2014/main" id="{57820A0F-76AC-7220-EE60-F886061472CD}"/>
              </a:ext>
            </a:extLst>
          </p:cNvPr>
          <p:cNvSpPr>
            <a:spLocks noGrp="1"/>
          </p:cNvSpPr>
          <p:nvPr>
            <p:ph type="dt" sz="half" idx="10"/>
          </p:nvPr>
        </p:nvSpPr>
        <p:spPr>
          <a:xfrm>
            <a:off x="838200" y="6356350"/>
            <a:ext cx="936000" cy="365125"/>
          </a:xfrm>
        </p:spPr>
        <p:txBody>
          <a:bodyPr/>
          <a:lstStyle/>
          <a:p>
            <a:r>
              <a:rPr lang="fr-FR"/>
              <a:t>14/10/2025</a:t>
            </a:r>
            <a:endParaRPr lang="fr-FR" dirty="0"/>
          </a:p>
        </p:txBody>
      </p:sp>
      <p:sp>
        <p:nvSpPr>
          <p:cNvPr id="25" name="Espace réservé du pied de page 4">
            <a:extLst>
              <a:ext uri="{FF2B5EF4-FFF2-40B4-BE49-F238E27FC236}">
                <a16:creationId xmlns:a16="http://schemas.microsoft.com/office/drawing/2014/main" id="{1D8A08D1-A8E9-2DE0-22D0-203A22897C1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106F37D0-CD65-315A-6737-F59A132E4EDC}"/>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10</a:t>
            </a:fld>
            <a:endParaRPr lang="fr-FR"/>
          </a:p>
        </p:txBody>
      </p:sp>
    </p:spTree>
    <p:extLst>
      <p:ext uri="{BB962C8B-B14F-4D97-AF65-F5344CB8AC3E}">
        <p14:creationId xmlns:p14="http://schemas.microsoft.com/office/powerpoint/2010/main" val="254411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200F8-6640-2381-5873-CD1E1BF463B7}"/>
              </a:ext>
            </a:extLst>
          </p:cNvPr>
          <p:cNvSpPr/>
          <p:nvPr/>
        </p:nvSpPr>
        <p:spPr>
          <a:xfrm>
            <a:off x="6629590" y="240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Evénement redouté</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(qu’est-ce qu’on craint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Un accident</a:t>
            </a:r>
          </a:p>
        </p:txBody>
      </p:sp>
      <p:sp>
        <p:nvSpPr>
          <p:cNvPr id="8" name="Titre 7">
            <a:extLst>
              <a:ext uri="{FF2B5EF4-FFF2-40B4-BE49-F238E27FC236}">
                <a16:creationId xmlns:a16="http://schemas.microsoft.com/office/drawing/2014/main" id="{D9FC6528-A2E2-07D5-B560-B0093A016BA1}"/>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Qu’est-ce qu’un risque ?</a:t>
            </a:r>
            <a:endParaRPr lang="fr-FR" sz="2800" noProof="0" dirty="0">
              <a:latin typeface="Calibri Light" panose="020F0302020204030204" pitchFamily="34" charset="0"/>
              <a:cs typeface="Calibri Light" panose="020F0302020204030204" pitchFamily="34" charset="0"/>
            </a:endParaRPr>
          </a:p>
        </p:txBody>
      </p:sp>
      <p:sp>
        <p:nvSpPr>
          <p:cNvPr id="3" name="Date Placeholder 2">
            <a:extLst>
              <a:ext uri="{FF2B5EF4-FFF2-40B4-BE49-F238E27FC236}">
                <a16:creationId xmlns:a16="http://schemas.microsoft.com/office/drawing/2014/main" id="{77C599F8-9806-C50E-1E06-4C69A3C4F5A0}"/>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14/10/2025</a:t>
            </a:r>
          </a:p>
        </p:txBody>
      </p:sp>
      <p:sp>
        <p:nvSpPr>
          <p:cNvPr id="4" name="Footer Placeholder 3">
            <a:extLst>
              <a:ext uri="{FF2B5EF4-FFF2-40B4-BE49-F238E27FC236}">
                <a16:creationId xmlns:a16="http://schemas.microsoft.com/office/drawing/2014/main" id="{B0225BD0-DC66-C3D6-EE66-DFB15290AAB8}"/>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9" name="Slide Number Placeholder 4">
            <a:extLst>
              <a:ext uri="{FF2B5EF4-FFF2-40B4-BE49-F238E27FC236}">
                <a16:creationId xmlns:a16="http://schemas.microsoft.com/office/drawing/2014/main" id="{F9D727B1-D99F-ED56-E6FF-96A04EC6E92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11</a:t>
            </a:fld>
            <a:endParaRPr lang="fr-FR" noProof="0">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0E123E5A-A101-2A29-1EC9-A8587EDA2AAE}"/>
              </a:ext>
            </a:extLst>
          </p:cNvPr>
          <p:cNvSpPr/>
          <p:nvPr/>
        </p:nvSpPr>
        <p:spPr>
          <a:xfrm>
            <a:off x="6629590" y="432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Scénario</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(comment cela peut-il arriver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Vitesse excessive, inattention, dangers sur la route, piratage de la voiture, etc.</a:t>
            </a:r>
          </a:p>
        </p:txBody>
      </p:sp>
      <p:sp>
        <p:nvSpPr>
          <p:cNvPr id="12" name="Rectangle 11">
            <a:extLst>
              <a:ext uri="{FF2B5EF4-FFF2-40B4-BE49-F238E27FC236}">
                <a16:creationId xmlns:a16="http://schemas.microsoft.com/office/drawing/2014/main" id="{12E2A28E-F8FB-52C4-3512-00DB01AE7128}"/>
              </a:ext>
            </a:extLst>
          </p:cNvPr>
          <p:cNvSpPr/>
          <p:nvPr/>
        </p:nvSpPr>
        <p:spPr>
          <a:xfrm>
            <a:off x="6629590" y="336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les impacts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Conducteur blessé, casse et réparations, destination non atteinte, nature affectée, image de soi, etc.</a:t>
            </a:r>
          </a:p>
        </p:txBody>
      </p:sp>
      <p:sp>
        <p:nvSpPr>
          <p:cNvPr id="13" name="Rectangle 12">
            <a:extLst>
              <a:ext uri="{FF2B5EF4-FFF2-40B4-BE49-F238E27FC236}">
                <a16:creationId xmlns:a16="http://schemas.microsoft.com/office/drawing/2014/main" id="{9955AD86-AA55-7B29-6B2D-914C5491E4CA}"/>
              </a:ext>
            </a:extLst>
          </p:cNvPr>
          <p:cNvSpPr/>
          <p:nvPr/>
        </p:nvSpPr>
        <p:spPr>
          <a:xfrm>
            <a:off x="6629590" y="144904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Risque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scénario menant à un événement redouté qui engendre des conséquences indésirables</a:t>
            </a:r>
          </a:p>
        </p:txBody>
      </p:sp>
      <p:sp>
        <p:nvSpPr>
          <p:cNvPr id="14" name="Organigramme : Alternative 13">
            <a:extLst>
              <a:ext uri="{FF2B5EF4-FFF2-40B4-BE49-F238E27FC236}">
                <a16:creationId xmlns:a16="http://schemas.microsoft.com/office/drawing/2014/main" id="{1D3624D5-5C03-3868-1485-4B54911564B9}"/>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risque est un ensemble, ex : vitesse excessive  accident  voiture cassée et blessures.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estimé en termes de gravité et de vraisemblance.</a:t>
            </a:r>
          </a:p>
        </p:txBody>
      </p:sp>
      <p:sp>
        <p:nvSpPr>
          <p:cNvPr id="15" name="Bulle narrative : rectangle à coins arrondis 14">
            <a:extLst>
              <a:ext uri="{FF2B5EF4-FFF2-40B4-BE49-F238E27FC236}">
                <a16:creationId xmlns:a16="http://schemas.microsoft.com/office/drawing/2014/main" id="{316F6E99-CD7D-CADB-0077-4737F879C7DA}"/>
              </a:ext>
            </a:extLst>
          </p:cNvPr>
          <p:cNvSpPr/>
          <p:nvPr/>
        </p:nvSpPr>
        <p:spPr>
          <a:xfrm>
            <a:off x="1371600" y="1488904"/>
            <a:ext cx="1521964" cy="522546"/>
          </a:xfrm>
          <a:prstGeom prst="wedgeRoundRectCallout">
            <a:avLst>
              <a:gd name="adj1" fmla="val -2627"/>
              <a:gd name="adj2" fmla="val 108682"/>
              <a:gd name="adj3" fmla="val 16667"/>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600" dirty="0">
                <a:solidFill>
                  <a:schemeClr val="tx1"/>
                </a:solidFill>
                <a:latin typeface="Calibri Light" panose="020F0302020204030204" pitchFamily="34" charset="0"/>
                <a:cs typeface="Calibri Light" panose="020F0302020204030204" pitchFamily="34" charset="0"/>
              </a:rPr>
              <a:t>Exemple de la voiture</a:t>
            </a:r>
          </a:p>
        </p:txBody>
      </p:sp>
      <p:pic>
        <p:nvPicPr>
          <p:cNvPr id="16" name="Image 15">
            <a:extLst>
              <a:ext uri="{FF2B5EF4-FFF2-40B4-BE49-F238E27FC236}">
                <a16:creationId xmlns:a16="http://schemas.microsoft.com/office/drawing/2014/main" id="{A2F3F832-5B34-9535-3E7E-EEAFF051732F}"/>
              </a:ext>
            </a:extLst>
          </p:cNvPr>
          <p:cNvPicPr>
            <a:picLocks noChangeAspect="1"/>
          </p:cNvPicPr>
          <p:nvPr/>
        </p:nvPicPr>
        <p:blipFill>
          <a:blip r:embed="rId3"/>
          <a:stretch>
            <a:fillRect/>
          </a:stretch>
        </p:blipFill>
        <p:spPr>
          <a:xfrm>
            <a:off x="281291" y="1449048"/>
            <a:ext cx="5890909" cy="3600000"/>
          </a:xfrm>
          <a:prstGeom prst="rect">
            <a:avLst/>
          </a:prstGeom>
        </p:spPr>
      </p:pic>
    </p:spTree>
    <p:extLst>
      <p:ext uri="{BB962C8B-B14F-4D97-AF65-F5344CB8AC3E}">
        <p14:creationId xmlns:p14="http://schemas.microsoft.com/office/powerpoint/2010/main" val="254156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ea typeface="Malgun Gothic" panose="020B0503020000020004" pitchFamily="34" charset="-127"/>
              </a:rPr>
              <a:t>Analyse des risques</a:t>
            </a:r>
            <a:endParaRPr lang="fr-FR" sz="2800" noProof="0" dirty="0"/>
          </a:p>
        </p:txBody>
      </p:sp>
      <p:sp>
        <p:nvSpPr>
          <p:cNvPr id="4" name="Espace réservé de la date 3">
            <a:extLst>
              <a:ext uri="{FF2B5EF4-FFF2-40B4-BE49-F238E27FC236}">
                <a16:creationId xmlns:a16="http://schemas.microsoft.com/office/drawing/2014/main" id="{31A5CF68-5E7A-3F1C-A1B2-93DD38DB1225}"/>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FAC1B582-3B97-1CE5-5FAB-BC5094477D2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A0F7345-C861-C8C6-F9AB-20C8ECC7D737}"/>
              </a:ext>
            </a:extLst>
          </p:cNvPr>
          <p:cNvSpPr>
            <a:spLocks noGrp="1"/>
          </p:cNvSpPr>
          <p:nvPr>
            <p:ph type="sldNum" sz="quarter" idx="12"/>
          </p:nvPr>
        </p:nvSpPr>
        <p:spPr/>
        <p:txBody>
          <a:bodyPr/>
          <a:lstStyle/>
          <a:p>
            <a:pPr rtl="0"/>
            <a:fld id="{294A09A9-5501-47C1-A89A-A340965A2BE2}" type="slidenum">
              <a:rPr lang="fr-FR" noProof="0" smtClean="0"/>
              <a:t>12</a:t>
            </a:fld>
            <a:endParaRPr lang="fr-FR" noProof="0"/>
          </a:p>
        </p:txBody>
      </p:sp>
      <p:sp>
        <p:nvSpPr>
          <p:cNvPr id="7" name="Espace réservé du texte 6">
            <a:extLst>
              <a:ext uri="{FF2B5EF4-FFF2-40B4-BE49-F238E27FC236}">
                <a16:creationId xmlns:a16="http://schemas.microsoft.com/office/drawing/2014/main" id="{12A0B9D4-4297-714F-12D0-1790A6BE6D0B}"/>
              </a:ext>
            </a:extLst>
          </p:cNvPr>
          <p:cNvSpPr>
            <a:spLocks noGrp="1"/>
          </p:cNvSpPr>
          <p:nvPr>
            <p:ph type="body" sz="quarter" idx="13"/>
          </p:nvPr>
        </p:nvSpPr>
        <p:spPr/>
        <p:txBody>
          <a:bodyPr/>
          <a:lstStyle/>
          <a:p>
            <a:r>
              <a:rPr lang="fr-FR" dirty="0"/>
              <a:t>Décomposons un peu !</a:t>
            </a:r>
          </a:p>
        </p:txBody>
      </p:sp>
      <p:pic>
        <p:nvPicPr>
          <p:cNvPr id="16" name="Image 15" descr="ClubEBIOS-Icone-SR-NounProject-ArafatUddin.png">
            <a:extLst>
              <a:ext uri="{FF2B5EF4-FFF2-40B4-BE49-F238E27FC236}">
                <a16:creationId xmlns:a16="http://schemas.microsoft.com/office/drawing/2014/main" id="{EF1B4D62-683C-424C-AD17-C9B2CF1467AD}"/>
              </a:ext>
            </a:extLst>
          </p:cNvPr>
          <p:cNvPicPr>
            <a:picLocks noChangeAspect="1"/>
          </p:cNvPicPr>
          <p:nvPr/>
        </p:nvPicPr>
        <p:blipFill>
          <a:blip r:embed="rId3" cstate="print"/>
          <a:srcRect l="14568" r="14444" b="15062"/>
          <a:stretch>
            <a:fillRect/>
          </a:stretch>
        </p:blipFill>
        <p:spPr>
          <a:xfrm>
            <a:off x="1977405" y="4773793"/>
            <a:ext cx="902616" cy="1080000"/>
          </a:xfrm>
          <a:prstGeom prst="rect">
            <a:avLst/>
          </a:prstGeom>
        </p:spPr>
      </p:pic>
      <p:pic>
        <p:nvPicPr>
          <p:cNvPr id="17" name="Image 16" descr="ClubEBIOS-Icone-ObjectifVise-NounProject-IYIKON.png">
            <a:extLst>
              <a:ext uri="{FF2B5EF4-FFF2-40B4-BE49-F238E27FC236}">
                <a16:creationId xmlns:a16="http://schemas.microsoft.com/office/drawing/2014/main" id="{8B94FB76-B8B3-437F-8F74-7209BC29CCDF}"/>
              </a:ext>
            </a:extLst>
          </p:cNvPr>
          <p:cNvPicPr>
            <a:picLocks noChangeAspect="1"/>
          </p:cNvPicPr>
          <p:nvPr/>
        </p:nvPicPr>
        <p:blipFill>
          <a:blip r:embed="rId4" cstate="print"/>
          <a:srcRect l="17531" t="10123" r="17407" b="24445"/>
          <a:stretch>
            <a:fillRect/>
          </a:stretch>
        </p:blipFill>
        <p:spPr>
          <a:xfrm>
            <a:off x="5122189" y="4773793"/>
            <a:ext cx="1073886" cy="1080000"/>
          </a:xfrm>
          <a:prstGeom prst="rect">
            <a:avLst/>
          </a:prstGeom>
        </p:spPr>
      </p:pic>
      <p:pic>
        <p:nvPicPr>
          <p:cNvPr id="18" name="Image 17" descr="noun_Danger_228845.png">
            <a:extLst>
              <a:ext uri="{FF2B5EF4-FFF2-40B4-BE49-F238E27FC236}">
                <a16:creationId xmlns:a16="http://schemas.microsoft.com/office/drawing/2014/main" id="{E4041201-49E2-4EC4-BC28-0DE38B75ED30}"/>
              </a:ext>
            </a:extLst>
          </p:cNvPr>
          <p:cNvPicPr>
            <a:picLocks noChangeAspect="1"/>
          </p:cNvPicPr>
          <p:nvPr/>
        </p:nvPicPr>
        <p:blipFill>
          <a:blip r:embed="rId5" cstate="print"/>
          <a:srcRect l="9184" t="5382" r="8981" b="19633"/>
          <a:stretch>
            <a:fillRect/>
          </a:stretch>
        </p:blipFill>
        <p:spPr>
          <a:xfrm>
            <a:off x="3411774" y="4773793"/>
            <a:ext cx="1178661" cy="1080000"/>
          </a:xfrm>
          <a:prstGeom prst="rect">
            <a:avLst/>
          </a:prstGeom>
        </p:spPr>
      </p:pic>
      <p:cxnSp>
        <p:nvCxnSpPr>
          <p:cNvPr id="19" name="Connecteur droit avec flèche 18">
            <a:extLst>
              <a:ext uri="{FF2B5EF4-FFF2-40B4-BE49-F238E27FC236}">
                <a16:creationId xmlns:a16="http://schemas.microsoft.com/office/drawing/2014/main" id="{1D27F8D7-3BE6-40E0-BCD9-1B68DEDE1F4B}"/>
              </a:ext>
            </a:extLst>
          </p:cNvPr>
          <p:cNvCxnSpPr>
            <a:cxnSpLocks/>
            <a:stCxn id="16" idx="3"/>
            <a:endCxn id="18" idx="1"/>
          </p:cNvCxnSpPr>
          <p:nvPr/>
        </p:nvCxnSpPr>
        <p:spPr>
          <a:xfrm>
            <a:off x="2880021" y="5313793"/>
            <a:ext cx="531753"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20" name="Connecteur droit avec flèche 19">
            <a:extLst>
              <a:ext uri="{FF2B5EF4-FFF2-40B4-BE49-F238E27FC236}">
                <a16:creationId xmlns:a16="http://schemas.microsoft.com/office/drawing/2014/main" id="{2C0EF258-1A4D-47D4-9C79-006BBED85EFD}"/>
              </a:ext>
            </a:extLst>
          </p:cNvPr>
          <p:cNvCxnSpPr>
            <a:cxnSpLocks/>
            <a:stCxn id="18" idx="3"/>
            <a:endCxn id="17" idx="1"/>
          </p:cNvCxnSpPr>
          <p:nvPr/>
        </p:nvCxnSpPr>
        <p:spPr>
          <a:xfrm>
            <a:off x="4590435" y="5313793"/>
            <a:ext cx="531754"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9820EABD-D176-4E29-BD2D-E3937105B0F3}"/>
              </a:ext>
            </a:extLst>
          </p:cNvPr>
          <p:cNvSpPr/>
          <p:nvPr/>
        </p:nvSpPr>
        <p:spPr>
          <a:xfrm>
            <a:off x="1071891" y="2007173"/>
            <a:ext cx="9406763" cy="2308324"/>
          </a:xfrm>
          <a:prstGeom prst="rect">
            <a:avLst/>
          </a:prstGeom>
        </p:spPr>
        <p:txBody>
          <a:bodyPr wrap="square">
            <a:spAutoFit/>
          </a:bodyPr>
          <a:lstStyle/>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Un pirate…					 Source de risque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veut montrer les dangers des véhicules connectés…	 Objectif visé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détourne…					 Chemin d’attaque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les fonctionnalités de déplacement…			 Valeur métier</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du système embarqué d’un véhicule…		 Bien support</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en profitant d’une nouvelle faille découverte…		 Vulnérabilité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et provoque un accident…				 Événement redouté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détruit le véhicule et blesse le conducteur.		 Conséquences</a:t>
            </a:r>
          </a:p>
        </p:txBody>
      </p:sp>
      <p:pic>
        <p:nvPicPr>
          <p:cNvPr id="3" name="Image 2">
            <a:extLst>
              <a:ext uri="{FF2B5EF4-FFF2-40B4-BE49-F238E27FC236}">
                <a16:creationId xmlns:a16="http://schemas.microsoft.com/office/drawing/2014/main" id="{6A253663-0204-B0B8-D25C-90AFC4032EAB}"/>
              </a:ext>
            </a:extLst>
          </p:cNvPr>
          <p:cNvPicPr>
            <a:picLocks noChangeAspect="1"/>
          </p:cNvPicPr>
          <p:nvPr/>
        </p:nvPicPr>
        <p:blipFill>
          <a:blip r:embed="rId6"/>
          <a:stretch>
            <a:fillRect/>
          </a:stretch>
        </p:blipFill>
        <p:spPr>
          <a:xfrm>
            <a:off x="7775342" y="2300995"/>
            <a:ext cx="4042854" cy="3600000"/>
          </a:xfrm>
          <a:prstGeom prst="rect">
            <a:avLst/>
          </a:prstGeom>
        </p:spPr>
      </p:pic>
    </p:spTree>
    <p:extLst>
      <p:ext uri="{BB962C8B-B14F-4D97-AF65-F5344CB8AC3E}">
        <p14:creationId xmlns:p14="http://schemas.microsoft.com/office/powerpoint/2010/main" val="234962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13061637-13F0-6FC9-7B70-D5118BB28853}"/>
              </a:ext>
            </a:extLst>
          </p:cNvPr>
          <p:cNvSpPr>
            <a:spLocks noGrp="1"/>
          </p:cNvSpPr>
          <p:nvPr>
            <p:ph type="dt" sz="half" idx="10"/>
          </p:nvPr>
        </p:nvSpPr>
        <p:spPr/>
        <p:txBody>
          <a:bodyPr/>
          <a:lstStyle/>
          <a:p>
            <a:pPr rtl="0"/>
            <a:r>
              <a:rPr lang="fr-FR" noProof="0"/>
              <a:t>14/10/2025</a:t>
            </a:r>
          </a:p>
        </p:txBody>
      </p:sp>
      <p:sp>
        <p:nvSpPr>
          <p:cNvPr id="6" name="Espace réservé du pied de page 4">
            <a:extLst>
              <a:ext uri="{FF2B5EF4-FFF2-40B4-BE49-F238E27FC236}">
                <a16:creationId xmlns:a16="http://schemas.microsoft.com/office/drawing/2014/main" id="{5AF16D3A-A170-590E-B139-6196B2ECF02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1ABBC4A7-678C-2EFC-19AC-D81127FB5C86}"/>
              </a:ext>
            </a:extLst>
          </p:cNvPr>
          <p:cNvSpPr>
            <a:spLocks noGrp="1"/>
          </p:cNvSpPr>
          <p:nvPr>
            <p:ph type="sldNum" sz="quarter" idx="12"/>
          </p:nvPr>
        </p:nvSpPr>
        <p:spPr/>
        <p:txBody>
          <a:bodyPr/>
          <a:lstStyle/>
          <a:p>
            <a:pPr rtl="0"/>
            <a:fld id="{294A09A9-5501-47C1-A89A-A340965A2BE2}" type="slidenum">
              <a:rPr lang="fr-FR" noProof="0" smtClean="0"/>
              <a:t>13</a:t>
            </a:fld>
            <a:endParaRPr lang="fr-FR" noProof="0"/>
          </a:p>
        </p:txBody>
      </p:sp>
      <p:sp>
        <p:nvSpPr>
          <p:cNvPr id="8" name="Espace réservé du texte 7">
            <a:extLst>
              <a:ext uri="{FF2B5EF4-FFF2-40B4-BE49-F238E27FC236}">
                <a16:creationId xmlns:a16="http://schemas.microsoft.com/office/drawing/2014/main" id="{4EBB6967-3DA1-8874-3264-0FDBCC03793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2832746213"/>
              </p:ext>
            </p:extLst>
          </p:nvPr>
        </p:nvGraphicFramePr>
        <p:xfrm>
          <a:off x="4439816" y="2376923"/>
          <a:ext cx="6846109" cy="3504667"/>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16332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14" name="Espace réservé de la date 3">
            <a:extLst>
              <a:ext uri="{FF2B5EF4-FFF2-40B4-BE49-F238E27FC236}">
                <a16:creationId xmlns:a16="http://schemas.microsoft.com/office/drawing/2014/main" id="{A1B12C9F-384F-A843-42CE-9EE72C9AD64C}"/>
              </a:ext>
            </a:extLst>
          </p:cNvPr>
          <p:cNvSpPr>
            <a:spLocks noGrp="1"/>
          </p:cNvSpPr>
          <p:nvPr>
            <p:ph type="dt" sz="half" idx="10"/>
          </p:nvPr>
        </p:nvSpPr>
        <p:spPr/>
        <p:txBody>
          <a:bodyPr/>
          <a:lstStyle/>
          <a:p>
            <a:pPr rtl="0"/>
            <a:r>
              <a:rPr lang="fr-FR" noProof="0"/>
              <a:t>14/10/2025</a:t>
            </a:r>
          </a:p>
        </p:txBody>
      </p:sp>
      <p:sp>
        <p:nvSpPr>
          <p:cNvPr id="15" name="Espace réservé du pied de page 4">
            <a:extLst>
              <a:ext uri="{FF2B5EF4-FFF2-40B4-BE49-F238E27FC236}">
                <a16:creationId xmlns:a16="http://schemas.microsoft.com/office/drawing/2014/main" id="{B746D8B9-4AFA-52CA-2133-BF2A9DAEE498}"/>
              </a:ext>
            </a:extLst>
          </p:cNvPr>
          <p:cNvSpPr>
            <a:spLocks noGrp="1"/>
          </p:cNvSpPr>
          <p:nvPr>
            <p:ph type="ftr" sz="quarter" idx="11"/>
          </p:nvPr>
        </p:nvSpPr>
        <p:spPr/>
        <p:txBody>
          <a:bodyPr/>
          <a:lstStyle/>
          <a:p>
            <a:pPr algn="ctr" rtl="0"/>
            <a:r>
              <a:rPr lang="fr-FR" noProof="0" dirty="0"/>
              <a:t>EBIOS Risk Manager - Formation</a:t>
            </a:r>
          </a:p>
        </p:txBody>
      </p:sp>
      <p:sp>
        <p:nvSpPr>
          <p:cNvPr id="16" name="Espace réservé du numéro de diapositive 5">
            <a:extLst>
              <a:ext uri="{FF2B5EF4-FFF2-40B4-BE49-F238E27FC236}">
                <a16:creationId xmlns:a16="http://schemas.microsoft.com/office/drawing/2014/main" id="{31EB9D5F-F954-9555-DC98-208FF0675257}"/>
              </a:ext>
            </a:extLst>
          </p:cNvPr>
          <p:cNvSpPr>
            <a:spLocks noGrp="1"/>
          </p:cNvSpPr>
          <p:nvPr>
            <p:ph type="sldNum" sz="quarter" idx="12"/>
          </p:nvPr>
        </p:nvSpPr>
        <p:spPr/>
        <p:txBody>
          <a:bodyPr/>
          <a:lstStyle/>
          <a:p>
            <a:pPr rtl="0"/>
            <a:fld id="{294A09A9-5501-47C1-A89A-A340965A2BE2}" type="slidenum">
              <a:rPr lang="fr-FR" noProof="0" smtClean="0"/>
              <a:t>14</a:t>
            </a:fld>
            <a:endParaRPr lang="fr-FR" noProof="0"/>
          </a:p>
        </p:txBody>
      </p:sp>
      <p:sp>
        <p:nvSpPr>
          <p:cNvPr id="3" name="Espace réservé du texte 2">
            <a:extLst>
              <a:ext uri="{FF2B5EF4-FFF2-40B4-BE49-F238E27FC236}">
                <a16:creationId xmlns:a16="http://schemas.microsoft.com/office/drawing/2014/main" id="{8E7A7B13-B779-C17E-476F-F61B08040856}"/>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969121311"/>
              </p:ext>
            </p:extLst>
          </p:nvPr>
        </p:nvGraphicFramePr>
        <p:xfrm>
          <a:off x="4439816" y="2376923"/>
          <a:ext cx="6846109" cy="3524695"/>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Adolescent de quinze ans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u="none" strike="noStrike" kern="1200" dirty="0">
                          <a:effectLst/>
                          <a:latin typeface="Calibri Light" panose="020F0302020204030204" pitchFamily="34" charset="0"/>
                          <a:cs typeface="Calibri Light" panose="020F0302020204030204" pitchFamily="34" charset="0"/>
                        </a:rPr>
                        <a:t>Les</a:t>
                      </a:r>
                      <a:r>
                        <a:rPr lang="fr-FR" sz="1800" u="none" strike="noStrike" kern="1200" baseline="0" dirty="0">
                          <a:effectLst/>
                          <a:latin typeface="Calibri Light" panose="020F0302020204030204" pitchFamily="34" charset="0"/>
                          <a:cs typeface="Calibri Light" panose="020F0302020204030204" pitchFamily="34" charset="0"/>
                        </a:rPr>
                        <a:t> notes des élèves sont modifiées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r>
                        <a:rPr lang="fr-FR" sz="1800" u="none" strike="noStrike" kern="1200" dirty="0">
                          <a:effectLst/>
                          <a:latin typeface="Calibri Light" panose="020F0302020204030204" pitchFamily="34" charset="0"/>
                          <a:cs typeface="Calibri Light" panose="020F0302020204030204" pitchFamily="34" charset="0"/>
                        </a:rPr>
                        <a:t>P</a:t>
                      </a:r>
                      <a:r>
                        <a:rPr lang="fr-FR" sz="1800" u="none" strike="noStrike" kern="1200" baseline="0" dirty="0">
                          <a:effectLst/>
                          <a:latin typeface="Calibri Light" panose="020F0302020204030204" pitchFamily="34" charset="0"/>
                          <a:cs typeface="Calibri Light" panose="020F0302020204030204" pitchFamily="34" charset="0"/>
                        </a:rPr>
                        <a:t>oursuite d’études des collégiens impactée</a:t>
                      </a:r>
                    </a:p>
                    <a:p>
                      <a:pPr marL="0" indent="0" algn="l" defTabSz="914400" rtl="0" eaLnBrk="1" fontAlgn="ctr" latinLnBrk="0" hangingPunct="1">
                        <a:buFont typeface="Arial" panose="020B0604020202020204" pitchFamily="34" charset="0"/>
                        <a:buNone/>
                      </a:pPr>
                      <a:r>
                        <a:rPr lang="fr-FR" sz="1800" u="none" strike="noStrike" kern="1200" baseline="0" dirty="0">
                          <a:effectLst/>
                          <a:latin typeface="Calibri Light" panose="020F0302020204030204" pitchFamily="34" charset="0"/>
                          <a:cs typeface="Calibri Light" panose="020F0302020204030204" pitchFamily="34" charset="0"/>
                        </a:rPr>
                        <a:t>Image vis-à-vis des autres établissements scolaires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Modifier</a:t>
                      </a:r>
                      <a:r>
                        <a:rPr lang="fr-FR" sz="1800" u="none" strike="noStrike" baseline="0" dirty="0">
                          <a:effectLst/>
                          <a:latin typeface="Calibri Light" panose="020F0302020204030204" pitchFamily="34" charset="0"/>
                          <a:cs typeface="Calibri Light" panose="020F0302020204030204" pitchFamily="34" charset="0"/>
                        </a:rPr>
                        <a:t> ses résultats scolaires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429115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7208-609F-A715-A9BE-DCB93A374E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0AAEC8D-B875-B007-B6FC-255FACCFE251}"/>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ECD90613-000A-DE43-3B8F-5EACFF9C3861}"/>
              </a:ext>
            </a:extLst>
          </p:cNvPr>
          <p:cNvSpPr>
            <a:spLocks noGrp="1"/>
          </p:cNvSpPr>
          <p:nvPr>
            <p:ph type="dt" sz="half" idx="10"/>
          </p:nvPr>
        </p:nvSpPr>
        <p:spPr/>
        <p:txBody>
          <a:bodyPr/>
          <a:lstStyle/>
          <a:p>
            <a:pPr rtl="0"/>
            <a:r>
              <a:rPr lang="fr-FR" noProof="0"/>
              <a:t>14/10/2025</a:t>
            </a:r>
          </a:p>
        </p:txBody>
      </p:sp>
      <p:sp>
        <p:nvSpPr>
          <p:cNvPr id="6" name="Espace réservé du pied de page 4">
            <a:extLst>
              <a:ext uri="{FF2B5EF4-FFF2-40B4-BE49-F238E27FC236}">
                <a16:creationId xmlns:a16="http://schemas.microsoft.com/office/drawing/2014/main" id="{538A333C-A964-6000-043D-57A4A72869A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D19749F6-4182-254A-1554-D256C745F2A7}"/>
              </a:ext>
            </a:extLst>
          </p:cNvPr>
          <p:cNvSpPr>
            <a:spLocks noGrp="1"/>
          </p:cNvSpPr>
          <p:nvPr>
            <p:ph type="sldNum" sz="quarter" idx="12"/>
          </p:nvPr>
        </p:nvSpPr>
        <p:spPr/>
        <p:txBody>
          <a:bodyPr/>
          <a:lstStyle/>
          <a:p>
            <a:pPr rtl="0"/>
            <a:fld id="{294A09A9-5501-47C1-A89A-A340965A2BE2}" type="slidenum">
              <a:rPr lang="fr-FR" noProof="0" smtClean="0"/>
              <a:t>15</a:t>
            </a:fld>
            <a:endParaRPr lang="fr-FR" noProof="0"/>
          </a:p>
        </p:txBody>
      </p:sp>
      <p:sp>
        <p:nvSpPr>
          <p:cNvPr id="8" name="Espace réservé du texte 7">
            <a:extLst>
              <a:ext uri="{FF2B5EF4-FFF2-40B4-BE49-F238E27FC236}">
                <a16:creationId xmlns:a16="http://schemas.microsoft.com/office/drawing/2014/main" id="{BC8105F4-E097-2A78-7ED8-B7B0DC5D6D67}"/>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4F3E1761-1950-92E0-472B-1C7286AEFFF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72430E48-8B64-2A6F-A040-D933CD06D8A0}"/>
              </a:ext>
            </a:extLst>
          </p:cNvPr>
          <p:cNvGraphicFramePr>
            <a:graphicFrameLocks noGrp="1"/>
          </p:cNvGraphicFramePr>
          <p:nvPr>
            <p:extLst>
              <p:ext uri="{D42A27DB-BD31-4B8C-83A1-F6EECF244321}">
                <p14:modId xmlns:p14="http://schemas.microsoft.com/office/powerpoint/2010/main" val="807421879"/>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9E94320F-6A4E-FD1F-DEBF-75E27CCCDE7C}"/>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419293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9E6E-162D-CB5C-502E-646C82D11A2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D33CDC6-007C-0919-C156-AD230CBB10F3}"/>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2C3ED841-26E8-61BE-2944-DADA8C1CBD23}"/>
              </a:ext>
            </a:extLst>
          </p:cNvPr>
          <p:cNvSpPr>
            <a:spLocks noGrp="1"/>
          </p:cNvSpPr>
          <p:nvPr>
            <p:ph type="dt" sz="half" idx="10"/>
          </p:nvPr>
        </p:nvSpPr>
        <p:spPr/>
        <p:txBody>
          <a:bodyPr/>
          <a:lstStyle/>
          <a:p>
            <a:pPr rtl="0"/>
            <a:r>
              <a:rPr lang="fr-FR" noProof="0"/>
              <a:t>14/10/2025</a:t>
            </a:r>
          </a:p>
        </p:txBody>
      </p:sp>
      <p:sp>
        <p:nvSpPr>
          <p:cNvPr id="6" name="Espace réservé du pied de page 4">
            <a:extLst>
              <a:ext uri="{FF2B5EF4-FFF2-40B4-BE49-F238E27FC236}">
                <a16:creationId xmlns:a16="http://schemas.microsoft.com/office/drawing/2014/main" id="{13D1643B-3C33-C080-5705-D7BDD00F4C30}"/>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B168F802-D344-958F-7D16-A7035CEB04E8}"/>
              </a:ext>
            </a:extLst>
          </p:cNvPr>
          <p:cNvSpPr>
            <a:spLocks noGrp="1"/>
          </p:cNvSpPr>
          <p:nvPr>
            <p:ph type="sldNum" sz="quarter" idx="12"/>
          </p:nvPr>
        </p:nvSpPr>
        <p:spPr/>
        <p:txBody>
          <a:bodyPr/>
          <a:lstStyle/>
          <a:p>
            <a:pPr rtl="0"/>
            <a:fld id="{294A09A9-5501-47C1-A89A-A340965A2BE2}" type="slidenum">
              <a:rPr lang="fr-FR" noProof="0" smtClean="0"/>
              <a:t>16</a:t>
            </a:fld>
            <a:endParaRPr lang="fr-FR" noProof="0"/>
          </a:p>
        </p:txBody>
      </p:sp>
      <p:sp>
        <p:nvSpPr>
          <p:cNvPr id="8" name="Espace réservé du texte 7">
            <a:extLst>
              <a:ext uri="{FF2B5EF4-FFF2-40B4-BE49-F238E27FC236}">
                <a16:creationId xmlns:a16="http://schemas.microsoft.com/office/drawing/2014/main" id="{48377EE2-4C97-B94B-F3A4-271CE2D9880F}"/>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55408FA-431C-DD3B-A471-2073CD7AB2E0}"/>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D6D4016E-8505-FF43-21A6-D81151774423}"/>
              </a:ext>
            </a:extLst>
          </p:cNvPr>
          <p:cNvGraphicFramePr>
            <a:graphicFrameLocks noGrp="1"/>
          </p:cNvGraphicFramePr>
          <p:nvPr>
            <p:extLst>
              <p:ext uri="{D42A27DB-BD31-4B8C-83A1-F6EECF244321}">
                <p14:modId xmlns:p14="http://schemas.microsoft.com/office/powerpoint/2010/main" val="3364377762"/>
              </p:ext>
            </p:extLst>
          </p:nvPr>
        </p:nvGraphicFramePr>
        <p:xfrm>
          <a:off x="6632448" y="2376923"/>
          <a:ext cx="5360613" cy="3780396"/>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Vol des informations des clients du groupe hôtelier</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Informations des clients du groupe</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Base de données de sa filiale </a:t>
                      </a:r>
                      <a:r>
                        <a:rPr lang="fr-FR" sz="1800" b="0" i="0" u="none" strike="noStrike" kern="1200" dirty="0" err="1">
                          <a:solidFill>
                            <a:srgbClr val="252525"/>
                          </a:solidFill>
                          <a:effectLst/>
                          <a:latin typeface="+mj-lt"/>
                          <a:ea typeface="+mn-ea"/>
                          <a:cs typeface="Segoe UI" panose="020B0502040204020203" pitchFamily="34" charset="0"/>
                        </a:rPr>
                        <a:t>Starwood</a:t>
                      </a: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Image, juridique (RGPD)</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Lucratif ?</a:t>
                      </a: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3A4F790A-265D-C72D-7CAB-D2D4394299B5}"/>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3515351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1678-2647-EC03-F58F-C140D0B276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2EB7A3-D316-ACCC-A869-4EB223EC9516}"/>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BBD69E78-1952-8375-2047-7A5E0BDDD7F2}"/>
              </a:ext>
            </a:extLst>
          </p:cNvPr>
          <p:cNvSpPr>
            <a:spLocks noGrp="1"/>
          </p:cNvSpPr>
          <p:nvPr>
            <p:ph type="dt" sz="half" idx="10"/>
          </p:nvPr>
        </p:nvSpPr>
        <p:spPr/>
        <p:txBody>
          <a:bodyPr/>
          <a:lstStyle/>
          <a:p>
            <a:pPr rtl="0"/>
            <a:r>
              <a:rPr lang="fr-FR" noProof="0"/>
              <a:t>14/10/2025</a:t>
            </a:r>
          </a:p>
        </p:txBody>
      </p:sp>
      <p:sp>
        <p:nvSpPr>
          <p:cNvPr id="6" name="Espace réservé du pied de page 4">
            <a:extLst>
              <a:ext uri="{FF2B5EF4-FFF2-40B4-BE49-F238E27FC236}">
                <a16:creationId xmlns:a16="http://schemas.microsoft.com/office/drawing/2014/main" id="{FDFC1438-506A-889C-5B53-36A26613927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A88FA887-0501-E71F-25CF-53E8A6DEA5CC}"/>
              </a:ext>
            </a:extLst>
          </p:cNvPr>
          <p:cNvSpPr>
            <a:spLocks noGrp="1"/>
          </p:cNvSpPr>
          <p:nvPr>
            <p:ph type="sldNum" sz="quarter" idx="12"/>
          </p:nvPr>
        </p:nvSpPr>
        <p:spPr/>
        <p:txBody>
          <a:bodyPr/>
          <a:lstStyle/>
          <a:p>
            <a:pPr rtl="0"/>
            <a:fld id="{294A09A9-5501-47C1-A89A-A340965A2BE2}" type="slidenum">
              <a:rPr lang="fr-FR" noProof="0" smtClean="0"/>
              <a:t>17</a:t>
            </a:fld>
            <a:endParaRPr lang="fr-FR" noProof="0"/>
          </a:p>
        </p:txBody>
      </p:sp>
      <p:sp>
        <p:nvSpPr>
          <p:cNvPr id="8" name="Espace réservé du texte 7">
            <a:extLst>
              <a:ext uri="{FF2B5EF4-FFF2-40B4-BE49-F238E27FC236}">
                <a16:creationId xmlns:a16="http://schemas.microsoft.com/office/drawing/2014/main" id="{826BA929-279B-E36B-CAB1-AE65D18850C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B5F211D2-E53A-C44C-0B80-73373CF1E83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DF106C8E-B250-99FA-2C60-ED02E7207D9A}"/>
              </a:ext>
            </a:extLst>
          </p:cNvPr>
          <p:cNvGraphicFramePr>
            <a:graphicFrameLocks noGrp="1"/>
          </p:cNvGraphicFramePr>
          <p:nvPr>
            <p:extLst>
              <p:ext uri="{D42A27DB-BD31-4B8C-83A1-F6EECF244321}">
                <p14:modId xmlns:p14="http://schemas.microsoft.com/office/powerpoint/2010/main" val="3270001217"/>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1873B8C6-27F7-2BB9-0461-EED8E1682384}"/>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15996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7E07E-8E14-3C42-A3D3-F08E1F159C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0D369E-1A6A-56C4-1132-6403547F70E2}"/>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EF62088A-4065-9255-C9C4-531EAC82AB01}"/>
              </a:ext>
            </a:extLst>
          </p:cNvPr>
          <p:cNvSpPr>
            <a:spLocks noGrp="1"/>
          </p:cNvSpPr>
          <p:nvPr>
            <p:ph type="dt" sz="half" idx="10"/>
          </p:nvPr>
        </p:nvSpPr>
        <p:spPr/>
        <p:txBody>
          <a:bodyPr/>
          <a:lstStyle/>
          <a:p>
            <a:pPr rtl="0"/>
            <a:r>
              <a:rPr lang="fr-FR" noProof="0"/>
              <a:t>14/10/2025</a:t>
            </a:r>
          </a:p>
        </p:txBody>
      </p:sp>
      <p:sp>
        <p:nvSpPr>
          <p:cNvPr id="6" name="Espace réservé du pied de page 4">
            <a:extLst>
              <a:ext uri="{FF2B5EF4-FFF2-40B4-BE49-F238E27FC236}">
                <a16:creationId xmlns:a16="http://schemas.microsoft.com/office/drawing/2014/main" id="{18793361-6B32-BC3C-60E5-A031B11EF55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31D10310-BE1D-88A0-4989-8B22D768141B}"/>
              </a:ext>
            </a:extLst>
          </p:cNvPr>
          <p:cNvSpPr>
            <a:spLocks noGrp="1"/>
          </p:cNvSpPr>
          <p:nvPr>
            <p:ph type="sldNum" sz="quarter" idx="12"/>
          </p:nvPr>
        </p:nvSpPr>
        <p:spPr/>
        <p:txBody>
          <a:bodyPr/>
          <a:lstStyle/>
          <a:p>
            <a:pPr rtl="0"/>
            <a:fld id="{294A09A9-5501-47C1-A89A-A340965A2BE2}" type="slidenum">
              <a:rPr lang="fr-FR" noProof="0" smtClean="0"/>
              <a:t>18</a:t>
            </a:fld>
            <a:endParaRPr lang="fr-FR" noProof="0"/>
          </a:p>
        </p:txBody>
      </p:sp>
      <p:sp>
        <p:nvSpPr>
          <p:cNvPr id="8" name="Espace réservé du texte 7">
            <a:extLst>
              <a:ext uri="{FF2B5EF4-FFF2-40B4-BE49-F238E27FC236}">
                <a16:creationId xmlns:a16="http://schemas.microsoft.com/office/drawing/2014/main" id="{C53B967B-DD87-6EA5-EC34-26BE557F98B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4408E3D-137B-39A8-B362-CD71FE744928}"/>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C7E4DBEB-0665-982E-E079-79965A792B8B}"/>
              </a:ext>
            </a:extLst>
          </p:cNvPr>
          <p:cNvGraphicFramePr>
            <a:graphicFrameLocks noGrp="1"/>
          </p:cNvGraphicFramePr>
          <p:nvPr>
            <p:extLst>
              <p:ext uri="{D42A27DB-BD31-4B8C-83A1-F6EECF244321}">
                <p14:modId xmlns:p14="http://schemas.microsoft.com/office/powerpoint/2010/main" val="1114542967"/>
              </p:ext>
            </p:extLst>
          </p:nvPr>
        </p:nvGraphicFramePr>
        <p:xfrm>
          <a:off x="6632448" y="2376923"/>
          <a:ext cx="5360613" cy="3760368"/>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Escrocs</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Usurpation de l’identité d’un directeur de l’organisation</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Identité des directeurs (information)</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Directeurs (personnes)</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Financier, image</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n-lt"/>
                          <a:ea typeface="+mn-ea"/>
                          <a:cs typeface="Segoe UI" panose="020B0502040204020203" pitchFamily="34" charset="0"/>
                        </a:rPr>
                        <a:t>Lucratif, fraude</a:t>
                      </a: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D92183CB-2B20-48BB-0B15-25FD3DFC8D9A}"/>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937718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gravité dépend des conséquences potentielles.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 est estimée selon des échelles qui hiérarchisent les conséquences par types.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retient généralement le maximum (la conséquence potentielle la plus grave).</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14/10/2025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19</a:t>
            </a:fld>
            <a:endParaRPr lang="fr-FR" noProof="0"/>
          </a:p>
        </p:txBody>
      </p:sp>
      <p:sp>
        <p:nvSpPr>
          <p:cNvPr id="2" name="Espace réservé du texte 1">
            <a:extLst>
              <a:ext uri="{FF2B5EF4-FFF2-40B4-BE49-F238E27FC236}">
                <a16:creationId xmlns:a16="http://schemas.microsoft.com/office/drawing/2014/main" id="{824A683F-11EA-3654-FEEB-2D38459C69F1}"/>
              </a:ext>
            </a:extLst>
          </p:cNvPr>
          <p:cNvSpPr>
            <a:spLocks noGrp="1"/>
          </p:cNvSpPr>
          <p:nvPr>
            <p:ph type="body" sz="quarter" idx="13"/>
          </p:nvPr>
        </p:nvSpPr>
        <p:spPr/>
        <p:txBody>
          <a:bodyPr/>
          <a:lstStyle/>
          <a:p>
            <a:r>
              <a:rPr lang="fr-FR" dirty="0"/>
              <a:t>Qu’est-ce que la gravité ?</a:t>
            </a:r>
          </a:p>
        </p:txBody>
      </p:sp>
      <p:pic>
        <p:nvPicPr>
          <p:cNvPr id="23" name="Image 22">
            <a:extLst>
              <a:ext uri="{FF2B5EF4-FFF2-40B4-BE49-F238E27FC236}">
                <a16:creationId xmlns:a16="http://schemas.microsoft.com/office/drawing/2014/main" id="{4715B3E5-62AE-3421-AA07-4C38602AD7EA}"/>
              </a:ext>
            </a:extLst>
          </p:cNvPr>
          <p:cNvPicPr>
            <a:picLocks noChangeAspect="1"/>
          </p:cNvPicPr>
          <p:nvPr/>
        </p:nvPicPr>
        <p:blipFill>
          <a:blip r:embed="rId3"/>
          <a:stretch>
            <a:fillRect/>
          </a:stretch>
        </p:blipFill>
        <p:spPr>
          <a:xfrm>
            <a:off x="1522311" y="1724288"/>
            <a:ext cx="4042854" cy="3600000"/>
          </a:xfrm>
          <a:prstGeom prst="rect">
            <a:avLst/>
          </a:prstGeom>
        </p:spPr>
      </p:pic>
      <p:sp>
        <p:nvSpPr>
          <p:cNvPr id="24" name="Rectangle 23">
            <a:extLst>
              <a:ext uri="{FF2B5EF4-FFF2-40B4-BE49-F238E27FC236}">
                <a16:creationId xmlns:a16="http://schemas.microsoft.com/office/drawing/2014/main" id="{45E34F65-41BD-13B7-5E58-39A839A80072}"/>
              </a:ext>
            </a:extLst>
          </p:cNvPr>
          <p:cNvSpPr/>
          <p:nvPr/>
        </p:nvSpPr>
        <p:spPr>
          <a:xfrm>
            <a:off x="6629590" y="268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l’objectif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effets sur la mission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 | Retard | Destination non atteinte</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60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Autres conséquences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(financières, sur l’environnement, etc.)</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64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la santé</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Aucuns | Blessure légère | Blessure grave | Décès</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Gravité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du niveau des conséquences potentielles.</a:t>
            </a:r>
          </a:p>
        </p:txBody>
      </p:sp>
    </p:spTree>
    <p:extLst>
      <p:ext uri="{BB962C8B-B14F-4D97-AF65-F5344CB8AC3E}">
        <p14:creationId xmlns:p14="http://schemas.microsoft.com/office/powerpoint/2010/main" val="2045758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vraisemblance dépend de plusieurs facteurs : pertinence des sources de risques, niveau des vulnérabilités, dangerosité des parties prenantes et mesures en place.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décompose les scénarios pour estimer progressivement ces différents facteurs.</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14/10/2025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20</a:t>
            </a:fld>
            <a:endParaRPr lang="fr-FR" noProof="0"/>
          </a:p>
        </p:txBody>
      </p:sp>
      <p:sp>
        <p:nvSpPr>
          <p:cNvPr id="4" name="Espace réservé du texte 3">
            <a:extLst>
              <a:ext uri="{FF2B5EF4-FFF2-40B4-BE49-F238E27FC236}">
                <a16:creationId xmlns:a16="http://schemas.microsoft.com/office/drawing/2014/main" id="{5327B936-DDE4-09F7-482D-1C6732FE4872}"/>
              </a:ext>
            </a:extLst>
          </p:cNvPr>
          <p:cNvSpPr>
            <a:spLocks noGrp="1"/>
          </p:cNvSpPr>
          <p:nvPr>
            <p:ph type="body" sz="quarter" idx="13"/>
          </p:nvPr>
        </p:nvSpPr>
        <p:spPr/>
        <p:txBody>
          <a:bodyPr/>
          <a:lstStyle/>
          <a:p>
            <a:r>
              <a:rPr lang="fr-FR" dirty="0"/>
              <a:t>Qu’est-ce que la vraisemblance ?</a:t>
            </a:r>
          </a:p>
        </p:txBody>
      </p:sp>
      <p:sp>
        <p:nvSpPr>
          <p:cNvPr id="24" name="Rectangle 23">
            <a:extLst>
              <a:ext uri="{FF2B5EF4-FFF2-40B4-BE49-F238E27FC236}">
                <a16:creationId xmlns:a16="http://schemas.microsoft.com/office/drawing/2014/main" id="{45E34F65-41BD-13B7-5E58-39A839A80072}"/>
              </a:ext>
            </a:extLst>
          </p:cNvPr>
          <p:cNvSpPr/>
          <p:nvPr/>
        </p:nvSpPr>
        <p:spPr>
          <a:xfrm>
            <a:off x="6629590" y="26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Sources de risques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(qui peut nous attaquer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Peu | Moyennement | Plutôt | Très pertinent</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96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Mesures en place</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(quelles solutions d’atténuation ?)</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5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Vulnérabilités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nos points faibles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Minimale | Faible | Importante | Maximale (avérée)</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Vraisemblance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de la possibilité de réalisation des scénarios.</a:t>
            </a:r>
          </a:p>
        </p:txBody>
      </p:sp>
      <p:pic>
        <p:nvPicPr>
          <p:cNvPr id="2" name="Image 1">
            <a:extLst>
              <a:ext uri="{FF2B5EF4-FFF2-40B4-BE49-F238E27FC236}">
                <a16:creationId xmlns:a16="http://schemas.microsoft.com/office/drawing/2014/main" id="{1962653D-5F4F-96D4-A8A9-C289B7FB0C5C}"/>
              </a:ext>
            </a:extLst>
          </p:cNvPr>
          <p:cNvPicPr>
            <a:picLocks noChangeAspect="1"/>
          </p:cNvPicPr>
          <p:nvPr/>
        </p:nvPicPr>
        <p:blipFill>
          <a:blip r:embed="rId3"/>
          <a:stretch>
            <a:fillRect/>
          </a:stretch>
        </p:blipFill>
        <p:spPr>
          <a:xfrm>
            <a:off x="1675101" y="1724288"/>
            <a:ext cx="1767273" cy="1080000"/>
          </a:xfrm>
          <a:prstGeom prst="rect">
            <a:avLst/>
          </a:prstGeom>
        </p:spPr>
      </p:pic>
      <p:pic>
        <p:nvPicPr>
          <p:cNvPr id="5" name="Image 4">
            <a:extLst>
              <a:ext uri="{FF2B5EF4-FFF2-40B4-BE49-F238E27FC236}">
                <a16:creationId xmlns:a16="http://schemas.microsoft.com/office/drawing/2014/main" id="{0FF73450-8FF8-DEFA-0AA7-BEC91B3A4E01}"/>
              </a:ext>
            </a:extLst>
          </p:cNvPr>
          <p:cNvPicPr>
            <a:picLocks noChangeAspect="1"/>
          </p:cNvPicPr>
          <p:nvPr/>
        </p:nvPicPr>
        <p:blipFill>
          <a:blip r:embed="rId4"/>
          <a:stretch>
            <a:fillRect/>
          </a:stretch>
        </p:blipFill>
        <p:spPr>
          <a:xfrm>
            <a:off x="1637340" y="2984288"/>
            <a:ext cx="1805034" cy="1080000"/>
          </a:xfrm>
          <a:prstGeom prst="rect">
            <a:avLst/>
          </a:prstGeom>
        </p:spPr>
      </p:pic>
      <p:pic>
        <p:nvPicPr>
          <p:cNvPr id="8" name="Image 7">
            <a:extLst>
              <a:ext uri="{FF2B5EF4-FFF2-40B4-BE49-F238E27FC236}">
                <a16:creationId xmlns:a16="http://schemas.microsoft.com/office/drawing/2014/main" id="{22F37495-5C91-A075-549B-92BC82D16DD1}"/>
              </a:ext>
            </a:extLst>
          </p:cNvPr>
          <p:cNvPicPr>
            <a:picLocks noChangeAspect="1"/>
          </p:cNvPicPr>
          <p:nvPr/>
        </p:nvPicPr>
        <p:blipFill>
          <a:blip r:embed="rId5"/>
          <a:stretch>
            <a:fillRect/>
          </a:stretch>
        </p:blipFill>
        <p:spPr>
          <a:xfrm>
            <a:off x="3907188" y="4244288"/>
            <a:ext cx="1925874" cy="1080000"/>
          </a:xfrm>
          <a:prstGeom prst="rect">
            <a:avLst/>
          </a:prstGeom>
        </p:spPr>
      </p:pic>
      <p:pic>
        <p:nvPicPr>
          <p:cNvPr id="12" name="Image 11">
            <a:extLst>
              <a:ext uri="{FF2B5EF4-FFF2-40B4-BE49-F238E27FC236}">
                <a16:creationId xmlns:a16="http://schemas.microsoft.com/office/drawing/2014/main" id="{0E3EEDCC-EB20-79D3-96EC-827508833B22}"/>
              </a:ext>
            </a:extLst>
          </p:cNvPr>
          <p:cNvPicPr>
            <a:picLocks noChangeAspect="1"/>
          </p:cNvPicPr>
          <p:nvPr/>
        </p:nvPicPr>
        <p:blipFill>
          <a:blip r:embed="rId6"/>
          <a:stretch>
            <a:fillRect/>
          </a:stretch>
        </p:blipFill>
        <p:spPr>
          <a:xfrm>
            <a:off x="4028671" y="1724288"/>
            <a:ext cx="1804391" cy="1080000"/>
          </a:xfrm>
          <a:prstGeom prst="rect">
            <a:avLst/>
          </a:prstGeom>
        </p:spPr>
      </p:pic>
      <p:pic>
        <p:nvPicPr>
          <p:cNvPr id="14" name="Image 13">
            <a:extLst>
              <a:ext uri="{FF2B5EF4-FFF2-40B4-BE49-F238E27FC236}">
                <a16:creationId xmlns:a16="http://schemas.microsoft.com/office/drawing/2014/main" id="{EDF07165-CFA0-0CC6-1240-3485B9517835}"/>
              </a:ext>
            </a:extLst>
          </p:cNvPr>
          <p:cNvPicPr>
            <a:picLocks noChangeAspect="1"/>
          </p:cNvPicPr>
          <p:nvPr/>
        </p:nvPicPr>
        <p:blipFill>
          <a:blip r:embed="rId7"/>
          <a:stretch>
            <a:fillRect/>
          </a:stretch>
        </p:blipFill>
        <p:spPr>
          <a:xfrm>
            <a:off x="4166964" y="2984288"/>
            <a:ext cx="1666098" cy="1080000"/>
          </a:xfrm>
          <a:prstGeom prst="rect">
            <a:avLst/>
          </a:prstGeom>
        </p:spPr>
      </p:pic>
      <p:pic>
        <p:nvPicPr>
          <p:cNvPr id="16" name="Image 15">
            <a:extLst>
              <a:ext uri="{FF2B5EF4-FFF2-40B4-BE49-F238E27FC236}">
                <a16:creationId xmlns:a16="http://schemas.microsoft.com/office/drawing/2014/main" id="{C6AD561C-5B63-E8C0-86CC-38A135939363}"/>
              </a:ext>
            </a:extLst>
          </p:cNvPr>
          <p:cNvPicPr>
            <a:picLocks noChangeAspect="1"/>
          </p:cNvPicPr>
          <p:nvPr/>
        </p:nvPicPr>
        <p:blipFill>
          <a:blip r:embed="rId8"/>
          <a:stretch>
            <a:fillRect/>
          </a:stretch>
        </p:blipFill>
        <p:spPr>
          <a:xfrm>
            <a:off x="1637984" y="4244288"/>
            <a:ext cx="1804390" cy="1080000"/>
          </a:xfrm>
          <a:prstGeom prst="rect">
            <a:avLst/>
          </a:prstGeom>
        </p:spPr>
      </p:pic>
      <p:sp>
        <p:nvSpPr>
          <p:cNvPr id="20" name="Rectangle 19">
            <a:extLst>
              <a:ext uri="{FF2B5EF4-FFF2-40B4-BE49-F238E27FC236}">
                <a16:creationId xmlns:a16="http://schemas.microsoft.com/office/drawing/2014/main" id="{7A22E038-48E9-1AA5-1051-773A777D0DAE}"/>
              </a:ext>
            </a:extLst>
          </p:cNvPr>
          <p:cNvSpPr/>
          <p:nvPr/>
        </p:nvSpPr>
        <p:spPr>
          <a:xfrm>
            <a:off x="6629590" y="442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Parties prenantes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(de qui dépend-on ?)</a:t>
            </a:r>
          </a:p>
        </p:txBody>
      </p:sp>
    </p:spTree>
    <p:extLst>
      <p:ext uri="{BB962C8B-B14F-4D97-AF65-F5344CB8AC3E}">
        <p14:creationId xmlns:p14="http://schemas.microsoft.com/office/powerpoint/2010/main" val="2687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e 70">
            <a:extLst>
              <a:ext uri="{FF2B5EF4-FFF2-40B4-BE49-F238E27FC236}">
                <a16:creationId xmlns:a16="http://schemas.microsoft.com/office/drawing/2014/main" id="{0015213D-4067-890B-67BB-53C662F3D118}"/>
              </a:ext>
            </a:extLst>
          </p:cNvPr>
          <p:cNvGrpSpPr/>
          <p:nvPr/>
        </p:nvGrpSpPr>
        <p:grpSpPr>
          <a:xfrm>
            <a:off x="1924563" y="1573156"/>
            <a:ext cx="4178310" cy="3808022"/>
            <a:chOff x="1924563" y="1756036"/>
            <a:chExt cx="4178310" cy="3808022"/>
          </a:xfrm>
        </p:grpSpPr>
        <p:grpSp>
          <p:nvGrpSpPr>
            <p:cNvPr id="70" name="Groupe 69">
              <a:extLst>
                <a:ext uri="{FF2B5EF4-FFF2-40B4-BE49-F238E27FC236}">
                  <a16:creationId xmlns:a16="http://schemas.microsoft.com/office/drawing/2014/main" id="{F541520E-C3B7-ED93-357E-A61FBE7401B4}"/>
                </a:ext>
              </a:extLst>
            </p:cNvPr>
            <p:cNvGrpSpPr/>
            <p:nvPr/>
          </p:nvGrpSpPr>
          <p:grpSpPr>
            <a:xfrm>
              <a:off x="3556915" y="2786270"/>
              <a:ext cx="2545958" cy="1824000"/>
              <a:chOff x="3556915" y="2509190"/>
              <a:chExt cx="2545958" cy="1824000"/>
            </a:xfrm>
          </p:grpSpPr>
          <p:grpSp>
            <p:nvGrpSpPr>
              <p:cNvPr id="42" name="Groupe 41">
                <a:extLst>
                  <a:ext uri="{FF2B5EF4-FFF2-40B4-BE49-F238E27FC236}">
                    <a16:creationId xmlns:a16="http://schemas.microsoft.com/office/drawing/2014/main" id="{483FAE48-D152-E672-CCD7-78D4D86CAEB3}"/>
                  </a:ext>
                </a:extLst>
              </p:cNvPr>
              <p:cNvGrpSpPr/>
              <p:nvPr/>
            </p:nvGrpSpPr>
            <p:grpSpPr>
              <a:xfrm>
                <a:off x="4277406" y="2509190"/>
                <a:ext cx="1825467" cy="1824000"/>
                <a:chOff x="2335732" y="2742767"/>
                <a:chExt cx="1369100" cy="1368000"/>
              </a:xfrm>
            </p:grpSpPr>
            <p:pic>
              <p:nvPicPr>
                <p:cNvPr id="33" name="Image 32">
                  <a:extLst>
                    <a:ext uri="{FF2B5EF4-FFF2-40B4-BE49-F238E27FC236}">
                      <a16:creationId xmlns:a16="http://schemas.microsoft.com/office/drawing/2014/main" id="{7B0E83B2-D44C-7571-2DE7-76CCC28E9131}"/>
                    </a:ext>
                  </a:extLst>
                </p:cNvPr>
                <p:cNvPicPr>
                  <a:picLocks noChangeAspect="1"/>
                </p:cNvPicPr>
                <p:nvPr/>
              </p:nvPicPr>
              <p:blipFill>
                <a:blip r:embed="rId3"/>
                <a:stretch>
                  <a:fillRect/>
                </a:stretch>
              </p:blipFill>
              <p:spPr>
                <a:xfrm>
                  <a:off x="2540825" y="2984330"/>
                  <a:ext cx="965200" cy="533400"/>
                </a:xfrm>
                <a:prstGeom prst="rect">
                  <a:avLst/>
                </a:prstGeom>
                <a:ln>
                  <a:noFill/>
                </a:ln>
              </p:spPr>
            </p:pic>
            <p:sp>
              <p:nvSpPr>
                <p:cNvPr id="36" name="Forme libre 35">
                  <a:extLst>
                    <a:ext uri="{FF2B5EF4-FFF2-40B4-BE49-F238E27FC236}">
                      <a16:creationId xmlns:a16="http://schemas.microsoft.com/office/drawing/2014/main" id="{351F9D9A-AF32-A0D5-5480-ADE59F386C53}"/>
                    </a:ext>
                  </a:extLst>
                </p:cNvPr>
                <p:cNvSpPr>
                  <a:spLocks noChangeAspect="1"/>
                </p:cNvSpPr>
                <p:nvPr/>
              </p:nvSpPr>
              <p:spPr>
                <a:xfrm>
                  <a:off x="2335733" y="274276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9C248D"/>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sp>
              <p:nvSpPr>
                <p:cNvPr id="40" name="ZoneTexte 39">
                  <a:extLst>
                    <a:ext uri="{FF2B5EF4-FFF2-40B4-BE49-F238E27FC236}">
                      <a16:creationId xmlns:a16="http://schemas.microsoft.com/office/drawing/2014/main" id="{1CD410B9-FB9E-79D7-408E-AE99516B1838}"/>
                    </a:ext>
                  </a:extLst>
                </p:cNvPr>
                <p:cNvSpPr txBox="1"/>
                <p:nvPr/>
              </p:nvSpPr>
              <p:spPr>
                <a:xfrm>
                  <a:off x="2335732" y="3541223"/>
                  <a:ext cx="1369097" cy="307679"/>
                </a:xfrm>
                <a:prstGeom prst="rect">
                  <a:avLst/>
                </a:prstGeom>
                <a:noFill/>
                <a:ln>
                  <a:noFill/>
                </a:ln>
              </p:spPr>
              <p:txBody>
                <a:bodyPr wrap="square" lIns="0" tIns="0" rIns="0" bIns="0" rtlCol="0">
                  <a:noAutofit/>
                </a:bodyPr>
                <a:lstStyle/>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Niveau</a:t>
                  </a:r>
                </a:p>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de risque</a:t>
                  </a:r>
                </a:p>
              </p:txBody>
            </p:sp>
          </p:grpSp>
          <p:cxnSp>
            <p:nvCxnSpPr>
              <p:cNvPr id="43" name="Connecteur droit avec flèche 42">
                <a:extLst>
                  <a:ext uri="{FF2B5EF4-FFF2-40B4-BE49-F238E27FC236}">
                    <a16:creationId xmlns:a16="http://schemas.microsoft.com/office/drawing/2014/main" id="{AEA06F6F-64BE-306F-B183-978B3D7544C3}"/>
                  </a:ext>
                </a:extLst>
              </p:cNvPr>
              <p:cNvCxnSpPr>
                <a:cxnSpLocks/>
              </p:cNvCxnSpPr>
              <p:nvPr/>
            </p:nvCxnSpPr>
            <p:spPr>
              <a:xfrm>
                <a:off x="3556915" y="3438756"/>
                <a:ext cx="673577" cy="0"/>
              </a:xfrm>
              <a:prstGeom prst="straightConnector1">
                <a:avLst/>
              </a:prstGeom>
              <a:noFill/>
              <a:ln w="38100">
                <a:solidFill>
                  <a:srgbClr val="252525"/>
                </a:solidFill>
                <a:tailEnd type="arrow"/>
              </a:ln>
            </p:spPr>
            <p:style>
              <a:lnRef idx="2">
                <a:schemeClr val="accent1">
                  <a:shade val="50000"/>
                </a:schemeClr>
              </a:lnRef>
              <a:fillRef idx="1">
                <a:schemeClr val="accent1"/>
              </a:fillRef>
              <a:effectRef idx="0">
                <a:schemeClr val="accent1"/>
              </a:effectRef>
              <a:fontRef idx="minor">
                <a:schemeClr val="lt1"/>
              </a:fontRef>
            </p:style>
          </p:cxnSp>
        </p:grpSp>
        <p:grpSp>
          <p:nvGrpSpPr>
            <p:cNvPr id="69" name="Groupe 68">
              <a:extLst>
                <a:ext uri="{FF2B5EF4-FFF2-40B4-BE49-F238E27FC236}">
                  <a16:creationId xmlns:a16="http://schemas.microsoft.com/office/drawing/2014/main" id="{C27C57E4-C7B9-1023-712E-9B5B93D72DA1}"/>
                </a:ext>
              </a:extLst>
            </p:cNvPr>
            <p:cNvGrpSpPr/>
            <p:nvPr/>
          </p:nvGrpSpPr>
          <p:grpSpPr>
            <a:xfrm>
              <a:off x="1924563" y="1756036"/>
              <a:ext cx="1825467" cy="3808022"/>
              <a:chOff x="1924563" y="1478956"/>
              <a:chExt cx="1825467" cy="3808022"/>
            </a:xfrm>
          </p:grpSpPr>
          <p:grpSp>
            <p:nvGrpSpPr>
              <p:cNvPr id="31" name="Groupe 30">
                <a:extLst>
                  <a:ext uri="{FF2B5EF4-FFF2-40B4-BE49-F238E27FC236}">
                    <a16:creationId xmlns:a16="http://schemas.microsoft.com/office/drawing/2014/main" id="{A7F6338A-69FB-0ED5-4403-B648AC3C20A4}"/>
                  </a:ext>
                </a:extLst>
              </p:cNvPr>
              <p:cNvGrpSpPr/>
              <p:nvPr/>
            </p:nvGrpSpPr>
            <p:grpSpPr>
              <a:xfrm>
                <a:off x="1924564" y="1478956"/>
                <a:ext cx="1825464" cy="1824000"/>
                <a:chOff x="163244" y="2346518"/>
                <a:chExt cx="1369098" cy="1368000"/>
              </a:xfrm>
            </p:grpSpPr>
            <p:sp>
              <p:nvSpPr>
                <p:cNvPr id="10" name="Forme libre 9">
                  <a:extLst>
                    <a:ext uri="{FF2B5EF4-FFF2-40B4-BE49-F238E27FC236}">
                      <a16:creationId xmlns:a16="http://schemas.microsoft.com/office/drawing/2014/main" id="{A8DC6873-F597-7B42-2C64-4E070D2510E4}"/>
                    </a:ext>
                  </a:extLst>
                </p:cNvPr>
                <p:cNvSpPr>
                  <a:spLocks noChangeAspect="1"/>
                </p:cNvSpPr>
                <p:nvPr/>
              </p:nvSpPr>
              <p:spPr>
                <a:xfrm>
                  <a:off x="163244" y="2346518"/>
                  <a:ext cx="1369098"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11" name="Image 10">
                  <a:extLst>
                    <a:ext uri="{FF2B5EF4-FFF2-40B4-BE49-F238E27FC236}">
                      <a16:creationId xmlns:a16="http://schemas.microsoft.com/office/drawing/2014/main" id="{47DF21D9-6495-993B-3ED8-4249379EA018}"/>
                    </a:ext>
                  </a:extLst>
                </p:cNvPr>
                <p:cNvPicPr>
                  <a:picLocks noChangeAspect="1"/>
                </p:cNvPicPr>
                <p:nvPr/>
              </p:nvPicPr>
              <p:blipFill>
                <a:blip r:embed="rId4"/>
                <a:stretch>
                  <a:fillRect/>
                </a:stretch>
              </p:blipFill>
              <p:spPr>
                <a:xfrm>
                  <a:off x="369824" y="2530698"/>
                  <a:ext cx="938604" cy="705716"/>
                </a:xfrm>
                <a:prstGeom prst="rect">
                  <a:avLst/>
                </a:prstGeom>
              </p:spPr>
            </p:pic>
            <p:sp>
              <p:nvSpPr>
                <p:cNvPr id="17" name="ZoneTexte 16">
                  <a:extLst>
                    <a:ext uri="{FF2B5EF4-FFF2-40B4-BE49-F238E27FC236}">
                      <a16:creationId xmlns:a16="http://schemas.microsoft.com/office/drawing/2014/main" id="{9DB2F3E4-327B-9D11-504E-598C76D88B15}"/>
                    </a:ext>
                  </a:extLst>
                </p:cNvPr>
                <p:cNvSpPr txBox="1"/>
                <p:nvPr/>
              </p:nvSpPr>
              <p:spPr>
                <a:xfrm>
                  <a:off x="163246" y="3265914"/>
                  <a:ext cx="1369096"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30" name="Groupe 29">
                <a:extLst>
                  <a:ext uri="{FF2B5EF4-FFF2-40B4-BE49-F238E27FC236}">
                    <a16:creationId xmlns:a16="http://schemas.microsoft.com/office/drawing/2014/main" id="{D3EF88D5-9D08-FEC7-7511-9E58B7A6D59E}"/>
                  </a:ext>
                </a:extLst>
              </p:cNvPr>
              <p:cNvGrpSpPr/>
              <p:nvPr/>
            </p:nvGrpSpPr>
            <p:grpSpPr>
              <a:xfrm>
                <a:off x="1924563" y="3462978"/>
                <a:ext cx="1825467" cy="1824000"/>
                <a:chOff x="95871" y="746187"/>
                <a:chExt cx="1369100" cy="1368000"/>
              </a:xfrm>
            </p:grpSpPr>
            <p:sp>
              <p:nvSpPr>
                <p:cNvPr id="21" name="Forme libre 20">
                  <a:extLst>
                    <a:ext uri="{FF2B5EF4-FFF2-40B4-BE49-F238E27FC236}">
                      <a16:creationId xmlns:a16="http://schemas.microsoft.com/office/drawing/2014/main" id="{653F8DE0-4F24-950A-205A-5CB14D4C423E}"/>
                    </a:ext>
                  </a:extLst>
                </p:cNvPr>
                <p:cNvSpPr>
                  <a:spLocks noChangeAspect="1"/>
                </p:cNvSpPr>
                <p:nvPr/>
              </p:nvSpPr>
              <p:spPr>
                <a:xfrm>
                  <a:off x="95872" y="74618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23" name="Image 22">
                  <a:extLst>
                    <a:ext uri="{FF2B5EF4-FFF2-40B4-BE49-F238E27FC236}">
                      <a16:creationId xmlns:a16="http://schemas.microsoft.com/office/drawing/2014/main" id="{13E1E893-5814-7770-77BE-08D3074BE83F}"/>
                    </a:ext>
                  </a:extLst>
                </p:cNvPr>
                <p:cNvPicPr>
                  <a:picLocks noChangeAspect="1"/>
                </p:cNvPicPr>
                <p:nvPr/>
              </p:nvPicPr>
              <p:blipFill>
                <a:blip r:embed="rId5"/>
                <a:stretch>
                  <a:fillRect/>
                </a:stretch>
              </p:blipFill>
              <p:spPr>
                <a:xfrm>
                  <a:off x="462480" y="949672"/>
                  <a:ext cx="618546" cy="738652"/>
                </a:xfrm>
                <a:prstGeom prst="rect">
                  <a:avLst/>
                </a:prstGeom>
              </p:spPr>
            </p:pic>
            <p:sp>
              <p:nvSpPr>
                <p:cNvPr id="26" name="ZoneTexte 25">
                  <a:extLst>
                    <a:ext uri="{FF2B5EF4-FFF2-40B4-BE49-F238E27FC236}">
                      <a16:creationId xmlns:a16="http://schemas.microsoft.com/office/drawing/2014/main" id="{E4984164-06BF-2993-667F-B1A7FE626997}"/>
                    </a:ext>
                  </a:extLst>
                </p:cNvPr>
                <p:cNvSpPr txBox="1"/>
                <p:nvPr/>
              </p:nvSpPr>
              <p:spPr>
                <a:xfrm>
                  <a:off x="95871" y="1688321"/>
                  <a:ext cx="1369097"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56" name="Ellipse 55">
                <a:extLst>
                  <a:ext uri="{FF2B5EF4-FFF2-40B4-BE49-F238E27FC236}">
                    <a16:creationId xmlns:a16="http://schemas.microsoft.com/office/drawing/2014/main" id="{E3B40CDC-8814-702F-4661-6436CC6A35D1}"/>
                  </a:ext>
                </a:extLst>
              </p:cNvPr>
              <p:cNvSpPr/>
              <p:nvPr/>
            </p:nvSpPr>
            <p:spPr>
              <a:xfrm>
                <a:off x="2539480" y="3099011"/>
                <a:ext cx="595632" cy="59563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dirty="0">
                  <a:latin typeface="Calibri Light" panose="020F0302020204030204" pitchFamily="34" charset="0"/>
                  <a:cs typeface="Calibri Light" panose="020F0302020204030204" pitchFamily="34" charset="0"/>
                </a:endParaRPr>
              </a:p>
            </p:txBody>
          </p:sp>
          <p:sp>
            <p:nvSpPr>
              <p:cNvPr id="57" name="Titre 1">
                <a:extLst>
                  <a:ext uri="{FF2B5EF4-FFF2-40B4-BE49-F238E27FC236}">
                    <a16:creationId xmlns:a16="http://schemas.microsoft.com/office/drawing/2014/main" id="{181362EA-55A1-DE51-92CD-2E8678FF370D}"/>
                  </a:ext>
                </a:extLst>
              </p:cNvPr>
              <p:cNvSpPr txBox="1">
                <a:spLocks/>
              </p:cNvSpPr>
              <p:nvPr/>
            </p:nvSpPr>
            <p:spPr>
              <a:xfrm>
                <a:off x="2539480" y="3034257"/>
                <a:ext cx="595632" cy="633019"/>
              </a:xfrm>
              <a:prstGeom prst="rect">
                <a:avLst/>
              </a:prstGeom>
              <a:ln>
                <a:noFill/>
              </a:ln>
            </p:spPr>
            <p:txBody>
              <a:bodyPr lIns="0" tIns="0" rIns="0" bIns="0" anchor="ctr"/>
              <a:lstStyle>
                <a:lvl1pPr defTabSz="685800">
                  <a:spcBef>
                    <a:spcPct val="0"/>
                  </a:spcBef>
                  <a:buNone/>
                  <a:defRPr b="1">
                    <a:solidFill>
                      <a:srgbClr val="252525"/>
                    </a:solidFill>
                    <a:latin typeface="Segoe UI" panose="020B0502040204020203" pitchFamily="34" charset="0"/>
                    <a:ea typeface="+mj-ea"/>
                    <a:cs typeface="Segoe UI" panose="020B0502040204020203" pitchFamily="34" charset="0"/>
                  </a:defRPr>
                </a:lvl1pPr>
              </a:lstStyle>
              <a:p>
                <a:pPr algn="ctr"/>
                <a:r>
                  <a:rPr lang="fr-FR" sz="5333" b="0" dirty="0">
                    <a:latin typeface="Calibri Light" panose="020F0302020204030204" pitchFamily="34" charset="0"/>
                    <a:cs typeface="Calibri Light" panose="020F0302020204030204" pitchFamily="34" charset="0"/>
                  </a:rPr>
                  <a:t>+</a:t>
                </a:r>
                <a:endParaRPr lang="fr-FR" altLang="fr-FR" sz="5333" b="0" dirty="0">
                  <a:latin typeface="Calibri Light" panose="020F0302020204030204" pitchFamily="34" charset="0"/>
                  <a:cs typeface="Calibri Light" panose="020F0302020204030204" pitchFamily="34" charset="0"/>
                </a:endParaRPr>
              </a:p>
            </p:txBody>
          </p:sp>
        </p:grpSp>
      </p:grpSp>
      <p:sp>
        <p:nvSpPr>
          <p:cNvPr id="6" name="Titre 5">
            <a:extLst>
              <a:ext uri="{FF2B5EF4-FFF2-40B4-BE49-F238E27FC236}">
                <a16:creationId xmlns:a16="http://schemas.microsoft.com/office/drawing/2014/main" id="{237D7E9A-5E45-BCA2-1DF2-A9050FB11C48}"/>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3" name="Date Placeholder 2">
            <a:extLst>
              <a:ext uri="{FF2B5EF4-FFF2-40B4-BE49-F238E27FC236}">
                <a16:creationId xmlns:a16="http://schemas.microsoft.com/office/drawing/2014/main" id="{C8484577-0963-6EA9-5917-25A5871B2540}"/>
              </a:ext>
            </a:extLst>
          </p:cNvPr>
          <p:cNvSpPr>
            <a:spLocks noGrp="1"/>
          </p:cNvSpPr>
          <p:nvPr>
            <p:ph type="dt" sz="half" idx="10"/>
          </p:nvPr>
        </p:nvSpPr>
        <p:spPr/>
        <p:txBody>
          <a:bodyPr/>
          <a:lstStyle/>
          <a:p>
            <a:pPr rtl="0"/>
            <a:r>
              <a:rPr lang="fr-FR" noProof="0"/>
              <a:t>14/10/2025</a:t>
            </a:r>
          </a:p>
        </p:txBody>
      </p:sp>
      <p:sp>
        <p:nvSpPr>
          <p:cNvPr id="4" name="Footer Placeholder 3">
            <a:extLst>
              <a:ext uri="{FF2B5EF4-FFF2-40B4-BE49-F238E27FC236}">
                <a16:creationId xmlns:a16="http://schemas.microsoft.com/office/drawing/2014/main" id="{0F22B604-8F6E-C9E2-B823-0285723CE171}"/>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A7B232BE-7A14-3F0D-892C-F5F331F93724}"/>
              </a:ext>
            </a:extLst>
          </p:cNvPr>
          <p:cNvSpPr>
            <a:spLocks noGrp="1"/>
          </p:cNvSpPr>
          <p:nvPr>
            <p:ph type="sldNum" sz="quarter" idx="12"/>
          </p:nvPr>
        </p:nvSpPr>
        <p:spPr/>
        <p:txBody>
          <a:bodyPr/>
          <a:lstStyle/>
          <a:p>
            <a:pPr rtl="0"/>
            <a:fld id="{294A09A9-5501-47C1-A89A-A340965A2BE2}" type="slidenum">
              <a:rPr lang="fr-FR" noProof="0" smtClean="0"/>
              <a:t>21</a:t>
            </a:fld>
            <a:endParaRPr lang="fr-FR" noProof="0"/>
          </a:p>
        </p:txBody>
      </p:sp>
      <p:sp>
        <p:nvSpPr>
          <p:cNvPr id="2" name="Espace réservé du texte 1">
            <a:extLst>
              <a:ext uri="{FF2B5EF4-FFF2-40B4-BE49-F238E27FC236}">
                <a16:creationId xmlns:a16="http://schemas.microsoft.com/office/drawing/2014/main" id="{9DD9A695-85BD-D250-564D-84D20AC18125}"/>
              </a:ext>
            </a:extLst>
          </p:cNvPr>
          <p:cNvSpPr>
            <a:spLocks noGrp="1"/>
          </p:cNvSpPr>
          <p:nvPr>
            <p:ph type="body" sz="quarter" idx="13"/>
          </p:nvPr>
        </p:nvSpPr>
        <p:spPr/>
        <p:txBody>
          <a:bodyPr/>
          <a:lstStyle/>
          <a:p>
            <a:r>
              <a:rPr lang="fr-FR" dirty="0"/>
              <a:t>Qu’est-ce que le niveau de risque ?</a:t>
            </a:r>
          </a:p>
        </p:txBody>
      </p:sp>
      <p:grpSp>
        <p:nvGrpSpPr>
          <p:cNvPr id="66" name="Groupe 65">
            <a:extLst>
              <a:ext uri="{FF2B5EF4-FFF2-40B4-BE49-F238E27FC236}">
                <a16:creationId xmlns:a16="http://schemas.microsoft.com/office/drawing/2014/main" id="{2D5E1734-0467-CBD4-0186-D6342B82A8B8}"/>
              </a:ext>
            </a:extLst>
          </p:cNvPr>
          <p:cNvGrpSpPr/>
          <p:nvPr/>
        </p:nvGrpSpPr>
        <p:grpSpPr>
          <a:xfrm>
            <a:off x="7321155" y="2027561"/>
            <a:ext cx="3450307" cy="3018708"/>
            <a:chOff x="7321155" y="1935201"/>
            <a:chExt cx="3450307" cy="3018708"/>
          </a:xfrm>
        </p:grpSpPr>
        <p:grpSp>
          <p:nvGrpSpPr>
            <p:cNvPr id="63" name="Groupe 62">
              <a:extLst>
                <a:ext uri="{FF2B5EF4-FFF2-40B4-BE49-F238E27FC236}">
                  <a16:creationId xmlns:a16="http://schemas.microsoft.com/office/drawing/2014/main" id="{A4B63098-E8E2-332C-ECA9-2AC70E1E7E37}"/>
                </a:ext>
              </a:extLst>
            </p:cNvPr>
            <p:cNvGrpSpPr/>
            <p:nvPr/>
          </p:nvGrpSpPr>
          <p:grpSpPr>
            <a:xfrm>
              <a:off x="7666312" y="4545961"/>
              <a:ext cx="2700000" cy="407948"/>
              <a:chOff x="7684784" y="5100140"/>
              <a:chExt cx="2700000" cy="407948"/>
            </a:xfrm>
          </p:grpSpPr>
          <p:sp>
            <p:nvSpPr>
              <p:cNvPr id="12" name="ZoneTexte 11">
                <a:extLst>
                  <a:ext uri="{FF2B5EF4-FFF2-40B4-BE49-F238E27FC236}">
                    <a16:creationId xmlns:a16="http://schemas.microsoft.com/office/drawing/2014/main" id="{AD703609-1234-47C4-1D97-8855210B7140}"/>
                  </a:ext>
                </a:extLst>
              </p:cNvPr>
              <p:cNvSpPr txBox="1"/>
              <p:nvPr/>
            </p:nvSpPr>
            <p:spPr>
              <a:xfrm>
                <a:off x="8431251" y="5169534"/>
                <a:ext cx="1659765" cy="338554"/>
              </a:xfrm>
              <a:prstGeom prst="rect">
                <a:avLst/>
              </a:prstGeom>
              <a:noFill/>
            </p:spPr>
            <p:txBody>
              <a:bodyPr wrap="square" rtlCol="0">
                <a:spAutoFit/>
              </a:bodyPr>
              <a:lstStyle/>
              <a:p>
                <a:r>
                  <a:rPr lang="fr-FR" sz="1600" dirty="0">
                    <a:solidFill>
                      <a:srgbClr val="00B0F0"/>
                    </a:solidFill>
                    <a:latin typeface="Calibri Light" panose="020F0302020204030204" pitchFamily="34" charset="0"/>
                    <a:cs typeface="Calibri Light" panose="020F0302020204030204" pitchFamily="34" charset="0"/>
                  </a:rPr>
                  <a:t>Vraisemblance</a:t>
                </a:r>
              </a:p>
            </p:txBody>
          </p:sp>
          <p:grpSp>
            <p:nvGrpSpPr>
              <p:cNvPr id="53" name="Groupe 52">
                <a:extLst>
                  <a:ext uri="{FF2B5EF4-FFF2-40B4-BE49-F238E27FC236}">
                    <a16:creationId xmlns:a16="http://schemas.microsoft.com/office/drawing/2014/main" id="{DF41E58A-B169-8D42-F9AC-5F84F66BE11D}"/>
                  </a:ext>
                </a:extLst>
              </p:cNvPr>
              <p:cNvGrpSpPr/>
              <p:nvPr/>
            </p:nvGrpSpPr>
            <p:grpSpPr>
              <a:xfrm>
                <a:off x="7684784" y="5100140"/>
                <a:ext cx="2700000" cy="131240"/>
                <a:chOff x="7841796" y="5081668"/>
                <a:chExt cx="2700000" cy="131240"/>
              </a:xfrm>
            </p:grpSpPr>
            <p:cxnSp>
              <p:nvCxnSpPr>
                <p:cNvPr id="7" name="Connecteur droit avec flèche 6">
                  <a:extLst>
                    <a:ext uri="{FF2B5EF4-FFF2-40B4-BE49-F238E27FC236}">
                      <a16:creationId xmlns:a16="http://schemas.microsoft.com/office/drawing/2014/main" id="{B89DD547-8E1C-4D0B-5912-63DC8C622321}"/>
                    </a:ext>
                  </a:extLst>
                </p:cNvPr>
                <p:cNvCxnSpPr>
                  <a:cxnSpLocks/>
                </p:cNvCxnSpPr>
                <p:nvPr/>
              </p:nvCxnSpPr>
              <p:spPr>
                <a:xfrm flipV="1">
                  <a:off x="7841796" y="5156524"/>
                  <a:ext cx="2700000" cy="0"/>
                </a:xfrm>
                <a:prstGeom prst="straightConnector1">
                  <a:avLst/>
                </a:prstGeom>
                <a:ln w="19050" cap="flat" cmpd="sng" algn="ctr">
                  <a:solidFill>
                    <a:srgbClr val="00B0F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Connecteur droit 15">
                  <a:extLst>
                    <a:ext uri="{FF2B5EF4-FFF2-40B4-BE49-F238E27FC236}">
                      <a16:creationId xmlns:a16="http://schemas.microsoft.com/office/drawing/2014/main" id="{8A499BBA-FE9D-977B-C7B4-2019AE605F2F}"/>
                    </a:ext>
                  </a:extLst>
                </p:cNvPr>
                <p:cNvCxnSpPr>
                  <a:cxnSpLocks/>
                </p:cNvCxnSpPr>
                <p:nvPr/>
              </p:nvCxnSpPr>
              <p:spPr>
                <a:xfrm>
                  <a:off x="8280869"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8" name="Connecteur droit 17">
                  <a:extLst>
                    <a:ext uri="{FF2B5EF4-FFF2-40B4-BE49-F238E27FC236}">
                      <a16:creationId xmlns:a16="http://schemas.microsoft.com/office/drawing/2014/main" id="{1D63B980-FE76-F060-9D92-F7F96D7F7406}"/>
                    </a:ext>
                  </a:extLst>
                </p:cNvPr>
                <p:cNvCxnSpPr>
                  <a:cxnSpLocks/>
                </p:cNvCxnSpPr>
                <p:nvPr/>
              </p:nvCxnSpPr>
              <p:spPr>
                <a:xfrm>
                  <a:off x="8884251"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9" name="Connecteur droit 18">
                  <a:extLst>
                    <a:ext uri="{FF2B5EF4-FFF2-40B4-BE49-F238E27FC236}">
                      <a16:creationId xmlns:a16="http://schemas.microsoft.com/office/drawing/2014/main" id="{06427185-2887-C45A-E5FC-28CE5630BB64}"/>
                    </a:ext>
                  </a:extLst>
                </p:cNvPr>
                <p:cNvCxnSpPr>
                  <a:cxnSpLocks/>
                </p:cNvCxnSpPr>
                <p:nvPr/>
              </p:nvCxnSpPr>
              <p:spPr>
                <a:xfrm>
                  <a:off x="9487633"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73516091-2F3E-F6F8-9D37-F9BF7EC72B41}"/>
                    </a:ext>
                  </a:extLst>
                </p:cNvPr>
                <p:cNvCxnSpPr>
                  <a:cxnSpLocks/>
                </p:cNvCxnSpPr>
                <p:nvPr/>
              </p:nvCxnSpPr>
              <p:spPr>
                <a:xfrm>
                  <a:off x="10091016"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grpSp>
        </p:grpSp>
        <p:grpSp>
          <p:nvGrpSpPr>
            <p:cNvPr id="64" name="Groupe 63">
              <a:extLst>
                <a:ext uri="{FF2B5EF4-FFF2-40B4-BE49-F238E27FC236}">
                  <a16:creationId xmlns:a16="http://schemas.microsoft.com/office/drawing/2014/main" id="{4F7FFA6B-2E28-13A7-AA15-C92B5ECDC17E}"/>
                </a:ext>
              </a:extLst>
            </p:cNvPr>
            <p:cNvGrpSpPr/>
            <p:nvPr/>
          </p:nvGrpSpPr>
          <p:grpSpPr>
            <a:xfrm>
              <a:off x="7321155" y="1935201"/>
              <a:ext cx="391917" cy="2688299"/>
              <a:chOff x="7339627" y="2489380"/>
              <a:chExt cx="391917" cy="2688299"/>
            </a:xfrm>
          </p:grpSpPr>
          <p:sp>
            <p:nvSpPr>
              <p:cNvPr id="15" name="ZoneTexte 14">
                <a:extLst>
                  <a:ext uri="{FF2B5EF4-FFF2-40B4-BE49-F238E27FC236}">
                    <a16:creationId xmlns:a16="http://schemas.microsoft.com/office/drawing/2014/main" id="{3764A8DC-DA2E-17DF-D502-4617E9DDED00}"/>
                  </a:ext>
                </a:extLst>
              </p:cNvPr>
              <p:cNvSpPr txBox="1"/>
              <p:nvPr/>
            </p:nvSpPr>
            <p:spPr>
              <a:xfrm rot="16200000">
                <a:off x="7104121" y="3542452"/>
                <a:ext cx="809566" cy="338554"/>
              </a:xfrm>
              <a:prstGeom prst="rect">
                <a:avLst/>
              </a:prstGeom>
              <a:noFill/>
            </p:spPr>
            <p:txBody>
              <a:bodyPr wrap="square" rtlCol="0">
                <a:spAutoFit/>
              </a:bodyPr>
              <a:lstStyle/>
              <a:p>
                <a:r>
                  <a:rPr lang="fr-FR" sz="1600" dirty="0">
                    <a:solidFill>
                      <a:srgbClr val="FF0000"/>
                    </a:solidFill>
                    <a:latin typeface="Calibri Light" panose="020F0302020204030204" pitchFamily="34" charset="0"/>
                    <a:cs typeface="Calibri Light" panose="020F0302020204030204" pitchFamily="34" charset="0"/>
                  </a:rPr>
                  <a:t>Gravité</a:t>
                </a:r>
              </a:p>
            </p:txBody>
          </p:sp>
          <p:grpSp>
            <p:nvGrpSpPr>
              <p:cNvPr id="54" name="Groupe 53">
                <a:extLst>
                  <a:ext uri="{FF2B5EF4-FFF2-40B4-BE49-F238E27FC236}">
                    <a16:creationId xmlns:a16="http://schemas.microsoft.com/office/drawing/2014/main" id="{C0F5297C-C4FF-DC30-4DAB-01880815CAC1}"/>
                  </a:ext>
                </a:extLst>
              </p:cNvPr>
              <p:cNvGrpSpPr/>
              <p:nvPr/>
            </p:nvGrpSpPr>
            <p:grpSpPr>
              <a:xfrm>
                <a:off x="7635533" y="2489380"/>
                <a:ext cx="96011" cy="2688299"/>
                <a:chOff x="7635533" y="2489380"/>
                <a:chExt cx="96011" cy="2688299"/>
              </a:xfrm>
            </p:grpSpPr>
            <p:cxnSp>
              <p:nvCxnSpPr>
                <p:cNvPr id="9" name="Connecteur droit avec flèche 8">
                  <a:extLst>
                    <a:ext uri="{FF2B5EF4-FFF2-40B4-BE49-F238E27FC236}">
                      <a16:creationId xmlns:a16="http://schemas.microsoft.com/office/drawing/2014/main" id="{02769CA5-2344-E806-8AE7-4EF4DEBB98C8}"/>
                    </a:ext>
                  </a:extLst>
                </p:cNvPr>
                <p:cNvCxnSpPr>
                  <a:cxnSpLocks/>
                </p:cNvCxnSpPr>
                <p:nvPr/>
              </p:nvCxnSpPr>
              <p:spPr>
                <a:xfrm flipV="1">
                  <a:off x="7683305" y="2489380"/>
                  <a:ext cx="0" cy="2688299"/>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Connecteur droit 24">
                  <a:extLst>
                    <a:ext uri="{FF2B5EF4-FFF2-40B4-BE49-F238E27FC236}">
                      <a16:creationId xmlns:a16="http://schemas.microsoft.com/office/drawing/2014/main" id="{0D1717ED-8938-0657-E52F-70DE8ABD8F9E}"/>
                    </a:ext>
                  </a:extLst>
                </p:cNvPr>
                <p:cNvCxnSpPr>
                  <a:cxnSpLocks/>
                </p:cNvCxnSpPr>
                <p:nvPr/>
              </p:nvCxnSpPr>
              <p:spPr>
                <a:xfrm>
                  <a:off x="7635533" y="4592379"/>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7" name="Connecteur droit 26">
                  <a:extLst>
                    <a:ext uri="{FF2B5EF4-FFF2-40B4-BE49-F238E27FC236}">
                      <a16:creationId xmlns:a16="http://schemas.microsoft.com/office/drawing/2014/main" id="{DB54F63B-E5C1-C881-DF72-45C0242E3354}"/>
                    </a:ext>
                  </a:extLst>
                </p:cNvPr>
                <p:cNvCxnSpPr>
                  <a:cxnSpLocks/>
                </p:cNvCxnSpPr>
                <p:nvPr/>
              </p:nvCxnSpPr>
              <p:spPr>
                <a:xfrm>
                  <a:off x="7635533" y="4016315"/>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8" name="Connecteur droit 27">
                  <a:extLst>
                    <a:ext uri="{FF2B5EF4-FFF2-40B4-BE49-F238E27FC236}">
                      <a16:creationId xmlns:a16="http://schemas.microsoft.com/office/drawing/2014/main" id="{D397A06D-9EB0-1586-346E-4794A19297C6}"/>
                    </a:ext>
                  </a:extLst>
                </p:cNvPr>
                <p:cNvCxnSpPr>
                  <a:cxnSpLocks/>
                </p:cNvCxnSpPr>
                <p:nvPr/>
              </p:nvCxnSpPr>
              <p:spPr>
                <a:xfrm>
                  <a:off x="7635533" y="3440251"/>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83745802-1AA1-C03F-A4E4-C390AF805028}"/>
                    </a:ext>
                  </a:extLst>
                </p:cNvPr>
                <p:cNvCxnSpPr>
                  <a:cxnSpLocks/>
                </p:cNvCxnSpPr>
                <p:nvPr/>
              </p:nvCxnSpPr>
              <p:spPr>
                <a:xfrm>
                  <a:off x="7635533" y="2864187"/>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grpSp>
        </p:grpSp>
        <p:grpSp>
          <p:nvGrpSpPr>
            <p:cNvPr id="50" name="Groupe 49">
              <a:extLst>
                <a:ext uri="{FF2B5EF4-FFF2-40B4-BE49-F238E27FC236}">
                  <a16:creationId xmlns:a16="http://schemas.microsoft.com/office/drawing/2014/main" id="{BBD4A58A-1812-1DEE-74CC-912C0F0A6CFF}"/>
                </a:ext>
              </a:extLst>
            </p:cNvPr>
            <p:cNvGrpSpPr/>
            <p:nvPr/>
          </p:nvGrpSpPr>
          <p:grpSpPr>
            <a:xfrm>
              <a:off x="7971177" y="3932500"/>
              <a:ext cx="1055234" cy="252000"/>
              <a:chOff x="7888049" y="4255772"/>
              <a:chExt cx="1055234" cy="252000"/>
            </a:xfrm>
          </p:grpSpPr>
          <p:sp>
            <p:nvSpPr>
              <p:cNvPr id="32" name="Ellipse 31">
                <a:extLst>
                  <a:ext uri="{FF2B5EF4-FFF2-40B4-BE49-F238E27FC236}">
                    <a16:creationId xmlns:a16="http://schemas.microsoft.com/office/drawing/2014/main" id="{6DDCBF6E-4991-0113-3DB8-6ADFF95FD32C}"/>
                  </a:ext>
                </a:extLst>
              </p:cNvPr>
              <p:cNvSpPr/>
              <p:nvPr/>
            </p:nvSpPr>
            <p:spPr>
              <a:xfrm>
                <a:off x="7888049" y="4261910"/>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sp>
            <p:nvSpPr>
              <p:cNvPr id="35" name="ZoneTexte 34">
                <a:extLst>
                  <a:ext uri="{FF2B5EF4-FFF2-40B4-BE49-F238E27FC236}">
                    <a16:creationId xmlns:a16="http://schemas.microsoft.com/office/drawing/2014/main" id="{5DD19569-0AFC-E351-02EE-2C9A923839D5}"/>
                  </a:ext>
                </a:extLst>
              </p:cNvPr>
              <p:cNvSpPr txBox="1"/>
              <p:nvPr/>
            </p:nvSpPr>
            <p:spPr>
              <a:xfrm>
                <a:off x="8187283" y="4255772"/>
                <a:ext cx="756000" cy="252000"/>
              </a:xfrm>
              <a:prstGeom prst="rect">
                <a:avLst/>
              </a:prstGeom>
              <a:noFill/>
            </p:spPr>
            <p:txBody>
              <a:bodyPr wrap="square" lIns="0" tIns="0" rIns="0" bIns="0" rtlCol="0">
                <a:spAutoFit/>
              </a:bodyPr>
              <a:lstStyle/>
              <a:p>
                <a:r>
                  <a:rPr lang="fr-FR" sz="1600" i="1" dirty="0">
                    <a:solidFill>
                      <a:srgbClr val="252525"/>
                    </a:solidFill>
                    <a:latin typeface="Calibri Light" panose="020F0302020204030204" pitchFamily="34" charset="0"/>
                    <a:cs typeface="Calibri Light" panose="020F0302020204030204" pitchFamily="34" charset="0"/>
                  </a:rPr>
                  <a:t>Risque 2</a:t>
                </a:r>
              </a:p>
            </p:txBody>
          </p:sp>
        </p:grpSp>
        <p:grpSp>
          <p:nvGrpSpPr>
            <p:cNvPr id="51" name="Groupe 50">
              <a:extLst>
                <a:ext uri="{FF2B5EF4-FFF2-40B4-BE49-F238E27FC236}">
                  <a16:creationId xmlns:a16="http://schemas.microsoft.com/office/drawing/2014/main" id="{99394435-D08D-F376-5E28-1E9767C3AE24}"/>
                </a:ext>
              </a:extLst>
            </p:cNvPr>
            <p:cNvGrpSpPr/>
            <p:nvPr/>
          </p:nvGrpSpPr>
          <p:grpSpPr>
            <a:xfrm>
              <a:off x="9197448" y="3305056"/>
              <a:ext cx="1045265" cy="252000"/>
              <a:chOff x="9064362" y="4255758"/>
              <a:chExt cx="1045265" cy="252000"/>
            </a:xfrm>
          </p:grpSpPr>
          <p:sp>
            <p:nvSpPr>
              <p:cNvPr id="37" name="ZoneTexte 36">
                <a:extLst>
                  <a:ext uri="{FF2B5EF4-FFF2-40B4-BE49-F238E27FC236}">
                    <a16:creationId xmlns:a16="http://schemas.microsoft.com/office/drawing/2014/main" id="{DEB020A1-94B7-AC40-8039-3CEB7AD09E4D}"/>
                  </a:ext>
                </a:extLst>
              </p:cNvPr>
              <p:cNvSpPr txBox="1"/>
              <p:nvPr/>
            </p:nvSpPr>
            <p:spPr>
              <a:xfrm>
                <a:off x="9353627" y="4255758"/>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3</a:t>
                </a:r>
              </a:p>
            </p:txBody>
          </p:sp>
          <p:sp>
            <p:nvSpPr>
              <p:cNvPr id="41" name="Ellipse 40">
                <a:extLst>
                  <a:ext uri="{FF2B5EF4-FFF2-40B4-BE49-F238E27FC236}">
                    <a16:creationId xmlns:a16="http://schemas.microsoft.com/office/drawing/2014/main" id="{DC3C62AB-0DD2-AC64-6602-9DD922FCCC4B}"/>
                  </a:ext>
                </a:extLst>
              </p:cNvPr>
              <p:cNvSpPr/>
              <p:nvPr/>
            </p:nvSpPr>
            <p:spPr>
              <a:xfrm>
                <a:off x="9064362" y="4261896"/>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52" name="Groupe 51">
              <a:extLst>
                <a:ext uri="{FF2B5EF4-FFF2-40B4-BE49-F238E27FC236}">
                  <a16:creationId xmlns:a16="http://schemas.microsoft.com/office/drawing/2014/main" id="{464DB1F2-A712-B9DA-1B4D-5CE8E7024C80}"/>
                </a:ext>
              </a:extLst>
            </p:cNvPr>
            <p:cNvGrpSpPr/>
            <p:nvPr/>
          </p:nvGrpSpPr>
          <p:grpSpPr>
            <a:xfrm>
              <a:off x="9207034" y="3932500"/>
              <a:ext cx="1082185" cy="252000"/>
              <a:chOff x="9603506" y="4749661"/>
              <a:chExt cx="1082185" cy="252000"/>
            </a:xfrm>
          </p:grpSpPr>
          <p:sp>
            <p:nvSpPr>
              <p:cNvPr id="38" name="ZoneTexte 37">
                <a:extLst>
                  <a:ext uri="{FF2B5EF4-FFF2-40B4-BE49-F238E27FC236}">
                    <a16:creationId xmlns:a16="http://schemas.microsoft.com/office/drawing/2014/main" id="{FF286329-9831-85FC-6CAE-F48074D93BA9}"/>
                  </a:ext>
                </a:extLst>
              </p:cNvPr>
              <p:cNvSpPr txBox="1"/>
              <p:nvPr/>
            </p:nvSpPr>
            <p:spPr>
              <a:xfrm>
                <a:off x="9929691" y="4749661"/>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4</a:t>
                </a:r>
              </a:p>
            </p:txBody>
          </p:sp>
          <p:sp>
            <p:nvSpPr>
              <p:cNvPr id="44" name="Ellipse 43">
                <a:extLst>
                  <a:ext uri="{FF2B5EF4-FFF2-40B4-BE49-F238E27FC236}">
                    <a16:creationId xmlns:a16="http://schemas.microsoft.com/office/drawing/2014/main" id="{B582DB81-81CA-0C39-BA16-C5CFC7380434}"/>
                  </a:ext>
                </a:extLst>
              </p:cNvPr>
              <p:cNvSpPr/>
              <p:nvPr/>
            </p:nvSpPr>
            <p:spPr>
              <a:xfrm>
                <a:off x="9603506" y="4755799"/>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9" name="Groupe 48">
              <a:extLst>
                <a:ext uri="{FF2B5EF4-FFF2-40B4-BE49-F238E27FC236}">
                  <a16:creationId xmlns:a16="http://schemas.microsoft.com/office/drawing/2014/main" id="{B0E59250-8E60-8949-A0B9-F8600B136550}"/>
                </a:ext>
              </a:extLst>
            </p:cNvPr>
            <p:cNvGrpSpPr/>
            <p:nvPr/>
          </p:nvGrpSpPr>
          <p:grpSpPr>
            <a:xfrm>
              <a:off x="8549722" y="2722440"/>
              <a:ext cx="1035312" cy="252000"/>
              <a:chOff x="8666132" y="3662549"/>
              <a:chExt cx="1035312" cy="252000"/>
            </a:xfrm>
          </p:grpSpPr>
          <p:sp>
            <p:nvSpPr>
              <p:cNvPr id="39" name="ZoneTexte 38">
                <a:extLst>
                  <a:ext uri="{FF2B5EF4-FFF2-40B4-BE49-F238E27FC236}">
                    <a16:creationId xmlns:a16="http://schemas.microsoft.com/office/drawing/2014/main" id="{2BF4F4C7-12DA-8DCC-335C-9308912E3A1D}"/>
                  </a:ext>
                </a:extLst>
              </p:cNvPr>
              <p:cNvSpPr txBox="1"/>
              <p:nvPr/>
            </p:nvSpPr>
            <p:spPr>
              <a:xfrm>
                <a:off x="8945444" y="3662549"/>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5</a:t>
                </a:r>
              </a:p>
            </p:txBody>
          </p:sp>
          <p:sp>
            <p:nvSpPr>
              <p:cNvPr id="45" name="Ellipse 44">
                <a:extLst>
                  <a:ext uri="{FF2B5EF4-FFF2-40B4-BE49-F238E27FC236}">
                    <a16:creationId xmlns:a16="http://schemas.microsoft.com/office/drawing/2014/main" id="{A717717E-9132-D3AB-4866-53E6A3827509}"/>
                  </a:ext>
                </a:extLst>
              </p:cNvPr>
              <p:cNvSpPr/>
              <p:nvPr/>
            </p:nvSpPr>
            <p:spPr>
              <a:xfrm>
                <a:off x="8666132" y="3668687"/>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8" name="Groupe 47">
              <a:extLst>
                <a:ext uri="{FF2B5EF4-FFF2-40B4-BE49-F238E27FC236}">
                  <a16:creationId xmlns:a16="http://schemas.microsoft.com/office/drawing/2014/main" id="{456F89DB-192A-DB3A-80E4-DCD7C748A59A}"/>
                </a:ext>
              </a:extLst>
            </p:cNvPr>
            <p:cNvGrpSpPr/>
            <p:nvPr/>
          </p:nvGrpSpPr>
          <p:grpSpPr>
            <a:xfrm>
              <a:off x="9726466" y="2195847"/>
              <a:ext cx="1044996" cy="252000"/>
              <a:chOff x="9652520" y="3008453"/>
              <a:chExt cx="1044996" cy="252000"/>
            </a:xfrm>
          </p:grpSpPr>
          <p:sp>
            <p:nvSpPr>
              <p:cNvPr id="34" name="ZoneTexte 33">
                <a:extLst>
                  <a:ext uri="{FF2B5EF4-FFF2-40B4-BE49-F238E27FC236}">
                    <a16:creationId xmlns:a16="http://schemas.microsoft.com/office/drawing/2014/main" id="{36C0F3D9-5F14-35A7-2AAA-0C2B6245317E}"/>
                  </a:ext>
                </a:extLst>
              </p:cNvPr>
              <p:cNvSpPr txBox="1"/>
              <p:nvPr/>
            </p:nvSpPr>
            <p:spPr>
              <a:xfrm>
                <a:off x="9941516" y="3008453"/>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1</a:t>
                </a:r>
              </a:p>
            </p:txBody>
          </p:sp>
          <p:sp>
            <p:nvSpPr>
              <p:cNvPr id="46" name="Ellipse 45">
                <a:extLst>
                  <a:ext uri="{FF2B5EF4-FFF2-40B4-BE49-F238E27FC236}">
                    <a16:creationId xmlns:a16="http://schemas.microsoft.com/office/drawing/2014/main" id="{FD8AF51E-54FA-F171-E304-D2A75240C2B3}"/>
                  </a:ext>
                </a:extLst>
              </p:cNvPr>
              <p:cNvSpPr/>
              <p:nvPr/>
            </p:nvSpPr>
            <p:spPr>
              <a:xfrm>
                <a:off x="9652520" y="3014591"/>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sp>
        <p:nvSpPr>
          <p:cNvPr id="65" name="Organigramme : Alternative 64">
            <a:extLst>
              <a:ext uri="{FF2B5EF4-FFF2-40B4-BE49-F238E27FC236}">
                <a16:creationId xmlns:a16="http://schemas.microsoft.com/office/drawing/2014/main" id="{9EAD0629-5312-3360-9BDB-EF398B3B3163}"/>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d’un risque est composé de sa gravité et de sa vraisemblance.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ne fait pas d’opération « mathématique »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ainsi positionner les risques sur une matrice comparer (évaluation des risques).</a:t>
            </a:r>
          </a:p>
        </p:txBody>
      </p:sp>
    </p:spTree>
    <p:extLst>
      <p:ext uri="{BB962C8B-B14F-4D97-AF65-F5344CB8AC3E}">
        <p14:creationId xmlns:p14="http://schemas.microsoft.com/office/powerpoint/2010/main" val="84678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wipe(left)">
                                      <p:cBhvr>
                                        <p:cTn id="7" dur="5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 impact</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Exercice collégial</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14/10/2025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22</a:t>
            </a:fld>
            <a:endParaRPr lang="fr-FR" noProof="0"/>
          </a:p>
        </p:txBody>
      </p:sp>
      <p:sp>
        <p:nvSpPr>
          <p:cNvPr id="2" name="Espace réservé du texte 1">
            <a:extLst>
              <a:ext uri="{FF2B5EF4-FFF2-40B4-BE49-F238E27FC236}">
                <a16:creationId xmlns:a16="http://schemas.microsoft.com/office/drawing/2014/main" id="{EEE3A007-007E-85B8-FBBE-EE97FBA6F5DC}"/>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22573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cxnSp>
        <p:nvCxnSpPr>
          <p:cNvPr id="52" name="Connecteur : en angle 51">
            <a:extLst>
              <a:ext uri="{FF2B5EF4-FFF2-40B4-BE49-F238E27FC236}">
                <a16:creationId xmlns:a16="http://schemas.microsoft.com/office/drawing/2014/main" id="{E6B08CF7-8B9F-4409-BFEC-ADA1C63BC32F}"/>
              </a:ext>
            </a:extLst>
          </p:cNvPr>
          <p:cNvCxnSpPr>
            <a:cxnSpLocks/>
            <a:stCxn id="35" idx="3"/>
            <a:endCxn id="28" idx="0"/>
          </p:cNvCxnSpPr>
          <p:nvPr/>
        </p:nvCxnSpPr>
        <p:spPr>
          <a:xfrm flipV="1">
            <a:off x="6227472" y="3423252"/>
            <a:ext cx="1670101" cy="43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1944D854-FA2F-41FC-BE27-B04817F76277}"/>
              </a:ext>
            </a:extLst>
          </p:cNvPr>
          <p:cNvCxnSpPr>
            <a:stCxn id="36" idx="3"/>
            <a:endCxn id="27" idx="1"/>
          </p:cNvCxnSpPr>
          <p:nvPr/>
        </p:nvCxnSpPr>
        <p:spPr>
          <a:xfrm>
            <a:off x="6227472" y="3835943"/>
            <a:ext cx="1651683" cy="1635822"/>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25EFA7E-DF9E-4B4A-9683-2C33DE5D5C85}"/>
              </a:ext>
            </a:extLst>
          </p:cNvPr>
          <p:cNvCxnSpPr>
            <a:cxnSpLocks/>
            <a:stCxn id="47" idx="3"/>
            <a:endCxn id="27" idx="1"/>
          </p:cNvCxnSpPr>
          <p:nvPr/>
        </p:nvCxnSpPr>
        <p:spPr>
          <a:xfrm>
            <a:off x="6227472" y="4244282"/>
            <a:ext cx="1651683" cy="1227483"/>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5001E47C-2918-4112-8DE7-9C6115E09296}"/>
              </a:ext>
            </a:extLst>
          </p:cNvPr>
          <p:cNvCxnSpPr>
            <a:cxnSpLocks/>
            <a:stCxn id="48" idx="3"/>
            <a:endCxn id="27" idx="1"/>
          </p:cNvCxnSpPr>
          <p:nvPr/>
        </p:nvCxnSpPr>
        <p:spPr>
          <a:xfrm>
            <a:off x="6227472" y="4652621"/>
            <a:ext cx="1651683" cy="819144"/>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CA6EEA4B-C12E-4B33-8397-382D9A443B03}"/>
              </a:ext>
            </a:extLst>
          </p:cNvPr>
          <p:cNvCxnSpPr>
            <a:cxnSpLocks/>
            <a:stCxn id="50" idx="3"/>
            <a:endCxn id="29" idx="0"/>
          </p:cNvCxnSpPr>
          <p:nvPr/>
        </p:nvCxnSpPr>
        <p:spPr>
          <a:xfrm>
            <a:off x="6227472" y="5469299"/>
            <a:ext cx="1670103" cy="2464"/>
          </a:xfrm>
          <a:prstGeom prst="straightConnector1">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E5D455BE-9FB0-4EB7-94FB-7ECE8437CFB0}"/>
              </a:ext>
            </a:extLst>
          </p:cNvPr>
          <p:cNvCxnSpPr>
            <a:cxnSpLocks/>
            <a:stCxn id="51" idx="3"/>
            <a:endCxn id="28" idx="0"/>
          </p:cNvCxnSpPr>
          <p:nvPr/>
        </p:nvCxnSpPr>
        <p:spPr>
          <a:xfrm flipV="1">
            <a:off x="6227472" y="3423252"/>
            <a:ext cx="1670101" cy="1637708"/>
          </a:xfrm>
          <a:prstGeom prst="bentConnector3">
            <a:avLst>
              <a:gd name="adj1" fmla="val 6592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Correction</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14/10/2025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23</a:t>
            </a:fld>
            <a:endParaRPr lang="fr-FR" noProof="0"/>
          </a:p>
        </p:txBody>
      </p:sp>
      <p:sp>
        <p:nvSpPr>
          <p:cNvPr id="2" name="Espace réservé du texte 1">
            <a:extLst>
              <a:ext uri="{FF2B5EF4-FFF2-40B4-BE49-F238E27FC236}">
                <a16:creationId xmlns:a16="http://schemas.microsoft.com/office/drawing/2014/main" id="{02BA1262-2BC5-23F5-0C71-691A17FF88B6}"/>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141358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wipe(left)">
                                      <p:cBhvr>
                                        <p:cTn id="12" dur="500"/>
                                        <p:tgtEl>
                                          <p:spTgt spid="5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wipe(left)">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left)">
                                      <p:cBhvr>
                                        <p:cTn id="22" dur="500"/>
                                        <p:tgtEl>
                                          <p:spTgt spid="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wipe(left)">
                                      <p:cBhvr>
                                        <p:cTn id="27" dur="500"/>
                                        <p:tgtEl>
                                          <p:spTgt spid="5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wipe(left)">
                                      <p:cBhvr>
                                        <p:cTn id="3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AB417-2B6D-DFB2-C6DD-939E7967176D}"/>
              </a:ext>
            </a:extLst>
          </p:cNvPr>
          <p:cNvSpPr>
            <a:spLocks noGrp="1"/>
          </p:cNvSpPr>
          <p:nvPr>
            <p:ph type="title"/>
          </p:nvPr>
        </p:nvSpPr>
        <p:spPr/>
        <p:txBody>
          <a:bodyPr>
            <a:normAutofit fontScale="90000"/>
          </a:bodyPr>
          <a:lstStyle/>
          <a:p>
            <a:r>
              <a:rPr lang="fr-FR" dirty="0"/>
              <a:t>Le processus de gestion des risques</a:t>
            </a:r>
          </a:p>
        </p:txBody>
      </p:sp>
      <p:sp>
        <p:nvSpPr>
          <p:cNvPr id="3" name="Espace réservé de la date 2">
            <a:extLst>
              <a:ext uri="{FF2B5EF4-FFF2-40B4-BE49-F238E27FC236}">
                <a16:creationId xmlns:a16="http://schemas.microsoft.com/office/drawing/2014/main" id="{2A8CE9F7-3C29-F9BA-F4E3-360E1A33C079}"/>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DDF3F0FB-79A6-FCC2-161B-40EEB4B0C9CB}"/>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90AA16F6-E713-768C-3861-384DCFC83853}"/>
              </a:ext>
            </a:extLst>
          </p:cNvPr>
          <p:cNvSpPr>
            <a:spLocks noGrp="1"/>
          </p:cNvSpPr>
          <p:nvPr>
            <p:ph type="sldNum" sz="quarter" idx="12"/>
          </p:nvPr>
        </p:nvSpPr>
        <p:spPr/>
        <p:txBody>
          <a:bodyPr/>
          <a:lstStyle/>
          <a:p>
            <a:pPr rtl="0"/>
            <a:fld id="{294A09A9-5501-47C1-A89A-A340965A2BE2}" type="slidenum">
              <a:rPr lang="fr-FR" noProof="0" smtClean="0"/>
              <a:t>24</a:t>
            </a:fld>
            <a:endParaRPr lang="fr-FR" noProof="0"/>
          </a:p>
        </p:txBody>
      </p:sp>
      <p:sp>
        <p:nvSpPr>
          <p:cNvPr id="7" name="Espace réservé du texte 6">
            <a:extLst>
              <a:ext uri="{FF2B5EF4-FFF2-40B4-BE49-F238E27FC236}">
                <a16:creationId xmlns:a16="http://schemas.microsoft.com/office/drawing/2014/main" id="{9746BBCE-299C-863E-1D34-B17CDF5A893D}"/>
              </a:ext>
            </a:extLst>
          </p:cNvPr>
          <p:cNvSpPr>
            <a:spLocks noGrp="1"/>
          </p:cNvSpPr>
          <p:nvPr>
            <p:ph type="body" sz="quarter" idx="13"/>
          </p:nvPr>
        </p:nvSpPr>
        <p:spPr/>
        <p:txBody>
          <a:bodyPr>
            <a:normAutofit/>
          </a:bodyPr>
          <a:lstStyle/>
          <a:p>
            <a:r>
              <a:rPr lang="fr-FR" dirty="0"/>
              <a:t>ISO 31000 et ISO/IEC 27005 définissent les concepts et principes</a:t>
            </a:r>
          </a:p>
        </p:txBody>
      </p:sp>
      <p:sp>
        <p:nvSpPr>
          <p:cNvPr id="6" name="ZoneTexte 5">
            <a:extLst>
              <a:ext uri="{FF2B5EF4-FFF2-40B4-BE49-F238E27FC236}">
                <a16:creationId xmlns:a16="http://schemas.microsoft.com/office/drawing/2014/main" id="{C934E321-05BE-167E-DAB1-6CE6B5A93656}"/>
              </a:ext>
            </a:extLst>
          </p:cNvPr>
          <p:cNvSpPr txBox="1"/>
          <p:nvPr/>
        </p:nvSpPr>
        <p:spPr>
          <a:xfrm>
            <a:off x="3052773" y="5891632"/>
            <a:ext cx="1133644" cy="369332"/>
          </a:xfrm>
          <a:prstGeom prst="rect">
            <a:avLst/>
          </a:prstGeom>
          <a:noFill/>
        </p:spPr>
        <p:txBody>
          <a:bodyPr wrap="none" rtlCol="0">
            <a:spAutoFit/>
          </a:bodyPr>
          <a:lstStyle/>
          <a:p>
            <a:r>
              <a:rPr lang="fr-FR" dirty="0"/>
              <a:t>ISO 31000</a:t>
            </a:r>
          </a:p>
        </p:txBody>
      </p:sp>
      <p:sp>
        <p:nvSpPr>
          <p:cNvPr id="8" name="ZoneTexte 7">
            <a:extLst>
              <a:ext uri="{FF2B5EF4-FFF2-40B4-BE49-F238E27FC236}">
                <a16:creationId xmlns:a16="http://schemas.microsoft.com/office/drawing/2014/main" id="{5A60E9F1-DBD0-656A-2C37-F6533956365C}"/>
              </a:ext>
            </a:extLst>
          </p:cNvPr>
          <p:cNvSpPr txBox="1"/>
          <p:nvPr/>
        </p:nvSpPr>
        <p:spPr>
          <a:xfrm>
            <a:off x="8216085" y="5891632"/>
            <a:ext cx="1506503" cy="369332"/>
          </a:xfrm>
          <a:prstGeom prst="rect">
            <a:avLst/>
          </a:prstGeom>
          <a:noFill/>
        </p:spPr>
        <p:txBody>
          <a:bodyPr wrap="none" rtlCol="0">
            <a:spAutoFit/>
          </a:bodyPr>
          <a:lstStyle/>
          <a:p>
            <a:r>
              <a:rPr lang="fr-FR" dirty="0"/>
              <a:t>ISO/IEC 27005</a:t>
            </a:r>
          </a:p>
        </p:txBody>
      </p:sp>
      <p:pic>
        <p:nvPicPr>
          <p:cNvPr id="12" name="Image 11">
            <a:extLst>
              <a:ext uri="{FF2B5EF4-FFF2-40B4-BE49-F238E27FC236}">
                <a16:creationId xmlns:a16="http://schemas.microsoft.com/office/drawing/2014/main" id="{045C1F2A-DA05-894A-4787-87D73FF77657}"/>
              </a:ext>
            </a:extLst>
          </p:cNvPr>
          <p:cNvPicPr>
            <a:picLocks noChangeAspect="1"/>
          </p:cNvPicPr>
          <p:nvPr/>
        </p:nvPicPr>
        <p:blipFill>
          <a:blip r:embed="rId2"/>
          <a:stretch>
            <a:fillRect/>
          </a:stretch>
        </p:blipFill>
        <p:spPr>
          <a:xfrm>
            <a:off x="1334916" y="1715520"/>
            <a:ext cx="4569358" cy="4080727"/>
          </a:xfrm>
          <a:prstGeom prst="rect">
            <a:avLst/>
          </a:prstGeom>
        </p:spPr>
      </p:pic>
      <p:pic>
        <p:nvPicPr>
          <p:cNvPr id="16" name="Image 15">
            <a:extLst>
              <a:ext uri="{FF2B5EF4-FFF2-40B4-BE49-F238E27FC236}">
                <a16:creationId xmlns:a16="http://schemas.microsoft.com/office/drawing/2014/main" id="{5E7097BA-C4B2-6348-C5BD-43041CD19996}"/>
              </a:ext>
            </a:extLst>
          </p:cNvPr>
          <p:cNvPicPr>
            <a:picLocks noChangeAspect="1"/>
          </p:cNvPicPr>
          <p:nvPr/>
        </p:nvPicPr>
        <p:blipFill>
          <a:blip r:embed="rId3"/>
          <a:stretch>
            <a:fillRect/>
          </a:stretch>
        </p:blipFill>
        <p:spPr>
          <a:xfrm>
            <a:off x="7352610" y="1450848"/>
            <a:ext cx="3153511" cy="4440784"/>
          </a:xfrm>
          <a:prstGeom prst="rect">
            <a:avLst/>
          </a:prstGeom>
        </p:spPr>
      </p:pic>
    </p:spTree>
    <p:extLst>
      <p:ext uri="{BB962C8B-B14F-4D97-AF65-F5344CB8AC3E}">
        <p14:creationId xmlns:p14="http://schemas.microsoft.com/office/powerpoint/2010/main" val="3034365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D4046C-10DA-E8F4-570F-32ED28DF1BD8}"/>
              </a:ext>
            </a:extLst>
          </p:cNvPr>
          <p:cNvSpPr>
            <a:spLocks noGrp="1"/>
          </p:cNvSpPr>
          <p:nvPr>
            <p:ph type="title"/>
          </p:nvPr>
        </p:nvSpPr>
        <p:spPr/>
        <p:txBody>
          <a:bodyPr>
            <a:normAutofit fontScale="90000"/>
          </a:bodyPr>
          <a:lstStyle/>
          <a:p>
            <a:r>
              <a:rPr lang="fr-FR" dirty="0"/>
              <a:t>La méthode EBIOS </a:t>
            </a:r>
            <a:r>
              <a:rPr lang="fr-FR" i="1" dirty="0"/>
              <a:t>Risk Manager</a:t>
            </a:r>
          </a:p>
        </p:txBody>
      </p:sp>
      <p:sp>
        <p:nvSpPr>
          <p:cNvPr id="4" name="Espace réservé du pied de page 3">
            <a:extLst>
              <a:ext uri="{FF2B5EF4-FFF2-40B4-BE49-F238E27FC236}">
                <a16:creationId xmlns:a16="http://schemas.microsoft.com/office/drawing/2014/main" id="{F7804912-E3D0-9290-B913-96CE5726F40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F1B6C58-C6F3-121D-843C-6068D5D780B8}"/>
              </a:ext>
            </a:extLst>
          </p:cNvPr>
          <p:cNvSpPr>
            <a:spLocks noGrp="1"/>
          </p:cNvSpPr>
          <p:nvPr>
            <p:ph type="sldNum" sz="quarter" idx="12"/>
          </p:nvPr>
        </p:nvSpPr>
        <p:spPr/>
        <p:txBody>
          <a:bodyPr/>
          <a:lstStyle/>
          <a:p>
            <a:pPr rtl="0"/>
            <a:fld id="{294A09A9-5501-47C1-A89A-A340965A2BE2}" type="slidenum">
              <a:rPr lang="fr-FR" noProof="0" smtClean="0"/>
              <a:t>25</a:t>
            </a:fld>
            <a:endParaRPr lang="fr-FR" noProof="0"/>
          </a:p>
        </p:txBody>
      </p:sp>
      <p:sp>
        <p:nvSpPr>
          <p:cNvPr id="3" name="Espace réservé de la date 2">
            <a:extLst>
              <a:ext uri="{FF2B5EF4-FFF2-40B4-BE49-F238E27FC236}">
                <a16:creationId xmlns:a16="http://schemas.microsoft.com/office/drawing/2014/main" id="{EB0AB07B-4B23-A59C-FE40-6254F7A0EA88}"/>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98F27C97-A9D6-C5CE-C34A-3853A2537138}"/>
              </a:ext>
            </a:extLst>
          </p:cNvPr>
          <p:cNvSpPr>
            <a:spLocks noGrp="1"/>
          </p:cNvSpPr>
          <p:nvPr>
            <p:ph type="body" sz="quarter" idx="13"/>
          </p:nvPr>
        </p:nvSpPr>
        <p:spPr/>
        <p:txBody>
          <a:bodyPr>
            <a:normAutofit/>
          </a:bodyPr>
          <a:lstStyle/>
          <a:p>
            <a:r>
              <a:rPr lang="fr-FR" dirty="0"/>
              <a:t>La démarche de l’ANSSI met en œuvre ISO 31000 et ISO/IEC 27005</a:t>
            </a:r>
          </a:p>
        </p:txBody>
      </p:sp>
      <p:pic>
        <p:nvPicPr>
          <p:cNvPr id="9" name="Espace réservé du contenu 8">
            <a:extLst>
              <a:ext uri="{FF2B5EF4-FFF2-40B4-BE49-F238E27FC236}">
                <a16:creationId xmlns:a16="http://schemas.microsoft.com/office/drawing/2014/main" id="{4C4E9E7C-A1E2-617F-3588-234C3FBACD63}"/>
              </a:ext>
            </a:extLst>
          </p:cNvPr>
          <p:cNvPicPr>
            <a:picLocks noGrp="1" noChangeAspect="1"/>
          </p:cNvPicPr>
          <p:nvPr>
            <p:ph idx="1"/>
          </p:nvPr>
        </p:nvPicPr>
        <p:blipFill>
          <a:blip r:embed="rId2"/>
          <a:stretch>
            <a:fillRect/>
          </a:stretch>
        </p:blipFill>
        <p:spPr>
          <a:xfrm>
            <a:off x="1426464" y="1722785"/>
            <a:ext cx="9095232" cy="4438035"/>
          </a:xfrm>
          <a:prstGeom prst="rect">
            <a:avLst/>
          </a:prstGeom>
        </p:spPr>
      </p:pic>
    </p:spTree>
    <p:extLst>
      <p:ext uri="{BB962C8B-B14F-4D97-AF65-F5344CB8AC3E}">
        <p14:creationId xmlns:p14="http://schemas.microsoft.com/office/powerpoint/2010/main" val="105996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EB59723-4E13-D7BB-6112-AEC5199EF010}"/>
              </a:ext>
            </a:extLst>
          </p:cNvPr>
          <p:cNvSpPr>
            <a:spLocks noGrp="1"/>
          </p:cNvSpPr>
          <p:nvPr>
            <p:ph type="title"/>
          </p:nvPr>
        </p:nvSpPr>
        <p:spPr/>
        <p:txBody>
          <a:bodyPr>
            <a:normAutofit fontScale="90000"/>
          </a:bodyPr>
          <a:lstStyle/>
          <a:p>
            <a:r>
              <a:rPr lang="fr-FR" dirty="0"/>
              <a:t>EBIOS </a:t>
            </a:r>
            <a:r>
              <a:rPr lang="fr-FR" i="1" dirty="0"/>
              <a:t>Risk Manager</a:t>
            </a:r>
            <a:r>
              <a:rPr lang="fr-FR" dirty="0"/>
              <a:t> vs. ISO/IEC 27005</a:t>
            </a:r>
          </a:p>
        </p:txBody>
      </p:sp>
      <p:sp>
        <p:nvSpPr>
          <p:cNvPr id="6" name="Espace réservé de la date 5">
            <a:extLst>
              <a:ext uri="{FF2B5EF4-FFF2-40B4-BE49-F238E27FC236}">
                <a16:creationId xmlns:a16="http://schemas.microsoft.com/office/drawing/2014/main" id="{DF1EE8F4-DE11-9ED8-5D62-86D3175F3C9C}"/>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338993FB-B790-D053-F978-4C49375405B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8C65B97-DA99-0420-372C-4FA1A8F1B15C}"/>
              </a:ext>
            </a:extLst>
          </p:cNvPr>
          <p:cNvSpPr>
            <a:spLocks noGrp="1"/>
          </p:cNvSpPr>
          <p:nvPr>
            <p:ph type="sldNum" sz="quarter" idx="12"/>
          </p:nvPr>
        </p:nvSpPr>
        <p:spPr/>
        <p:txBody>
          <a:bodyPr/>
          <a:lstStyle/>
          <a:p>
            <a:fld id="{294A09A9-5501-47C1-A89A-A340965A2BE2}" type="slidenum">
              <a:rPr lang="fr-FR" smtClean="0"/>
              <a:pPr/>
              <a:t>26</a:t>
            </a:fld>
            <a:endParaRPr lang="fr-FR"/>
          </a:p>
        </p:txBody>
      </p:sp>
      <p:sp>
        <p:nvSpPr>
          <p:cNvPr id="9" name="Espace réservé du texte 8">
            <a:extLst>
              <a:ext uri="{FF2B5EF4-FFF2-40B4-BE49-F238E27FC236}">
                <a16:creationId xmlns:a16="http://schemas.microsoft.com/office/drawing/2014/main" id="{035EA6FD-2F59-5BD0-F509-822E1EAD28E5}"/>
              </a:ext>
            </a:extLst>
          </p:cNvPr>
          <p:cNvSpPr>
            <a:spLocks noGrp="1"/>
          </p:cNvSpPr>
          <p:nvPr>
            <p:ph type="body" sz="quarter" idx="13"/>
          </p:nvPr>
        </p:nvSpPr>
        <p:spPr/>
        <p:txBody>
          <a:bodyPr/>
          <a:lstStyle/>
          <a:p>
            <a:r>
              <a:rPr lang="fr-FR" dirty="0"/>
              <a:t>Mêmes idées, organisation différente</a:t>
            </a:r>
          </a:p>
        </p:txBody>
      </p:sp>
      <p:pic>
        <p:nvPicPr>
          <p:cNvPr id="15" name="Image 14">
            <a:extLst>
              <a:ext uri="{FF2B5EF4-FFF2-40B4-BE49-F238E27FC236}">
                <a16:creationId xmlns:a16="http://schemas.microsoft.com/office/drawing/2014/main" id="{48C2D13B-3D61-233B-4257-78EACB050425}"/>
              </a:ext>
            </a:extLst>
          </p:cNvPr>
          <p:cNvPicPr>
            <a:picLocks noChangeAspect="1"/>
          </p:cNvPicPr>
          <p:nvPr/>
        </p:nvPicPr>
        <p:blipFill>
          <a:blip r:embed="rId2"/>
          <a:stretch>
            <a:fillRect/>
          </a:stretch>
        </p:blipFill>
        <p:spPr>
          <a:xfrm>
            <a:off x="873031" y="1694608"/>
            <a:ext cx="4923712" cy="2400000"/>
          </a:xfrm>
          <a:prstGeom prst="rect">
            <a:avLst/>
          </a:prstGeom>
        </p:spPr>
      </p:pic>
      <p:sp>
        <p:nvSpPr>
          <p:cNvPr id="21" name="ZoneTexte 20">
            <a:extLst>
              <a:ext uri="{FF2B5EF4-FFF2-40B4-BE49-F238E27FC236}">
                <a16:creationId xmlns:a16="http://schemas.microsoft.com/office/drawing/2014/main" id="{D2820D1A-42F5-EC82-F8EE-FC4283B66FF5}"/>
              </a:ext>
            </a:extLst>
          </p:cNvPr>
          <p:cNvSpPr txBox="1"/>
          <p:nvPr/>
        </p:nvSpPr>
        <p:spPr>
          <a:xfrm>
            <a:off x="859909" y="4291717"/>
            <a:ext cx="5155543" cy="1696592"/>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0070C0"/>
                </a:solidFill>
                <a:latin typeface="+mj-lt"/>
              </a:rPr>
              <a:t>EBIOS </a:t>
            </a:r>
            <a:r>
              <a:rPr lang="fr-FR" sz="1400" b="1" i="1" dirty="0">
                <a:solidFill>
                  <a:srgbClr val="0070C0"/>
                </a:solidFill>
                <a:latin typeface="+mj-lt"/>
              </a:rPr>
              <a:t>Risk Manager</a:t>
            </a:r>
            <a:r>
              <a:rPr lang="fr-FR" sz="1400" b="1" dirty="0">
                <a:solidFill>
                  <a:srgbClr val="0070C0"/>
                </a:solidFill>
                <a:latin typeface="+mj-lt"/>
              </a:rPr>
              <a:t> : 5 ateliers</a:t>
            </a:r>
          </a:p>
          <a:p>
            <a:pPr>
              <a:spcBef>
                <a:spcPts val="0"/>
              </a:spcBef>
              <a:spcAft>
                <a:spcPts val="267"/>
              </a:spcAft>
            </a:pPr>
            <a:r>
              <a:rPr lang="fr-FR" sz="1400" b="1" dirty="0">
                <a:solidFill>
                  <a:srgbClr val="0070C0"/>
                </a:solidFill>
                <a:latin typeface="+mj-lt"/>
              </a:rPr>
              <a:t>1.</a:t>
            </a:r>
            <a:r>
              <a:rPr lang="fr-FR" sz="1400" dirty="0">
                <a:solidFill>
                  <a:srgbClr val="E73C50"/>
                </a:solidFill>
                <a:latin typeface="+mj-lt"/>
              </a:rPr>
              <a:t> </a:t>
            </a:r>
            <a:r>
              <a:rPr lang="fr-FR" sz="1400" dirty="0">
                <a:latin typeface="+mj-lt"/>
              </a:rPr>
              <a:t>Le point de vue du défenseur : Qu’est ce qui doit être protégé, et pourquoi ?</a:t>
            </a:r>
          </a:p>
          <a:p>
            <a:pPr>
              <a:spcBef>
                <a:spcPts val="0"/>
              </a:spcBef>
              <a:spcAft>
                <a:spcPts val="267"/>
              </a:spcAft>
            </a:pPr>
            <a:r>
              <a:rPr lang="fr-FR" sz="1400" b="1" dirty="0">
                <a:solidFill>
                  <a:srgbClr val="0070C0"/>
                </a:solidFill>
                <a:latin typeface="+mj-lt"/>
              </a:rPr>
              <a:t>2.</a:t>
            </a:r>
            <a:r>
              <a:rPr lang="fr-FR" sz="1400" dirty="0">
                <a:solidFill>
                  <a:srgbClr val="E73C50"/>
                </a:solidFill>
                <a:latin typeface="+mj-lt"/>
              </a:rPr>
              <a:t> </a:t>
            </a:r>
            <a:r>
              <a:rPr lang="fr-FR" sz="1400" dirty="0">
                <a:latin typeface="+mj-lt"/>
              </a:rPr>
              <a:t>Qui est l’agresseur et pourquoi passe-t-il à l’acte ?</a:t>
            </a:r>
          </a:p>
          <a:p>
            <a:pPr>
              <a:spcBef>
                <a:spcPts val="0"/>
              </a:spcBef>
              <a:spcAft>
                <a:spcPts val="267"/>
              </a:spcAft>
            </a:pPr>
            <a:r>
              <a:rPr lang="fr-FR" sz="1400" b="1" dirty="0">
                <a:solidFill>
                  <a:srgbClr val="0070C0"/>
                </a:solidFill>
                <a:latin typeface="+mj-lt"/>
              </a:rPr>
              <a:t>3. </a:t>
            </a:r>
            <a:r>
              <a:rPr lang="fr-FR" sz="1400" dirty="0">
                <a:latin typeface="+mj-lt"/>
              </a:rPr>
              <a:t>Par où l’attaquant va-t-il agir ?</a:t>
            </a:r>
          </a:p>
          <a:p>
            <a:pPr>
              <a:spcBef>
                <a:spcPts val="0"/>
              </a:spcBef>
              <a:spcAft>
                <a:spcPts val="267"/>
              </a:spcAft>
            </a:pPr>
            <a:r>
              <a:rPr lang="fr-FR" sz="1400" b="1" dirty="0">
                <a:solidFill>
                  <a:srgbClr val="0070C0"/>
                </a:solidFill>
                <a:latin typeface="+mj-lt"/>
              </a:rPr>
              <a:t>4.</a:t>
            </a:r>
            <a:r>
              <a:rPr lang="fr-FR" sz="1400" dirty="0">
                <a:solidFill>
                  <a:srgbClr val="E73C50"/>
                </a:solidFill>
                <a:latin typeface="+mj-lt"/>
              </a:rPr>
              <a:t> </a:t>
            </a:r>
            <a:r>
              <a:rPr lang="fr-FR" sz="1400" dirty="0">
                <a:latin typeface="+mj-lt"/>
              </a:rPr>
              <a:t>Comment l’attaquant va-t-il agir ?</a:t>
            </a:r>
          </a:p>
          <a:p>
            <a:pPr>
              <a:spcBef>
                <a:spcPts val="0"/>
              </a:spcBef>
              <a:spcAft>
                <a:spcPts val="0"/>
              </a:spcAft>
            </a:pPr>
            <a:r>
              <a:rPr lang="fr-FR" sz="1400" b="1" dirty="0">
                <a:solidFill>
                  <a:srgbClr val="0070C0"/>
                </a:solidFill>
                <a:latin typeface="+mj-lt"/>
              </a:rPr>
              <a:t>5.</a:t>
            </a:r>
            <a:r>
              <a:rPr lang="fr-FR" sz="1400" dirty="0">
                <a:solidFill>
                  <a:srgbClr val="E73C50"/>
                </a:solidFill>
                <a:latin typeface="+mj-lt"/>
              </a:rPr>
              <a:t> </a:t>
            </a:r>
            <a:r>
              <a:rPr lang="fr-FR" sz="1400" dirty="0">
                <a:latin typeface="+mj-lt"/>
              </a:rPr>
              <a:t>Quelle stratégie de sécurité au regard des risques identifiés ?</a:t>
            </a:r>
          </a:p>
        </p:txBody>
      </p:sp>
      <p:sp>
        <p:nvSpPr>
          <p:cNvPr id="22" name="ZoneTexte 21">
            <a:extLst>
              <a:ext uri="{FF2B5EF4-FFF2-40B4-BE49-F238E27FC236}">
                <a16:creationId xmlns:a16="http://schemas.microsoft.com/office/drawing/2014/main" id="{EDC9D186-65AA-D378-0461-7B122A5E44DC}"/>
              </a:ext>
            </a:extLst>
          </p:cNvPr>
          <p:cNvSpPr txBox="1"/>
          <p:nvPr/>
        </p:nvSpPr>
        <p:spPr>
          <a:xfrm>
            <a:off x="6395259" y="4287330"/>
            <a:ext cx="5472608" cy="1899153"/>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E73C50"/>
                </a:solidFill>
                <a:latin typeface="+mj-lt"/>
              </a:rPr>
              <a:t>ISO/IEC 27005 : 7 sous-processus</a:t>
            </a:r>
          </a:p>
          <a:p>
            <a:pPr>
              <a:spcBef>
                <a:spcPts val="0"/>
              </a:spcBef>
              <a:spcAft>
                <a:spcPts val="267"/>
              </a:spcAft>
            </a:pPr>
            <a:r>
              <a:rPr lang="fr-FR" sz="1400" b="1" dirty="0">
                <a:solidFill>
                  <a:srgbClr val="E73C50"/>
                </a:solidFill>
                <a:latin typeface="+mj-lt"/>
              </a:rPr>
              <a:t>1.</a:t>
            </a:r>
            <a:r>
              <a:rPr lang="fr-FR" sz="1400" dirty="0">
                <a:solidFill>
                  <a:srgbClr val="E73C50"/>
                </a:solidFill>
                <a:latin typeface="+mj-lt"/>
              </a:rPr>
              <a:t> </a:t>
            </a:r>
            <a:r>
              <a:rPr lang="fr-FR" sz="1400" dirty="0">
                <a:latin typeface="+mj-lt"/>
              </a:rPr>
              <a:t>L’établissement du contexte</a:t>
            </a:r>
          </a:p>
          <a:p>
            <a:pPr>
              <a:spcBef>
                <a:spcPts val="0"/>
              </a:spcBef>
              <a:spcAft>
                <a:spcPts val="267"/>
              </a:spcAft>
            </a:pPr>
            <a:r>
              <a:rPr lang="fr-FR" sz="1400" b="1" dirty="0">
                <a:solidFill>
                  <a:srgbClr val="E73C50"/>
                </a:solidFill>
                <a:latin typeface="+mj-lt"/>
              </a:rPr>
              <a:t>2.</a:t>
            </a:r>
            <a:r>
              <a:rPr lang="fr-FR" sz="1400" dirty="0">
                <a:solidFill>
                  <a:srgbClr val="E73C50"/>
                </a:solidFill>
                <a:latin typeface="+mj-lt"/>
              </a:rPr>
              <a:t> </a:t>
            </a:r>
            <a:r>
              <a:rPr lang="fr-FR" sz="1400" dirty="0">
                <a:latin typeface="+mj-lt"/>
              </a:rPr>
              <a:t>L’identification des risques</a:t>
            </a:r>
          </a:p>
          <a:p>
            <a:pPr>
              <a:spcBef>
                <a:spcPts val="0"/>
              </a:spcBef>
              <a:spcAft>
                <a:spcPts val="267"/>
              </a:spcAft>
            </a:pPr>
            <a:r>
              <a:rPr lang="fr-FR" sz="1400" b="1" dirty="0">
                <a:solidFill>
                  <a:srgbClr val="E73C50"/>
                </a:solidFill>
                <a:latin typeface="+mj-lt"/>
              </a:rPr>
              <a:t>3.</a:t>
            </a:r>
            <a:r>
              <a:rPr lang="fr-FR" sz="1400" dirty="0">
                <a:solidFill>
                  <a:srgbClr val="E73C50"/>
                </a:solidFill>
                <a:latin typeface="+mj-lt"/>
              </a:rPr>
              <a:t> </a:t>
            </a:r>
            <a:r>
              <a:rPr lang="fr-FR" sz="1400" dirty="0">
                <a:latin typeface="+mj-lt"/>
              </a:rPr>
              <a:t>L’analyse des risques</a:t>
            </a:r>
          </a:p>
          <a:p>
            <a:pPr>
              <a:spcBef>
                <a:spcPts val="0"/>
              </a:spcBef>
              <a:spcAft>
                <a:spcPts val="267"/>
              </a:spcAft>
            </a:pPr>
            <a:r>
              <a:rPr lang="fr-FR" sz="1400" b="1" dirty="0">
                <a:solidFill>
                  <a:srgbClr val="E73C50"/>
                </a:solidFill>
                <a:latin typeface="+mj-lt"/>
              </a:rPr>
              <a:t>4. </a:t>
            </a:r>
            <a:r>
              <a:rPr lang="fr-FR" sz="1400" dirty="0">
                <a:latin typeface="+mj-lt"/>
              </a:rPr>
              <a:t>L’évaluation des risques</a:t>
            </a:r>
          </a:p>
          <a:p>
            <a:pPr>
              <a:spcBef>
                <a:spcPts val="0"/>
              </a:spcBef>
              <a:spcAft>
                <a:spcPts val="267"/>
              </a:spcAft>
            </a:pPr>
            <a:r>
              <a:rPr lang="fr-FR" sz="1400" b="1" dirty="0">
                <a:solidFill>
                  <a:srgbClr val="E73C50"/>
                </a:solidFill>
                <a:latin typeface="+mj-lt"/>
              </a:rPr>
              <a:t>5.</a:t>
            </a:r>
            <a:r>
              <a:rPr lang="fr-FR" sz="1400" dirty="0">
                <a:solidFill>
                  <a:srgbClr val="E73C50"/>
                </a:solidFill>
                <a:latin typeface="+mj-lt"/>
              </a:rPr>
              <a:t> </a:t>
            </a:r>
            <a:r>
              <a:rPr lang="fr-FR" sz="1400" dirty="0">
                <a:latin typeface="+mj-lt"/>
              </a:rPr>
              <a:t>Le traitement des risques</a:t>
            </a:r>
          </a:p>
          <a:p>
            <a:pPr>
              <a:spcBef>
                <a:spcPts val="0"/>
              </a:spcBef>
              <a:spcAft>
                <a:spcPts val="0"/>
              </a:spcAft>
            </a:pPr>
            <a:r>
              <a:rPr lang="fr-FR" sz="1400" dirty="0">
                <a:latin typeface="+mj-lt"/>
              </a:rPr>
              <a:t>Et 2 sous-processus transverses : communication &amp; concertation et Surveillance &amp; revue</a:t>
            </a:r>
          </a:p>
        </p:txBody>
      </p:sp>
      <p:cxnSp>
        <p:nvCxnSpPr>
          <p:cNvPr id="32" name="Connecteur droit 31">
            <a:extLst>
              <a:ext uri="{FF2B5EF4-FFF2-40B4-BE49-F238E27FC236}">
                <a16:creationId xmlns:a16="http://schemas.microsoft.com/office/drawing/2014/main" id="{DACBB35E-39EC-9724-379D-E99BD9299B6C}"/>
              </a:ext>
            </a:extLst>
          </p:cNvPr>
          <p:cNvCxnSpPr>
            <a:cxnSpLocks/>
          </p:cNvCxnSpPr>
          <p:nvPr/>
        </p:nvCxnSpPr>
        <p:spPr>
          <a:xfrm>
            <a:off x="6096000" y="1588015"/>
            <a:ext cx="0" cy="4426485"/>
          </a:xfrm>
          <a:prstGeom prst="line">
            <a:avLst/>
          </a:prstGeom>
          <a:ln>
            <a:prstDash val="dash"/>
          </a:ln>
        </p:spPr>
        <p:style>
          <a:lnRef idx="1">
            <a:schemeClr val="dk1"/>
          </a:lnRef>
          <a:fillRef idx="0">
            <a:schemeClr val="dk1"/>
          </a:fillRef>
          <a:effectRef idx="0">
            <a:schemeClr val="dk1"/>
          </a:effectRef>
          <a:fontRef idx="minor">
            <a:schemeClr val="tx1"/>
          </a:fontRef>
        </p:style>
      </p:cxnSp>
      <p:pic>
        <p:nvPicPr>
          <p:cNvPr id="11" name="Image 10">
            <a:extLst>
              <a:ext uri="{FF2B5EF4-FFF2-40B4-BE49-F238E27FC236}">
                <a16:creationId xmlns:a16="http://schemas.microsoft.com/office/drawing/2014/main" id="{D84E148F-C286-D2A3-4991-EDDD37B28440}"/>
              </a:ext>
            </a:extLst>
          </p:cNvPr>
          <p:cNvPicPr>
            <a:picLocks noChangeAspect="1"/>
          </p:cNvPicPr>
          <p:nvPr/>
        </p:nvPicPr>
        <p:blipFill>
          <a:blip r:embed="rId3"/>
          <a:stretch>
            <a:fillRect/>
          </a:stretch>
        </p:blipFill>
        <p:spPr>
          <a:xfrm>
            <a:off x="7663226" y="1694608"/>
            <a:ext cx="1720530" cy="2422855"/>
          </a:xfrm>
          <a:prstGeom prst="rect">
            <a:avLst/>
          </a:prstGeom>
        </p:spPr>
      </p:pic>
    </p:spTree>
    <p:extLst>
      <p:ext uri="{BB962C8B-B14F-4D97-AF65-F5344CB8AC3E}">
        <p14:creationId xmlns:p14="http://schemas.microsoft.com/office/powerpoint/2010/main" val="3433586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591606FC-091C-028A-AF7E-BBBAE16DDEF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14/10/2025</a:t>
            </a:r>
            <a:endParaRPr lang="fr-FR" dirty="0">
              <a:solidFill>
                <a:srgbClr val="7A7A7A"/>
              </a:solidFill>
            </a:endParaRPr>
          </a:p>
        </p:txBody>
      </p:sp>
      <p:sp>
        <p:nvSpPr>
          <p:cNvPr id="8" name="Footer Placeholder 4">
            <a:extLst>
              <a:ext uri="{FF2B5EF4-FFF2-40B4-BE49-F238E27FC236}">
                <a16:creationId xmlns:a16="http://schemas.microsoft.com/office/drawing/2014/main" id="{BD84EFF6-F930-4334-779B-A6A14C9530F8}"/>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601BB5C7-B59F-FF94-A48D-023C1224FFBD}"/>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27</a:t>
            </a:fld>
            <a:endParaRPr lang="fr-FR"/>
          </a:p>
        </p:txBody>
      </p:sp>
      <p:sp>
        <p:nvSpPr>
          <p:cNvPr id="3" name="Espace réservé du contenu 2">
            <a:extLst>
              <a:ext uri="{FF2B5EF4-FFF2-40B4-BE49-F238E27FC236}">
                <a16:creationId xmlns:a16="http://schemas.microsoft.com/office/drawing/2014/main" id="{FF524FF9-00ED-ED15-3065-8A04AE1F8DC2}"/>
              </a:ext>
            </a:extLst>
          </p:cNvPr>
          <p:cNvSpPr>
            <a:spLocks noGrp="1"/>
          </p:cNvSpPr>
          <p:nvPr>
            <p:ph idx="1"/>
          </p:nvPr>
        </p:nvSpPr>
        <p:spPr/>
        <p:txBody>
          <a:bodyPr>
            <a:normAutofit lnSpcReduction="10000"/>
          </a:bodyPr>
          <a:lstStyle/>
          <a:p>
            <a:pPr>
              <a:buFont typeface="+mj-lt"/>
              <a:buAutoNum type="arabicPeriod"/>
            </a:pPr>
            <a:r>
              <a:rPr lang="fr-FR" sz="2000" noProof="0" dirty="0"/>
              <a:t>Comprendre ce qu’est un </a:t>
            </a:r>
            <a:r>
              <a:rPr lang="fr-FR" sz="2000" b="1" noProof="0" dirty="0"/>
              <a:t>risque</a:t>
            </a:r>
            <a:r>
              <a:rPr lang="fr-FR" sz="2000" noProof="0" dirty="0"/>
              <a:t> dans EBIOS </a:t>
            </a:r>
            <a:r>
              <a:rPr lang="fr-FR" sz="2000" i="1" noProof="0" dirty="0"/>
              <a:t>Risk Manager</a:t>
            </a:r>
          </a:p>
          <a:p>
            <a:pPr>
              <a:buFont typeface="+mj-lt"/>
              <a:buAutoNum type="arabicPeriod"/>
            </a:pPr>
            <a:endParaRPr lang="fr-FR" sz="2000" noProof="0" dirty="0"/>
          </a:p>
          <a:p>
            <a:pPr>
              <a:buFont typeface="+mj-lt"/>
              <a:buAutoNum type="arabicPeriod"/>
            </a:pPr>
            <a:r>
              <a:rPr lang="fr-FR" sz="2000" noProof="0" dirty="0"/>
              <a:t>Comprendre que le </a:t>
            </a:r>
            <a:r>
              <a:rPr lang="fr-FR" sz="2000" b="1" noProof="0" dirty="0"/>
              <a:t>niveau d’un risque </a:t>
            </a:r>
            <a:r>
              <a:rPr lang="fr-FR" sz="2000" noProof="0" dirty="0"/>
              <a:t>est composé de sa </a:t>
            </a:r>
            <a:r>
              <a:rPr lang="fr-FR" sz="2000" b="1" noProof="0" dirty="0"/>
              <a:t>gravité</a:t>
            </a:r>
            <a:r>
              <a:rPr lang="fr-FR" sz="2000" noProof="0" dirty="0"/>
              <a:t> et de sa </a:t>
            </a:r>
            <a:r>
              <a:rPr lang="fr-FR" sz="2000" b="1" noProof="0" dirty="0"/>
              <a:t>vraisemblance</a:t>
            </a:r>
          </a:p>
          <a:p>
            <a:pPr>
              <a:buFont typeface="+mj-lt"/>
              <a:buAutoNum type="arabicPeriod"/>
            </a:pPr>
            <a:endParaRPr lang="fr-FR" sz="2000" noProof="0" dirty="0"/>
          </a:p>
          <a:p>
            <a:pPr marL="0" indent="0" algn="ctr">
              <a:buNone/>
            </a:pPr>
            <a:r>
              <a:rPr lang="fr-FR" sz="2000" noProof="0" dirty="0">
                <a:sym typeface="Wingdings" panose="05000000000000000000" pitchFamily="2" charset="2"/>
              </a:rPr>
              <a:t> </a:t>
            </a:r>
            <a:r>
              <a:rPr lang="fr-FR" sz="2000" noProof="0" dirty="0"/>
              <a:t>Rentrons maintenant dans le vif du sujet !</a:t>
            </a:r>
          </a:p>
        </p:txBody>
      </p:sp>
    </p:spTree>
    <p:extLst>
      <p:ext uri="{BB962C8B-B14F-4D97-AF65-F5344CB8AC3E}">
        <p14:creationId xmlns:p14="http://schemas.microsoft.com/office/powerpoint/2010/main" val="932379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3956-2046-3876-D177-BF15C57AFA2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185F4D42-BE82-02AD-5B42-96AEAA12F49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FB22B4B-8566-FC82-E837-3E504A3EA20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D1282E"/>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736CCEB7-E64A-D1E2-B7B6-8D224C919116}"/>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8D26E1FB-38BD-BFDD-4329-A377CD54B7C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1F1B4D2-1E38-22C4-7B70-ABF96AC0E048}"/>
              </a:ext>
            </a:extLst>
          </p:cNvPr>
          <p:cNvSpPr>
            <a:spLocks noGrp="1"/>
          </p:cNvSpPr>
          <p:nvPr>
            <p:ph type="sldNum" sz="quarter" idx="12"/>
          </p:nvPr>
        </p:nvSpPr>
        <p:spPr/>
        <p:txBody>
          <a:bodyPr/>
          <a:lstStyle/>
          <a:p>
            <a:fld id="{294A09A9-5501-47C1-A89A-A340965A2BE2}" type="slidenum">
              <a:rPr lang="fr-FR" smtClean="0"/>
              <a:pPr/>
              <a:t>28</a:t>
            </a:fld>
            <a:endParaRPr lang="fr-FR"/>
          </a:p>
        </p:txBody>
      </p:sp>
      <p:pic>
        <p:nvPicPr>
          <p:cNvPr id="13" name="Picture 2" descr="Logo - EBIOS Risk Manager">
            <a:extLst>
              <a:ext uri="{FF2B5EF4-FFF2-40B4-BE49-F238E27FC236}">
                <a16:creationId xmlns:a16="http://schemas.microsoft.com/office/drawing/2014/main" id="{FE248DB8-55FA-6D16-05E3-048F0F407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87690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07EEB-2030-F1A4-3016-93B73B842A10}"/>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277B49D7-1C7A-E51F-2D53-23E9D46C385B}"/>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cadrer une étude ?</a:t>
            </a:r>
          </a:p>
        </p:txBody>
      </p:sp>
      <p:sp>
        <p:nvSpPr>
          <p:cNvPr id="8" name="Espace réservé du texte 7">
            <a:extLst>
              <a:ext uri="{FF2B5EF4-FFF2-40B4-BE49-F238E27FC236}">
                <a16:creationId xmlns:a16="http://schemas.microsoft.com/office/drawing/2014/main" id="{1A174524-7F60-B068-EBA5-5DF679E5656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devoir faire et avec qui ?</a:t>
            </a:r>
          </a:p>
        </p:txBody>
      </p:sp>
      <p:sp>
        <p:nvSpPr>
          <p:cNvPr id="6" name="Espace réservé du texte 5">
            <a:extLst>
              <a:ext uri="{FF2B5EF4-FFF2-40B4-BE49-F238E27FC236}">
                <a16:creationId xmlns:a16="http://schemas.microsoft.com/office/drawing/2014/main" id="{1351C37C-0530-93D6-6E21-814932CC78C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délimiter et décrire le périmètre ?</a:t>
            </a:r>
          </a:p>
        </p:txBody>
      </p:sp>
      <p:sp>
        <p:nvSpPr>
          <p:cNvPr id="24" name="Espace réservé de la date 3">
            <a:extLst>
              <a:ext uri="{FF2B5EF4-FFF2-40B4-BE49-F238E27FC236}">
                <a16:creationId xmlns:a16="http://schemas.microsoft.com/office/drawing/2014/main" id="{603347A1-6033-E0C4-A06C-92D56EDCB4AE}"/>
              </a:ext>
            </a:extLst>
          </p:cNvPr>
          <p:cNvSpPr>
            <a:spLocks noGrp="1"/>
          </p:cNvSpPr>
          <p:nvPr>
            <p:ph type="dt" sz="half" idx="10"/>
          </p:nvPr>
        </p:nvSpPr>
        <p:spPr>
          <a:xfrm>
            <a:off x="838200" y="6356350"/>
            <a:ext cx="936000" cy="365125"/>
          </a:xfrm>
        </p:spPr>
        <p:txBody>
          <a:bodyPr/>
          <a:lstStyle/>
          <a:p>
            <a:r>
              <a:rPr lang="fr-FR"/>
              <a:t>14/10/2025</a:t>
            </a:r>
            <a:endParaRPr lang="fr-FR" dirty="0"/>
          </a:p>
        </p:txBody>
      </p:sp>
      <p:sp>
        <p:nvSpPr>
          <p:cNvPr id="25" name="Espace réservé du pied de page 4">
            <a:extLst>
              <a:ext uri="{FF2B5EF4-FFF2-40B4-BE49-F238E27FC236}">
                <a16:creationId xmlns:a16="http://schemas.microsoft.com/office/drawing/2014/main" id="{50985850-1568-1801-1E72-C71ED4E40B6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34ECC003-6842-0484-46DC-774F06E59916}"/>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29</a:t>
            </a:fld>
            <a:endParaRPr lang="fr-FR"/>
          </a:p>
        </p:txBody>
      </p:sp>
      <p:sp>
        <p:nvSpPr>
          <p:cNvPr id="2" name="ZoneTexte 1">
            <a:extLst>
              <a:ext uri="{FF2B5EF4-FFF2-40B4-BE49-F238E27FC236}">
                <a16:creationId xmlns:a16="http://schemas.microsoft.com/office/drawing/2014/main" id="{116DC7B4-2719-3007-EE76-EE50FD7C828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78015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BFE1FFC-C0BC-6C39-5EA6-DCB4FB0A0EBF}"/>
              </a:ext>
            </a:extLst>
          </p:cNvPr>
          <p:cNvSpPr>
            <a:spLocks noGrp="1"/>
          </p:cNvSpPr>
          <p:nvPr>
            <p:ph type="title"/>
          </p:nvPr>
        </p:nvSpPr>
        <p:spPr/>
        <p:txBody>
          <a:bodyPr vert="horz" lIns="91440" tIns="45720" rIns="91440" bIns="45720" rtlCol="0" anchor="t">
            <a:normAutofit fontScale="90000"/>
          </a:bodyPr>
          <a:lstStyle/>
          <a:p>
            <a:r>
              <a:rPr lang="fr-FR" noProof="0" dirty="0"/>
              <a:t>Outil 01 – Cadrer une étude</a:t>
            </a:r>
          </a:p>
        </p:txBody>
      </p:sp>
      <p:sp>
        <p:nvSpPr>
          <p:cNvPr id="2" name="Espace réservé de la date 2">
            <a:extLst>
              <a:ext uri="{FF2B5EF4-FFF2-40B4-BE49-F238E27FC236}">
                <a16:creationId xmlns:a16="http://schemas.microsoft.com/office/drawing/2014/main" id="{06636EB7-882B-785A-9782-8FBFFE5F333E}"/>
              </a:ext>
            </a:extLst>
          </p:cNvPr>
          <p:cNvSpPr>
            <a:spLocks noGrp="1"/>
          </p:cNvSpPr>
          <p:nvPr>
            <p:ph type="dt" sz="half" idx="10"/>
          </p:nvPr>
        </p:nvSpPr>
        <p:spPr/>
        <p:txBody>
          <a:bodyPr/>
          <a:lstStyle/>
          <a:p>
            <a:pPr rtl="0"/>
            <a:r>
              <a:rPr lang="fr-FR" noProof="0"/>
              <a:t>14/10/2025</a:t>
            </a:r>
          </a:p>
        </p:txBody>
      </p:sp>
      <p:sp>
        <p:nvSpPr>
          <p:cNvPr id="7" name="Espace réservé du pied de page 3">
            <a:extLst>
              <a:ext uri="{FF2B5EF4-FFF2-40B4-BE49-F238E27FC236}">
                <a16:creationId xmlns:a16="http://schemas.microsoft.com/office/drawing/2014/main" id="{23EBB44B-EBFD-C215-C516-EAC36B7156FB}"/>
              </a:ext>
            </a:extLst>
          </p:cNvPr>
          <p:cNvSpPr>
            <a:spLocks noGrp="1"/>
          </p:cNvSpPr>
          <p:nvPr>
            <p:ph type="ftr" sz="quarter" idx="11"/>
          </p:nvPr>
        </p:nvSpPr>
        <p:spPr/>
        <p:txBody>
          <a:bodyPr/>
          <a:lstStyle/>
          <a:p>
            <a:pPr algn="ctr" rtl="0"/>
            <a:r>
              <a:rPr lang="fr-FR" noProof="0" dirty="0"/>
              <a:t>EBIOS Risk Manager - Formation</a:t>
            </a:r>
          </a:p>
        </p:txBody>
      </p:sp>
      <p:sp>
        <p:nvSpPr>
          <p:cNvPr id="13" name="Espace réservé du numéro de diapositive 4">
            <a:extLst>
              <a:ext uri="{FF2B5EF4-FFF2-40B4-BE49-F238E27FC236}">
                <a16:creationId xmlns:a16="http://schemas.microsoft.com/office/drawing/2014/main" id="{EF2C86AE-E63D-5A89-EC4A-D03237C05EDA}"/>
              </a:ext>
            </a:extLst>
          </p:cNvPr>
          <p:cNvSpPr>
            <a:spLocks noGrp="1"/>
          </p:cNvSpPr>
          <p:nvPr>
            <p:ph type="sldNum" sz="quarter" idx="12"/>
          </p:nvPr>
        </p:nvSpPr>
        <p:spPr/>
        <p:txBody>
          <a:bodyPr/>
          <a:lstStyle/>
          <a:p>
            <a:pPr rtl="0"/>
            <a:fld id="{294A09A9-5501-47C1-A89A-A340965A2BE2}" type="slidenum">
              <a:rPr lang="fr-FR" noProof="0" smtClean="0"/>
              <a:t>30</a:t>
            </a:fld>
            <a:endParaRPr lang="fr-FR" noProof="0"/>
          </a:p>
        </p:txBody>
      </p:sp>
      <p:sp>
        <p:nvSpPr>
          <p:cNvPr id="5" name="Espace réservé du texte 4">
            <a:extLst>
              <a:ext uri="{FF2B5EF4-FFF2-40B4-BE49-F238E27FC236}">
                <a16:creationId xmlns:a16="http://schemas.microsoft.com/office/drawing/2014/main" id="{D25F92EC-5831-9E77-17D4-5CDDD2A26C9F}"/>
              </a:ext>
            </a:extLst>
          </p:cNvPr>
          <p:cNvSpPr>
            <a:spLocks noGrp="1"/>
          </p:cNvSpPr>
          <p:nvPr>
            <p:ph type="body" sz="quarter" idx="13"/>
          </p:nvPr>
        </p:nvSpPr>
        <p:spPr/>
        <p:txBody>
          <a:bodyPr/>
          <a:lstStyle/>
          <a:p>
            <a:r>
              <a:rPr lang="fr-FR" dirty="0"/>
              <a:t>Du besoin de se poser les bonnes questions !</a:t>
            </a:r>
          </a:p>
        </p:txBody>
      </p:sp>
      <p:graphicFrame>
        <p:nvGraphicFramePr>
          <p:cNvPr id="8" name="Diagramme 7">
            <a:extLst>
              <a:ext uri="{FF2B5EF4-FFF2-40B4-BE49-F238E27FC236}">
                <a16:creationId xmlns:a16="http://schemas.microsoft.com/office/drawing/2014/main" id="{A91E991E-D9D7-752F-2809-DCF2C061DB42}"/>
              </a:ext>
            </a:extLst>
          </p:cNvPr>
          <p:cNvGraphicFramePr/>
          <p:nvPr>
            <p:extLst>
              <p:ext uri="{D42A27DB-BD31-4B8C-83A1-F6EECF244321}">
                <p14:modId xmlns:p14="http://schemas.microsoft.com/office/powerpoint/2010/main" val="3523026538"/>
              </p:ext>
            </p:extLst>
          </p:nvPr>
        </p:nvGraphicFramePr>
        <p:xfrm>
          <a:off x="1371600" y="1641620"/>
          <a:ext cx="9601200" cy="3006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rganigramme : Alternative 8">
            <a:extLst>
              <a:ext uri="{FF2B5EF4-FFF2-40B4-BE49-F238E27FC236}">
                <a16:creationId xmlns:a16="http://schemas.microsoft.com/office/drawing/2014/main" id="{9D10CD40-53EE-89B0-0B29-0897747035C6}"/>
              </a:ext>
            </a:extLst>
          </p:cNvPr>
          <p:cNvSpPr/>
          <p:nvPr/>
        </p:nvSpPr>
        <p:spPr>
          <a:xfrm>
            <a:off x="1390650"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outils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 </a:t>
            </a:r>
            <a:r>
              <a:rPr lang="fr-FR" sz="1200" b="1" dirty="0">
                <a:solidFill>
                  <a:schemeClr val="tx1"/>
                </a:solidFill>
                <a:latin typeface="Calibri Light" panose="020F0302020204030204" pitchFamily="34" charset="0"/>
                <a:cs typeface="Calibri Light" panose="020F0302020204030204" pitchFamily="34" charset="0"/>
              </a:rPr>
              <a:t>socle de règles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la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forme des mesures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1" name="Organigramme : Alternative 10">
            <a:extLst>
              <a:ext uri="{FF2B5EF4-FFF2-40B4-BE49-F238E27FC236}">
                <a16:creationId xmlns:a16="http://schemas.microsoft.com/office/drawing/2014/main" id="{B5A9A975-3A9B-6867-569C-4B7DC15979A9}"/>
              </a:ext>
            </a:extLst>
          </p:cNvPr>
          <p:cNvSpPr/>
          <p:nvPr/>
        </p:nvSpPr>
        <p:spPr>
          <a:xfrm>
            <a:off x="3842901"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r>
              <a:rPr lang="fr-FR" sz="1200" b="1" dirty="0">
                <a:solidFill>
                  <a:schemeClr val="tx1"/>
                </a:solidFill>
                <a:latin typeface="Calibri Light" panose="020F0302020204030204" pitchFamily="34" charset="0"/>
                <a:cs typeface="Calibri Light" panose="020F0302020204030204" pitchFamily="34" charset="0"/>
              </a:rPr>
              <a:t>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niveau de détail</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déterminer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interlocuteurs à impliquer</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2" name="Organigramme : Alternative 11">
            <a:extLst>
              <a:ext uri="{FF2B5EF4-FFF2-40B4-BE49-F238E27FC236}">
                <a16:creationId xmlns:a16="http://schemas.microsoft.com/office/drawing/2014/main" id="{A84387C7-352C-34DF-E306-AA0CCCE3CD0C}"/>
              </a:ext>
            </a:extLst>
          </p:cNvPr>
          <p:cNvSpPr/>
          <p:nvPr/>
        </p:nvSpPr>
        <p:spPr>
          <a:xfrm>
            <a:off x="6155452" y="4805500"/>
            <a:ext cx="2493248"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la </a:t>
            </a:r>
            <a:r>
              <a:rPr lang="fr-FR" sz="1200" b="1" dirty="0">
                <a:solidFill>
                  <a:schemeClr val="tx1"/>
                </a:solidFill>
                <a:latin typeface="Calibri Light" panose="020F0302020204030204" pitchFamily="34" charset="0"/>
                <a:cs typeface="Calibri Light" panose="020F0302020204030204" pitchFamily="34" charset="0"/>
              </a:rPr>
              <a:t>forme de l’étude</a:t>
            </a:r>
            <a:r>
              <a:rPr lang="fr-FR" sz="1200" dirty="0">
                <a:solidFill>
                  <a:schemeClr val="tx1"/>
                </a:solidFill>
                <a:latin typeface="Calibri Light" panose="020F0302020204030204" pitchFamily="34" charset="0"/>
                <a:cs typeface="Calibri Light" panose="020F0302020204030204" pitchFamily="34" charset="0"/>
              </a:rPr>
              <a:t> (compréhension par le destinataire)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socle de règles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4" name="Organigramme : Alternative 13">
            <a:extLst>
              <a:ext uri="{FF2B5EF4-FFF2-40B4-BE49-F238E27FC236}">
                <a16:creationId xmlns:a16="http://schemas.microsoft.com/office/drawing/2014/main" id="{7B6CE3C8-D58E-1E9B-26FD-221453079C67}"/>
              </a:ext>
            </a:extLst>
          </p:cNvPr>
          <p:cNvSpPr/>
          <p:nvPr/>
        </p:nvSpPr>
        <p:spPr>
          <a:xfrm>
            <a:off x="8802826"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les </a:t>
            </a:r>
            <a:r>
              <a:rPr lang="fr-FR" sz="1200" b="1" dirty="0">
                <a:solidFill>
                  <a:schemeClr val="tx1"/>
                </a:solidFill>
                <a:latin typeface="Calibri Light" panose="020F0302020204030204" pitchFamily="34" charset="0"/>
                <a:cs typeface="Calibri Light" panose="020F0302020204030204" pitchFamily="34" charset="0"/>
              </a:rPr>
              <a:t>cycles de révision</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la manière d’utiliser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organiser les </a:t>
            </a:r>
            <a:r>
              <a:rPr lang="fr-FR" sz="1200" b="1" dirty="0">
                <a:solidFill>
                  <a:schemeClr val="tx1"/>
                </a:solidFill>
                <a:latin typeface="Calibri Light" panose="020F0302020204030204" pitchFamily="34" charset="0"/>
                <a:cs typeface="Calibri Light" panose="020F0302020204030204" pitchFamily="34" charset="0"/>
              </a:rPr>
              <a:t>interactions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adapter l’</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exhaustivité</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0" name="ZoneTexte 9">
            <a:extLst>
              <a:ext uri="{FF2B5EF4-FFF2-40B4-BE49-F238E27FC236}">
                <a16:creationId xmlns:a16="http://schemas.microsoft.com/office/drawing/2014/main" id="{9C3495D3-013F-032A-E7EC-6D70792B21F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266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Exercice collégial</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31</a:t>
            </a:fld>
            <a:endParaRPr lang="fr-FR" noProof="0"/>
          </a:p>
        </p:txBody>
      </p:sp>
      <p:sp>
        <p:nvSpPr>
          <p:cNvPr id="11" name="Espace réservé du texte 10">
            <a:extLst>
              <a:ext uri="{FF2B5EF4-FFF2-40B4-BE49-F238E27FC236}">
                <a16:creationId xmlns:a16="http://schemas.microsoft.com/office/drawing/2014/main" id="{7CDCF02E-D474-B19D-8B3E-BA9035940AD8}"/>
              </a:ext>
            </a:extLst>
          </p:cNvPr>
          <p:cNvSpPr>
            <a:spLocks noGrp="1"/>
          </p:cNvSpPr>
          <p:nvPr>
            <p:ph type="body" sz="quarter" idx="13"/>
          </p:nvPr>
        </p:nvSpPr>
        <p:spPr/>
        <p:txBody>
          <a:bodyPr/>
          <a:lstStyle/>
          <a:p>
            <a:r>
              <a:rPr lang="fr-FR" dirty="0"/>
              <a:t>Pour chaque cas, quelles sont les principales spécificités de l’étude ?</a:t>
            </a:r>
          </a:p>
        </p:txBody>
      </p:sp>
      <p:sp>
        <p:nvSpPr>
          <p:cNvPr id="10" name="ZoneTexte 9">
            <a:extLst>
              <a:ext uri="{FF2B5EF4-FFF2-40B4-BE49-F238E27FC236}">
                <a16:creationId xmlns:a16="http://schemas.microsoft.com/office/drawing/2014/main" id="{175B528C-7A92-B1AD-F294-A14DE808343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12" name="Organigramme : Alternative 11">
            <a:extLst>
              <a:ext uri="{FF2B5EF4-FFF2-40B4-BE49-F238E27FC236}">
                <a16:creationId xmlns:a16="http://schemas.microsoft.com/office/drawing/2014/main" id="{CD86EFE6-81AE-922F-2226-6066EE4865D6}"/>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13" name="Organigramme : Alternative 12">
            <a:extLst>
              <a:ext uri="{FF2B5EF4-FFF2-40B4-BE49-F238E27FC236}">
                <a16:creationId xmlns:a16="http://schemas.microsoft.com/office/drawing/2014/main" id="{2F963645-7FD6-DAE4-BDB9-6E0918D43875}"/>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14" name="Organigramme : Alternative 13">
            <a:extLst>
              <a:ext uri="{FF2B5EF4-FFF2-40B4-BE49-F238E27FC236}">
                <a16:creationId xmlns:a16="http://schemas.microsoft.com/office/drawing/2014/main" id="{DF8D114C-E44D-B224-54E5-0FEDAADFB85C}"/>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Tree>
    <p:extLst>
      <p:ext uri="{BB962C8B-B14F-4D97-AF65-F5344CB8AC3E}">
        <p14:creationId xmlns:p14="http://schemas.microsoft.com/office/powerpoint/2010/main" val="1691437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Correction</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32</a:t>
            </a:fld>
            <a:endParaRPr lang="fr-FR" noProof="0"/>
          </a:p>
        </p:txBody>
      </p:sp>
      <p:sp>
        <p:nvSpPr>
          <p:cNvPr id="10" name="Espace réservé du texte 9">
            <a:extLst>
              <a:ext uri="{FF2B5EF4-FFF2-40B4-BE49-F238E27FC236}">
                <a16:creationId xmlns:a16="http://schemas.microsoft.com/office/drawing/2014/main" id="{56CC118B-0F41-99EC-B78B-0BB9FEB37AA3}"/>
              </a:ext>
            </a:extLst>
          </p:cNvPr>
          <p:cNvSpPr>
            <a:spLocks noGrp="1"/>
          </p:cNvSpPr>
          <p:nvPr>
            <p:ph type="body" sz="quarter" idx="13"/>
          </p:nvPr>
        </p:nvSpPr>
        <p:spPr/>
        <p:txBody>
          <a:bodyPr/>
          <a:lstStyle/>
          <a:p>
            <a:r>
              <a:rPr lang="fr-FR" dirty="0"/>
              <a:t>Pour chaque cas, quelles sont les principales spécificités de l’étude ?</a:t>
            </a:r>
          </a:p>
        </p:txBody>
      </p:sp>
      <p:sp>
        <p:nvSpPr>
          <p:cNvPr id="7" name="Organigramme : Alternative 6">
            <a:extLst>
              <a:ext uri="{FF2B5EF4-FFF2-40B4-BE49-F238E27FC236}">
                <a16:creationId xmlns:a16="http://schemas.microsoft.com/office/drawing/2014/main" id="{3EED5C18-54C1-D7B0-3F92-F7BAD25AACB2}"/>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8" name="Organigramme : Alternative 7">
            <a:extLst>
              <a:ext uri="{FF2B5EF4-FFF2-40B4-BE49-F238E27FC236}">
                <a16:creationId xmlns:a16="http://schemas.microsoft.com/office/drawing/2014/main" id="{24FAC946-C166-4C9A-AD17-CB3DE1A7B346}"/>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9" name="Organigramme : Alternative 8">
            <a:extLst>
              <a:ext uri="{FF2B5EF4-FFF2-40B4-BE49-F238E27FC236}">
                <a16:creationId xmlns:a16="http://schemas.microsoft.com/office/drawing/2014/main" id="{513A24B7-8DE1-8312-1958-F57EEC8DFCF3}"/>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
        <p:nvSpPr>
          <p:cNvPr id="11" name="Organigramme : Alternative 10">
            <a:extLst>
              <a:ext uri="{FF2B5EF4-FFF2-40B4-BE49-F238E27FC236}">
                <a16:creationId xmlns:a16="http://schemas.microsoft.com/office/drawing/2014/main" id="{83B0CEE0-3E03-30D2-138F-459A945DCDEC}"/>
              </a:ext>
            </a:extLst>
          </p:cNvPr>
          <p:cNvSpPr/>
          <p:nvPr/>
        </p:nvSpPr>
        <p:spPr>
          <a:xfrm>
            <a:off x="1570182"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production d’éléments pour la prise de décision d’une autorité</a:t>
            </a:r>
          </a:p>
        </p:txBody>
      </p:sp>
      <p:sp>
        <p:nvSpPr>
          <p:cNvPr id="12" name="Organigramme : Alternative 11">
            <a:extLst>
              <a:ext uri="{FF2B5EF4-FFF2-40B4-BE49-F238E27FC236}">
                <a16:creationId xmlns:a16="http://schemas.microsoft.com/office/drawing/2014/main" id="{24F2255C-E1FA-B98D-B82E-14F5A61239DE}"/>
              </a:ext>
            </a:extLst>
          </p:cNvPr>
          <p:cNvSpPr/>
          <p:nvPr/>
        </p:nvSpPr>
        <p:spPr>
          <a:xfrm>
            <a:off x="1570182"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éléments doivent pouvoir s’intégrer au dossier d’homologation</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données doivent être cohérentes avec les autres études et outils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Accent sur l’intelligibilité des risques, mesures et risques résiduels</a:t>
            </a:r>
          </a:p>
        </p:txBody>
      </p:sp>
      <p:sp>
        <p:nvSpPr>
          <p:cNvPr id="13" name="Organigramme : Alternative 12">
            <a:extLst>
              <a:ext uri="{FF2B5EF4-FFF2-40B4-BE49-F238E27FC236}">
                <a16:creationId xmlns:a16="http://schemas.microsoft.com/office/drawing/2014/main" id="{E7098778-5F41-7AC2-D5DB-5E0392EBE34B}"/>
              </a:ext>
            </a:extLst>
          </p:cNvPr>
          <p:cNvSpPr/>
          <p:nvPr/>
        </p:nvSpPr>
        <p:spPr>
          <a:xfrm>
            <a:off x="5022273"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méconnaissance du contexte précis des clients</a:t>
            </a:r>
          </a:p>
        </p:txBody>
      </p:sp>
      <p:sp>
        <p:nvSpPr>
          <p:cNvPr id="14" name="Organigramme : Alternative 13">
            <a:extLst>
              <a:ext uri="{FF2B5EF4-FFF2-40B4-BE49-F238E27FC236}">
                <a16:creationId xmlns:a16="http://schemas.microsoft.com/office/drawing/2014/main" id="{C2E3B568-F287-EFFF-3BAB-1248C504960B}"/>
              </a:ext>
            </a:extLst>
          </p:cNvPr>
          <p:cNvSpPr/>
          <p:nvPr/>
        </p:nvSpPr>
        <p:spPr>
          <a:xfrm>
            <a:off x="5022273"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N’utiliser que les éléments maîtrisés : référentiels connus applicables, biens supports, scénarios opérationnels, mesures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Tenir à jour et valoriser ces éléments</a:t>
            </a:r>
          </a:p>
        </p:txBody>
      </p:sp>
      <p:sp>
        <p:nvSpPr>
          <p:cNvPr id="15" name="Organigramme : Alternative 14">
            <a:extLst>
              <a:ext uri="{FF2B5EF4-FFF2-40B4-BE49-F238E27FC236}">
                <a16:creationId xmlns:a16="http://schemas.microsoft.com/office/drawing/2014/main" id="{A6A0AAD8-6918-200F-C0DD-2A9CA8B2B5B0}"/>
              </a:ext>
            </a:extLst>
          </p:cNvPr>
          <p:cNvSpPr/>
          <p:nvPr/>
        </p:nvSpPr>
        <p:spPr>
          <a:xfrm>
            <a:off x="8474364"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un risque de se noyer et de ne jamais voir le bout de l’étude</a:t>
            </a:r>
          </a:p>
        </p:txBody>
      </p:sp>
      <p:sp>
        <p:nvSpPr>
          <p:cNvPr id="16" name="Organigramme : Alternative 15">
            <a:extLst>
              <a:ext uri="{FF2B5EF4-FFF2-40B4-BE49-F238E27FC236}">
                <a16:creationId xmlns:a16="http://schemas.microsoft.com/office/drawing/2014/main" id="{47F0D86C-362E-15BA-821F-E1A2822F76FC}"/>
              </a:ext>
            </a:extLst>
          </p:cNvPr>
          <p:cNvSpPr/>
          <p:nvPr/>
        </p:nvSpPr>
        <p:spPr>
          <a:xfrm>
            <a:off x="8474364"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1 élément par outil : 1 valeur métier, 1 bien support, 1 source de risque, 1 scénario stratégique, 1 scénario opérationnel…</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Développer ensuite d’autres cas</a:t>
            </a:r>
          </a:p>
        </p:txBody>
      </p:sp>
      <p:sp>
        <p:nvSpPr>
          <p:cNvPr id="17" name="ZoneTexte 16">
            <a:extLst>
              <a:ext uri="{FF2B5EF4-FFF2-40B4-BE49-F238E27FC236}">
                <a16:creationId xmlns:a16="http://schemas.microsoft.com/office/drawing/2014/main" id="{6E4E8D47-198D-4960-509B-6AD37C70618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918098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66724B-C0DB-5F56-1409-446C0CEF66D3}"/>
              </a:ext>
            </a:extLst>
          </p:cNvPr>
          <p:cNvSpPr>
            <a:spLocks noGrp="1"/>
          </p:cNvSpPr>
          <p:nvPr>
            <p:ph type="title"/>
          </p:nvPr>
        </p:nvSpPr>
        <p:spPr/>
        <p:txBody>
          <a:bodyPr>
            <a:normAutofit fontScale="90000"/>
          </a:bodyPr>
          <a:lstStyle/>
          <a:p>
            <a:r>
              <a:rPr lang="fr-FR" dirty="0"/>
              <a:t>Outil 02 – Choisir et affecter les outils</a:t>
            </a:r>
          </a:p>
        </p:txBody>
      </p:sp>
      <p:sp>
        <p:nvSpPr>
          <p:cNvPr id="3" name="Espace réservé de la date 2">
            <a:extLst>
              <a:ext uri="{FF2B5EF4-FFF2-40B4-BE49-F238E27FC236}">
                <a16:creationId xmlns:a16="http://schemas.microsoft.com/office/drawing/2014/main" id="{CBCFC1AF-CAB5-994F-7991-C4E072EE7645}"/>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69FF9FDB-6600-90EB-FB39-16D9B990F9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46D84C8-DEA5-5675-E38E-4BBB9B631F4B}"/>
              </a:ext>
            </a:extLst>
          </p:cNvPr>
          <p:cNvSpPr>
            <a:spLocks noGrp="1"/>
          </p:cNvSpPr>
          <p:nvPr>
            <p:ph type="sldNum" sz="quarter" idx="12"/>
          </p:nvPr>
        </p:nvSpPr>
        <p:spPr/>
        <p:txBody>
          <a:bodyPr/>
          <a:lstStyle/>
          <a:p>
            <a:fld id="{294A09A9-5501-47C1-A89A-A340965A2BE2}" type="slidenum">
              <a:rPr lang="fr-FR" smtClean="0"/>
              <a:pPr/>
              <a:t>33</a:t>
            </a:fld>
            <a:endParaRPr lang="fr-FR" dirty="0"/>
          </a:p>
        </p:txBody>
      </p:sp>
      <p:sp>
        <p:nvSpPr>
          <p:cNvPr id="6" name="Espace réservé du texte 5">
            <a:extLst>
              <a:ext uri="{FF2B5EF4-FFF2-40B4-BE49-F238E27FC236}">
                <a16:creationId xmlns:a16="http://schemas.microsoft.com/office/drawing/2014/main" id="{53C41560-7A93-6978-DA76-812512B1FEF1}"/>
              </a:ext>
            </a:extLst>
          </p:cNvPr>
          <p:cNvSpPr>
            <a:spLocks noGrp="1"/>
          </p:cNvSpPr>
          <p:nvPr>
            <p:ph type="body" sz="quarter" idx="13"/>
          </p:nvPr>
        </p:nvSpPr>
        <p:spPr/>
        <p:txBody>
          <a:bodyPr/>
          <a:lstStyle/>
          <a:p>
            <a:r>
              <a:rPr lang="fr-FR" dirty="0"/>
              <a:t>Exemple issu des guides de l’ANSSI</a:t>
            </a:r>
          </a:p>
        </p:txBody>
      </p:sp>
      <p:graphicFrame>
        <p:nvGraphicFramePr>
          <p:cNvPr id="7" name="Tableau 6">
            <a:extLst>
              <a:ext uri="{FF2B5EF4-FFF2-40B4-BE49-F238E27FC236}">
                <a16:creationId xmlns:a16="http://schemas.microsoft.com/office/drawing/2014/main" id="{32AB4771-ADF0-CD4A-F4CF-CB927E0473A9}"/>
              </a:ext>
            </a:extLst>
          </p:cNvPr>
          <p:cNvGraphicFramePr>
            <a:graphicFrameLocks noGrp="1"/>
          </p:cNvGraphicFramePr>
          <p:nvPr>
            <p:extLst>
              <p:ext uri="{D42A27DB-BD31-4B8C-83A1-F6EECF244321}">
                <p14:modId xmlns:p14="http://schemas.microsoft.com/office/powerpoint/2010/main" val="1562280499"/>
              </p:ext>
            </p:extLst>
          </p:nvPr>
        </p:nvGraphicFramePr>
        <p:xfrm>
          <a:off x="1153160" y="1694688"/>
          <a:ext cx="8064000" cy="4533360"/>
        </p:xfrm>
        <a:graphic>
          <a:graphicData uri="http://schemas.openxmlformats.org/drawingml/2006/table">
            <a:tbl>
              <a:tblPr/>
              <a:tblGrid>
                <a:gridCol w="4704000">
                  <a:extLst>
                    <a:ext uri="{9D8B030D-6E8A-4147-A177-3AD203B41FA5}">
                      <a16:colId xmlns:a16="http://schemas.microsoft.com/office/drawing/2014/main" val="20001"/>
                    </a:ext>
                  </a:extLst>
                </a:gridCol>
                <a:gridCol w="672000">
                  <a:extLst>
                    <a:ext uri="{9D8B030D-6E8A-4147-A177-3AD203B41FA5}">
                      <a16:colId xmlns:a16="http://schemas.microsoft.com/office/drawing/2014/main" val="20002"/>
                    </a:ext>
                  </a:extLst>
                </a:gridCol>
                <a:gridCol w="672000">
                  <a:extLst>
                    <a:ext uri="{9D8B030D-6E8A-4147-A177-3AD203B41FA5}">
                      <a16:colId xmlns:a16="http://schemas.microsoft.com/office/drawing/2014/main" val="20003"/>
                    </a:ext>
                  </a:extLst>
                </a:gridCol>
                <a:gridCol w="672000">
                  <a:extLst>
                    <a:ext uri="{9D8B030D-6E8A-4147-A177-3AD203B41FA5}">
                      <a16:colId xmlns:a16="http://schemas.microsoft.com/office/drawing/2014/main" val="2026416289"/>
                    </a:ext>
                  </a:extLst>
                </a:gridCol>
                <a:gridCol w="672000">
                  <a:extLst>
                    <a:ext uri="{9D8B030D-6E8A-4147-A177-3AD203B41FA5}">
                      <a16:colId xmlns:a16="http://schemas.microsoft.com/office/drawing/2014/main" val="278715380"/>
                    </a:ext>
                  </a:extLst>
                </a:gridCol>
                <a:gridCol w="672000">
                  <a:extLst>
                    <a:ext uri="{9D8B030D-6E8A-4147-A177-3AD203B41FA5}">
                      <a16:colId xmlns:a16="http://schemas.microsoft.com/office/drawing/2014/main" val="3480822948"/>
                    </a:ext>
                  </a:extLst>
                </a:gridCol>
              </a:tblGrid>
              <a:tr h="204787">
                <a:tc>
                  <a:txBody>
                    <a:bodyPr/>
                    <a:lstStyle/>
                    <a:p>
                      <a:pPr algn="ctr"/>
                      <a:endParaRPr lang="fr-FR" sz="1400" b="1" dirty="0">
                        <a:solidFill>
                          <a:schemeClr val="bg1"/>
                        </a:solidFill>
                        <a:latin typeface="+mj-lt"/>
                        <a:ea typeface="Verdana" charset="0"/>
                        <a:cs typeface="Segoe UI Semibold" panose="020B0502040204020203" pitchFamily="34" charset="0"/>
                      </a:endParaRP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1" dirty="0">
                          <a:solidFill>
                            <a:schemeClr val="bg1"/>
                          </a:solidFill>
                          <a:latin typeface="+mj-lt"/>
                          <a:ea typeface="Verdana" charset="0"/>
                          <a:cs typeface="Segoe UI Semibold" panose="020B0502040204020203" pitchFamily="34" charset="0"/>
                        </a:rPr>
                        <a:t>Ateliers a conduire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4018661516"/>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400" b="1" dirty="0">
                          <a:solidFill>
                            <a:schemeClr val="bg1"/>
                          </a:solidFill>
                          <a:latin typeface="+mj-lt"/>
                          <a:ea typeface="Verdana" charset="0"/>
                          <a:cs typeface="Segoe UI Semibold" panose="020B0502040204020203" pitchFamily="34" charset="0"/>
                        </a:rPr>
                        <a:t>Objectif de l’étude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1</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D00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2</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3</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00AFAB"/>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4</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8A900"/>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5</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73C50"/>
                    </a:solidFill>
                  </a:tcPr>
                </a:tc>
                <a:extLst>
                  <a:ext uri="{0D108BD9-81ED-4DB2-BD59-A6C34878D82A}">
                    <a16:rowId xmlns:a16="http://schemas.microsoft.com/office/drawing/2014/main" val="10000"/>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Identifier le socle de sécurité adapté à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endParaRPr lang="fr-FR" sz="20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Etre en conformité avec les référentiels de sécurité numérique</a:t>
                      </a:r>
                      <a:endParaRPr lang="fr-FR" sz="1400" kern="1200" dirty="0">
                        <a:solidFill>
                          <a:srgbClr val="252525"/>
                        </a:solidFill>
                        <a:latin typeface="+mj-lt"/>
                        <a:ea typeface="+mn-ea"/>
                        <a:cs typeface="Segoe UI" panose="020B0502040204020203" pitchFamily="34" charset="0"/>
                      </a:endParaRP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Evaluer le niveau de menace de l’écosystème vis-à-vis de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00AFAB"/>
                          </a:solidFill>
                          <a:latin typeface="+mj-lt"/>
                          <a:ea typeface="+mn-ea"/>
                          <a:cs typeface="Segoe UI" panose="020B0502040204020203" pitchFamily="34" charset="0"/>
                        </a:rPr>
                        <a:t>(note 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24000">
                <a:tc>
                  <a:txBody>
                    <a:bodyPr/>
                    <a:lstStyle/>
                    <a:p>
                      <a:r>
                        <a:rPr lang="fr-FR" sz="1400" dirty="0">
                          <a:solidFill>
                            <a:srgbClr val="252525"/>
                          </a:solidFill>
                          <a:latin typeface="+mj-lt"/>
                          <a:cs typeface="Segoe UI" panose="020B0502040204020203" pitchFamily="34" charset="0"/>
                        </a:rPr>
                        <a:t>Identifier et analyser les scénarios de haut niveau, intégrant l’écosystème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73C5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Réaliser une étude préliminaire de risque pour identifier les axes prioritaires d’amélioration de la sécurité</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400" i="1" kern="1200" dirty="0">
                          <a:solidFill>
                            <a:srgbClr val="ED008D"/>
                          </a:solidFill>
                          <a:latin typeface="+mj-lt"/>
                          <a:ea typeface="+mn-ea"/>
                          <a:cs typeface="Segoe UI" panose="020B0502040204020203" pitchFamily="34" charset="0"/>
                        </a:rPr>
                        <a:t>(note 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E73C50"/>
                          </a:solidFill>
                          <a:latin typeface="+mj-lt"/>
                          <a:ea typeface="+mn-ea"/>
                          <a:cs typeface="Segoe UI" panose="020B0502040204020203" pitchFamily="34" charset="0"/>
                        </a:rPr>
                        <a:t>(note 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1885382"/>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Conduire une étude de risque complète et fine, par exemple sur un produit de sécurité ou en vue d’homologuer un 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C8A900"/>
                          </a:solidFill>
                          <a:latin typeface="+mj-lt"/>
                          <a:ea typeface="+mn-ea"/>
                          <a:cs typeface="Segoe UI" panose="020B0502040204020203" pitchFamily="34" charset="0"/>
                        </a:rPr>
                        <a:t>X</a:t>
                      </a:r>
                      <a:endParaRPr lang="fr-FR" sz="1800" i="1" kern="1200" dirty="0">
                        <a:solidFill>
                          <a:srgbClr val="C8A90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33557722"/>
                  </a:ext>
                </a:extLst>
              </a:tr>
            </a:tbl>
          </a:graphicData>
        </a:graphic>
      </p:graphicFrame>
      <p:sp>
        <p:nvSpPr>
          <p:cNvPr id="8" name="ZoneTexte 7">
            <a:extLst>
              <a:ext uri="{FF2B5EF4-FFF2-40B4-BE49-F238E27FC236}">
                <a16:creationId xmlns:a16="http://schemas.microsoft.com/office/drawing/2014/main" id="{087378C3-3483-1C3A-E5ED-C3B45F4D1C9B}"/>
              </a:ext>
            </a:extLst>
          </p:cNvPr>
          <p:cNvSpPr txBox="1"/>
          <p:nvPr/>
        </p:nvSpPr>
        <p:spPr>
          <a:xfrm>
            <a:off x="9387840" y="2413338"/>
            <a:ext cx="2458560" cy="2605842"/>
          </a:xfrm>
          <a:prstGeom prst="rect">
            <a:avLst/>
          </a:prstGeom>
          <a:noFill/>
        </p:spPr>
        <p:txBody>
          <a:bodyPr wrap="square" lIns="0" tIns="0" rIns="0" bIns="0" rtlCol="0">
            <a:spAutoFit/>
          </a:bodyPr>
          <a:lstStyle/>
          <a:p>
            <a:pPr>
              <a:spcAft>
                <a:spcPts val="800"/>
              </a:spcAft>
            </a:pPr>
            <a:r>
              <a:rPr lang="fr-FR" sz="1200" i="1" dirty="0">
                <a:solidFill>
                  <a:srgbClr val="00AFAB"/>
                </a:solidFill>
                <a:latin typeface="Segoe UI" panose="020B0502040204020203" pitchFamily="34" charset="0"/>
                <a:cs typeface="Segoe UI" panose="020B0502040204020203" pitchFamily="34" charset="0"/>
              </a:rPr>
              <a:t>Note 1</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a) de l’atelier uniquement ; cela ne nécessite pas d’avoir conduit au préalable les ateliers 1 et 2.</a:t>
            </a:r>
          </a:p>
          <a:p>
            <a:pPr>
              <a:spcAft>
                <a:spcPts val="800"/>
              </a:spcAft>
            </a:pPr>
            <a:r>
              <a:rPr lang="fr-FR" sz="1200" i="1" dirty="0">
                <a:solidFill>
                  <a:srgbClr val="ED008D"/>
                </a:solidFill>
                <a:latin typeface="Segoe UI" panose="020B0502040204020203" pitchFamily="34" charset="0"/>
                <a:cs typeface="Segoe UI" panose="020B0502040204020203" pitchFamily="34" charset="0"/>
              </a:rPr>
              <a:t>Note 2</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Dans le cadre d’une étude préliminaire, le degré de profondeur de l’atelier 1 est à adapter (exemple : ne recenser que les principales valeurs métiers, réaliser une analyse sommaire du socle de sécurité).</a:t>
            </a:r>
          </a:p>
          <a:p>
            <a:r>
              <a:rPr lang="fr-FR" sz="1200" i="1" dirty="0">
                <a:solidFill>
                  <a:srgbClr val="E73C50"/>
                </a:solidFill>
                <a:latin typeface="Segoe UI" panose="020B0502040204020203" pitchFamily="34" charset="0"/>
                <a:cs typeface="Segoe UI" panose="020B0502040204020203" pitchFamily="34" charset="0"/>
              </a:rPr>
              <a:t>Note 3</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b) de l’atelier uniquement.</a:t>
            </a:r>
          </a:p>
        </p:txBody>
      </p:sp>
      <p:sp>
        <p:nvSpPr>
          <p:cNvPr id="9" name="Rectangle 8">
            <a:extLst>
              <a:ext uri="{FF2B5EF4-FFF2-40B4-BE49-F238E27FC236}">
                <a16:creationId xmlns:a16="http://schemas.microsoft.com/office/drawing/2014/main" id="{6875D89A-2FA6-644B-7E81-BB2F25FBF7B6}"/>
              </a:ext>
            </a:extLst>
          </p:cNvPr>
          <p:cNvSpPr/>
          <p:nvPr/>
        </p:nvSpPr>
        <p:spPr>
          <a:xfrm>
            <a:off x="5906610"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Rectangle 9">
            <a:extLst>
              <a:ext uri="{FF2B5EF4-FFF2-40B4-BE49-F238E27FC236}">
                <a16:creationId xmlns:a16="http://schemas.microsoft.com/office/drawing/2014/main" id="{E15C769D-E1BA-58BA-3B5B-39238FE4211D}"/>
              </a:ext>
            </a:extLst>
          </p:cNvPr>
          <p:cNvSpPr/>
          <p:nvPr/>
        </p:nvSpPr>
        <p:spPr>
          <a:xfrm>
            <a:off x="8613477"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1" name="Rectangle 10">
            <a:extLst>
              <a:ext uri="{FF2B5EF4-FFF2-40B4-BE49-F238E27FC236}">
                <a16:creationId xmlns:a16="http://schemas.microsoft.com/office/drawing/2014/main" id="{7343A208-F2AC-60DA-4322-479874EC2C1D}"/>
              </a:ext>
            </a:extLst>
          </p:cNvPr>
          <p:cNvSpPr/>
          <p:nvPr/>
        </p:nvSpPr>
        <p:spPr>
          <a:xfrm>
            <a:off x="7271125" y="3763607"/>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2" name="Rectangle 11">
            <a:extLst>
              <a:ext uri="{FF2B5EF4-FFF2-40B4-BE49-F238E27FC236}">
                <a16:creationId xmlns:a16="http://schemas.microsoft.com/office/drawing/2014/main" id="{DC62132F-DE2D-DD7B-D6D8-3ADEAF41C44A}"/>
              </a:ext>
            </a:extLst>
          </p:cNvPr>
          <p:cNvSpPr/>
          <p:nvPr/>
        </p:nvSpPr>
        <p:spPr>
          <a:xfrm>
            <a:off x="9284581" y="2321478"/>
            <a:ext cx="2475620" cy="8034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3" name="Rectangle 12">
            <a:extLst>
              <a:ext uri="{FF2B5EF4-FFF2-40B4-BE49-F238E27FC236}">
                <a16:creationId xmlns:a16="http://schemas.microsoft.com/office/drawing/2014/main" id="{4B0A5DA5-CD6B-9C32-31F2-B1DB267A4A8F}"/>
              </a:ext>
            </a:extLst>
          </p:cNvPr>
          <p:cNvSpPr/>
          <p:nvPr/>
        </p:nvSpPr>
        <p:spPr>
          <a:xfrm>
            <a:off x="6601715"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Rectangle 13">
            <a:extLst>
              <a:ext uri="{FF2B5EF4-FFF2-40B4-BE49-F238E27FC236}">
                <a16:creationId xmlns:a16="http://schemas.microsoft.com/office/drawing/2014/main" id="{134F709D-19F1-2480-3555-0A927C282CFF}"/>
              </a:ext>
            </a:extLst>
          </p:cNvPr>
          <p:cNvSpPr/>
          <p:nvPr/>
        </p:nvSpPr>
        <p:spPr>
          <a:xfrm>
            <a:off x="7273147"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5" name="Rectangle 14">
            <a:extLst>
              <a:ext uri="{FF2B5EF4-FFF2-40B4-BE49-F238E27FC236}">
                <a16:creationId xmlns:a16="http://schemas.microsoft.com/office/drawing/2014/main" id="{8DB51320-136A-1D0B-EEA3-C0825ACAE14B}"/>
              </a:ext>
            </a:extLst>
          </p:cNvPr>
          <p:cNvSpPr/>
          <p:nvPr/>
        </p:nvSpPr>
        <p:spPr>
          <a:xfrm>
            <a:off x="9387839" y="3185199"/>
            <a:ext cx="2475620" cy="192583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6" name="Rectangle 15">
            <a:extLst>
              <a:ext uri="{FF2B5EF4-FFF2-40B4-BE49-F238E27FC236}">
                <a16:creationId xmlns:a16="http://schemas.microsoft.com/office/drawing/2014/main" id="{CAE3A687-24F5-FFB8-B5C7-DE33C0B8490E}"/>
              </a:ext>
            </a:extLst>
          </p:cNvPr>
          <p:cNvSpPr/>
          <p:nvPr/>
        </p:nvSpPr>
        <p:spPr>
          <a:xfrm>
            <a:off x="5924369"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455CB13E-45DF-939F-D87B-36D8E27E3C95}"/>
              </a:ext>
            </a:extLst>
          </p:cNvPr>
          <p:cNvSpPr/>
          <p:nvPr/>
        </p:nvSpPr>
        <p:spPr>
          <a:xfrm>
            <a:off x="6601715"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Rectangle 17">
            <a:extLst>
              <a:ext uri="{FF2B5EF4-FFF2-40B4-BE49-F238E27FC236}">
                <a16:creationId xmlns:a16="http://schemas.microsoft.com/office/drawing/2014/main" id="{3571D1E9-1CE3-4C1A-0B86-AAC23C654DA6}"/>
              </a:ext>
            </a:extLst>
          </p:cNvPr>
          <p:cNvSpPr/>
          <p:nvPr/>
        </p:nvSpPr>
        <p:spPr>
          <a:xfrm>
            <a:off x="7296821"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9" name="Rectangle 18">
            <a:extLst>
              <a:ext uri="{FF2B5EF4-FFF2-40B4-BE49-F238E27FC236}">
                <a16:creationId xmlns:a16="http://schemas.microsoft.com/office/drawing/2014/main" id="{6DC7607B-1D26-DB48-5D4A-E82E40C34753}"/>
              </a:ext>
            </a:extLst>
          </p:cNvPr>
          <p:cNvSpPr/>
          <p:nvPr/>
        </p:nvSpPr>
        <p:spPr>
          <a:xfrm>
            <a:off x="8607454"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0" name="Rectangle 19">
            <a:extLst>
              <a:ext uri="{FF2B5EF4-FFF2-40B4-BE49-F238E27FC236}">
                <a16:creationId xmlns:a16="http://schemas.microsoft.com/office/drawing/2014/main" id="{780862E4-C846-51D5-4C57-38378264A51A}"/>
              </a:ext>
            </a:extLst>
          </p:cNvPr>
          <p:cNvSpPr/>
          <p:nvPr/>
        </p:nvSpPr>
        <p:spPr>
          <a:xfrm>
            <a:off x="592436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Rectangle 20">
            <a:extLst>
              <a:ext uri="{FF2B5EF4-FFF2-40B4-BE49-F238E27FC236}">
                <a16:creationId xmlns:a16="http://schemas.microsoft.com/office/drawing/2014/main" id="{E4D4EBEF-018C-0700-CE8F-925BE9DC640E}"/>
              </a:ext>
            </a:extLst>
          </p:cNvPr>
          <p:cNvSpPr/>
          <p:nvPr/>
        </p:nvSpPr>
        <p:spPr>
          <a:xfrm>
            <a:off x="6619474"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4EE5B6A5-B475-3D23-EE65-00C338E3582A}"/>
              </a:ext>
            </a:extLst>
          </p:cNvPr>
          <p:cNvSpPr/>
          <p:nvPr/>
        </p:nvSpPr>
        <p:spPr>
          <a:xfrm>
            <a:off x="731457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3" name="Rectangle 22">
            <a:extLst>
              <a:ext uri="{FF2B5EF4-FFF2-40B4-BE49-F238E27FC236}">
                <a16:creationId xmlns:a16="http://schemas.microsoft.com/office/drawing/2014/main" id="{866DCB7C-4CB2-40D7-D84A-BB8E82FCDC08}"/>
              </a:ext>
            </a:extLst>
          </p:cNvPr>
          <p:cNvSpPr/>
          <p:nvPr/>
        </p:nvSpPr>
        <p:spPr>
          <a:xfrm>
            <a:off x="8625213"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Rectangle 23">
            <a:extLst>
              <a:ext uri="{FF2B5EF4-FFF2-40B4-BE49-F238E27FC236}">
                <a16:creationId xmlns:a16="http://schemas.microsoft.com/office/drawing/2014/main" id="{0B5E18E6-1378-3858-030D-400F2FFA5DD8}"/>
              </a:ext>
            </a:extLst>
          </p:cNvPr>
          <p:cNvSpPr/>
          <p:nvPr/>
        </p:nvSpPr>
        <p:spPr>
          <a:xfrm>
            <a:off x="7922994" y="563219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Tree>
    <p:extLst>
      <p:ext uri="{BB962C8B-B14F-4D97-AF65-F5344CB8AC3E}">
        <p14:creationId xmlns:p14="http://schemas.microsoft.com/office/powerpoint/2010/main" val="231365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8" fill="hold" grpId="0" nodeType="clickEffect">
                                  <p:stCondLst>
                                    <p:cond delay="0"/>
                                  </p:stCondLst>
                                  <p:childTnLst>
                                    <p:animEffect transition="out" filter="wipe(left)">
                                      <p:cBhvr>
                                        <p:cTn id="14" dur="500"/>
                                        <p:tgtEl>
                                          <p:spTgt spid="11"/>
                                        </p:tgtEl>
                                      </p:cBhvr>
                                    </p:animEffect>
                                    <p:set>
                                      <p:cBhvr>
                                        <p:cTn id="15" dur="1" fill="hold">
                                          <p:stCondLst>
                                            <p:cond delay="499"/>
                                          </p:stCondLst>
                                        </p:cTn>
                                        <p:tgtEl>
                                          <p:spTgt spid="11"/>
                                        </p:tgtEl>
                                        <p:attrNameLst>
                                          <p:attrName>style.visibility</p:attrName>
                                        </p:attrNameLst>
                                      </p:cBhvr>
                                      <p:to>
                                        <p:strVal val="hidden"/>
                                      </p:to>
                                    </p:set>
                                  </p:childTnLst>
                                </p:cTn>
                              </p:par>
                              <p:par>
                                <p:cTn id="16" presetID="22" presetClass="exit" presetSubtype="8" fill="hold" grpId="0" nodeType="withEffect">
                                  <p:stCondLst>
                                    <p:cond delay="0"/>
                                  </p:stCondLst>
                                  <p:childTnLst>
                                    <p:animEffect transition="out" filter="wipe(left)">
                                      <p:cBhvr>
                                        <p:cTn id="17" dur="500"/>
                                        <p:tgtEl>
                                          <p:spTgt spid="12"/>
                                        </p:tgtEl>
                                      </p:cBhvr>
                                    </p:animEffect>
                                    <p:set>
                                      <p:cBhvr>
                                        <p:cTn id="18" dur="1" fill="hold">
                                          <p:stCondLst>
                                            <p:cond delay="499"/>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xit" presetSubtype="8" fill="hold" grpId="0" nodeType="clickEffect">
                                  <p:stCondLst>
                                    <p:cond delay="0"/>
                                  </p:stCondLst>
                                  <p:childTnLst>
                                    <p:animEffect transition="out" filter="wipe(left)">
                                      <p:cBhvr>
                                        <p:cTn id="22" dur="500"/>
                                        <p:tgtEl>
                                          <p:spTgt spid="13"/>
                                        </p:tgtEl>
                                      </p:cBhvr>
                                    </p:animEffect>
                                    <p:set>
                                      <p:cBhvr>
                                        <p:cTn id="23" dur="1" fill="hold">
                                          <p:stCondLst>
                                            <p:cond delay="499"/>
                                          </p:stCondLst>
                                        </p:cTn>
                                        <p:tgtEl>
                                          <p:spTgt spid="13"/>
                                        </p:tgtEl>
                                        <p:attrNameLst>
                                          <p:attrName>style.visibility</p:attrName>
                                        </p:attrNameLst>
                                      </p:cBhvr>
                                      <p:to>
                                        <p:strVal val="hidden"/>
                                      </p:to>
                                    </p:set>
                                  </p:childTnLst>
                                </p:cTn>
                              </p:par>
                              <p:par>
                                <p:cTn id="24" presetID="22" presetClass="exit" presetSubtype="8" fill="hold" grpId="0" nodeType="withEffect">
                                  <p:stCondLst>
                                    <p:cond delay="0"/>
                                  </p:stCondLst>
                                  <p:childTnLst>
                                    <p:animEffect transition="out" filter="wipe(left)">
                                      <p:cBhvr>
                                        <p:cTn id="25" dur="500"/>
                                        <p:tgtEl>
                                          <p:spTgt spid="14"/>
                                        </p:tgtEl>
                                      </p:cBhvr>
                                    </p:animEffect>
                                    <p:set>
                                      <p:cBhvr>
                                        <p:cTn id="26" dur="1" fill="hold">
                                          <p:stCondLst>
                                            <p:cond delay="499"/>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xit" presetSubtype="8" fill="hold" grpId="0" nodeType="clickEffect">
                                  <p:stCondLst>
                                    <p:cond delay="0"/>
                                  </p:stCondLst>
                                  <p:childTnLst>
                                    <p:animEffect transition="out" filter="wipe(left)">
                                      <p:cBhvr>
                                        <p:cTn id="30" dur="500"/>
                                        <p:tgtEl>
                                          <p:spTgt spid="15"/>
                                        </p:tgtEl>
                                      </p:cBhvr>
                                    </p:animEffect>
                                    <p:set>
                                      <p:cBhvr>
                                        <p:cTn id="31" dur="1" fill="hold">
                                          <p:stCondLst>
                                            <p:cond delay="499"/>
                                          </p:stCondLst>
                                        </p:cTn>
                                        <p:tgtEl>
                                          <p:spTgt spid="15"/>
                                        </p:tgtEl>
                                        <p:attrNameLst>
                                          <p:attrName>style.visibility</p:attrName>
                                        </p:attrNameLst>
                                      </p:cBhvr>
                                      <p:to>
                                        <p:strVal val="hidden"/>
                                      </p:to>
                                    </p:set>
                                  </p:childTnLst>
                                </p:cTn>
                              </p:par>
                              <p:par>
                                <p:cTn id="32" presetID="22" presetClass="exit" presetSubtype="8" fill="hold" grpId="0" nodeType="withEffect">
                                  <p:stCondLst>
                                    <p:cond delay="0"/>
                                  </p:stCondLst>
                                  <p:childTnLst>
                                    <p:animEffect transition="out" filter="wipe(left)">
                                      <p:cBhvr>
                                        <p:cTn id="33" dur="500"/>
                                        <p:tgtEl>
                                          <p:spTgt spid="16"/>
                                        </p:tgtEl>
                                      </p:cBhvr>
                                    </p:animEffect>
                                    <p:set>
                                      <p:cBhvr>
                                        <p:cTn id="34" dur="1" fill="hold">
                                          <p:stCondLst>
                                            <p:cond delay="499"/>
                                          </p:stCondLst>
                                        </p:cTn>
                                        <p:tgtEl>
                                          <p:spTgt spid="16"/>
                                        </p:tgtEl>
                                        <p:attrNameLst>
                                          <p:attrName>style.visibility</p:attrName>
                                        </p:attrNameLst>
                                      </p:cBhvr>
                                      <p:to>
                                        <p:strVal val="hidden"/>
                                      </p:to>
                                    </p:set>
                                  </p:childTnLst>
                                </p:cTn>
                              </p:par>
                              <p:par>
                                <p:cTn id="35" presetID="22" presetClass="exit" presetSubtype="8" fill="hold" grpId="0" nodeType="withEffect">
                                  <p:stCondLst>
                                    <p:cond delay="0"/>
                                  </p:stCondLst>
                                  <p:childTnLst>
                                    <p:animEffect transition="out" filter="wipe(left)">
                                      <p:cBhvr>
                                        <p:cTn id="36" dur="500"/>
                                        <p:tgtEl>
                                          <p:spTgt spid="17"/>
                                        </p:tgtEl>
                                      </p:cBhvr>
                                    </p:animEffect>
                                    <p:set>
                                      <p:cBhvr>
                                        <p:cTn id="37" dur="1" fill="hold">
                                          <p:stCondLst>
                                            <p:cond delay="499"/>
                                          </p:stCondLst>
                                        </p:cTn>
                                        <p:tgtEl>
                                          <p:spTgt spid="17"/>
                                        </p:tgtEl>
                                        <p:attrNameLst>
                                          <p:attrName>style.visibility</p:attrName>
                                        </p:attrNameLst>
                                      </p:cBhvr>
                                      <p:to>
                                        <p:strVal val="hidden"/>
                                      </p:to>
                                    </p:set>
                                  </p:childTnLst>
                                </p:cTn>
                              </p:par>
                              <p:par>
                                <p:cTn id="38" presetID="22" presetClass="exit" presetSubtype="8" fill="hold" grpId="0" nodeType="withEffect">
                                  <p:stCondLst>
                                    <p:cond delay="0"/>
                                  </p:stCondLst>
                                  <p:childTnLst>
                                    <p:animEffect transition="out" filter="wipe(left)">
                                      <p:cBhvr>
                                        <p:cTn id="39" dur="500"/>
                                        <p:tgtEl>
                                          <p:spTgt spid="18"/>
                                        </p:tgtEl>
                                      </p:cBhvr>
                                    </p:animEffect>
                                    <p:set>
                                      <p:cBhvr>
                                        <p:cTn id="40" dur="1" fill="hold">
                                          <p:stCondLst>
                                            <p:cond delay="499"/>
                                          </p:stCondLst>
                                        </p:cTn>
                                        <p:tgtEl>
                                          <p:spTgt spid="18"/>
                                        </p:tgtEl>
                                        <p:attrNameLst>
                                          <p:attrName>style.visibility</p:attrName>
                                        </p:attrNameLst>
                                      </p:cBhvr>
                                      <p:to>
                                        <p:strVal val="hidden"/>
                                      </p:to>
                                    </p:set>
                                  </p:childTnLst>
                                </p:cTn>
                              </p:par>
                              <p:par>
                                <p:cTn id="41" presetID="22" presetClass="exit" presetSubtype="8" fill="hold" grpId="0" nodeType="withEffect">
                                  <p:stCondLst>
                                    <p:cond delay="0"/>
                                  </p:stCondLst>
                                  <p:childTnLst>
                                    <p:animEffect transition="out" filter="wipe(left)">
                                      <p:cBhvr>
                                        <p:cTn id="42" dur="500"/>
                                        <p:tgtEl>
                                          <p:spTgt spid="19"/>
                                        </p:tgtEl>
                                      </p:cBhvr>
                                    </p:animEffect>
                                    <p:set>
                                      <p:cBhvr>
                                        <p:cTn id="43" dur="1" fill="hold">
                                          <p:stCondLst>
                                            <p:cond delay="499"/>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22" presetClass="exit" presetSubtype="8" fill="hold" grpId="0" nodeType="clickEffect">
                                  <p:stCondLst>
                                    <p:cond delay="0"/>
                                  </p:stCondLst>
                                  <p:childTnLst>
                                    <p:animEffect transition="out" filter="wipe(left)">
                                      <p:cBhvr>
                                        <p:cTn id="47" dur="500"/>
                                        <p:tgtEl>
                                          <p:spTgt spid="20"/>
                                        </p:tgtEl>
                                      </p:cBhvr>
                                    </p:animEffect>
                                    <p:set>
                                      <p:cBhvr>
                                        <p:cTn id="48" dur="1" fill="hold">
                                          <p:stCondLst>
                                            <p:cond delay="499"/>
                                          </p:stCondLst>
                                        </p:cTn>
                                        <p:tgtEl>
                                          <p:spTgt spid="20"/>
                                        </p:tgtEl>
                                        <p:attrNameLst>
                                          <p:attrName>style.visibility</p:attrName>
                                        </p:attrNameLst>
                                      </p:cBhvr>
                                      <p:to>
                                        <p:strVal val="hidden"/>
                                      </p:to>
                                    </p:set>
                                  </p:childTnLst>
                                </p:cTn>
                              </p:par>
                              <p:par>
                                <p:cTn id="49" presetID="22" presetClass="exit" presetSubtype="8" fill="hold" grpId="0" nodeType="withEffect">
                                  <p:stCondLst>
                                    <p:cond delay="0"/>
                                  </p:stCondLst>
                                  <p:childTnLst>
                                    <p:animEffect transition="out" filter="wipe(left)">
                                      <p:cBhvr>
                                        <p:cTn id="50" dur="500"/>
                                        <p:tgtEl>
                                          <p:spTgt spid="21"/>
                                        </p:tgtEl>
                                      </p:cBhvr>
                                    </p:animEffect>
                                    <p:set>
                                      <p:cBhvr>
                                        <p:cTn id="51" dur="1" fill="hold">
                                          <p:stCondLst>
                                            <p:cond delay="499"/>
                                          </p:stCondLst>
                                        </p:cTn>
                                        <p:tgtEl>
                                          <p:spTgt spid="21"/>
                                        </p:tgtEl>
                                        <p:attrNameLst>
                                          <p:attrName>style.visibility</p:attrName>
                                        </p:attrNameLst>
                                      </p:cBhvr>
                                      <p:to>
                                        <p:strVal val="hidden"/>
                                      </p:to>
                                    </p:set>
                                  </p:childTnLst>
                                </p:cTn>
                              </p:par>
                              <p:par>
                                <p:cTn id="52" presetID="22" presetClass="exit" presetSubtype="8" fill="hold" grpId="0" nodeType="withEffect">
                                  <p:stCondLst>
                                    <p:cond delay="0"/>
                                  </p:stCondLst>
                                  <p:childTnLst>
                                    <p:animEffect transition="out" filter="wipe(left)">
                                      <p:cBhvr>
                                        <p:cTn id="53" dur="500"/>
                                        <p:tgtEl>
                                          <p:spTgt spid="22"/>
                                        </p:tgtEl>
                                      </p:cBhvr>
                                    </p:animEffect>
                                    <p:set>
                                      <p:cBhvr>
                                        <p:cTn id="54" dur="1" fill="hold">
                                          <p:stCondLst>
                                            <p:cond delay="499"/>
                                          </p:stCondLst>
                                        </p:cTn>
                                        <p:tgtEl>
                                          <p:spTgt spid="22"/>
                                        </p:tgtEl>
                                        <p:attrNameLst>
                                          <p:attrName>style.visibility</p:attrName>
                                        </p:attrNameLst>
                                      </p:cBhvr>
                                      <p:to>
                                        <p:strVal val="hidden"/>
                                      </p:to>
                                    </p:set>
                                  </p:childTnLst>
                                </p:cTn>
                              </p:par>
                              <p:par>
                                <p:cTn id="55" presetID="22" presetClass="exit" presetSubtype="8" fill="hold" grpId="0" nodeType="withEffect">
                                  <p:stCondLst>
                                    <p:cond delay="0"/>
                                  </p:stCondLst>
                                  <p:childTnLst>
                                    <p:animEffect transition="out" filter="wipe(left)">
                                      <p:cBhvr>
                                        <p:cTn id="56" dur="500"/>
                                        <p:tgtEl>
                                          <p:spTgt spid="23"/>
                                        </p:tgtEl>
                                      </p:cBhvr>
                                    </p:animEffect>
                                    <p:set>
                                      <p:cBhvr>
                                        <p:cTn id="57" dur="1" fill="hold">
                                          <p:stCondLst>
                                            <p:cond delay="499"/>
                                          </p:stCondLst>
                                        </p:cTn>
                                        <p:tgtEl>
                                          <p:spTgt spid="23"/>
                                        </p:tgtEl>
                                        <p:attrNameLst>
                                          <p:attrName>style.visibility</p:attrName>
                                        </p:attrNameLst>
                                      </p:cBhvr>
                                      <p:to>
                                        <p:strVal val="hidden"/>
                                      </p:to>
                                    </p:set>
                                  </p:childTnLst>
                                </p:cTn>
                              </p:par>
                              <p:par>
                                <p:cTn id="58" presetID="22" presetClass="exit" presetSubtype="8" fill="hold" grpId="0" nodeType="withEffect">
                                  <p:stCondLst>
                                    <p:cond delay="0"/>
                                  </p:stCondLst>
                                  <p:childTnLst>
                                    <p:animEffect transition="out" filter="wipe(left)">
                                      <p:cBhvr>
                                        <p:cTn id="59" dur="500"/>
                                        <p:tgtEl>
                                          <p:spTgt spid="24"/>
                                        </p:tgtEl>
                                      </p:cBhvr>
                                    </p:animEffect>
                                    <p:set>
                                      <p:cBhvr>
                                        <p:cTn id="60"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CF649-29D9-E8E5-9FA3-004AA2C9B7D6}"/>
              </a:ext>
            </a:extLst>
          </p:cNvPr>
          <p:cNvSpPr>
            <a:spLocks noGrp="1"/>
          </p:cNvSpPr>
          <p:nvPr>
            <p:ph type="title"/>
          </p:nvPr>
        </p:nvSpPr>
        <p:spPr/>
        <p:txBody>
          <a:bodyPr>
            <a:normAutofit fontScale="90000"/>
          </a:bodyPr>
          <a:lstStyle/>
          <a:p>
            <a:r>
              <a:rPr lang="fr-FR" noProof="0" dirty="0"/>
              <a:t>Qui va faire quoi ?</a:t>
            </a:r>
            <a:endParaRPr lang="fr-FR" sz="4000" noProof="0" dirty="0"/>
          </a:p>
        </p:txBody>
      </p:sp>
      <p:sp>
        <p:nvSpPr>
          <p:cNvPr id="3" name="Espace réservé de la date 2">
            <a:extLst>
              <a:ext uri="{FF2B5EF4-FFF2-40B4-BE49-F238E27FC236}">
                <a16:creationId xmlns:a16="http://schemas.microsoft.com/office/drawing/2014/main" id="{5D99C519-073E-84DB-861D-09B4143454F5}"/>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265740B8-F452-D316-2384-EA7AD19BA7C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6B0F08B6-77F9-C9B8-E9F3-F9A1EDC7744C}"/>
              </a:ext>
            </a:extLst>
          </p:cNvPr>
          <p:cNvSpPr>
            <a:spLocks noGrp="1"/>
          </p:cNvSpPr>
          <p:nvPr>
            <p:ph type="sldNum" sz="quarter" idx="12"/>
          </p:nvPr>
        </p:nvSpPr>
        <p:spPr/>
        <p:txBody>
          <a:bodyPr/>
          <a:lstStyle/>
          <a:p>
            <a:pPr rtl="0"/>
            <a:fld id="{294A09A9-5501-47C1-A89A-A340965A2BE2}" type="slidenum">
              <a:rPr lang="fr-FR" noProof="0" smtClean="0"/>
              <a:t>34</a:t>
            </a:fld>
            <a:endParaRPr lang="fr-FR" noProof="0"/>
          </a:p>
        </p:txBody>
      </p:sp>
      <p:sp>
        <p:nvSpPr>
          <p:cNvPr id="17" name="Espace réservé du texte 16">
            <a:extLst>
              <a:ext uri="{FF2B5EF4-FFF2-40B4-BE49-F238E27FC236}">
                <a16:creationId xmlns:a16="http://schemas.microsoft.com/office/drawing/2014/main" id="{7FD5FAAA-5D43-DE71-13E4-27E79A6454B4}"/>
              </a:ext>
            </a:extLst>
          </p:cNvPr>
          <p:cNvSpPr>
            <a:spLocks noGrp="1"/>
          </p:cNvSpPr>
          <p:nvPr>
            <p:ph type="body" sz="quarter" idx="13"/>
          </p:nvPr>
        </p:nvSpPr>
        <p:spPr/>
        <p:txBody>
          <a:bodyPr/>
          <a:lstStyle/>
          <a:p>
            <a:r>
              <a:rPr lang="fr-FR" dirty="0"/>
              <a:t>Mener une étude, c’est un travail d’équipe</a:t>
            </a:r>
          </a:p>
        </p:txBody>
      </p:sp>
      <p:graphicFrame>
        <p:nvGraphicFramePr>
          <p:cNvPr id="8" name="Tableau 7">
            <a:extLst>
              <a:ext uri="{FF2B5EF4-FFF2-40B4-BE49-F238E27FC236}">
                <a16:creationId xmlns:a16="http://schemas.microsoft.com/office/drawing/2014/main" id="{6BF8991E-3793-D9DE-189A-38E261C6C571}"/>
              </a:ext>
            </a:extLst>
          </p:cNvPr>
          <p:cNvGraphicFramePr>
            <a:graphicFrameLocks noGrp="1"/>
          </p:cNvGraphicFramePr>
          <p:nvPr>
            <p:extLst>
              <p:ext uri="{D42A27DB-BD31-4B8C-83A1-F6EECF244321}">
                <p14:modId xmlns:p14="http://schemas.microsoft.com/office/powerpoint/2010/main" val="274972895"/>
              </p:ext>
            </p:extLst>
          </p:nvPr>
        </p:nvGraphicFramePr>
        <p:xfrm>
          <a:off x="1388889" y="2919409"/>
          <a:ext cx="6622475" cy="3331380"/>
        </p:xfrm>
        <a:graphic>
          <a:graphicData uri="http://schemas.openxmlformats.org/drawingml/2006/table">
            <a:tbl>
              <a:tblPr firstRow="1" firstCol="1" bandRow="1"/>
              <a:tblGrid>
                <a:gridCol w="2151110">
                  <a:extLst>
                    <a:ext uri="{9D8B030D-6E8A-4147-A177-3AD203B41FA5}">
                      <a16:colId xmlns:a16="http://schemas.microsoft.com/office/drawing/2014/main" val="20000"/>
                    </a:ext>
                  </a:extLst>
                </a:gridCol>
                <a:gridCol w="1090855">
                  <a:extLst>
                    <a:ext uri="{9D8B030D-6E8A-4147-A177-3AD203B41FA5}">
                      <a16:colId xmlns:a16="http://schemas.microsoft.com/office/drawing/2014/main" val="20001"/>
                    </a:ext>
                  </a:extLst>
                </a:gridCol>
                <a:gridCol w="1126836">
                  <a:extLst>
                    <a:ext uri="{9D8B030D-6E8A-4147-A177-3AD203B41FA5}">
                      <a16:colId xmlns:a16="http://schemas.microsoft.com/office/drawing/2014/main" val="3058908152"/>
                    </a:ext>
                  </a:extLst>
                </a:gridCol>
                <a:gridCol w="1154545">
                  <a:extLst>
                    <a:ext uri="{9D8B030D-6E8A-4147-A177-3AD203B41FA5}">
                      <a16:colId xmlns:a16="http://schemas.microsoft.com/office/drawing/2014/main" val="93463851"/>
                    </a:ext>
                  </a:extLst>
                </a:gridCol>
                <a:gridCol w="1099129">
                  <a:extLst>
                    <a:ext uri="{9D8B030D-6E8A-4147-A177-3AD203B41FA5}">
                      <a16:colId xmlns:a16="http://schemas.microsoft.com/office/drawing/2014/main" val="3315180043"/>
                    </a:ext>
                  </a:extLst>
                </a:gridCol>
              </a:tblGrid>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Valeurs métier</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Biens supports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Socle de règles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Événements redoutés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98522728"/>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Sources de 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9632964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Parties prenantes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6521366"/>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stratégiques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9384259"/>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opérationnels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4731762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42662915"/>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Mesures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72559042"/>
                  </a:ext>
                </a:extLst>
              </a:tr>
            </a:tbl>
          </a:graphicData>
        </a:graphic>
      </p:graphicFrame>
      <p:grpSp>
        <p:nvGrpSpPr>
          <p:cNvPr id="80" name="Groupe 79">
            <a:extLst>
              <a:ext uri="{FF2B5EF4-FFF2-40B4-BE49-F238E27FC236}">
                <a16:creationId xmlns:a16="http://schemas.microsoft.com/office/drawing/2014/main" id="{5224B4D3-2329-42FE-A359-8A77CC481CFA}"/>
              </a:ext>
            </a:extLst>
          </p:cNvPr>
          <p:cNvGrpSpPr/>
          <p:nvPr/>
        </p:nvGrpSpPr>
        <p:grpSpPr>
          <a:xfrm>
            <a:off x="3480670" y="1430312"/>
            <a:ext cx="4542628" cy="1485901"/>
            <a:chOff x="5139785" y="1332046"/>
            <a:chExt cx="4542628" cy="1779240"/>
          </a:xfrm>
        </p:grpSpPr>
        <p:pic>
          <p:nvPicPr>
            <p:cNvPr id="24" name="Image 23">
              <a:extLst>
                <a:ext uri="{FF2B5EF4-FFF2-40B4-BE49-F238E27FC236}">
                  <a16:creationId xmlns:a16="http://schemas.microsoft.com/office/drawing/2014/main" id="{F253E190-4B7E-537F-9AE4-4E9435A91D66}"/>
                </a:ext>
              </a:extLst>
            </p:cNvPr>
            <p:cNvPicPr>
              <a:picLocks noChangeAspect="1"/>
            </p:cNvPicPr>
            <p:nvPr/>
          </p:nvPicPr>
          <p:blipFill>
            <a:blip r:embed="rId2"/>
            <a:stretch>
              <a:fillRect/>
            </a:stretch>
          </p:blipFill>
          <p:spPr>
            <a:xfrm>
              <a:off x="5185965" y="1332046"/>
              <a:ext cx="4496448" cy="1779240"/>
            </a:xfrm>
            <a:prstGeom prst="rect">
              <a:avLst/>
            </a:prstGeom>
          </p:spPr>
        </p:pic>
        <p:sp>
          <p:nvSpPr>
            <p:cNvPr id="26" name="ZoneTexte 25">
              <a:extLst>
                <a:ext uri="{FF2B5EF4-FFF2-40B4-BE49-F238E27FC236}">
                  <a16:creationId xmlns:a16="http://schemas.microsoft.com/office/drawing/2014/main" id="{F761B49D-A0F7-01F1-13D3-69D09F5EAD3A}"/>
                </a:ext>
              </a:extLst>
            </p:cNvPr>
            <p:cNvSpPr txBox="1"/>
            <p:nvPr/>
          </p:nvSpPr>
          <p:spPr>
            <a:xfrm>
              <a:off x="5139785" y="2679029"/>
              <a:ext cx="1147606"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Autorité</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8" name="ZoneTexte 27">
              <a:extLst>
                <a:ext uri="{FF2B5EF4-FFF2-40B4-BE49-F238E27FC236}">
                  <a16:creationId xmlns:a16="http://schemas.microsoft.com/office/drawing/2014/main" id="{62A8E52D-0753-A47B-B06E-B00FB212A7E9}"/>
                </a:ext>
              </a:extLst>
            </p:cNvPr>
            <p:cNvSpPr txBox="1"/>
            <p:nvPr/>
          </p:nvSpPr>
          <p:spPr>
            <a:xfrm>
              <a:off x="6328101"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Métier</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9" name="ZoneTexte 28">
              <a:extLst>
                <a:ext uri="{FF2B5EF4-FFF2-40B4-BE49-F238E27FC236}">
                  <a16:creationId xmlns:a16="http://schemas.microsoft.com/office/drawing/2014/main" id="{1E542930-3CAF-DC09-67B5-88ED765E7FED}"/>
                </a:ext>
              </a:extLst>
            </p:cNvPr>
            <p:cNvSpPr txBox="1"/>
            <p:nvPr/>
          </p:nvSpPr>
          <p:spPr>
            <a:xfrm>
              <a:off x="7459556"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Technique</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31" name="ZoneTexte 30">
              <a:extLst>
                <a:ext uri="{FF2B5EF4-FFF2-40B4-BE49-F238E27FC236}">
                  <a16:creationId xmlns:a16="http://schemas.microsoft.com/office/drawing/2014/main" id="{DDCBF567-713B-944F-626A-99DC6F63275D}"/>
                </a:ext>
              </a:extLst>
            </p:cNvPr>
            <p:cNvSpPr txBox="1"/>
            <p:nvPr/>
          </p:nvSpPr>
          <p:spPr>
            <a:xfrm>
              <a:off x="8599669"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Expert SSI</a:t>
              </a:r>
              <a:endParaRPr lang="fr-FR" sz="1600" dirty="0">
                <a:solidFill>
                  <a:schemeClr val="bg1"/>
                </a:solidFill>
                <a:latin typeface="Calibri Light" panose="020F0302020204030204" pitchFamily="34" charset="0"/>
                <a:cs typeface="Calibri Light" panose="020F0302020204030204" pitchFamily="34" charset="0"/>
              </a:endParaRPr>
            </a:p>
          </p:txBody>
        </p:sp>
      </p:grpSp>
      <p:grpSp>
        <p:nvGrpSpPr>
          <p:cNvPr id="71" name="Groupe 70">
            <a:extLst>
              <a:ext uri="{FF2B5EF4-FFF2-40B4-BE49-F238E27FC236}">
                <a16:creationId xmlns:a16="http://schemas.microsoft.com/office/drawing/2014/main" id="{56619910-F37A-1651-A02A-562D835A46F6}"/>
              </a:ext>
            </a:extLst>
          </p:cNvPr>
          <p:cNvGrpSpPr/>
          <p:nvPr/>
        </p:nvGrpSpPr>
        <p:grpSpPr>
          <a:xfrm>
            <a:off x="8612507" y="4963798"/>
            <a:ext cx="1509173" cy="1240823"/>
            <a:chOff x="10394884" y="1477994"/>
            <a:chExt cx="1509173" cy="1240823"/>
          </a:xfrm>
        </p:grpSpPr>
        <p:grpSp>
          <p:nvGrpSpPr>
            <p:cNvPr id="67" name="Groupe 66">
              <a:extLst>
                <a:ext uri="{FF2B5EF4-FFF2-40B4-BE49-F238E27FC236}">
                  <a16:creationId xmlns:a16="http://schemas.microsoft.com/office/drawing/2014/main" id="{479AB675-35F7-D372-406E-F03381CC913B}"/>
                </a:ext>
              </a:extLst>
            </p:cNvPr>
            <p:cNvGrpSpPr/>
            <p:nvPr/>
          </p:nvGrpSpPr>
          <p:grpSpPr>
            <a:xfrm>
              <a:off x="10394884" y="1477994"/>
              <a:ext cx="1509173" cy="252000"/>
              <a:chOff x="10394884" y="1477994"/>
              <a:chExt cx="1509173" cy="252000"/>
            </a:xfrm>
          </p:grpSpPr>
          <p:sp>
            <p:nvSpPr>
              <p:cNvPr id="6" name="ZoneTexte 5"/>
              <p:cNvSpPr txBox="1"/>
              <p:nvPr/>
            </p:nvSpPr>
            <p:spPr>
              <a:xfrm>
                <a:off x="10716057" y="148325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Responsable</a:t>
                </a:r>
              </a:p>
            </p:txBody>
          </p:sp>
          <p:sp>
            <p:nvSpPr>
              <p:cNvPr id="60" name="Ellipse 59">
                <a:extLst>
                  <a:ext uri="{FF2B5EF4-FFF2-40B4-BE49-F238E27FC236}">
                    <a16:creationId xmlns:a16="http://schemas.microsoft.com/office/drawing/2014/main" id="{A2556F6C-7B7C-1D0B-390F-24FBB09BED6E}"/>
                  </a:ext>
                </a:extLst>
              </p:cNvPr>
              <p:cNvSpPr>
                <a:spLocks noChangeAspect="1"/>
              </p:cNvSpPr>
              <p:nvPr/>
            </p:nvSpPr>
            <p:spPr>
              <a:xfrm>
                <a:off x="10394884" y="14779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grpSp>
        <p:grpSp>
          <p:nvGrpSpPr>
            <p:cNvPr id="68" name="Groupe 67">
              <a:extLst>
                <a:ext uri="{FF2B5EF4-FFF2-40B4-BE49-F238E27FC236}">
                  <a16:creationId xmlns:a16="http://schemas.microsoft.com/office/drawing/2014/main" id="{755475D7-C319-8106-3657-25911E30A7BE}"/>
                </a:ext>
              </a:extLst>
            </p:cNvPr>
            <p:cNvGrpSpPr/>
            <p:nvPr/>
          </p:nvGrpSpPr>
          <p:grpSpPr>
            <a:xfrm>
              <a:off x="10394884" y="1801492"/>
              <a:ext cx="1509173" cy="252000"/>
              <a:chOff x="10394884" y="1801492"/>
              <a:chExt cx="1509173" cy="252000"/>
            </a:xfrm>
          </p:grpSpPr>
          <p:sp>
            <p:nvSpPr>
              <p:cNvPr id="63" name="Ellipse 62">
                <a:extLst>
                  <a:ext uri="{FF2B5EF4-FFF2-40B4-BE49-F238E27FC236}">
                    <a16:creationId xmlns:a16="http://schemas.microsoft.com/office/drawing/2014/main" id="{792CE8E4-C410-6584-9CB2-7FC87BB989A4}"/>
                  </a:ext>
                </a:extLst>
              </p:cNvPr>
              <p:cNvSpPr>
                <a:spLocks noChangeAspect="1"/>
              </p:cNvSpPr>
              <p:nvPr/>
            </p:nvSpPr>
            <p:spPr>
              <a:xfrm>
                <a:off x="10394884" y="180149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64" name="ZoneTexte 63">
                <a:extLst>
                  <a:ext uri="{FF2B5EF4-FFF2-40B4-BE49-F238E27FC236}">
                    <a16:creationId xmlns:a16="http://schemas.microsoft.com/office/drawing/2014/main" id="{46BCD5F7-16C7-B147-6345-CC9453C8EDD1}"/>
                  </a:ext>
                </a:extLst>
              </p:cNvPr>
              <p:cNvSpPr txBox="1"/>
              <p:nvPr/>
            </p:nvSpPr>
            <p:spPr>
              <a:xfrm>
                <a:off x="10716057" y="1804508"/>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Approbateur</a:t>
                </a:r>
              </a:p>
            </p:txBody>
          </p:sp>
        </p:grpSp>
        <p:grpSp>
          <p:nvGrpSpPr>
            <p:cNvPr id="69" name="Groupe 68">
              <a:extLst>
                <a:ext uri="{FF2B5EF4-FFF2-40B4-BE49-F238E27FC236}">
                  <a16:creationId xmlns:a16="http://schemas.microsoft.com/office/drawing/2014/main" id="{B01FC58D-C5C4-F9E7-207E-F3DFCD5C4927}"/>
                </a:ext>
              </a:extLst>
            </p:cNvPr>
            <p:cNvGrpSpPr/>
            <p:nvPr/>
          </p:nvGrpSpPr>
          <p:grpSpPr>
            <a:xfrm>
              <a:off x="10394884" y="2133708"/>
              <a:ext cx="1509173" cy="252000"/>
              <a:chOff x="10394884" y="2133708"/>
              <a:chExt cx="1509173" cy="252000"/>
            </a:xfrm>
          </p:grpSpPr>
          <p:sp>
            <p:nvSpPr>
              <p:cNvPr id="61" name="Ellipse 60">
                <a:extLst>
                  <a:ext uri="{FF2B5EF4-FFF2-40B4-BE49-F238E27FC236}">
                    <a16:creationId xmlns:a16="http://schemas.microsoft.com/office/drawing/2014/main" id="{B86677CB-B090-950C-6D16-B514F40D1703}"/>
                  </a:ext>
                </a:extLst>
              </p:cNvPr>
              <p:cNvSpPr>
                <a:spLocks noChangeAspect="1"/>
              </p:cNvSpPr>
              <p:nvPr/>
            </p:nvSpPr>
            <p:spPr>
              <a:xfrm>
                <a:off x="10394884" y="2133708"/>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65" name="ZoneTexte 64">
                <a:extLst>
                  <a:ext uri="{FF2B5EF4-FFF2-40B4-BE49-F238E27FC236}">
                    <a16:creationId xmlns:a16="http://schemas.microsoft.com/office/drawing/2014/main" id="{CF58CD96-8849-A5CF-4B11-9D7A3E0514BD}"/>
                  </a:ext>
                </a:extLst>
              </p:cNvPr>
              <p:cNvSpPr txBox="1"/>
              <p:nvPr/>
            </p:nvSpPr>
            <p:spPr>
              <a:xfrm>
                <a:off x="10716057" y="2138675"/>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Consulté</a:t>
                </a:r>
              </a:p>
            </p:txBody>
          </p:sp>
        </p:grpSp>
        <p:grpSp>
          <p:nvGrpSpPr>
            <p:cNvPr id="70" name="Groupe 69">
              <a:extLst>
                <a:ext uri="{FF2B5EF4-FFF2-40B4-BE49-F238E27FC236}">
                  <a16:creationId xmlns:a16="http://schemas.microsoft.com/office/drawing/2014/main" id="{314B1E31-301C-A673-0711-B68B6E57C602}"/>
                </a:ext>
              </a:extLst>
            </p:cNvPr>
            <p:cNvGrpSpPr/>
            <p:nvPr/>
          </p:nvGrpSpPr>
          <p:grpSpPr>
            <a:xfrm>
              <a:off x="10394884" y="2464796"/>
              <a:ext cx="1509173" cy="254021"/>
              <a:chOff x="10394884" y="2464796"/>
              <a:chExt cx="1509173" cy="254021"/>
            </a:xfrm>
          </p:grpSpPr>
          <p:sp>
            <p:nvSpPr>
              <p:cNvPr id="62" name="Ellipse 61">
                <a:extLst>
                  <a:ext uri="{FF2B5EF4-FFF2-40B4-BE49-F238E27FC236}">
                    <a16:creationId xmlns:a16="http://schemas.microsoft.com/office/drawing/2014/main" id="{9FAFA77E-C500-F698-3909-DBD6F20FCACA}"/>
                  </a:ext>
                </a:extLst>
              </p:cNvPr>
              <p:cNvSpPr>
                <a:spLocks noChangeAspect="1"/>
              </p:cNvSpPr>
              <p:nvPr/>
            </p:nvSpPr>
            <p:spPr>
              <a:xfrm>
                <a:off x="10394884" y="246479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66" name="ZoneTexte 65">
                <a:extLst>
                  <a:ext uri="{FF2B5EF4-FFF2-40B4-BE49-F238E27FC236}">
                    <a16:creationId xmlns:a16="http://schemas.microsoft.com/office/drawing/2014/main" id="{21E7B793-47F5-CC7E-56B8-649E0B0A2F59}"/>
                  </a:ext>
                </a:extLst>
              </p:cNvPr>
              <p:cNvSpPr txBox="1"/>
              <p:nvPr/>
            </p:nvSpPr>
            <p:spPr>
              <a:xfrm>
                <a:off x="10716057" y="247401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Informé</a:t>
                </a:r>
              </a:p>
            </p:txBody>
          </p:sp>
        </p:grpSp>
      </p:grpSp>
      <p:grpSp>
        <p:nvGrpSpPr>
          <p:cNvPr id="81" name="Groupe 80">
            <a:extLst>
              <a:ext uri="{FF2B5EF4-FFF2-40B4-BE49-F238E27FC236}">
                <a16:creationId xmlns:a16="http://schemas.microsoft.com/office/drawing/2014/main" id="{8414E93D-F348-EE96-7644-2B7175ED63E0}"/>
              </a:ext>
            </a:extLst>
          </p:cNvPr>
          <p:cNvGrpSpPr/>
          <p:nvPr/>
        </p:nvGrpSpPr>
        <p:grpSpPr>
          <a:xfrm>
            <a:off x="3983660" y="2958904"/>
            <a:ext cx="3765500" cy="3254941"/>
            <a:chOff x="5642775" y="3153976"/>
            <a:chExt cx="3765500" cy="3254941"/>
          </a:xfrm>
        </p:grpSpPr>
        <p:sp>
          <p:nvSpPr>
            <p:cNvPr id="9" name="Ellipse 8">
              <a:extLst>
                <a:ext uri="{FF2B5EF4-FFF2-40B4-BE49-F238E27FC236}">
                  <a16:creationId xmlns:a16="http://schemas.microsoft.com/office/drawing/2014/main" id="{1D4A45F8-E98E-958C-1AE8-03F0AF12D3D3}"/>
                </a:ext>
              </a:extLst>
            </p:cNvPr>
            <p:cNvSpPr>
              <a:spLocks noChangeAspect="1"/>
            </p:cNvSpPr>
            <p:nvPr/>
          </p:nvSpPr>
          <p:spPr>
            <a:xfrm>
              <a:off x="5642775" y="31632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0" name="Ellipse 9">
              <a:extLst>
                <a:ext uri="{FF2B5EF4-FFF2-40B4-BE49-F238E27FC236}">
                  <a16:creationId xmlns:a16="http://schemas.microsoft.com/office/drawing/2014/main" id="{4087B3DF-51A7-FFE4-7C7A-89B46596677F}"/>
                </a:ext>
              </a:extLst>
            </p:cNvPr>
            <p:cNvSpPr>
              <a:spLocks noChangeAspect="1"/>
            </p:cNvSpPr>
            <p:nvPr/>
          </p:nvSpPr>
          <p:spPr>
            <a:xfrm>
              <a:off x="5642775" y="381891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2" name="Ellipse 11">
              <a:extLst>
                <a:ext uri="{FF2B5EF4-FFF2-40B4-BE49-F238E27FC236}">
                  <a16:creationId xmlns:a16="http://schemas.microsoft.com/office/drawing/2014/main" id="{4CC3487C-ACBD-B16D-799C-DFAAD47DB978}"/>
                </a:ext>
              </a:extLst>
            </p:cNvPr>
            <p:cNvSpPr>
              <a:spLocks noChangeAspect="1"/>
            </p:cNvSpPr>
            <p:nvPr/>
          </p:nvSpPr>
          <p:spPr>
            <a:xfrm>
              <a:off x="5642775" y="5823794"/>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3" name="Ellipse 12">
              <a:extLst>
                <a:ext uri="{FF2B5EF4-FFF2-40B4-BE49-F238E27FC236}">
                  <a16:creationId xmlns:a16="http://schemas.microsoft.com/office/drawing/2014/main" id="{22518A1D-7AE3-AD3C-1D14-E9FB9C991007}"/>
                </a:ext>
              </a:extLst>
            </p:cNvPr>
            <p:cNvSpPr>
              <a:spLocks noChangeAspect="1"/>
            </p:cNvSpPr>
            <p:nvPr/>
          </p:nvSpPr>
          <p:spPr>
            <a:xfrm>
              <a:off x="5642775" y="415000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5" name="Ellipse 14">
              <a:extLst>
                <a:ext uri="{FF2B5EF4-FFF2-40B4-BE49-F238E27FC236}">
                  <a16:creationId xmlns:a16="http://schemas.microsoft.com/office/drawing/2014/main" id="{3B1CC385-1293-210B-247D-6040FC9ED6A8}"/>
                </a:ext>
              </a:extLst>
            </p:cNvPr>
            <p:cNvSpPr>
              <a:spLocks noChangeAspect="1"/>
            </p:cNvSpPr>
            <p:nvPr/>
          </p:nvSpPr>
          <p:spPr>
            <a:xfrm>
              <a:off x="5642775" y="448543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6" name="Ellipse 15">
              <a:extLst>
                <a:ext uri="{FF2B5EF4-FFF2-40B4-BE49-F238E27FC236}">
                  <a16:creationId xmlns:a16="http://schemas.microsoft.com/office/drawing/2014/main" id="{22B0E28F-67BF-9754-00B9-74C2288DAB81}"/>
                </a:ext>
              </a:extLst>
            </p:cNvPr>
            <p:cNvSpPr>
              <a:spLocks noChangeAspect="1"/>
            </p:cNvSpPr>
            <p:nvPr/>
          </p:nvSpPr>
          <p:spPr>
            <a:xfrm>
              <a:off x="5642775" y="481491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18" name="Ellipse 17">
              <a:extLst>
                <a:ext uri="{FF2B5EF4-FFF2-40B4-BE49-F238E27FC236}">
                  <a16:creationId xmlns:a16="http://schemas.microsoft.com/office/drawing/2014/main" id="{FAD23DB7-F6F7-D1A1-A675-A88048B5ECF9}"/>
                </a:ext>
              </a:extLst>
            </p:cNvPr>
            <p:cNvSpPr>
              <a:spLocks noChangeAspect="1"/>
            </p:cNvSpPr>
            <p:nvPr/>
          </p:nvSpPr>
          <p:spPr>
            <a:xfrm>
              <a:off x="5642775" y="615691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9" name="Ellipse 18">
              <a:extLst>
                <a:ext uri="{FF2B5EF4-FFF2-40B4-BE49-F238E27FC236}">
                  <a16:creationId xmlns:a16="http://schemas.microsoft.com/office/drawing/2014/main" id="{633407CF-83D9-3D8C-2975-8237573AA594}"/>
                </a:ext>
              </a:extLst>
            </p:cNvPr>
            <p:cNvSpPr>
              <a:spLocks noChangeAspect="1"/>
            </p:cNvSpPr>
            <p:nvPr/>
          </p:nvSpPr>
          <p:spPr>
            <a:xfrm>
              <a:off x="5642775" y="515038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7" name="Ellipse 6">
              <a:extLst>
                <a:ext uri="{FF2B5EF4-FFF2-40B4-BE49-F238E27FC236}">
                  <a16:creationId xmlns:a16="http://schemas.microsoft.com/office/drawing/2014/main" id="{1C5DA6FC-EDBA-6CFA-8BEE-387839BB6B23}"/>
                </a:ext>
              </a:extLst>
            </p:cNvPr>
            <p:cNvSpPr>
              <a:spLocks noChangeAspect="1"/>
            </p:cNvSpPr>
            <p:nvPr/>
          </p:nvSpPr>
          <p:spPr>
            <a:xfrm>
              <a:off x="5642775" y="34866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3" name="Ellipse 22">
              <a:extLst>
                <a:ext uri="{FF2B5EF4-FFF2-40B4-BE49-F238E27FC236}">
                  <a16:creationId xmlns:a16="http://schemas.microsoft.com/office/drawing/2014/main" id="{A4B1A018-3BBC-05BC-5DB5-523E9EF8198A}"/>
                </a:ext>
              </a:extLst>
            </p:cNvPr>
            <p:cNvSpPr>
              <a:spLocks noChangeAspect="1"/>
            </p:cNvSpPr>
            <p:nvPr/>
          </p:nvSpPr>
          <p:spPr>
            <a:xfrm>
              <a:off x="5642775" y="547989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7" name="Ellipse 26">
              <a:extLst>
                <a:ext uri="{FF2B5EF4-FFF2-40B4-BE49-F238E27FC236}">
                  <a16:creationId xmlns:a16="http://schemas.microsoft.com/office/drawing/2014/main" id="{C6A0653B-B651-9692-3A4A-1D3FE887807C}"/>
                </a:ext>
              </a:extLst>
            </p:cNvPr>
            <p:cNvSpPr>
              <a:spLocks noChangeAspect="1"/>
            </p:cNvSpPr>
            <p:nvPr/>
          </p:nvSpPr>
          <p:spPr>
            <a:xfrm>
              <a:off x="6589510" y="3158588"/>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0" name="Ellipse 29">
              <a:extLst>
                <a:ext uri="{FF2B5EF4-FFF2-40B4-BE49-F238E27FC236}">
                  <a16:creationId xmlns:a16="http://schemas.microsoft.com/office/drawing/2014/main" id="{0DEFE1E5-42D4-E32D-C12E-B8B969367DF8}"/>
                </a:ext>
              </a:extLst>
            </p:cNvPr>
            <p:cNvSpPr>
              <a:spLocks noChangeAspect="1"/>
            </p:cNvSpPr>
            <p:nvPr/>
          </p:nvSpPr>
          <p:spPr>
            <a:xfrm>
              <a:off x="6737286" y="381430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2" name="Ellipse 31">
              <a:extLst>
                <a:ext uri="{FF2B5EF4-FFF2-40B4-BE49-F238E27FC236}">
                  <a16:creationId xmlns:a16="http://schemas.microsoft.com/office/drawing/2014/main" id="{8D7FBFFD-147E-1BEA-935E-948D64F650C0}"/>
                </a:ext>
              </a:extLst>
            </p:cNvPr>
            <p:cNvSpPr>
              <a:spLocks noChangeAspect="1"/>
            </p:cNvSpPr>
            <p:nvPr/>
          </p:nvSpPr>
          <p:spPr>
            <a:xfrm>
              <a:off x="6737286" y="581918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3" name="Ellipse 32">
              <a:extLst>
                <a:ext uri="{FF2B5EF4-FFF2-40B4-BE49-F238E27FC236}">
                  <a16:creationId xmlns:a16="http://schemas.microsoft.com/office/drawing/2014/main" id="{95291EAD-7919-A670-DA07-1D7704323AEC}"/>
                </a:ext>
              </a:extLst>
            </p:cNvPr>
            <p:cNvSpPr>
              <a:spLocks noChangeAspect="1"/>
            </p:cNvSpPr>
            <p:nvPr/>
          </p:nvSpPr>
          <p:spPr>
            <a:xfrm>
              <a:off x="6589510" y="414539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4" name="Ellipse 33">
              <a:extLst>
                <a:ext uri="{FF2B5EF4-FFF2-40B4-BE49-F238E27FC236}">
                  <a16:creationId xmlns:a16="http://schemas.microsoft.com/office/drawing/2014/main" id="{4B885283-6444-2665-44DC-3914A63FD411}"/>
                </a:ext>
              </a:extLst>
            </p:cNvPr>
            <p:cNvSpPr>
              <a:spLocks noChangeAspect="1"/>
            </p:cNvSpPr>
            <p:nvPr/>
          </p:nvSpPr>
          <p:spPr>
            <a:xfrm>
              <a:off x="6737286" y="448082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5" name="Ellipse 34">
              <a:extLst>
                <a:ext uri="{FF2B5EF4-FFF2-40B4-BE49-F238E27FC236}">
                  <a16:creationId xmlns:a16="http://schemas.microsoft.com/office/drawing/2014/main" id="{42BB528D-8B34-53D5-E6D9-B35BC08F7CB2}"/>
                </a:ext>
              </a:extLst>
            </p:cNvPr>
            <p:cNvSpPr>
              <a:spLocks noChangeAspect="1"/>
            </p:cNvSpPr>
            <p:nvPr/>
          </p:nvSpPr>
          <p:spPr>
            <a:xfrm>
              <a:off x="6589510" y="481030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6" name="Ellipse 35">
              <a:extLst>
                <a:ext uri="{FF2B5EF4-FFF2-40B4-BE49-F238E27FC236}">
                  <a16:creationId xmlns:a16="http://schemas.microsoft.com/office/drawing/2014/main" id="{B436513A-EA74-EB40-C850-9B39F4D6BB1B}"/>
                </a:ext>
              </a:extLst>
            </p:cNvPr>
            <p:cNvSpPr>
              <a:spLocks noChangeAspect="1"/>
            </p:cNvSpPr>
            <p:nvPr/>
          </p:nvSpPr>
          <p:spPr>
            <a:xfrm>
              <a:off x="6737286" y="6152305"/>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7" name="Ellipse 36">
              <a:extLst>
                <a:ext uri="{FF2B5EF4-FFF2-40B4-BE49-F238E27FC236}">
                  <a16:creationId xmlns:a16="http://schemas.microsoft.com/office/drawing/2014/main" id="{0FDE6413-66C3-3AD7-3AA9-2FC022380164}"/>
                </a:ext>
              </a:extLst>
            </p:cNvPr>
            <p:cNvSpPr>
              <a:spLocks noChangeAspect="1"/>
            </p:cNvSpPr>
            <p:nvPr/>
          </p:nvSpPr>
          <p:spPr>
            <a:xfrm>
              <a:off x="6589510" y="514577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8" name="Ellipse 37">
              <a:extLst>
                <a:ext uri="{FF2B5EF4-FFF2-40B4-BE49-F238E27FC236}">
                  <a16:creationId xmlns:a16="http://schemas.microsoft.com/office/drawing/2014/main" id="{182F2560-A9BA-892B-41DB-0EB4D18D81C4}"/>
                </a:ext>
              </a:extLst>
            </p:cNvPr>
            <p:cNvSpPr>
              <a:spLocks noChangeAspect="1"/>
            </p:cNvSpPr>
            <p:nvPr/>
          </p:nvSpPr>
          <p:spPr>
            <a:xfrm>
              <a:off x="6737286" y="3482086"/>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9" name="Ellipse 38">
              <a:extLst>
                <a:ext uri="{FF2B5EF4-FFF2-40B4-BE49-F238E27FC236}">
                  <a16:creationId xmlns:a16="http://schemas.microsoft.com/office/drawing/2014/main" id="{7FBDF502-577B-CB20-5D3B-F02347285F2A}"/>
                </a:ext>
              </a:extLst>
            </p:cNvPr>
            <p:cNvSpPr>
              <a:spLocks noChangeAspect="1"/>
            </p:cNvSpPr>
            <p:nvPr/>
          </p:nvSpPr>
          <p:spPr>
            <a:xfrm>
              <a:off x="6737286" y="547528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0" name="Ellipse 39">
              <a:extLst>
                <a:ext uri="{FF2B5EF4-FFF2-40B4-BE49-F238E27FC236}">
                  <a16:creationId xmlns:a16="http://schemas.microsoft.com/office/drawing/2014/main" id="{F39324B4-2217-F05C-AAB7-78132545EBC2}"/>
                </a:ext>
              </a:extLst>
            </p:cNvPr>
            <p:cNvSpPr>
              <a:spLocks noChangeAspect="1"/>
            </p:cNvSpPr>
            <p:nvPr/>
          </p:nvSpPr>
          <p:spPr>
            <a:xfrm>
              <a:off x="7887213" y="315397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1" name="Ellipse 40">
              <a:extLst>
                <a:ext uri="{FF2B5EF4-FFF2-40B4-BE49-F238E27FC236}">
                  <a16:creationId xmlns:a16="http://schemas.microsoft.com/office/drawing/2014/main" id="{5F85A33B-F652-A959-1526-58BEA96966F6}"/>
                </a:ext>
              </a:extLst>
            </p:cNvPr>
            <p:cNvSpPr>
              <a:spLocks noChangeAspect="1"/>
            </p:cNvSpPr>
            <p:nvPr/>
          </p:nvSpPr>
          <p:spPr>
            <a:xfrm>
              <a:off x="7887213" y="3809690"/>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2" name="Ellipse 41">
              <a:extLst>
                <a:ext uri="{FF2B5EF4-FFF2-40B4-BE49-F238E27FC236}">
                  <a16:creationId xmlns:a16="http://schemas.microsoft.com/office/drawing/2014/main" id="{AD60E2D7-2B40-515D-2A53-5AC7D83405D0}"/>
                </a:ext>
              </a:extLst>
            </p:cNvPr>
            <p:cNvSpPr>
              <a:spLocks noChangeAspect="1"/>
            </p:cNvSpPr>
            <p:nvPr/>
          </p:nvSpPr>
          <p:spPr>
            <a:xfrm>
              <a:off x="7887213" y="581457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3" name="Ellipse 42">
              <a:extLst>
                <a:ext uri="{FF2B5EF4-FFF2-40B4-BE49-F238E27FC236}">
                  <a16:creationId xmlns:a16="http://schemas.microsoft.com/office/drawing/2014/main" id="{ECD294DF-DDC6-BC49-1227-ED471D6E0DC7}"/>
                </a:ext>
              </a:extLst>
            </p:cNvPr>
            <p:cNvSpPr>
              <a:spLocks noChangeAspect="1"/>
            </p:cNvSpPr>
            <p:nvPr/>
          </p:nvSpPr>
          <p:spPr>
            <a:xfrm>
              <a:off x="7887213" y="414077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4" name="Ellipse 43">
              <a:extLst>
                <a:ext uri="{FF2B5EF4-FFF2-40B4-BE49-F238E27FC236}">
                  <a16:creationId xmlns:a16="http://schemas.microsoft.com/office/drawing/2014/main" id="{39D53836-BDF5-781E-E77F-9FD6C3126875}"/>
                </a:ext>
              </a:extLst>
            </p:cNvPr>
            <p:cNvSpPr>
              <a:spLocks noChangeAspect="1"/>
            </p:cNvSpPr>
            <p:nvPr/>
          </p:nvSpPr>
          <p:spPr>
            <a:xfrm>
              <a:off x="7887213" y="447621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5" name="Ellipse 44">
              <a:extLst>
                <a:ext uri="{FF2B5EF4-FFF2-40B4-BE49-F238E27FC236}">
                  <a16:creationId xmlns:a16="http://schemas.microsoft.com/office/drawing/2014/main" id="{B18B916B-E08B-8A44-2BFE-BE5909BCC1D0}"/>
                </a:ext>
              </a:extLst>
            </p:cNvPr>
            <p:cNvSpPr>
              <a:spLocks noChangeAspect="1"/>
            </p:cNvSpPr>
            <p:nvPr/>
          </p:nvSpPr>
          <p:spPr>
            <a:xfrm>
              <a:off x="7887213" y="480568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46" name="Ellipse 45">
              <a:extLst>
                <a:ext uri="{FF2B5EF4-FFF2-40B4-BE49-F238E27FC236}">
                  <a16:creationId xmlns:a16="http://schemas.microsoft.com/office/drawing/2014/main" id="{FB34266B-CE7C-15BF-450F-BFB2BFE27E24}"/>
                </a:ext>
              </a:extLst>
            </p:cNvPr>
            <p:cNvSpPr>
              <a:spLocks noChangeAspect="1"/>
            </p:cNvSpPr>
            <p:nvPr/>
          </p:nvSpPr>
          <p:spPr>
            <a:xfrm>
              <a:off x="7887213" y="6147693"/>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7" name="Ellipse 46">
              <a:extLst>
                <a:ext uri="{FF2B5EF4-FFF2-40B4-BE49-F238E27FC236}">
                  <a16:creationId xmlns:a16="http://schemas.microsoft.com/office/drawing/2014/main" id="{E66BB366-2031-E956-2E5B-6834D1256565}"/>
                </a:ext>
              </a:extLst>
            </p:cNvPr>
            <p:cNvSpPr>
              <a:spLocks noChangeAspect="1"/>
            </p:cNvSpPr>
            <p:nvPr/>
          </p:nvSpPr>
          <p:spPr>
            <a:xfrm>
              <a:off x="7887213" y="514116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8" name="Ellipse 47">
              <a:extLst>
                <a:ext uri="{FF2B5EF4-FFF2-40B4-BE49-F238E27FC236}">
                  <a16:creationId xmlns:a16="http://schemas.microsoft.com/office/drawing/2014/main" id="{D60D97CE-7202-76FF-B380-A1162E87D67A}"/>
                </a:ext>
              </a:extLst>
            </p:cNvPr>
            <p:cNvSpPr>
              <a:spLocks noChangeAspect="1"/>
            </p:cNvSpPr>
            <p:nvPr/>
          </p:nvSpPr>
          <p:spPr>
            <a:xfrm>
              <a:off x="7739437" y="347747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49" name="Ellipse 48">
              <a:extLst>
                <a:ext uri="{FF2B5EF4-FFF2-40B4-BE49-F238E27FC236}">
                  <a16:creationId xmlns:a16="http://schemas.microsoft.com/office/drawing/2014/main" id="{9795E20B-E45D-3F82-BDE2-362311928904}"/>
                </a:ext>
              </a:extLst>
            </p:cNvPr>
            <p:cNvSpPr>
              <a:spLocks noChangeAspect="1"/>
            </p:cNvSpPr>
            <p:nvPr/>
          </p:nvSpPr>
          <p:spPr>
            <a:xfrm>
              <a:off x="7739437" y="547067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0" name="Ellipse 49">
              <a:extLst>
                <a:ext uri="{FF2B5EF4-FFF2-40B4-BE49-F238E27FC236}">
                  <a16:creationId xmlns:a16="http://schemas.microsoft.com/office/drawing/2014/main" id="{3E44B4D5-0B89-E9F5-6719-548FFEAE5A50}"/>
                </a:ext>
              </a:extLst>
            </p:cNvPr>
            <p:cNvSpPr>
              <a:spLocks noChangeAspect="1"/>
            </p:cNvSpPr>
            <p:nvPr/>
          </p:nvSpPr>
          <p:spPr>
            <a:xfrm>
              <a:off x="9009426" y="31586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1" name="Ellipse 50">
              <a:extLst>
                <a:ext uri="{FF2B5EF4-FFF2-40B4-BE49-F238E27FC236}">
                  <a16:creationId xmlns:a16="http://schemas.microsoft.com/office/drawing/2014/main" id="{B6EC90D4-E777-C257-B3D7-A00F31203E97}"/>
                </a:ext>
              </a:extLst>
            </p:cNvPr>
            <p:cNvSpPr>
              <a:spLocks noChangeAspect="1"/>
            </p:cNvSpPr>
            <p:nvPr/>
          </p:nvSpPr>
          <p:spPr>
            <a:xfrm>
              <a:off x="8861643" y="381431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2" name="Ellipse 51">
              <a:extLst>
                <a:ext uri="{FF2B5EF4-FFF2-40B4-BE49-F238E27FC236}">
                  <a16:creationId xmlns:a16="http://schemas.microsoft.com/office/drawing/2014/main" id="{2095224D-D9D8-E69A-C9D4-08F2BC05B4F6}"/>
                </a:ext>
              </a:extLst>
            </p:cNvPr>
            <p:cNvSpPr>
              <a:spLocks noChangeAspect="1"/>
            </p:cNvSpPr>
            <p:nvPr/>
          </p:nvSpPr>
          <p:spPr>
            <a:xfrm>
              <a:off x="9009426" y="58191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3" name="Ellipse 52">
              <a:extLst>
                <a:ext uri="{FF2B5EF4-FFF2-40B4-BE49-F238E27FC236}">
                  <a16:creationId xmlns:a16="http://schemas.microsoft.com/office/drawing/2014/main" id="{54B0E410-3D2F-FC4F-B059-801844F2775E}"/>
                </a:ext>
              </a:extLst>
            </p:cNvPr>
            <p:cNvSpPr>
              <a:spLocks noChangeAspect="1"/>
            </p:cNvSpPr>
            <p:nvPr/>
          </p:nvSpPr>
          <p:spPr>
            <a:xfrm>
              <a:off x="9009426" y="414540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4" name="Ellipse 53">
              <a:extLst>
                <a:ext uri="{FF2B5EF4-FFF2-40B4-BE49-F238E27FC236}">
                  <a16:creationId xmlns:a16="http://schemas.microsoft.com/office/drawing/2014/main" id="{66EA617F-3095-1E2C-90BF-DF8336D85406}"/>
                </a:ext>
              </a:extLst>
            </p:cNvPr>
            <p:cNvSpPr>
              <a:spLocks noChangeAspect="1"/>
            </p:cNvSpPr>
            <p:nvPr/>
          </p:nvSpPr>
          <p:spPr>
            <a:xfrm>
              <a:off x="8861643" y="448083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5" name="Ellipse 54">
              <a:extLst>
                <a:ext uri="{FF2B5EF4-FFF2-40B4-BE49-F238E27FC236}">
                  <a16:creationId xmlns:a16="http://schemas.microsoft.com/office/drawing/2014/main" id="{FF0073BD-6350-FEE5-7D23-CEF7F6F59E65}"/>
                </a:ext>
              </a:extLst>
            </p:cNvPr>
            <p:cNvSpPr>
              <a:spLocks noChangeAspect="1"/>
            </p:cNvSpPr>
            <p:nvPr/>
          </p:nvSpPr>
          <p:spPr>
            <a:xfrm>
              <a:off x="9009426" y="481031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6" name="Ellipse 55">
              <a:extLst>
                <a:ext uri="{FF2B5EF4-FFF2-40B4-BE49-F238E27FC236}">
                  <a16:creationId xmlns:a16="http://schemas.microsoft.com/office/drawing/2014/main" id="{13AD9E6A-F30E-EC9D-BEDE-13FAE8C89D0D}"/>
                </a:ext>
              </a:extLst>
            </p:cNvPr>
            <p:cNvSpPr>
              <a:spLocks noChangeAspect="1"/>
            </p:cNvSpPr>
            <p:nvPr/>
          </p:nvSpPr>
          <p:spPr>
            <a:xfrm>
              <a:off x="9009426" y="6152317"/>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7" name="Ellipse 56">
              <a:extLst>
                <a:ext uri="{FF2B5EF4-FFF2-40B4-BE49-F238E27FC236}">
                  <a16:creationId xmlns:a16="http://schemas.microsoft.com/office/drawing/2014/main" id="{D4F8B417-8E77-3E65-E49B-3A44BDE38E7A}"/>
                </a:ext>
              </a:extLst>
            </p:cNvPr>
            <p:cNvSpPr>
              <a:spLocks noChangeAspect="1"/>
            </p:cNvSpPr>
            <p:nvPr/>
          </p:nvSpPr>
          <p:spPr>
            <a:xfrm>
              <a:off x="9009426" y="514578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8" name="Ellipse 57">
              <a:extLst>
                <a:ext uri="{FF2B5EF4-FFF2-40B4-BE49-F238E27FC236}">
                  <a16:creationId xmlns:a16="http://schemas.microsoft.com/office/drawing/2014/main" id="{48A98CE1-9996-4715-67C8-8A618D084B2D}"/>
                </a:ext>
              </a:extLst>
            </p:cNvPr>
            <p:cNvSpPr>
              <a:spLocks noChangeAspect="1"/>
            </p:cNvSpPr>
            <p:nvPr/>
          </p:nvSpPr>
          <p:spPr>
            <a:xfrm>
              <a:off x="9009426" y="34820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9" name="Ellipse 58">
              <a:extLst>
                <a:ext uri="{FF2B5EF4-FFF2-40B4-BE49-F238E27FC236}">
                  <a16:creationId xmlns:a16="http://schemas.microsoft.com/office/drawing/2014/main" id="{C2B2896A-3D0B-0B30-47B2-EE43EBBFD700}"/>
                </a:ext>
              </a:extLst>
            </p:cNvPr>
            <p:cNvSpPr>
              <a:spLocks noChangeAspect="1"/>
            </p:cNvSpPr>
            <p:nvPr/>
          </p:nvSpPr>
          <p:spPr>
            <a:xfrm>
              <a:off x="9009426" y="547529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C</a:t>
              </a:r>
            </a:p>
          </p:txBody>
        </p:sp>
        <p:sp>
          <p:nvSpPr>
            <p:cNvPr id="72" name="Ellipse 71">
              <a:extLst>
                <a:ext uri="{FF2B5EF4-FFF2-40B4-BE49-F238E27FC236}">
                  <a16:creationId xmlns:a16="http://schemas.microsoft.com/office/drawing/2014/main" id="{C6D295E7-926E-F235-896B-DC761895D776}"/>
                </a:ext>
              </a:extLst>
            </p:cNvPr>
            <p:cNvSpPr>
              <a:spLocks noChangeAspect="1"/>
            </p:cNvSpPr>
            <p:nvPr/>
          </p:nvSpPr>
          <p:spPr>
            <a:xfrm>
              <a:off x="6888923" y="3153976"/>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3" name="Ellipse 72">
              <a:extLst>
                <a:ext uri="{FF2B5EF4-FFF2-40B4-BE49-F238E27FC236}">
                  <a16:creationId xmlns:a16="http://schemas.microsoft.com/office/drawing/2014/main" id="{0C279BAF-22B1-0722-C7BB-A6179B13B019}"/>
                </a:ext>
              </a:extLst>
            </p:cNvPr>
            <p:cNvSpPr>
              <a:spLocks noChangeAspect="1"/>
            </p:cNvSpPr>
            <p:nvPr/>
          </p:nvSpPr>
          <p:spPr>
            <a:xfrm>
              <a:off x="6885528" y="414993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4" name="Ellipse 73">
              <a:extLst>
                <a:ext uri="{FF2B5EF4-FFF2-40B4-BE49-F238E27FC236}">
                  <a16:creationId xmlns:a16="http://schemas.microsoft.com/office/drawing/2014/main" id="{9ED9EF7D-8704-CC45-33E1-2141C3566A8F}"/>
                </a:ext>
              </a:extLst>
            </p:cNvPr>
            <p:cNvSpPr>
              <a:spLocks noChangeAspect="1"/>
            </p:cNvSpPr>
            <p:nvPr/>
          </p:nvSpPr>
          <p:spPr>
            <a:xfrm>
              <a:off x="9155818" y="4482275"/>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5" name="Ellipse 74">
              <a:extLst>
                <a:ext uri="{FF2B5EF4-FFF2-40B4-BE49-F238E27FC236}">
                  <a16:creationId xmlns:a16="http://schemas.microsoft.com/office/drawing/2014/main" id="{114369D4-F251-F071-5D1D-20FAD325B03F}"/>
                </a:ext>
              </a:extLst>
            </p:cNvPr>
            <p:cNvSpPr>
              <a:spLocks noChangeAspect="1"/>
            </p:cNvSpPr>
            <p:nvPr/>
          </p:nvSpPr>
          <p:spPr>
            <a:xfrm>
              <a:off x="8035455" y="5470670"/>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6" name="Ellipse 75">
              <a:extLst>
                <a:ext uri="{FF2B5EF4-FFF2-40B4-BE49-F238E27FC236}">
                  <a16:creationId xmlns:a16="http://schemas.microsoft.com/office/drawing/2014/main" id="{E62B2D50-C4D9-4D73-2651-B788F0707DA2}"/>
                </a:ext>
              </a:extLst>
            </p:cNvPr>
            <p:cNvSpPr>
              <a:spLocks noChangeAspect="1"/>
            </p:cNvSpPr>
            <p:nvPr/>
          </p:nvSpPr>
          <p:spPr>
            <a:xfrm>
              <a:off x="8035455" y="347282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7" name="Ellipse 76">
              <a:extLst>
                <a:ext uri="{FF2B5EF4-FFF2-40B4-BE49-F238E27FC236}">
                  <a16:creationId xmlns:a16="http://schemas.microsoft.com/office/drawing/2014/main" id="{7C9306DF-A646-97B5-946B-1182EEA436B6}"/>
                </a:ext>
              </a:extLst>
            </p:cNvPr>
            <p:cNvSpPr>
              <a:spLocks noChangeAspect="1"/>
            </p:cNvSpPr>
            <p:nvPr/>
          </p:nvSpPr>
          <p:spPr>
            <a:xfrm>
              <a:off x="6894765" y="5154978"/>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8" name="Ellipse 77">
              <a:extLst>
                <a:ext uri="{FF2B5EF4-FFF2-40B4-BE49-F238E27FC236}">
                  <a16:creationId xmlns:a16="http://schemas.microsoft.com/office/drawing/2014/main" id="{B5B22A59-7B40-56F9-6DC6-041E830A7BB0}"/>
                </a:ext>
              </a:extLst>
            </p:cNvPr>
            <p:cNvSpPr>
              <a:spLocks noChangeAspect="1"/>
            </p:cNvSpPr>
            <p:nvPr/>
          </p:nvSpPr>
          <p:spPr>
            <a:xfrm>
              <a:off x="9149977" y="380504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9" name="Ellipse 78">
              <a:extLst>
                <a:ext uri="{FF2B5EF4-FFF2-40B4-BE49-F238E27FC236}">
                  <a16:creationId xmlns:a16="http://schemas.microsoft.com/office/drawing/2014/main" id="{B097EDA4-2C58-445D-9577-574CD8D047A2}"/>
                </a:ext>
              </a:extLst>
            </p:cNvPr>
            <p:cNvSpPr>
              <a:spLocks noChangeAspect="1"/>
            </p:cNvSpPr>
            <p:nvPr/>
          </p:nvSpPr>
          <p:spPr>
            <a:xfrm>
              <a:off x="6885527" y="481491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grpSp>
      <p:sp>
        <p:nvSpPr>
          <p:cNvPr id="82" name="ZoneTexte 81">
            <a:extLst>
              <a:ext uri="{FF2B5EF4-FFF2-40B4-BE49-F238E27FC236}">
                <a16:creationId xmlns:a16="http://schemas.microsoft.com/office/drawing/2014/main" id="{EF360B01-9763-90EC-63BD-032F1FA1BC75}"/>
              </a:ext>
            </a:extLst>
          </p:cNvPr>
          <p:cNvSpPr txBox="1"/>
          <p:nvPr/>
        </p:nvSpPr>
        <p:spPr>
          <a:xfrm>
            <a:off x="1161284" y="2564012"/>
            <a:ext cx="2311046" cy="246221"/>
          </a:xfrm>
          <a:prstGeom prst="rect">
            <a:avLst/>
          </a:prstGeom>
          <a:noFill/>
        </p:spPr>
        <p:txBody>
          <a:bodyPr wrap="square" lIns="0" tIns="0" rIns="0" bIns="0" rtlCol="0">
            <a:spAutoFit/>
          </a:bodyPr>
          <a:lstStyle/>
          <a:p>
            <a:r>
              <a:rPr lang="fr-FR" sz="1600" b="1" dirty="0">
                <a:solidFill>
                  <a:srgbClr val="252525"/>
                </a:solidFill>
                <a:latin typeface="Calibri Light" panose="020F0302020204030204" pitchFamily="34" charset="0"/>
                <a:cs typeface="Calibri Light" panose="020F0302020204030204" pitchFamily="34" charset="0"/>
              </a:rPr>
              <a:t>Principaux éléments d’étude</a:t>
            </a:r>
          </a:p>
        </p:txBody>
      </p:sp>
      <p:sp>
        <p:nvSpPr>
          <p:cNvPr id="84" name="Organigramme : Alternative 83">
            <a:extLst>
              <a:ext uri="{FF2B5EF4-FFF2-40B4-BE49-F238E27FC236}">
                <a16:creationId xmlns:a16="http://schemas.microsoft.com/office/drawing/2014/main" id="{FA4436D0-FD95-1269-37E0-A200C067EE27}"/>
              </a:ext>
            </a:extLst>
          </p:cNvPr>
          <p:cNvSpPr/>
          <p:nvPr/>
        </p:nvSpPr>
        <p:spPr>
          <a:xfrm>
            <a:off x="8506831" y="1520606"/>
            <a:ext cx="3046039" cy="3099234"/>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Différents profils sont nécessaires pour mener l’étude : obtenir les informations pertinentes, comprendre et traiter des risques, prendre des décisions, etc.</a:t>
            </a:r>
          </a:p>
          <a:p>
            <a:pPr marL="0" lvl="1"/>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Selon les outils choisis, il convient donc de déterminer les personnes appropriées et leur rôle pour les mettre en œuvre.</a:t>
            </a:r>
          </a:p>
        </p:txBody>
      </p:sp>
      <p:sp>
        <p:nvSpPr>
          <p:cNvPr id="14" name="ZoneTexte 13">
            <a:extLst>
              <a:ext uri="{FF2B5EF4-FFF2-40B4-BE49-F238E27FC236}">
                <a16:creationId xmlns:a16="http://schemas.microsoft.com/office/drawing/2014/main" id="{06710F27-D70C-D901-8B04-65AD0787B5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Communication et concertation</a:t>
            </a:r>
          </a:p>
        </p:txBody>
      </p:sp>
    </p:spTree>
    <p:extLst>
      <p:ext uri="{BB962C8B-B14F-4D97-AF65-F5344CB8AC3E}">
        <p14:creationId xmlns:p14="http://schemas.microsoft.com/office/powerpoint/2010/main" val="17816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 name="Groupe 388">
            <a:extLst>
              <a:ext uri="{FF2B5EF4-FFF2-40B4-BE49-F238E27FC236}">
                <a16:creationId xmlns:a16="http://schemas.microsoft.com/office/drawing/2014/main" id="{23602556-1978-65F4-5B5E-B02C132B1EDB}"/>
              </a:ext>
            </a:extLst>
          </p:cNvPr>
          <p:cNvGrpSpPr/>
          <p:nvPr/>
        </p:nvGrpSpPr>
        <p:grpSpPr>
          <a:xfrm>
            <a:off x="3289425" y="2079522"/>
            <a:ext cx="7697339" cy="4259192"/>
            <a:chOff x="1151090" y="2321675"/>
            <a:chExt cx="7697339" cy="4259192"/>
          </a:xfrm>
        </p:grpSpPr>
        <p:grpSp>
          <p:nvGrpSpPr>
            <p:cNvPr id="75" name="Groupe 74">
              <a:extLst>
                <a:ext uri="{FF2B5EF4-FFF2-40B4-BE49-F238E27FC236}">
                  <a16:creationId xmlns:a16="http://schemas.microsoft.com/office/drawing/2014/main" id="{6641F0E7-C5A2-100A-4C89-3F5F2A9AE63D}"/>
                </a:ext>
              </a:extLst>
            </p:cNvPr>
            <p:cNvGrpSpPr/>
            <p:nvPr/>
          </p:nvGrpSpPr>
          <p:grpSpPr>
            <a:xfrm>
              <a:off x="1359672" y="4944967"/>
              <a:ext cx="7488757" cy="1635900"/>
              <a:chOff x="1359672" y="4806427"/>
              <a:chExt cx="7488757" cy="1635900"/>
            </a:xfrm>
          </p:grpSpPr>
          <p:sp>
            <p:nvSpPr>
              <p:cNvPr id="6" name="Parallélogramme 5">
                <a:extLst>
                  <a:ext uri="{FF2B5EF4-FFF2-40B4-BE49-F238E27FC236}">
                    <a16:creationId xmlns:a16="http://schemas.microsoft.com/office/drawing/2014/main" id="{314630FC-D92F-541A-A5C2-23B9A007E6E0}"/>
                  </a:ext>
                </a:extLst>
              </p:cNvPr>
              <p:cNvSpPr/>
              <p:nvPr/>
            </p:nvSpPr>
            <p:spPr>
              <a:xfrm>
                <a:off x="2493810" y="4806427"/>
                <a:ext cx="6354619" cy="1476000"/>
              </a:xfrm>
              <a:prstGeom prst="parallelogram">
                <a:avLst>
                  <a:gd name="adj" fmla="val 68742"/>
                </a:avLst>
              </a:prstGeom>
              <a:solidFill>
                <a:schemeClr val="accent3">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14" name="Graphique 13" descr="Ville avec un remplissage uni">
                <a:extLst>
                  <a:ext uri="{FF2B5EF4-FFF2-40B4-BE49-F238E27FC236}">
                    <a16:creationId xmlns:a16="http://schemas.microsoft.com/office/drawing/2014/main" id="{D3B9E89D-2561-1037-4F1C-E9C563CF8A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93810" y="5527927"/>
                <a:ext cx="914400" cy="914400"/>
              </a:xfrm>
              <a:prstGeom prst="rect">
                <a:avLst/>
              </a:prstGeom>
            </p:spPr>
          </p:pic>
          <p:sp>
            <p:nvSpPr>
              <p:cNvPr id="70" name="ZoneTexte 69">
                <a:extLst>
                  <a:ext uri="{FF2B5EF4-FFF2-40B4-BE49-F238E27FC236}">
                    <a16:creationId xmlns:a16="http://schemas.microsoft.com/office/drawing/2014/main" id="{3447EF51-A643-F155-1334-7BCDC1E6B4EF}"/>
                  </a:ext>
                </a:extLst>
              </p:cNvPr>
              <p:cNvSpPr txBox="1"/>
              <p:nvPr/>
            </p:nvSpPr>
            <p:spPr>
              <a:xfrm>
                <a:off x="1359672" y="5426065"/>
                <a:ext cx="1195520" cy="276999"/>
              </a:xfrm>
              <a:prstGeom prst="rect">
                <a:avLst/>
              </a:prstGeom>
              <a:noFill/>
            </p:spPr>
            <p:txBody>
              <a:bodyPr wrap="none" rtlCol="0">
                <a:spAutoFit/>
              </a:bodyPr>
              <a:lstStyle/>
              <a:p>
                <a:pPr algn="r"/>
                <a:r>
                  <a:rPr lang="fr-FR" sz="1200" dirty="0"/>
                  <a:t>Strate physique</a:t>
                </a:r>
              </a:p>
            </p:txBody>
          </p:sp>
        </p:grpSp>
        <p:grpSp>
          <p:nvGrpSpPr>
            <p:cNvPr id="74" name="Groupe 73">
              <a:extLst>
                <a:ext uri="{FF2B5EF4-FFF2-40B4-BE49-F238E27FC236}">
                  <a16:creationId xmlns:a16="http://schemas.microsoft.com/office/drawing/2014/main" id="{334C9A1D-0B45-2F6A-5CD2-06F86475E707}"/>
                </a:ext>
              </a:extLst>
            </p:cNvPr>
            <p:cNvGrpSpPr/>
            <p:nvPr/>
          </p:nvGrpSpPr>
          <p:grpSpPr>
            <a:xfrm>
              <a:off x="1467329" y="3628777"/>
              <a:ext cx="7381100" cy="1578093"/>
              <a:chOff x="1467329" y="3490237"/>
              <a:chExt cx="7381100" cy="1578093"/>
            </a:xfrm>
          </p:grpSpPr>
          <p:sp>
            <p:nvSpPr>
              <p:cNvPr id="17" name="Parallélogramme 16">
                <a:extLst>
                  <a:ext uri="{FF2B5EF4-FFF2-40B4-BE49-F238E27FC236}">
                    <a16:creationId xmlns:a16="http://schemas.microsoft.com/office/drawing/2014/main" id="{359B0B21-A161-4647-DF4D-6E04602A0CC6}"/>
                  </a:ext>
                </a:extLst>
              </p:cNvPr>
              <p:cNvSpPr/>
              <p:nvPr/>
            </p:nvSpPr>
            <p:spPr>
              <a:xfrm>
                <a:off x="2493810" y="3490237"/>
                <a:ext cx="6354619" cy="1485900"/>
              </a:xfrm>
              <a:prstGeom prst="parallelogram">
                <a:avLst>
                  <a:gd name="adj" fmla="val 68742"/>
                </a:avLst>
              </a:prstGeom>
              <a:solidFill>
                <a:schemeClr val="accent4">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2" name="Graphique 21" descr="Serveur avec un remplissage uni">
                <a:extLst>
                  <a:ext uri="{FF2B5EF4-FFF2-40B4-BE49-F238E27FC236}">
                    <a16:creationId xmlns:a16="http://schemas.microsoft.com/office/drawing/2014/main" id="{2156CC78-7396-51C3-D218-22E1044D4A2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93810" y="4153930"/>
                <a:ext cx="914400" cy="914400"/>
              </a:xfrm>
              <a:prstGeom prst="rect">
                <a:avLst/>
              </a:prstGeom>
            </p:spPr>
          </p:pic>
          <p:sp>
            <p:nvSpPr>
              <p:cNvPr id="69" name="ZoneTexte 68">
                <a:extLst>
                  <a:ext uri="{FF2B5EF4-FFF2-40B4-BE49-F238E27FC236}">
                    <a16:creationId xmlns:a16="http://schemas.microsoft.com/office/drawing/2014/main" id="{9EC6BC6D-B34F-753A-B9B8-0C1CD913CC00}"/>
                  </a:ext>
                </a:extLst>
              </p:cNvPr>
              <p:cNvSpPr txBox="1"/>
              <p:nvPr/>
            </p:nvSpPr>
            <p:spPr>
              <a:xfrm>
                <a:off x="1467329" y="3999063"/>
                <a:ext cx="1087863" cy="276999"/>
              </a:xfrm>
              <a:prstGeom prst="rect">
                <a:avLst/>
              </a:prstGeom>
              <a:noFill/>
            </p:spPr>
            <p:txBody>
              <a:bodyPr wrap="none" rtlCol="0">
                <a:spAutoFit/>
              </a:bodyPr>
              <a:lstStyle/>
              <a:p>
                <a:pPr algn="r"/>
                <a:r>
                  <a:rPr lang="fr-FR" sz="1200" dirty="0"/>
                  <a:t>Strate logique</a:t>
                </a:r>
              </a:p>
            </p:txBody>
          </p:sp>
        </p:grpSp>
        <p:grpSp>
          <p:nvGrpSpPr>
            <p:cNvPr id="73" name="Groupe 72">
              <a:extLst>
                <a:ext uri="{FF2B5EF4-FFF2-40B4-BE49-F238E27FC236}">
                  <a16:creationId xmlns:a16="http://schemas.microsoft.com/office/drawing/2014/main" id="{27587A75-851F-E491-D85A-27BFEE9CEB1E}"/>
                </a:ext>
              </a:extLst>
            </p:cNvPr>
            <p:cNvGrpSpPr/>
            <p:nvPr/>
          </p:nvGrpSpPr>
          <p:grpSpPr>
            <a:xfrm>
              <a:off x="1151090" y="2321675"/>
              <a:ext cx="7697339" cy="1571401"/>
              <a:chOff x="1151090" y="2174048"/>
              <a:chExt cx="7697339" cy="1571401"/>
            </a:xfrm>
          </p:grpSpPr>
          <p:sp>
            <p:nvSpPr>
              <p:cNvPr id="23" name="Parallélogramme 22">
                <a:extLst>
                  <a:ext uri="{FF2B5EF4-FFF2-40B4-BE49-F238E27FC236}">
                    <a16:creationId xmlns:a16="http://schemas.microsoft.com/office/drawing/2014/main" id="{342A459A-B1CD-88C2-84DF-BC764BF88624}"/>
                  </a:ext>
                </a:extLst>
              </p:cNvPr>
              <p:cNvSpPr/>
              <p:nvPr/>
            </p:nvSpPr>
            <p:spPr>
              <a:xfrm>
                <a:off x="2493810" y="2174048"/>
                <a:ext cx="6354619" cy="1485900"/>
              </a:xfrm>
              <a:prstGeom prst="parallelogram">
                <a:avLst>
                  <a:gd name="adj" fmla="val 68742"/>
                </a:avLst>
              </a:prstGeom>
              <a:solidFill>
                <a:schemeClr val="accent5">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0" name="Graphique 19" descr="Connexions avec un remplissage uni">
                <a:extLst>
                  <a:ext uri="{FF2B5EF4-FFF2-40B4-BE49-F238E27FC236}">
                    <a16:creationId xmlns:a16="http://schemas.microsoft.com/office/drawing/2014/main" id="{0FE271FB-C889-FC57-9F0E-7BF35154D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493810" y="2831049"/>
                <a:ext cx="914400" cy="914400"/>
              </a:xfrm>
              <a:prstGeom prst="rect">
                <a:avLst/>
              </a:prstGeom>
            </p:spPr>
          </p:pic>
          <p:sp>
            <p:nvSpPr>
              <p:cNvPr id="68" name="ZoneTexte 67">
                <a:extLst>
                  <a:ext uri="{FF2B5EF4-FFF2-40B4-BE49-F238E27FC236}">
                    <a16:creationId xmlns:a16="http://schemas.microsoft.com/office/drawing/2014/main" id="{2845EC94-8373-A7FC-83A9-01374CB35A69}"/>
                  </a:ext>
                </a:extLst>
              </p:cNvPr>
              <p:cNvSpPr txBox="1"/>
              <p:nvPr/>
            </p:nvSpPr>
            <p:spPr>
              <a:xfrm>
                <a:off x="1151090" y="2790526"/>
                <a:ext cx="1404102" cy="276999"/>
              </a:xfrm>
              <a:prstGeom prst="rect">
                <a:avLst/>
              </a:prstGeom>
              <a:noFill/>
            </p:spPr>
            <p:txBody>
              <a:bodyPr wrap="none" rtlCol="0">
                <a:spAutoFit/>
              </a:bodyPr>
              <a:lstStyle/>
              <a:p>
                <a:pPr algn="r"/>
                <a:r>
                  <a:rPr lang="fr-FR" sz="1200" dirty="0"/>
                  <a:t>Strate anthropique</a:t>
                </a:r>
              </a:p>
            </p:txBody>
          </p:sp>
        </p:grpSp>
      </p:grpSp>
      <p:sp>
        <p:nvSpPr>
          <p:cNvPr id="2" name="Titre 1">
            <a:extLst>
              <a:ext uri="{FF2B5EF4-FFF2-40B4-BE49-F238E27FC236}">
                <a16:creationId xmlns:a16="http://schemas.microsoft.com/office/drawing/2014/main" id="{1C993B60-910A-6134-C94C-9B6CD6ADD0EE}"/>
              </a:ext>
            </a:extLst>
          </p:cNvPr>
          <p:cNvSpPr>
            <a:spLocks noGrp="1"/>
          </p:cNvSpPr>
          <p:nvPr>
            <p:ph type="title"/>
          </p:nvPr>
        </p:nvSpPr>
        <p:spPr/>
        <p:txBody>
          <a:bodyPr>
            <a:normAutofit fontScale="90000"/>
          </a:bodyPr>
          <a:lstStyle/>
          <a:p>
            <a:r>
              <a:rPr lang="fr-FR" noProof="0" dirty="0"/>
              <a:t>Outil 03 – Identifier </a:t>
            </a:r>
            <a:r>
              <a:rPr lang="fr-FR" dirty="0"/>
              <a:t>le périmètre</a:t>
            </a:r>
            <a:endParaRPr lang="fr-FR" sz="2800" dirty="0"/>
          </a:p>
        </p:txBody>
      </p:sp>
      <p:sp>
        <p:nvSpPr>
          <p:cNvPr id="3" name="Espace réservé de la date 2">
            <a:extLst>
              <a:ext uri="{FF2B5EF4-FFF2-40B4-BE49-F238E27FC236}">
                <a16:creationId xmlns:a16="http://schemas.microsoft.com/office/drawing/2014/main" id="{DE2E0812-843F-E496-C8BD-496226CE8D07}"/>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AAF45C2F-A7BE-2184-835E-4D8990B1D2B3}"/>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79731E8-D004-C20C-628A-F19E37CC7723}"/>
              </a:ext>
            </a:extLst>
          </p:cNvPr>
          <p:cNvSpPr>
            <a:spLocks noGrp="1"/>
          </p:cNvSpPr>
          <p:nvPr>
            <p:ph type="sldNum" sz="quarter" idx="12"/>
          </p:nvPr>
        </p:nvSpPr>
        <p:spPr/>
        <p:txBody>
          <a:bodyPr/>
          <a:lstStyle/>
          <a:p>
            <a:pPr rtl="0"/>
            <a:fld id="{294A09A9-5501-47C1-A89A-A340965A2BE2}" type="slidenum">
              <a:rPr lang="fr-FR" noProof="0" smtClean="0"/>
              <a:t>35</a:t>
            </a:fld>
            <a:endParaRPr lang="fr-FR" noProof="0"/>
          </a:p>
        </p:txBody>
      </p:sp>
      <p:sp>
        <p:nvSpPr>
          <p:cNvPr id="8" name="Espace réservé du texte 7">
            <a:extLst>
              <a:ext uri="{FF2B5EF4-FFF2-40B4-BE49-F238E27FC236}">
                <a16:creationId xmlns:a16="http://schemas.microsoft.com/office/drawing/2014/main" id="{BAB152AB-EA8E-0509-E8E6-D0E2E1D40329}"/>
              </a:ext>
            </a:extLst>
          </p:cNvPr>
          <p:cNvSpPr>
            <a:spLocks noGrp="1"/>
          </p:cNvSpPr>
          <p:nvPr>
            <p:ph type="body" sz="quarter" idx="13"/>
          </p:nvPr>
        </p:nvSpPr>
        <p:spPr/>
        <p:txBody>
          <a:bodyPr/>
          <a:lstStyle/>
          <a:p>
            <a:r>
              <a:rPr lang="fr-FR" dirty="0"/>
              <a:t>Une vision du SI dans les strates du cyberespace</a:t>
            </a:r>
          </a:p>
        </p:txBody>
      </p:sp>
      <p:grpSp>
        <p:nvGrpSpPr>
          <p:cNvPr id="388" name="Groupe 387">
            <a:extLst>
              <a:ext uri="{FF2B5EF4-FFF2-40B4-BE49-F238E27FC236}">
                <a16:creationId xmlns:a16="http://schemas.microsoft.com/office/drawing/2014/main" id="{5C3511D1-D138-EEB9-480C-5E1CF1C817FC}"/>
              </a:ext>
            </a:extLst>
          </p:cNvPr>
          <p:cNvGrpSpPr/>
          <p:nvPr/>
        </p:nvGrpSpPr>
        <p:grpSpPr>
          <a:xfrm>
            <a:off x="6050094" y="2678531"/>
            <a:ext cx="3737050" cy="3261553"/>
            <a:chOff x="3911759" y="2920684"/>
            <a:chExt cx="3737050" cy="3261553"/>
          </a:xfrm>
        </p:grpSpPr>
        <p:cxnSp>
          <p:nvCxnSpPr>
            <p:cNvPr id="78" name="Connecteur droit 77">
              <a:extLst>
                <a:ext uri="{FF2B5EF4-FFF2-40B4-BE49-F238E27FC236}">
                  <a16:creationId xmlns:a16="http://schemas.microsoft.com/office/drawing/2014/main" id="{E68AEA1A-3A96-C67F-123E-DB655A7BA9C1}"/>
                </a:ext>
              </a:extLst>
            </p:cNvPr>
            <p:cNvCxnSpPr>
              <a:cxnSpLocks/>
              <a:stCxn id="64" idx="3"/>
              <a:endCxn id="27" idx="1"/>
            </p:cNvCxnSpPr>
            <p:nvPr/>
          </p:nvCxnSpPr>
          <p:spPr>
            <a:xfrm flipV="1">
              <a:off x="4329874" y="3140658"/>
              <a:ext cx="3048995" cy="1191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BEE359C6-4175-B799-D6ED-F8DA276039F1}"/>
                </a:ext>
              </a:extLst>
            </p:cNvPr>
            <p:cNvCxnSpPr>
              <a:cxnSpLocks/>
              <a:stCxn id="25" idx="1"/>
              <a:endCxn id="64" idx="3"/>
            </p:cNvCxnSpPr>
            <p:nvPr/>
          </p:nvCxnSpPr>
          <p:spPr>
            <a:xfrm flipH="1" flipV="1">
              <a:off x="4329874" y="3259820"/>
              <a:ext cx="1371193" cy="16730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6" name="Connecteur droit 85">
              <a:extLst>
                <a:ext uri="{FF2B5EF4-FFF2-40B4-BE49-F238E27FC236}">
                  <a16:creationId xmlns:a16="http://schemas.microsoft.com/office/drawing/2014/main" id="{1499FB55-2270-B1E7-2ED7-9378DCE01D7A}"/>
                </a:ext>
              </a:extLst>
            </p:cNvPr>
            <p:cNvCxnSpPr>
              <a:cxnSpLocks/>
              <a:stCxn id="63" idx="3"/>
              <a:endCxn id="27" idx="1"/>
            </p:cNvCxnSpPr>
            <p:nvPr/>
          </p:nvCxnSpPr>
          <p:spPr>
            <a:xfrm>
              <a:off x="6071384" y="2920684"/>
              <a:ext cx="1307485" cy="21997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8617F4C0-43EF-B0F3-D7B2-91364C59EB9C}"/>
                </a:ext>
              </a:extLst>
            </p:cNvPr>
            <p:cNvCxnSpPr>
              <a:cxnSpLocks/>
              <a:stCxn id="25" idx="3"/>
              <a:endCxn id="27" idx="1"/>
            </p:cNvCxnSpPr>
            <p:nvPr/>
          </p:nvCxnSpPr>
          <p:spPr>
            <a:xfrm flipV="1">
              <a:off x="6241067" y="3140658"/>
              <a:ext cx="1137802" cy="28646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0AABAA9F-AF60-B809-53C1-79DA9B69A5AE}"/>
                </a:ext>
              </a:extLst>
            </p:cNvPr>
            <p:cNvCxnSpPr>
              <a:cxnSpLocks/>
              <a:stCxn id="62" idx="3"/>
              <a:endCxn id="27" idx="1"/>
            </p:cNvCxnSpPr>
            <p:nvPr/>
          </p:nvCxnSpPr>
          <p:spPr>
            <a:xfrm>
              <a:off x="6537268" y="3096041"/>
              <a:ext cx="841601" cy="4461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852A8974-E7E0-B67F-1592-ABFCC7F50FEC}"/>
                </a:ext>
              </a:extLst>
            </p:cNvPr>
            <p:cNvCxnSpPr>
              <a:cxnSpLocks/>
              <a:stCxn id="62" idx="1"/>
              <a:endCxn id="64" idx="3"/>
            </p:cNvCxnSpPr>
            <p:nvPr/>
          </p:nvCxnSpPr>
          <p:spPr>
            <a:xfrm flipH="1">
              <a:off x="4329874" y="3096041"/>
              <a:ext cx="1667394" cy="16377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F60AE5B1-1B3E-C4F0-1051-AE3962987248}"/>
                </a:ext>
              </a:extLst>
            </p:cNvPr>
            <p:cNvCxnSpPr>
              <a:cxnSpLocks/>
              <a:stCxn id="63" idx="1"/>
              <a:endCxn id="64" idx="3"/>
            </p:cNvCxnSpPr>
            <p:nvPr/>
          </p:nvCxnSpPr>
          <p:spPr>
            <a:xfrm flipH="1">
              <a:off x="4329874" y="2920684"/>
              <a:ext cx="1201510" cy="33913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1" name="Connecteur droit 140">
              <a:extLst>
                <a:ext uri="{FF2B5EF4-FFF2-40B4-BE49-F238E27FC236}">
                  <a16:creationId xmlns:a16="http://schemas.microsoft.com/office/drawing/2014/main" id="{274E1DDF-5701-A124-22CF-1747CD568119}"/>
                </a:ext>
              </a:extLst>
            </p:cNvPr>
            <p:cNvCxnSpPr>
              <a:cxnSpLocks/>
              <a:stCxn id="31" idx="0"/>
              <a:endCxn id="33" idx="2"/>
            </p:cNvCxnSpPr>
            <p:nvPr/>
          </p:nvCxnSpPr>
          <p:spPr>
            <a:xfrm flipH="1" flipV="1">
              <a:off x="3911759" y="4613488"/>
              <a:ext cx="1967660" cy="75800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4" name="Connecteur droit 143">
              <a:extLst>
                <a:ext uri="{FF2B5EF4-FFF2-40B4-BE49-F238E27FC236}">
                  <a16:creationId xmlns:a16="http://schemas.microsoft.com/office/drawing/2014/main" id="{1E0FB6D7-6182-8410-8927-3F17DD7ECD7A}"/>
                </a:ext>
              </a:extLst>
            </p:cNvPr>
            <p:cNvCxnSpPr>
              <a:cxnSpLocks/>
              <a:stCxn id="41" idx="1"/>
              <a:endCxn id="33" idx="3"/>
            </p:cNvCxnSpPr>
            <p:nvPr/>
          </p:nvCxnSpPr>
          <p:spPr>
            <a:xfrm flipH="1" flipV="1">
              <a:off x="4181759" y="4343488"/>
              <a:ext cx="2548873" cy="5564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8" name="Connecteur droit 147">
              <a:extLst>
                <a:ext uri="{FF2B5EF4-FFF2-40B4-BE49-F238E27FC236}">
                  <a16:creationId xmlns:a16="http://schemas.microsoft.com/office/drawing/2014/main" id="{33B2A2B8-6E3C-0A45-3A6F-9D12BCF2BF64}"/>
                </a:ext>
              </a:extLst>
            </p:cNvPr>
            <p:cNvCxnSpPr>
              <a:cxnSpLocks/>
              <a:stCxn id="41" idx="2"/>
              <a:endCxn id="31" idx="0"/>
            </p:cNvCxnSpPr>
            <p:nvPr/>
          </p:nvCxnSpPr>
          <p:spPr>
            <a:xfrm flipH="1">
              <a:off x="5879419" y="4669134"/>
              <a:ext cx="1121213" cy="70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2" name="Connecteur droit 151">
              <a:extLst>
                <a:ext uri="{FF2B5EF4-FFF2-40B4-BE49-F238E27FC236}">
                  <a16:creationId xmlns:a16="http://schemas.microsoft.com/office/drawing/2014/main" id="{0FA965CA-1E86-FDA3-10E5-36CDFA43B1EE}"/>
                </a:ext>
              </a:extLst>
            </p:cNvPr>
            <p:cNvCxnSpPr>
              <a:cxnSpLocks/>
              <a:stCxn id="31" idx="0"/>
              <a:endCxn id="151" idx="2"/>
            </p:cNvCxnSpPr>
            <p:nvPr/>
          </p:nvCxnSpPr>
          <p:spPr>
            <a:xfrm flipH="1" flipV="1">
              <a:off x="4272365" y="4908376"/>
              <a:ext cx="1607054" cy="46312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5" name="Connecteur droit 154">
              <a:extLst>
                <a:ext uri="{FF2B5EF4-FFF2-40B4-BE49-F238E27FC236}">
                  <a16:creationId xmlns:a16="http://schemas.microsoft.com/office/drawing/2014/main" id="{33C7514E-6781-0D9C-886A-D65236E071E6}"/>
                </a:ext>
              </a:extLst>
            </p:cNvPr>
            <p:cNvCxnSpPr>
              <a:cxnSpLocks/>
              <a:stCxn id="41" idx="1"/>
              <a:endCxn id="151" idx="3"/>
            </p:cNvCxnSpPr>
            <p:nvPr/>
          </p:nvCxnSpPr>
          <p:spPr>
            <a:xfrm flipH="1">
              <a:off x="4542365" y="4399134"/>
              <a:ext cx="2188267" cy="23924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9" name="Connecteur droit 158">
              <a:extLst>
                <a:ext uri="{FF2B5EF4-FFF2-40B4-BE49-F238E27FC236}">
                  <a16:creationId xmlns:a16="http://schemas.microsoft.com/office/drawing/2014/main" id="{56CFD330-8549-BBDB-C8C7-F08E26FA4F37}"/>
                </a:ext>
              </a:extLst>
            </p:cNvPr>
            <p:cNvCxnSpPr>
              <a:cxnSpLocks/>
              <a:stCxn id="158" idx="1"/>
              <a:endCxn id="151" idx="3"/>
            </p:cNvCxnSpPr>
            <p:nvPr/>
          </p:nvCxnSpPr>
          <p:spPr>
            <a:xfrm flipH="1" flipV="1">
              <a:off x="4542365" y="4638376"/>
              <a:ext cx="1676591" cy="3075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2" name="Connecteur droit 161">
              <a:extLst>
                <a:ext uri="{FF2B5EF4-FFF2-40B4-BE49-F238E27FC236}">
                  <a16:creationId xmlns:a16="http://schemas.microsoft.com/office/drawing/2014/main" id="{F226A240-2691-9970-3398-075193CD0845}"/>
                </a:ext>
              </a:extLst>
            </p:cNvPr>
            <p:cNvCxnSpPr>
              <a:cxnSpLocks/>
              <a:stCxn id="158" idx="2"/>
              <a:endCxn id="31" idx="0"/>
            </p:cNvCxnSpPr>
            <p:nvPr/>
          </p:nvCxnSpPr>
          <p:spPr>
            <a:xfrm flipH="1">
              <a:off x="5879419" y="4939134"/>
              <a:ext cx="609537" cy="43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6" name="Connecteur droit 165">
              <a:extLst>
                <a:ext uri="{FF2B5EF4-FFF2-40B4-BE49-F238E27FC236}">
                  <a16:creationId xmlns:a16="http://schemas.microsoft.com/office/drawing/2014/main" id="{57291806-EA9E-992F-C8B8-C63ADB27D790}"/>
                </a:ext>
              </a:extLst>
            </p:cNvPr>
            <p:cNvCxnSpPr>
              <a:cxnSpLocks/>
              <a:stCxn id="39" idx="1"/>
              <a:endCxn id="43" idx="3"/>
            </p:cNvCxnSpPr>
            <p:nvPr/>
          </p:nvCxnSpPr>
          <p:spPr>
            <a:xfrm flipH="1" flipV="1">
              <a:off x="5398366" y="5732939"/>
              <a:ext cx="1013505" cy="15951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9" name="Connecteur droit 168">
              <a:extLst>
                <a:ext uri="{FF2B5EF4-FFF2-40B4-BE49-F238E27FC236}">
                  <a16:creationId xmlns:a16="http://schemas.microsoft.com/office/drawing/2014/main" id="{54FAD416-483D-0315-FC3E-55CF73643B3A}"/>
                </a:ext>
              </a:extLst>
            </p:cNvPr>
            <p:cNvCxnSpPr>
              <a:cxnSpLocks/>
              <a:stCxn id="39" idx="1"/>
              <a:endCxn id="165" idx="3"/>
            </p:cNvCxnSpPr>
            <p:nvPr/>
          </p:nvCxnSpPr>
          <p:spPr>
            <a:xfrm flipH="1">
              <a:off x="5449162" y="5892455"/>
              <a:ext cx="962709" cy="1406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2" name="Connecteur droit 171">
              <a:extLst>
                <a:ext uri="{FF2B5EF4-FFF2-40B4-BE49-F238E27FC236}">
                  <a16:creationId xmlns:a16="http://schemas.microsoft.com/office/drawing/2014/main" id="{E504D043-E1A8-400B-7E16-6377CE74FD21}"/>
                </a:ext>
              </a:extLst>
            </p:cNvPr>
            <p:cNvCxnSpPr>
              <a:cxnSpLocks/>
              <a:stCxn id="47" idx="1"/>
              <a:endCxn id="165" idx="3"/>
            </p:cNvCxnSpPr>
            <p:nvPr/>
          </p:nvCxnSpPr>
          <p:spPr>
            <a:xfrm flipH="1" flipV="1">
              <a:off x="5449162" y="6033126"/>
              <a:ext cx="1929647" cy="14911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5" name="Connecteur droit 174">
              <a:extLst>
                <a:ext uri="{FF2B5EF4-FFF2-40B4-BE49-F238E27FC236}">
                  <a16:creationId xmlns:a16="http://schemas.microsoft.com/office/drawing/2014/main" id="{70E267AF-F843-B159-35A5-7D34FAEBB372}"/>
                </a:ext>
              </a:extLst>
            </p:cNvPr>
            <p:cNvCxnSpPr>
              <a:cxnSpLocks/>
              <a:stCxn id="47" idx="1"/>
              <a:endCxn id="43" idx="3"/>
            </p:cNvCxnSpPr>
            <p:nvPr/>
          </p:nvCxnSpPr>
          <p:spPr>
            <a:xfrm flipH="1" flipV="1">
              <a:off x="5398366" y="5732939"/>
              <a:ext cx="1980443" cy="44929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8" name="Connecteur droit 177">
              <a:extLst>
                <a:ext uri="{FF2B5EF4-FFF2-40B4-BE49-F238E27FC236}">
                  <a16:creationId xmlns:a16="http://schemas.microsoft.com/office/drawing/2014/main" id="{9DCC15DD-D50D-202E-F6D2-8ED30914CEFA}"/>
                </a:ext>
              </a:extLst>
            </p:cNvPr>
            <p:cNvCxnSpPr>
              <a:cxnSpLocks/>
              <a:stCxn id="25" idx="2"/>
              <a:endCxn id="43" idx="0"/>
            </p:cNvCxnSpPr>
            <p:nvPr/>
          </p:nvCxnSpPr>
          <p:spPr>
            <a:xfrm flipH="1">
              <a:off x="5128366" y="3697125"/>
              <a:ext cx="842701" cy="176581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87" name="Connecteur droit 186">
              <a:extLst>
                <a:ext uri="{FF2B5EF4-FFF2-40B4-BE49-F238E27FC236}">
                  <a16:creationId xmlns:a16="http://schemas.microsoft.com/office/drawing/2014/main" id="{3911B324-7B74-9FCC-B20A-6637C565FC01}"/>
                </a:ext>
              </a:extLst>
            </p:cNvPr>
            <p:cNvCxnSpPr>
              <a:cxnSpLocks/>
              <a:stCxn id="63" idx="2"/>
              <a:endCxn id="43" idx="0"/>
            </p:cNvCxnSpPr>
            <p:nvPr/>
          </p:nvCxnSpPr>
          <p:spPr>
            <a:xfrm flipH="1">
              <a:off x="5128366" y="3190684"/>
              <a:ext cx="673018" cy="22722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0" name="Connecteur droit 189">
              <a:extLst>
                <a:ext uri="{FF2B5EF4-FFF2-40B4-BE49-F238E27FC236}">
                  <a16:creationId xmlns:a16="http://schemas.microsoft.com/office/drawing/2014/main" id="{0F106BFF-8B3B-A794-78AB-AA6C52CB89A1}"/>
                </a:ext>
              </a:extLst>
            </p:cNvPr>
            <p:cNvCxnSpPr>
              <a:cxnSpLocks/>
              <a:stCxn id="62" idx="2"/>
              <a:endCxn id="165" idx="0"/>
            </p:cNvCxnSpPr>
            <p:nvPr/>
          </p:nvCxnSpPr>
          <p:spPr>
            <a:xfrm flipH="1">
              <a:off x="5179162" y="3366041"/>
              <a:ext cx="1088106" cy="239708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4" name="Connecteur droit 193">
              <a:extLst>
                <a:ext uri="{FF2B5EF4-FFF2-40B4-BE49-F238E27FC236}">
                  <a16:creationId xmlns:a16="http://schemas.microsoft.com/office/drawing/2014/main" id="{D20A3FF7-BDCE-A720-72F3-85834C415953}"/>
                </a:ext>
              </a:extLst>
            </p:cNvPr>
            <p:cNvCxnSpPr>
              <a:cxnSpLocks/>
              <a:stCxn id="158" idx="2"/>
              <a:endCxn id="39" idx="0"/>
            </p:cNvCxnSpPr>
            <p:nvPr/>
          </p:nvCxnSpPr>
          <p:spPr>
            <a:xfrm>
              <a:off x="6488956" y="4939134"/>
              <a:ext cx="192915" cy="68332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00" name="Connecteur droit 199">
              <a:extLst>
                <a:ext uri="{FF2B5EF4-FFF2-40B4-BE49-F238E27FC236}">
                  <a16:creationId xmlns:a16="http://schemas.microsoft.com/office/drawing/2014/main" id="{4DB05B45-9925-DB3F-F808-4FD674552907}"/>
                </a:ext>
              </a:extLst>
            </p:cNvPr>
            <p:cNvCxnSpPr>
              <a:cxnSpLocks/>
              <a:stCxn id="31" idx="1"/>
              <a:endCxn id="165" idx="3"/>
            </p:cNvCxnSpPr>
            <p:nvPr/>
          </p:nvCxnSpPr>
          <p:spPr>
            <a:xfrm flipH="1">
              <a:off x="5449162" y="5641496"/>
              <a:ext cx="160257" cy="39163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0" name="Connecteur droit 229">
              <a:extLst>
                <a:ext uri="{FF2B5EF4-FFF2-40B4-BE49-F238E27FC236}">
                  <a16:creationId xmlns:a16="http://schemas.microsoft.com/office/drawing/2014/main" id="{4962FD39-0719-AF7F-F205-3FAAFAA05638}"/>
                </a:ext>
              </a:extLst>
            </p:cNvPr>
            <p:cNvCxnSpPr>
              <a:cxnSpLocks/>
              <a:stCxn id="31" idx="3"/>
              <a:endCxn id="39" idx="1"/>
            </p:cNvCxnSpPr>
            <p:nvPr/>
          </p:nvCxnSpPr>
          <p:spPr>
            <a:xfrm>
              <a:off x="6149419" y="5641496"/>
              <a:ext cx="262452" cy="25095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4" name="Connecteur droit 233">
              <a:extLst>
                <a:ext uri="{FF2B5EF4-FFF2-40B4-BE49-F238E27FC236}">
                  <a16:creationId xmlns:a16="http://schemas.microsoft.com/office/drawing/2014/main" id="{4A42D692-4340-0037-E8BD-F58C26DEB5F5}"/>
                </a:ext>
              </a:extLst>
            </p:cNvPr>
            <p:cNvCxnSpPr>
              <a:cxnSpLocks/>
              <a:stCxn id="25" idx="2"/>
              <a:endCxn id="31" idx="0"/>
            </p:cNvCxnSpPr>
            <p:nvPr/>
          </p:nvCxnSpPr>
          <p:spPr>
            <a:xfrm flipH="1">
              <a:off x="5879419" y="3697125"/>
              <a:ext cx="91648" cy="16743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7" name="Connecteur droit 236">
              <a:extLst>
                <a:ext uri="{FF2B5EF4-FFF2-40B4-BE49-F238E27FC236}">
                  <a16:creationId xmlns:a16="http://schemas.microsoft.com/office/drawing/2014/main" id="{F9AB05BB-BF3B-01DD-A89E-EB5613C51B7F}"/>
                </a:ext>
              </a:extLst>
            </p:cNvPr>
            <p:cNvCxnSpPr>
              <a:cxnSpLocks/>
              <a:stCxn id="63" idx="2"/>
              <a:endCxn id="31" idx="0"/>
            </p:cNvCxnSpPr>
            <p:nvPr/>
          </p:nvCxnSpPr>
          <p:spPr>
            <a:xfrm>
              <a:off x="5801384" y="3190684"/>
              <a:ext cx="78035" cy="21808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0" name="Connecteur droit 239">
              <a:extLst>
                <a:ext uri="{FF2B5EF4-FFF2-40B4-BE49-F238E27FC236}">
                  <a16:creationId xmlns:a16="http://schemas.microsoft.com/office/drawing/2014/main" id="{123994A2-FB17-5D0E-891F-E5255A32F026}"/>
                </a:ext>
              </a:extLst>
            </p:cNvPr>
            <p:cNvCxnSpPr>
              <a:cxnSpLocks/>
              <a:stCxn id="62" idx="2"/>
              <a:endCxn id="31" idx="0"/>
            </p:cNvCxnSpPr>
            <p:nvPr/>
          </p:nvCxnSpPr>
          <p:spPr>
            <a:xfrm flipH="1">
              <a:off x="5879419" y="3366041"/>
              <a:ext cx="387849" cy="20054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3" name="Connecteur droit 242">
              <a:extLst>
                <a:ext uri="{FF2B5EF4-FFF2-40B4-BE49-F238E27FC236}">
                  <a16:creationId xmlns:a16="http://schemas.microsoft.com/office/drawing/2014/main" id="{3AF7B1E0-2109-4569-7D1F-1F9BF04F4210}"/>
                </a:ext>
              </a:extLst>
            </p:cNvPr>
            <p:cNvCxnSpPr>
              <a:cxnSpLocks/>
              <a:stCxn id="63" idx="2"/>
              <a:endCxn id="41" idx="0"/>
            </p:cNvCxnSpPr>
            <p:nvPr/>
          </p:nvCxnSpPr>
          <p:spPr>
            <a:xfrm>
              <a:off x="5801384" y="3190684"/>
              <a:ext cx="1199248" cy="93845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6" name="Connecteur droit 245">
              <a:extLst>
                <a:ext uri="{FF2B5EF4-FFF2-40B4-BE49-F238E27FC236}">
                  <a16:creationId xmlns:a16="http://schemas.microsoft.com/office/drawing/2014/main" id="{03CB44FA-3059-E36E-69FC-0BCACE4898C1}"/>
                </a:ext>
              </a:extLst>
            </p:cNvPr>
            <p:cNvCxnSpPr>
              <a:cxnSpLocks/>
              <a:stCxn id="25" idx="2"/>
              <a:endCxn id="158" idx="0"/>
            </p:cNvCxnSpPr>
            <p:nvPr/>
          </p:nvCxnSpPr>
          <p:spPr>
            <a:xfrm>
              <a:off x="5971067" y="3697125"/>
              <a:ext cx="517889" cy="70200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9" name="Connecteur droit 248">
              <a:extLst>
                <a:ext uri="{FF2B5EF4-FFF2-40B4-BE49-F238E27FC236}">
                  <a16:creationId xmlns:a16="http://schemas.microsoft.com/office/drawing/2014/main" id="{FD22D9BD-F777-D058-1EB7-3069DB4AC2A6}"/>
                </a:ext>
              </a:extLst>
            </p:cNvPr>
            <p:cNvCxnSpPr>
              <a:cxnSpLocks/>
              <a:stCxn id="62" idx="2"/>
              <a:endCxn id="41" idx="0"/>
            </p:cNvCxnSpPr>
            <p:nvPr/>
          </p:nvCxnSpPr>
          <p:spPr>
            <a:xfrm>
              <a:off x="6267268" y="3366041"/>
              <a:ext cx="733364" cy="76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2" name="Connecteur droit 251">
              <a:extLst>
                <a:ext uri="{FF2B5EF4-FFF2-40B4-BE49-F238E27FC236}">
                  <a16:creationId xmlns:a16="http://schemas.microsoft.com/office/drawing/2014/main" id="{02911628-344B-89AB-D492-37BF17BBAACC}"/>
                </a:ext>
              </a:extLst>
            </p:cNvPr>
            <p:cNvCxnSpPr>
              <a:cxnSpLocks/>
              <a:stCxn id="62" idx="2"/>
              <a:endCxn id="158" idx="0"/>
            </p:cNvCxnSpPr>
            <p:nvPr/>
          </p:nvCxnSpPr>
          <p:spPr>
            <a:xfrm>
              <a:off x="6267268" y="3366041"/>
              <a:ext cx="221688" cy="103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5" name="Connecteur droit 254">
              <a:extLst>
                <a:ext uri="{FF2B5EF4-FFF2-40B4-BE49-F238E27FC236}">
                  <a16:creationId xmlns:a16="http://schemas.microsoft.com/office/drawing/2014/main" id="{A11E2C74-0640-C071-5474-86BBC7CF8A5D}"/>
                </a:ext>
              </a:extLst>
            </p:cNvPr>
            <p:cNvCxnSpPr>
              <a:cxnSpLocks/>
              <a:stCxn id="33" idx="3"/>
              <a:endCxn id="63" idx="1"/>
            </p:cNvCxnSpPr>
            <p:nvPr/>
          </p:nvCxnSpPr>
          <p:spPr>
            <a:xfrm flipV="1">
              <a:off x="4181759" y="2920684"/>
              <a:ext cx="1349625" cy="142280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8" name="Connecteur droit 257">
              <a:extLst>
                <a:ext uri="{FF2B5EF4-FFF2-40B4-BE49-F238E27FC236}">
                  <a16:creationId xmlns:a16="http://schemas.microsoft.com/office/drawing/2014/main" id="{1C6EEF7C-44AD-0432-8272-6B666F7B9BB0}"/>
                </a:ext>
              </a:extLst>
            </p:cNvPr>
            <p:cNvCxnSpPr>
              <a:cxnSpLocks/>
              <a:stCxn id="151" idx="3"/>
              <a:endCxn id="25" idx="1"/>
            </p:cNvCxnSpPr>
            <p:nvPr/>
          </p:nvCxnSpPr>
          <p:spPr>
            <a:xfrm flipV="1">
              <a:off x="4542365" y="3427125"/>
              <a:ext cx="1158702" cy="121125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61" name="Connecteur droit 260">
              <a:extLst>
                <a:ext uri="{FF2B5EF4-FFF2-40B4-BE49-F238E27FC236}">
                  <a16:creationId xmlns:a16="http://schemas.microsoft.com/office/drawing/2014/main" id="{0D2BDBA4-0AFC-0935-D032-70DA89CADE0F}"/>
                </a:ext>
              </a:extLst>
            </p:cNvPr>
            <p:cNvCxnSpPr>
              <a:cxnSpLocks/>
              <a:stCxn id="33" idx="3"/>
              <a:endCxn id="62" idx="1"/>
            </p:cNvCxnSpPr>
            <p:nvPr/>
          </p:nvCxnSpPr>
          <p:spPr>
            <a:xfrm flipV="1">
              <a:off x="4181759" y="3096041"/>
              <a:ext cx="1815509" cy="124744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4" name="Connecteur droit 273">
              <a:extLst>
                <a:ext uri="{FF2B5EF4-FFF2-40B4-BE49-F238E27FC236}">
                  <a16:creationId xmlns:a16="http://schemas.microsoft.com/office/drawing/2014/main" id="{32539EDB-828C-6577-CA70-E71ADB18EDF8}"/>
                </a:ext>
              </a:extLst>
            </p:cNvPr>
            <p:cNvCxnSpPr>
              <a:cxnSpLocks/>
              <a:stCxn id="31" idx="1"/>
              <a:endCxn id="43" idx="3"/>
            </p:cNvCxnSpPr>
            <p:nvPr/>
          </p:nvCxnSpPr>
          <p:spPr>
            <a:xfrm flipH="1">
              <a:off x="5398366" y="5641496"/>
              <a:ext cx="211053" cy="9144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8" name="Connecteur droit 277">
              <a:extLst>
                <a:ext uri="{FF2B5EF4-FFF2-40B4-BE49-F238E27FC236}">
                  <a16:creationId xmlns:a16="http://schemas.microsoft.com/office/drawing/2014/main" id="{34997D9A-60BB-B92C-965B-F12127973081}"/>
                </a:ext>
              </a:extLst>
            </p:cNvPr>
            <p:cNvCxnSpPr>
              <a:cxnSpLocks/>
              <a:stCxn id="25" idx="2"/>
              <a:endCxn id="47" idx="0"/>
            </p:cNvCxnSpPr>
            <p:nvPr/>
          </p:nvCxnSpPr>
          <p:spPr>
            <a:xfrm>
              <a:off x="5971067" y="3697125"/>
              <a:ext cx="1677742" cy="22151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1" name="Connecteur droit 280">
              <a:extLst>
                <a:ext uri="{FF2B5EF4-FFF2-40B4-BE49-F238E27FC236}">
                  <a16:creationId xmlns:a16="http://schemas.microsoft.com/office/drawing/2014/main" id="{97E9FA15-1975-21DE-D2E7-C205F57A0C3A}"/>
                </a:ext>
              </a:extLst>
            </p:cNvPr>
            <p:cNvCxnSpPr>
              <a:cxnSpLocks/>
              <a:stCxn id="63" idx="2"/>
              <a:endCxn id="47" idx="0"/>
            </p:cNvCxnSpPr>
            <p:nvPr/>
          </p:nvCxnSpPr>
          <p:spPr>
            <a:xfrm>
              <a:off x="5801384" y="3190684"/>
              <a:ext cx="1847425" cy="272155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4" name="Connecteur droit 283">
              <a:extLst>
                <a:ext uri="{FF2B5EF4-FFF2-40B4-BE49-F238E27FC236}">
                  <a16:creationId xmlns:a16="http://schemas.microsoft.com/office/drawing/2014/main" id="{1EEA6248-D983-D929-E67A-6B180F41A795}"/>
                </a:ext>
              </a:extLst>
            </p:cNvPr>
            <p:cNvCxnSpPr>
              <a:cxnSpLocks/>
              <a:stCxn id="62" idx="2"/>
              <a:endCxn id="47" idx="0"/>
            </p:cNvCxnSpPr>
            <p:nvPr/>
          </p:nvCxnSpPr>
          <p:spPr>
            <a:xfrm>
              <a:off x="6267268" y="3366041"/>
              <a:ext cx="1381541" cy="254619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1" name="Connecteur droit 340">
              <a:extLst>
                <a:ext uri="{FF2B5EF4-FFF2-40B4-BE49-F238E27FC236}">
                  <a16:creationId xmlns:a16="http://schemas.microsoft.com/office/drawing/2014/main" id="{699A2526-1D5D-7926-BDC6-C63C5E6F6054}"/>
                </a:ext>
              </a:extLst>
            </p:cNvPr>
            <p:cNvCxnSpPr>
              <a:cxnSpLocks/>
              <a:stCxn id="64" idx="2"/>
              <a:endCxn id="33" idx="0"/>
            </p:cNvCxnSpPr>
            <p:nvPr/>
          </p:nvCxnSpPr>
          <p:spPr>
            <a:xfrm flipH="1">
              <a:off x="3911759" y="3529820"/>
              <a:ext cx="148115" cy="54366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4" name="Connecteur droit 343">
              <a:extLst>
                <a:ext uri="{FF2B5EF4-FFF2-40B4-BE49-F238E27FC236}">
                  <a16:creationId xmlns:a16="http://schemas.microsoft.com/office/drawing/2014/main" id="{1B6E8AE7-8FEE-7729-F6DF-25C3F0453F2D}"/>
                </a:ext>
              </a:extLst>
            </p:cNvPr>
            <p:cNvCxnSpPr>
              <a:cxnSpLocks/>
              <a:stCxn id="64" idx="2"/>
              <a:endCxn id="151" idx="0"/>
            </p:cNvCxnSpPr>
            <p:nvPr/>
          </p:nvCxnSpPr>
          <p:spPr>
            <a:xfrm>
              <a:off x="4059874" y="3529820"/>
              <a:ext cx="212491" cy="83855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grpSp>
      <p:sp>
        <p:nvSpPr>
          <p:cNvPr id="413" name="ZoneTexte 412">
            <a:extLst>
              <a:ext uri="{FF2B5EF4-FFF2-40B4-BE49-F238E27FC236}">
                <a16:creationId xmlns:a16="http://schemas.microsoft.com/office/drawing/2014/main" id="{A804F814-C2A6-DBC8-0E46-844D82DF7620}"/>
              </a:ext>
            </a:extLst>
          </p:cNvPr>
          <p:cNvSpPr txBox="1"/>
          <p:nvPr/>
        </p:nvSpPr>
        <p:spPr>
          <a:xfrm>
            <a:off x="2455466" y="1544144"/>
            <a:ext cx="1019125" cy="461665"/>
          </a:xfrm>
          <a:prstGeom prst="rect">
            <a:avLst/>
          </a:prstGeom>
          <a:noFill/>
        </p:spPr>
        <p:txBody>
          <a:bodyPr wrap="none" rtlCol="0">
            <a:spAutoFit/>
          </a:bodyPr>
          <a:lstStyle/>
          <a:p>
            <a:pPr algn="ctr"/>
            <a:r>
              <a:rPr lang="fr-FR" sz="1200" b="1" dirty="0"/>
              <a:t>Missions</a:t>
            </a:r>
          </a:p>
          <a:p>
            <a:pPr algn="ctr"/>
            <a:r>
              <a:rPr lang="fr-FR" sz="1200" dirty="0"/>
              <a:t>(les finalités)</a:t>
            </a:r>
          </a:p>
        </p:txBody>
      </p:sp>
      <p:grpSp>
        <p:nvGrpSpPr>
          <p:cNvPr id="419" name="Groupe 418">
            <a:extLst>
              <a:ext uri="{FF2B5EF4-FFF2-40B4-BE49-F238E27FC236}">
                <a16:creationId xmlns:a16="http://schemas.microsoft.com/office/drawing/2014/main" id="{F3D10AAC-525D-FEF5-417C-A631DD76FF68}"/>
              </a:ext>
            </a:extLst>
          </p:cNvPr>
          <p:cNvGrpSpPr/>
          <p:nvPr/>
        </p:nvGrpSpPr>
        <p:grpSpPr>
          <a:xfrm>
            <a:off x="3474591" y="1544144"/>
            <a:ext cx="3595566" cy="3122079"/>
            <a:chOff x="3474591" y="1836752"/>
            <a:chExt cx="3595566" cy="3122079"/>
          </a:xfrm>
        </p:grpSpPr>
        <p:grpSp>
          <p:nvGrpSpPr>
            <p:cNvPr id="386" name="Groupe 385">
              <a:extLst>
                <a:ext uri="{FF2B5EF4-FFF2-40B4-BE49-F238E27FC236}">
                  <a16:creationId xmlns:a16="http://schemas.microsoft.com/office/drawing/2014/main" id="{864EF01F-B372-7375-EE20-12AB2BFE086C}"/>
                </a:ext>
              </a:extLst>
            </p:cNvPr>
            <p:cNvGrpSpPr/>
            <p:nvPr/>
          </p:nvGrpSpPr>
          <p:grpSpPr>
            <a:xfrm>
              <a:off x="4267851" y="1836752"/>
              <a:ext cx="2802306" cy="3122079"/>
              <a:chOff x="2288012" y="1786297"/>
              <a:chExt cx="2802306" cy="3122079"/>
            </a:xfrm>
          </p:grpSpPr>
          <p:pic>
            <p:nvPicPr>
              <p:cNvPr id="33" name="Graphique 32" descr="Base de données avec un remplissage uni">
                <a:extLst>
                  <a:ext uri="{FF2B5EF4-FFF2-40B4-BE49-F238E27FC236}">
                    <a16:creationId xmlns:a16="http://schemas.microsoft.com/office/drawing/2014/main" id="{0AAB4478-8BEE-D4A2-B57F-BEF0BEB807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00255" y="4073488"/>
                <a:ext cx="540000" cy="540000"/>
              </a:xfrm>
              <a:prstGeom prst="rect">
                <a:avLst/>
              </a:prstGeom>
            </p:spPr>
          </p:pic>
          <p:pic>
            <p:nvPicPr>
              <p:cNvPr id="64" name="Graphique 63" descr="Amélioration continue avec un remplissage uni">
                <a:extLst>
                  <a:ext uri="{FF2B5EF4-FFF2-40B4-BE49-F238E27FC236}">
                    <a16:creationId xmlns:a16="http://schemas.microsoft.com/office/drawing/2014/main" id="{F6D15ACB-D2C5-7854-19F5-66759B03F77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48370" y="2989820"/>
                <a:ext cx="540000" cy="540000"/>
              </a:xfrm>
              <a:prstGeom prst="rect">
                <a:avLst/>
              </a:prstGeom>
            </p:spPr>
          </p:pic>
          <p:sp>
            <p:nvSpPr>
              <p:cNvPr id="71" name="ZoneTexte 70">
                <a:extLst>
                  <a:ext uri="{FF2B5EF4-FFF2-40B4-BE49-F238E27FC236}">
                    <a16:creationId xmlns:a16="http://schemas.microsoft.com/office/drawing/2014/main" id="{43EF26C3-10B7-4C52-3A7E-7E01341BFB96}"/>
                  </a:ext>
                </a:extLst>
              </p:cNvPr>
              <p:cNvSpPr txBox="1"/>
              <p:nvPr/>
            </p:nvSpPr>
            <p:spPr>
              <a:xfrm>
                <a:off x="2288012" y="1786297"/>
                <a:ext cx="2802306" cy="461665"/>
              </a:xfrm>
              <a:prstGeom prst="rect">
                <a:avLst/>
              </a:prstGeom>
              <a:noFill/>
            </p:spPr>
            <p:txBody>
              <a:bodyPr wrap="none" rtlCol="0">
                <a:spAutoFit/>
              </a:bodyPr>
              <a:lstStyle/>
              <a:p>
                <a:pPr algn="ctr"/>
                <a:r>
                  <a:rPr lang="fr-FR" sz="1200" b="1" dirty="0"/>
                  <a:t>Valeurs métier</a:t>
                </a:r>
              </a:p>
              <a:p>
                <a:pPr algn="ctr"/>
                <a:r>
                  <a:rPr lang="fr-FR" sz="1200" dirty="0"/>
                  <a:t>(qui permettent de réaliser les missions)</a:t>
                </a:r>
              </a:p>
            </p:txBody>
          </p:sp>
          <p:sp>
            <p:nvSpPr>
              <p:cNvPr id="55" name="ZoneTexte 54">
                <a:extLst>
                  <a:ext uri="{FF2B5EF4-FFF2-40B4-BE49-F238E27FC236}">
                    <a16:creationId xmlns:a16="http://schemas.microsoft.com/office/drawing/2014/main" id="{C6D4D60E-6058-0EC6-F85B-1DE76C2BF3BC}"/>
                  </a:ext>
                </a:extLst>
              </p:cNvPr>
              <p:cNvSpPr txBox="1"/>
              <p:nvPr/>
            </p:nvSpPr>
            <p:spPr>
              <a:xfrm>
                <a:off x="3708542" y="2394053"/>
                <a:ext cx="996235" cy="461665"/>
              </a:xfrm>
              <a:prstGeom prst="rect">
                <a:avLst/>
              </a:prstGeom>
              <a:noFill/>
            </p:spPr>
            <p:txBody>
              <a:bodyPr wrap="none" rtlCol="0">
                <a:spAutoFit/>
              </a:bodyPr>
              <a:lstStyle/>
              <a:p>
                <a:pPr algn="ctr"/>
                <a:r>
                  <a:rPr lang="fr-FR" sz="1200" dirty="0"/>
                  <a:t>Processus</a:t>
                </a:r>
              </a:p>
              <a:p>
                <a:pPr algn="ctr"/>
                <a:r>
                  <a:rPr lang="fr-FR" sz="1200" dirty="0"/>
                  <a:t>(traitements)</a:t>
                </a:r>
              </a:p>
            </p:txBody>
          </p:sp>
          <p:sp>
            <p:nvSpPr>
              <p:cNvPr id="58" name="ZoneTexte 57">
                <a:extLst>
                  <a:ext uri="{FF2B5EF4-FFF2-40B4-BE49-F238E27FC236}">
                    <a16:creationId xmlns:a16="http://schemas.microsoft.com/office/drawing/2014/main" id="{BE84B2C5-D920-60F2-CB4B-6CBA557428ED}"/>
                  </a:ext>
                </a:extLst>
              </p:cNvPr>
              <p:cNvSpPr txBox="1"/>
              <p:nvPr/>
            </p:nvSpPr>
            <p:spPr>
              <a:xfrm>
                <a:off x="3843816" y="3741697"/>
                <a:ext cx="763351" cy="276999"/>
              </a:xfrm>
              <a:prstGeom prst="rect">
                <a:avLst/>
              </a:prstGeom>
              <a:noFill/>
            </p:spPr>
            <p:txBody>
              <a:bodyPr wrap="none" rtlCol="0">
                <a:spAutoFit/>
              </a:bodyPr>
              <a:lstStyle/>
              <a:p>
                <a:pPr algn="ctr"/>
                <a:r>
                  <a:rPr lang="fr-FR" sz="1200" dirty="0"/>
                  <a:t>Données</a:t>
                </a:r>
              </a:p>
            </p:txBody>
          </p:sp>
          <p:pic>
            <p:nvPicPr>
              <p:cNvPr id="151" name="Graphique 150" descr="Base de données avec un remplissage uni">
                <a:extLst>
                  <a:ext uri="{FF2B5EF4-FFF2-40B4-BE49-F238E27FC236}">
                    <a16:creationId xmlns:a16="http://schemas.microsoft.com/office/drawing/2014/main" id="{51D9A99B-305F-E83B-DB8F-72288BF6D9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60861" y="4368376"/>
                <a:ext cx="540000" cy="540000"/>
              </a:xfrm>
              <a:prstGeom prst="rect">
                <a:avLst/>
              </a:prstGeom>
            </p:spPr>
          </p:pic>
        </p:grpSp>
        <p:cxnSp>
          <p:nvCxnSpPr>
            <p:cNvPr id="415" name="Connecteur droit avec flèche 414">
              <a:extLst>
                <a:ext uri="{FF2B5EF4-FFF2-40B4-BE49-F238E27FC236}">
                  <a16:creationId xmlns:a16="http://schemas.microsoft.com/office/drawing/2014/main" id="{D6F0D92E-A726-6B6B-1FDC-9983FF3F9828}"/>
                </a:ext>
              </a:extLst>
            </p:cNvPr>
            <p:cNvCxnSpPr>
              <a:stCxn id="413" idx="3"/>
              <a:endCxn id="71" idx="1"/>
            </p:cNvCxnSpPr>
            <p:nvPr/>
          </p:nvCxnSpPr>
          <p:spPr>
            <a:xfrm>
              <a:off x="3474591" y="2067585"/>
              <a:ext cx="79326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grpSp>
        <p:nvGrpSpPr>
          <p:cNvPr id="420" name="Groupe 419">
            <a:extLst>
              <a:ext uri="{FF2B5EF4-FFF2-40B4-BE49-F238E27FC236}">
                <a16:creationId xmlns:a16="http://schemas.microsoft.com/office/drawing/2014/main" id="{A59BF5CD-50D8-29A1-B9CE-1E2FF1E22D55}"/>
              </a:ext>
            </a:extLst>
          </p:cNvPr>
          <p:cNvGrpSpPr/>
          <p:nvPr/>
        </p:nvGrpSpPr>
        <p:grpSpPr>
          <a:xfrm>
            <a:off x="6961901" y="1544144"/>
            <a:ext cx="3572403" cy="4716098"/>
            <a:chOff x="6803405" y="1836752"/>
            <a:chExt cx="3572403" cy="4716098"/>
          </a:xfrm>
        </p:grpSpPr>
        <p:cxnSp>
          <p:nvCxnSpPr>
            <p:cNvPr id="67" name="Connecteur droit 66">
              <a:extLst>
                <a:ext uri="{FF2B5EF4-FFF2-40B4-BE49-F238E27FC236}">
                  <a16:creationId xmlns:a16="http://schemas.microsoft.com/office/drawing/2014/main" id="{2B7C8201-7843-D21F-8368-601D9C5F3C14}"/>
                </a:ext>
              </a:extLst>
            </p:cNvPr>
            <p:cNvCxnSpPr>
              <a:cxnSpLocks/>
            </p:cNvCxnSpPr>
            <p:nvPr/>
          </p:nvCxnSpPr>
          <p:spPr>
            <a:xfrm>
              <a:off x="6819680" y="1882932"/>
              <a:ext cx="0" cy="4669918"/>
            </a:xfrm>
            <a:prstGeom prst="line">
              <a:avLst/>
            </a:prstGeom>
            <a:ln w="28575">
              <a:prstDash val="dash"/>
            </a:ln>
          </p:spPr>
          <p:style>
            <a:lnRef idx="2">
              <a:schemeClr val="dk1"/>
            </a:lnRef>
            <a:fillRef idx="0">
              <a:schemeClr val="dk1"/>
            </a:fillRef>
            <a:effectRef idx="1">
              <a:schemeClr val="dk1"/>
            </a:effectRef>
            <a:fontRef idx="minor">
              <a:schemeClr val="tx1"/>
            </a:fontRef>
          </p:style>
        </p:cxnSp>
        <p:grpSp>
          <p:nvGrpSpPr>
            <p:cNvPr id="387" name="Groupe 386">
              <a:extLst>
                <a:ext uri="{FF2B5EF4-FFF2-40B4-BE49-F238E27FC236}">
                  <a16:creationId xmlns:a16="http://schemas.microsoft.com/office/drawing/2014/main" id="{7526DA78-8D9F-82DA-CF03-942D56F27499}"/>
                </a:ext>
              </a:extLst>
            </p:cNvPr>
            <p:cNvGrpSpPr/>
            <p:nvPr/>
          </p:nvGrpSpPr>
          <p:grpSpPr>
            <a:xfrm>
              <a:off x="6803405" y="1836752"/>
              <a:ext cx="3572403" cy="4665940"/>
              <a:chOff x="4823566" y="1786297"/>
              <a:chExt cx="3572403" cy="4665940"/>
            </a:xfrm>
          </p:grpSpPr>
          <p:sp>
            <p:nvSpPr>
              <p:cNvPr id="72" name="ZoneTexte 71">
                <a:extLst>
                  <a:ext uri="{FF2B5EF4-FFF2-40B4-BE49-F238E27FC236}">
                    <a16:creationId xmlns:a16="http://schemas.microsoft.com/office/drawing/2014/main" id="{03BBC99D-0434-CDDF-3AE3-CBF3625305B3}"/>
                  </a:ext>
                </a:extLst>
              </p:cNvPr>
              <p:cNvSpPr txBox="1"/>
              <p:nvPr/>
            </p:nvSpPr>
            <p:spPr>
              <a:xfrm>
                <a:off x="5526722" y="1786297"/>
                <a:ext cx="2869247" cy="461665"/>
              </a:xfrm>
              <a:prstGeom prst="rect">
                <a:avLst/>
              </a:prstGeom>
              <a:noFill/>
            </p:spPr>
            <p:txBody>
              <a:bodyPr wrap="none" rtlCol="0">
                <a:spAutoFit/>
              </a:bodyPr>
              <a:lstStyle/>
              <a:p>
                <a:pPr algn="ctr"/>
                <a:r>
                  <a:rPr lang="fr-FR" sz="1200" b="1" dirty="0"/>
                  <a:t>Biens supports</a:t>
                </a:r>
              </a:p>
              <a:p>
                <a:pPr algn="ctr"/>
                <a:r>
                  <a:rPr lang="fr-FR" sz="1200" dirty="0"/>
                  <a:t>(sur lesquels reposent les valeurs métier)</a:t>
                </a:r>
              </a:p>
            </p:txBody>
          </p:sp>
          <p:pic>
            <p:nvPicPr>
              <p:cNvPr id="25" name="Graphique 24" descr="Homme avec un remplissage uni">
                <a:extLst>
                  <a:ext uri="{FF2B5EF4-FFF2-40B4-BE49-F238E27FC236}">
                    <a16:creationId xmlns:a16="http://schemas.microsoft.com/office/drawing/2014/main" id="{5503D561-014F-3C0C-4D60-46B5BF0EE04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701067" y="3157125"/>
                <a:ext cx="540000" cy="540000"/>
              </a:xfrm>
              <a:prstGeom prst="rect">
                <a:avLst/>
              </a:prstGeom>
            </p:spPr>
          </p:pic>
          <p:pic>
            <p:nvPicPr>
              <p:cNvPr id="27" name="Graphique 26" descr="Hiérarchie avec un remplissage uni">
                <a:extLst>
                  <a:ext uri="{FF2B5EF4-FFF2-40B4-BE49-F238E27FC236}">
                    <a16:creationId xmlns:a16="http://schemas.microsoft.com/office/drawing/2014/main" id="{0C3364A2-AC1E-E9AF-2C5F-3498869B738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78869" y="2870658"/>
                <a:ext cx="540000" cy="540000"/>
              </a:xfrm>
              <a:prstGeom prst="rect">
                <a:avLst/>
              </a:prstGeom>
            </p:spPr>
          </p:pic>
          <p:pic>
            <p:nvPicPr>
              <p:cNvPr id="31" name="Graphique 30" descr="Ordinateur portable avec un remplissage uni">
                <a:extLst>
                  <a:ext uri="{FF2B5EF4-FFF2-40B4-BE49-F238E27FC236}">
                    <a16:creationId xmlns:a16="http://schemas.microsoft.com/office/drawing/2014/main" id="{B84B10A5-9AEA-1961-C49B-ED1385A3B6E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609419" y="5371496"/>
                <a:ext cx="540000" cy="540000"/>
              </a:xfrm>
              <a:prstGeom prst="rect">
                <a:avLst/>
              </a:prstGeom>
            </p:spPr>
          </p:pic>
          <p:pic>
            <p:nvPicPr>
              <p:cNvPr id="39" name="Graphique 38" descr="Internet des objets avec un remplissage uni">
                <a:extLst>
                  <a:ext uri="{FF2B5EF4-FFF2-40B4-BE49-F238E27FC236}">
                    <a16:creationId xmlns:a16="http://schemas.microsoft.com/office/drawing/2014/main" id="{8D6C5690-5160-8A69-CF53-AE7C7138CE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11871" y="5622455"/>
                <a:ext cx="540000" cy="540000"/>
              </a:xfrm>
              <a:prstGeom prst="rect">
                <a:avLst/>
              </a:prstGeom>
            </p:spPr>
          </p:pic>
          <p:pic>
            <p:nvPicPr>
              <p:cNvPr id="41" name="Graphique 40" descr="Terminal Cmd avec un remplissage uni">
                <a:extLst>
                  <a:ext uri="{FF2B5EF4-FFF2-40B4-BE49-F238E27FC236}">
                    <a16:creationId xmlns:a16="http://schemas.microsoft.com/office/drawing/2014/main" id="{6C37AC4A-9C2E-BD42-D41D-3438D28972C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730632" y="4129134"/>
                <a:ext cx="540000" cy="540000"/>
              </a:xfrm>
              <a:prstGeom prst="rect">
                <a:avLst/>
              </a:prstGeom>
            </p:spPr>
          </p:pic>
          <p:pic>
            <p:nvPicPr>
              <p:cNvPr id="43" name="Graphique 42" descr="Usine avec un remplissage uni">
                <a:extLst>
                  <a:ext uri="{FF2B5EF4-FFF2-40B4-BE49-F238E27FC236}">
                    <a16:creationId xmlns:a16="http://schemas.microsoft.com/office/drawing/2014/main" id="{6DE68451-9AB0-C300-60EB-C5B00FDB27F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858366" y="5462939"/>
                <a:ext cx="540000" cy="540000"/>
              </a:xfrm>
              <a:prstGeom prst="rect">
                <a:avLst/>
              </a:prstGeom>
            </p:spPr>
          </p:pic>
          <p:pic>
            <p:nvPicPr>
              <p:cNvPr id="47" name="Graphique 46" descr="Commande vocale avec un remplissage uni">
                <a:extLst>
                  <a:ext uri="{FF2B5EF4-FFF2-40B4-BE49-F238E27FC236}">
                    <a16:creationId xmlns:a16="http://schemas.microsoft.com/office/drawing/2014/main" id="{F7196360-075F-6036-CE9B-96A68F3A8389}"/>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7378809" y="5912237"/>
                <a:ext cx="540000" cy="540000"/>
              </a:xfrm>
              <a:prstGeom prst="rect">
                <a:avLst/>
              </a:prstGeom>
            </p:spPr>
          </p:pic>
          <p:pic>
            <p:nvPicPr>
              <p:cNvPr id="62" name="Graphique 61" descr="Homme avec un remplissage uni">
                <a:extLst>
                  <a:ext uri="{FF2B5EF4-FFF2-40B4-BE49-F238E27FC236}">
                    <a16:creationId xmlns:a16="http://schemas.microsoft.com/office/drawing/2014/main" id="{8566226B-86C0-5C17-CB16-5F52C1A272D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997268" y="2826041"/>
                <a:ext cx="540000" cy="540000"/>
              </a:xfrm>
              <a:prstGeom prst="rect">
                <a:avLst/>
              </a:prstGeom>
            </p:spPr>
          </p:pic>
          <p:pic>
            <p:nvPicPr>
              <p:cNvPr id="63" name="Graphique 62" descr="Homme avec un remplissage uni">
                <a:extLst>
                  <a:ext uri="{FF2B5EF4-FFF2-40B4-BE49-F238E27FC236}">
                    <a16:creationId xmlns:a16="http://schemas.microsoft.com/office/drawing/2014/main" id="{1D27668F-C6AE-2278-3071-1CAA0EB124C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531384" y="2650684"/>
                <a:ext cx="540000" cy="540000"/>
              </a:xfrm>
              <a:prstGeom prst="rect">
                <a:avLst/>
              </a:prstGeom>
            </p:spPr>
          </p:pic>
          <p:pic>
            <p:nvPicPr>
              <p:cNvPr id="158" name="Graphique 157" descr="Terminal Cmd avec un remplissage uni">
                <a:extLst>
                  <a:ext uri="{FF2B5EF4-FFF2-40B4-BE49-F238E27FC236}">
                    <a16:creationId xmlns:a16="http://schemas.microsoft.com/office/drawing/2014/main" id="{929F009C-D30A-8ED0-67AD-47F1278B5B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8956" y="4399134"/>
                <a:ext cx="540000" cy="540000"/>
              </a:xfrm>
              <a:prstGeom prst="rect">
                <a:avLst/>
              </a:prstGeom>
            </p:spPr>
          </p:pic>
          <p:pic>
            <p:nvPicPr>
              <p:cNvPr id="165" name="Graphique 164" descr="Usine avec un remplissage uni">
                <a:extLst>
                  <a:ext uri="{FF2B5EF4-FFF2-40B4-BE49-F238E27FC236}">
                    <a16:creationId xmlns:a16="http://schemas.microsoft.com/office/drawing/2014/main" id="{D5E73D2C-6FF2-986E-9080-6CA14547BDA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909162" y="5763126"/>
                <a:ext cx="540000" cy="540000"/>
              </a:xfrm>
              <a:prstGeom prst="rect">
                <a:avLst/>
              </a:prstGeom>
            </p:spPr>
          </p:pic>
          <p:sp>
            <p:nvSpPr>
              <p:cNvPr id="50" name="ZoneTexte 49">
                <a:extLst>
                  <a:ext uri="{FF2B5EF4-FFF2-40B4-BE49-F238E27FC236}">
                    <a16:creationId xmlns:a16="http://schemas.microsoft.com/office/drawing/2014/main" id="{723349B7-2A58-D340-2655-1CF3BF05E3AA}"/>
                  </a:ext>
                </a:extLst>
              </p:cNvPr>
              <p:cNvSpPr txBox="1"/>
              <p:nvPr/>
            </p:nvSpPr>
            <p:spPr>
              <a:xfrm>
                <a:off x="4823566" y="5062501"/>
                <a:ext cx="643125" cy="276999"/>
              </a:xfrm>
              <a:prstGeom prst="rect">
                <a:avLst/>
              </a:prstGeom>
              <a:noFill/>
            </p:spPr>
            <p:txBody>
              <a:bodyPr wrap="none" rtlCol="0">
                <a:spAutoFit/>
              </a:bodyPr>
              <a:lstStyle/>
              <a:p>
                <a:pPr algn="ctr"/>
                <a:r>
                  <a:rPr lang="fr-FR" sz="1200" dirty="0"/>
                  <a:t>Locaux</a:t>
                </a:r>
              </a:p>
            </p:txBody>
          </p:sp>
          <p:sp>
            <p:nvSpPr>
              <p:cNvPr id="51" name="ZoneTexte 50">
                <a:extLst>
                  <a:ext uri="{FF2B5EF4-FFF2-40B4-BE49-F238E27FC236}">
                    <a16:creationId xmlns:a16="http://schemas.microsoft.com/office/drawing/2014/main" id="{20BAC6BE-615E-4BA8-4E0E-CC44E28CDF90}"/>
                  </a:ext>
                </a:extLst>
              </p:cNvPr>
              <p:cNvSpPr txBox="1"/>
              <p:nvPr/>
            </p:nvSpPr>
            <p:spPr>
              <a:xfrm>
                <a:off x="6047456" y="5062501"/>
                <a:ext cx="1241501" cy="461665"/>
              </a:xfrm>
              <a:prstGeom prst="rect">
                <a:avLst/>
              </a:prstGeom>
              <a:noFill/>
            </p:spPr>
            <p:txBody>
              <a:bodyPr wrap="square" rtlCol="0">
                <a:spAutoFit/>
              </a:bodyPr>
              <a:lstStyle/>
              <a:p>
                <a:pPr algn="ctr"/>
                <a:r>
                  <a:rPr lang="fr-FR" sz="1200" dirty="0"/>
                  <a:t>Canaux informatiques</a:t>
                </a:r>
              </a:p>
            </p:txBody>
          </p:sp>
          <p:sp>
            <p:nvSpPr>
              <p:cNvPr id="52" name="ZoneTexte 51">
                <a:extLst>
                  <a:ext uri="{FF2B5EF4-FFF2-40B4-BE49-F238E27FC236}">
                    <a16:creationId xmlns:a16="http://schemas.microsoft.com/office/drawing/2014/main" id="{0A74F3CD-AF19-D739-727F-9121302772C8}"/>
                  </a:ext>
                </a:extLst>
              </p:cNvPr>
              <p:cNvSpPr txBox="1"/>
              <p:nvPr/>
            </p:nvSpPr>
            <p:spPr>
              <a:xfrm>
                <a:off x="7053337" y="5062501"/>
                <a:ext cx="1331308" cy="461665"/>
              </a:xfrm>
              <a:prstGeom prst="rect">
                <a:avLst/>
              </a:prstGeom>
              <a:noFill/>
            </p:spPr>
            <p:txBody>
              <a:bodyPr wrap="square" rtlCol="0">
                <a:spAutoFit/>
              </a:bodyPr>
              <a:lstStyle/>
              <a:p>
                <a:pPr algn="ctr"/>
                <a:r>
                  <a:rPr lang="fr-FR" sz="1200" dirty="0"/>
                  <a:t>Canaux interpersonnels</a:t>
                </a:r>
              </a:p>
            </p:txBody>
          </p:sp>
          <p:sp>
            <p:nvSpPr>
              <p:cNvPr id="53" name="ZoneTexte 52">
                <a:extLst>
                  <a:ext uri="{FF2B5EF4-FFF2-40B4-BE49-F238E27FC236}">
                    <a16:creationId xmlns:a16="http://schemas.microsoft.com/office/drawing/2014/main" id="{CE492B3B-A99C-2568-7DE5-07055E5DCBAD}"/>
                  </a:ext>
                </a:extLst>
              </p:cNvPr>
              <p:cNvSpPr txBox="1"/>
              <p:nvPr/>
            </p:nvSpPr>
            <p:spPr>
              <a:xfrm>
                <a:off x="7126231" y="2394053"/>
                <a:ext cx="1082349" cy="276999"/>
              </a:xfrm>
              <a:prstGeom prst="rect">
                <a:avLst/>
              </a:prstGeom>
              <a:noFill/>
            </p:spPr>
            <p:txBody>
              <a:bodyPr wrap="none" rtlCol="0">
                <a:spAutoFit/>
              </a:bodyPr>
              <a:lstStyle/>
              <a:p>
                <a:pPr algn="ctr"/>
                <a:r>
                  <a:rPr lang="fr-FR" sz="1200" dirty="0"/>
                  <a:t>Organisations</a:t>
                </a:r>
              </a:p>
            </p:txBody>
          </p:sp>
          <p:sp>
            <p:nvSpPr>
              <p:cNvPr id="54" name="ZoneTexte 53">
                <a:extLst>
                  <a:ext uri="{FF2B5EF4-FFF2-40B4-BE49-F238E27FC236}">
                    <a16:creationId xmlns:a16="http://schemas.microsoft.com/office/drawing/2014/main" id="{A7D25341-A8D0-60FB-8D3C-0ABDDF2A5B6A}"/>
                  </a:ext>
                </a:extLst>
              </p:cNvPr>
              <p:cNvSpPr txBox="1"/>
              <p:nvPr/>
            </p:nvSpPr>
            <p:spPr>
              <a:xfrm>
                <a:off x="5549726" y="2394053"/>
                <a:ext cx="872547" cy="276999"/>
              </a:xfrm>
              <a:prstGeom prst="rect">
                <a:avLst/>
              </a:prstGeom>
              <a:noFill/>
            </p:spPr>
            <p:txBody>
              <a:bodyPr wrap="none" rtlCol="0">
                <a:spAutoFit/>
              </a:bodyPr>
              <a:lstStyle/>
              <a:p>
                <a:pPr algn="ctr"/>
                <a:r>
                  <a:rPr lang="fr-FR" sz="1200" dirty="0"/>
                  <a:t>Personnes</a:t>
                </a:r>
              </a:p>
            </p:txBody>
          </p:sp>
          <p:sp>
            <p:nvSpPr>
              <p:cNvPr id="56" name="ZoneTexte 55">
                <a:extLst>
                  <a:ext uri="{FF2B5EF4-FFF2-40B4-BE49-F238E27FC236}">
                    <a16:creationId xmlns:a16="http://schemas.microsoft.com/office/drawing/2014/main" id="{6D182C7D-FF79-773B-59D4-E81745C1249D}"/>
                  </a:ext>
                </a:extLst>
              </p:cNvPr>
              <p:cNvSpPr txBox="1"/>
              <p:nvPr/>
            </p:nvSpPr>
            <p:spPr>
              <a:xfrm>
                <a:off x="5475226" y="5062501"/>
                <a:ext cx="793807" cy="276999"/>
              </a:xfrm>
              <a:prstGeom prst="rect">
                <a:avLst/>
              </a:prstGeom>
              <a:noFill/>
            </p:spPr>
            <p:txBody>
              <a:bodyPr wrap="none" rtlCol="0">
                <a:spAutoFit/>
              </a:bodyPr>
              <a:lstStyle/>
              <a:p>
                <a:pPr algn="ctr"/>
                <a:r>
                  <a:rPr lang="fr-FR" sz="1200" dirty="0"/>
                  <a:t>Matériels</a:t>
                </a:r>
              </a:p>
            </p:txBody>
          </p:sp>
          <p:sp>
            <p:nvSpPr>
              <p:cNvPr id="57" name="ZoneTexte 56">
                <a:extLst>
                  <a:ext uri="{FF2B5EF4-FFF2-40B4-BE49-F238E27FC236}">
                    <a16:creationId xmlns:a16="http://schemas.microsoft.com/office/drawing/2014/main" id="{C5D90B4A-09BB-B5CF-5D21-C666BBDD10C7}"/>
                  </a:ext>
                </a:extLst>
              </p:cNvPr>
              <p:cNvSpPr txBox="1"/>
              <p:nvPr/>
            </p:nvSpPr>
            <p:spPr>
              <a:xfrm>
                <a:off x="6461282" y="3741697"/>
                <a:ext cx="745717" cy="276999"/>
              </a:xfrm>
              <a:prstGeom prst="rect">
                <a:avLst/>
              </a:prstGeom>
              <a:noFill/>
            </p:spPr>
            <p:txBody>
              <a:bodyPr wrap="none" rtlCol="0">
                <a:spAutoFit/>
              </a:bodyPr>
              <a:lstStyle/>
              <a:p>
                <a:pPr algn="ctr"/>
                <a:r>
                  <a:rPr lang="fr-FR" sz="1200" dirty="0"/>
                  <a:t>Logiciels</a:t>
                </a:r>
              </a:p>
            </p:txBody>
          </p:sp>
        </p:grpSp>
        <p:cxnSp>
          <p:nvCxnSpPr>
            <p:cNvPr id="416" name="Connecteur droit avec flèche 415">
              <a:extLst>
                <a:ext uri="{FF2B5EF4-FFF2-40B4-BE49-F238E27FC236}">
                  <a16:creationId xmlns:a16="http://schemas.microsoft.com/office/drawing/2014/main" id="{F943829A-A3D3-690F-EC27-305169F62E35}"/>
                </a:ext>
              </a:extLst>
            </p:cNvPr>
            <p:cNvCxnSpPr>
              <a:cxnSpLocks/>
              <a:stCxn id="71" idx="3"/>
              <a:endCxn id="72" idx="1"/>
            </p:cNvCxnSpPr>
            <p:nvPr/>
          </p:nvCxnSpPr>
          <p:spPr>
            <a:xfrm>
              <a:off x="6911661" y="2067585"/>
              <a:ext cx="59490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sp>
        <p:nvSpPr>
          <p:cNvPr id="425" name="Organigramme : Alternative 424">
            <a:extLst>
              <a:ext uri="{FF2B5EF4-FFF2-40B4-BE49-F238E27FC236}">
                <a16:creationId xmlns:a16="http://schemas.microsoft.com/office/drawing/2014/main" id="{C560B3BA-66A5-3E68-B3C0-B667833FD7B9}"/>
              </a:ext>
            </a:extLst>
          </p:cNvPr>
          <p:cNvSpPr/>
          <p:nvPr/>
        </p:nvSpPr>
        <p:spPr>
          <a:xfrm>
            <a:off x="799619" y="2515560"/>
            <a:ext cx="2395313" cy="334301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périmètre est décrit par les missions, valeurs métier et biens support.</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de détail dépend notamment de l’objet de l’étude et de ses destinataires.</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les sujets complexes, il peut être utile de décrire également les liens entre composants.</a:t>
            </a:r>
          </a:p>
        </p:txBody>
      </p:sp>
      <p:sp>
        <p:nvSpPr>
          <p:cNvPr id="9" name="ZoneTexte 8">
            <a:extLst>
              <a:ext uri="{FF2B5EF4-FFF2-40B4-BE49-F238E27FC236}">
                <a16:creationId xmlns:a16="http://schemas.microsoft.com/office/drawing/2014/main" id="{2B130A1A-1016-5469-DB88-970B59C186D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80010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419"/>
                                        </p:tgtEl>
                                        <p:attrNameLst>
                                          <p:attrName>style.visibility</p:attrName>
                                        </p:attrNameLst>
                                      </p:cBhvr>
                                      <p:to>
                                        <p:strVal val="visible"/>
                                      </p:to>
                                    </p:set>
                                    <p:animEffect transition="in" filter="wipe(left)">
                                      <p:cBhvr>
                                        <p:cTn id="11" dur="500"/>
                                        <p:tgtEl>
                                          <p:spTgt spid="41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wipe(left)">
                                      <p:cBhvr>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89"/>
                                        </p:tgtEl>
                                        <p:attrNameLst>
                                          <p:attrName>style.visibility</p:attrName>
                                        </p:attrNameLst>
                                      </p:cBhvr>
                                      <p:to>
                                        <p:strVal val="visible"/>
                                      </p:to>
                                    </p:set>
                                    <p:animEffect transition="in" filter="wipe(left)">
                                      <p:cBhvr>
                                        <p:cTn id="21" dur="500"/>
                                        <p:tgtEl>
                                          <p:spTgt spid="38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8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3" grpId="0"/>
      <p:bldP spid="42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6" name="Espace réservé de la date 3">
            <a:extLst>
              <a:ext uri="{FF2B5EF4-FFF2-40B4-BE49-F238E27FC236}">
                <a16:creationId xmlns:a16="http://schemas.microsoft.com/office/drawing/2014/main" id="{E91CA6D9-F8FB-EC2A-B23A-1D3DBBAD285B}"/>
              </a:ext>
            </a:extLst>
          </p:cNvPr>
          <p:cNvSpPr>
            <a:spLocks noGrp="1"/>
          </p:cNvSpPr>
          <p:nvPr>
            <p:ph type="dt" sz="half" idx="10"/>
          </p:nvPr>
        </p:nvSpPr>
        <p:spPr/>
        <p:txBody>
          <a:bodyPr/>
          <a:lstStyle/>
          <a:p>
            <a:pPr rtl="0"/>
            <a:r>
              <a:rPr lang="fr-FR" noProof="0"/>
              <a:t>14/10/2025</a:t>
            </a:r>
          </a:p>
        </p:txBody>
      </p:sp>
      <p:sp>
        <p:nvSpPr>
          <p:cNvPr id="7" name="Espace réservé du pied de page 4">
            <a:extLst>
              <a:ext uri="{FF2B5EF4-FFF2-40B4-BE49-F238E27FC236}">
                <a16:creationId xmlns:a16="http://schemas.microsoft.com/office/drawing/2014/main" id="{B1E1A22A-A1D8-0B92-0776-F4DB7B3BFEB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D057BC4C-8C68-13EC-BCB3-3A7EA5659E05}"/>
              </a:ext>
            </a:extLst>
          </p:cNvPr>
          <p:cNvSpPr>
            <a:spLocks noGrp="1"/>
          </p:cNvSpPr>
          <p:nvPr>
            <p:ph type="sldNum" sz="quarter" idx="12"/>
          </p:nvPr>
        </p:nvSpPr>
        <p:spPr/>
        <p:txBody>
          <a:bodyPr/>
          <a:lstStyle/>
          <a:p>
            <a:pPr rtl="0"/>
            <a:fld id="{294A09A9-5501-47C1-A89A-A340965A2BE2}" type="slidenum">
              <a:rPr lang="fr-FR" noProof="0" smtClean="0"/>
              <a:t>36</a:t>
            </a:fld>
            <a:endParaRPr lang="fr-FR" noProof="0"/>
          </a:p>
        </p:txBody>
      </p:sp>
      <p:sp>
        <p:nvSpPr>
          <p:cNvPr id="10" name="Espace réservé du texte 9">
            <a:extLst>
              <a:ext uri="{FF2B5EF4-FFF2-40B4-BE49-F238E27FC236}">
                <a16:creationId xmlns:a16="http://schemas.microsoft.com/office/drawing/2014/main" id="{632C13F8-A9EF-6120-53AE-4FA8FA83E29C}"/>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917923004"/>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de</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5" name="Image 4">
            <a:extLst>
              <a:ext uri="{FF2B5EF4-FFF2-40B4-BE49-F238E27FC236}">
                <a16:creationId xmlns:a16="http://schemas.microsoft.com/office/drawing/2014/main" id="{671BB99C-E35E-FD5D-CFE2-9A091624B2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1" name="ZoneTexte 10">
            <a:extLst>
              <a:ext uri="{FF2B5EF4-FFF2-40B4-BE49-F238E27FC236}">
                <a16:creationId xmlns:a16="http://schemas.microsoft.com/office/drawing/2014/main" id="{64B39A75-D6AB-6750-8F2B-F9DAE03B943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931514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6" name="Espace réservé de la date 3">
            <a:extLst>
              <a:ext uri="{FF2B5EF4-FFF2-40B4-BE49-F238E27FC236}">
                <a16:creationId xmlns:a16="http://schemas.microsoft.com/office/drawing/2014/main" id="{D5470365-0A06-69ED-1C3E-7ED578AB1552}"/>
              </a:ext>
            </a:extLst>
          </p:cNvPr>
          <p:cNvSpPr>
            <a:spLocks noGrp="1"/>
          </p:cNvSpPr>
          <p:nvPr>
            <p:ph type="dt" sz="half" idx="10"/>
          </p:nvPr>
        </p:nvSpPr>
        <p:spPr/>
        <p:txBody>
          <a:bodyPr/>
          <a:lstStyle/>
          <a:p>
            <a:pPr rtl="0"/>
            <a:r>
              <a:rPr lang="fr-FR" noProof="0"/>
              <a:t>14/10/2025</a:t>
            </a:r>
          </a:p>
        </p:txBody>
      </p:sp>
      <p:sp>
        <p:nvSpPr>
          <p:cNvPr id="7" name="Espace réservé du pied de page 4">
            <a:extLst>
              <a:ext uri="{FF2B5EF4-FFF2-40B4-BE49-F238E27FC236}">
                <a16:creationId xmlns:a16="http://schemas.microsoft.com/office/drawing/2014/main" id="{675D58F5-E833-9F5E-FF2E-72CD1F7F569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311A9A1B-DB7F-99EB-7EE4-F7FA897B42B9}"/>
              </a:ext>
            </a:extLst>
          </p:cNvPr>
          <p:cNvSpPr>
            <a:spLocks noGrp="1"/>
          </p:cNvSpPr>
          <p:nvPr>
            <p:ph type="sldNum" sz="quarter" idx="12"/>
          </p:nvPr>
        </p:nvSpPr>
        <p:spPr/>
        <p:txBody>
          <a:bodyPr/>
          <a:lstStyle/>
          <a:p>
            <a:pPr rtl="0"/>
            <a:fld id="{294A09A9-5501-47C1-A89A-A340965A2BE2}" type="slidenum">
              <a:rPr lang="fr-FR" noProof="0" smtClean="0"/>
              <a:t>37</a:t>
            </a:fld>
            <a:endParaRPr lang="fr-FR" noProof="0"/>
          </a:p>
        </p:txBody>
      </p:sp>
      <p:sp>
        <p:nvSpPr>
          <p:cNvPr id="11" name="Espace réservé du texte 10">
            <a:extLst>
              <a:ext uri="{FF2B5EF4-FFF2-40B4-BE49-F238E27FC236}">
                <a16:creationId xmlns:a16="http://schemas.microsoft.com/office/drawing/2014/main" id="{4636B6AD-EC24-1A2C-92AF-8439EEBF858A}"/>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2014666875"/>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Gérer les résultats scolaires</a:t>
                      </a: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3"/>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3" name="Image 2">
            <a:extLst>
              <a:ext uri="{FF2B5EF4-FFF2-40B4-BE49-F238E27FC236}">
                <a16:creationId xmlns:a16="http://schemas.microsoft.com/office/drawing/2014/main" id="{6C762D22-19D5-42F0-4EEF-A58FFA3390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0" name="ZoneTexte 9">
            <a:extLst>
              <a:ext uri="{FF2B5EF4-FFF2-40B4-BE49-F238E27FC236}">
                <a16:creationId xmlns:a16="http://schemas.microsoft.com/office/drawing/2014/main" id="{F81D8D55-B0D0-81E6-3313-537B14995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709665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B41E56-250F-2115-FB0E-64438200F256}"/>
              </a:ext>
            </a:extLst>
          </p:cNvPr>
          <p:cNvSpPr>
            <a:spLocks noGrp="1"/>
          </p:cNvSpPr>
          <p:nvPr>
            <p:ph type="title"/>
          </p:nvPr>
        </p:nvSpPr>
        <p:spPr/>
        <p:txBody>
          <a:bodyPr>
            <a:normAutofit fontScale="90000"/>
          </a:bodyPr>
          <a:lstStyle/>
          <a:p>
            <a:r>
              <a:rPr lang="fr-FR" noProof="0" dirty="0"/>
              <a:t>Outil 04 – Identifier les parties prenantes</a:t>
            </a:r>
            <a:endParaRPr lang="fr-FR" dirty="0">
              <a:solidFill>
                <a:schemeClr val="tx1"/>
              </a:solidFill>
            </a:endParaRPr>
          </a:p>
        </p:txBody>
      </p:sp>
      <p:sp>
        <p:nvSpPr>
          <p:cNvPr id="4" name="Espace réservé de la date 3">
            <a:extLst>
              <a:ext uri="{FF2B5EF4-FFF2-40B4-BE49-F238E27FC236}">
                <a16:creationId xmlns:a16="http://schemas.microsoft.com/office/drawing/2014/main" id="{C5884FD9-E1F4-603E-9E2E-93ED20AE0B01}"/>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65DA9965-BB76-6ACC-2298-C2FDD9401D7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11548E2-5611-06CF-EBC2-1FA24083B30D}"/>
              </a:ext>
            </a:extLst>
          </p:cNvPr>
          <p:cNvSpPr>
            <a:spLocks noGrp="1"/>
          </p:cNvSpPr>
          <p:nvPr>
            <p:ph type="sldNum" sz="quarter" idx="12"/>
          </p:nvPr>
        </p:nvSpPr>
        <p:spPr/>
        <p:txBody>
          <a:bodyPr/>
          <a:lstStyle/>
          <a:p>
            <a:pPr rtl="0"/>
            <a:fld id="{294A09A9-5501-47C1-A89A-A340965A2BE2}" type="slidenum">
              <a:rPr lang="fr-FR" noProof="0" smtClean="0"/>
              <a:t>38</a:t>
            </a:fld>
            <a:endParaRPr lang="fr-FR" noProof="0"/>
          </a:p>
        </p:txBody>
      </p:sp>
      <p:sp>
        <p:nvSpPr>
          <p:cNvPr id="7" name="Espace réservé du texte 6">
            <a:extLst>
              <a:ext uri="{FF2B5EF4-FFF2-40B4-BE49-F238E27FC236}">
                <a16:creationId xmlns:a16="http://schemas.microsoft.com/office/drawing/2014/main" id="{828867CB-8EB0-49FC-2520-86E3F6906D0A}"/>
              </a:ext>
            </a:extLst>
          </p:cNvPr>
          <p:cNvSpPr>
            <a:spLocks noGrp="1"/>
          </p:cNvSpPr>
          <p:nvPr>
            <p:ph type="body" sz="quarter" idx="13"/>
          </p:nvPr>
        </p:nvSpPr>
        <p:spPr/>
        <p:txBody>
          <a:bodyPr/>
          <a:lstStyle/>
          <a:p>
            <a:r>
              <a:rPr lang="fr-FR" dirty="0"/>
              <a:t>Comment décrire l’écosystème ?</a:t>
            </a:r>
          </a:p>
        </p:txBody>
      </p:sp>
      <p:sp>
        <p:nvSpPr>
          <p:cNvPr id="8" name="Rectangle 7">
            <a:extLst>
              <a:ext uri="{FF2B5EF4-FFF2-40B4-BE49-F238E27FC236}">
                <a16:creationId xmlns:a16="http://schemas.microsoft.com/office/drawing/2014/main" id="{C939CB93-C386-DB26-6F89-409C1E6AD7A3}"/>
              </a:ext>
            </a:extLst>
          </p:cNvPr>
          <p:cNvSpPr/>
          <p:nvPr/>
        </p:nvSpPr>
        <p:spPr>
          <a:xfrm>
            <a:off x="2536726" y="1680182"/>
            <a:ext cx="3077348" cy="4438254"/>
          </a:xfrm>
          <a:prstGeom prst="rect">
            <a:avLst/>
          </a:prstGeom>
          <a:ln/>
        </p:spPr>
        <p:style>
          <a:lnRef idx="2">
            <a:schemeClr val="accent2"/>
          </a:lnRef>
          <a:fillRef idx="1">
            <a:schemeClr val="lt1"/>
          </a:fillRef>
          <a:effectRef idx="0">
            <a:schemeClr val="accent2"/>
          </a:effectRef>
          <a:fontRef idx="minor">
            <a:schemeClr val="dk1"/>
          </a:fontRef>
        </p:style>
        <p:txBody>
          <a:bodyPr lIns="192000" tIns="192000" rIns="192000" bIns="0" rtlCol="0" anchor="t"/>
          <a:lstStyle/>
          <a:p>
            <a:pPr>
              <a:spcBef>
                <a:spcPct val="0"/>
              </a:spcBef>
              <a:spcAft>
                <a:spcPts val="400"/>
              </a:spcAft>
            </a:pPr>
            <a:r>
              <a:rPr lang="fr-FR" b="1" dirty="0">
                <a:solidFill>
                  <a:schemeClr val="accent2"/>
                </a:solidFill>
                <a:latin typeface="Calibri Light" panose="020F0302020204030204" pitchFamily="34" charset="0"/>
                <a:ea typeface="Calibri Light" panose="020F0302020204030204" pitchFamily="34" charset="0"/>
                <a:cs typeface="Calibri Light" panose="020F0302020204030204" pitchFamily="34" charset="0"/>
              </a:rPr>
              <a:t>Qu’est-ce qu’une partie prenante ?</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Tout acteur qui interagit avec l’objet de l’étude est une partie prenante.</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Il peut s’agir de partenaires, « clients », « fournisseurs », sous-traitants directs ou indirects, etc.</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L’ensemble des parties prenantes compose l’écosystème.</a:t>
            </a:r>
          </a:p>
        </p:txBody>
      </p:sp>
      <p:pic>
        <p:nvPicPr>
          <p:cNvPr id="26" name="Image 25">
            <a:extLst>
              <a:ext uri="{FF2B5EF4-FFF2-40B4-BE49-F238E27FC236}">
                <a16:creationId xmlns:a16="http://schemas.microsoft.com/office/drawing/2014/main" id="{2A2E8A27-CE3D-4D39-9752-3AB3EE2FFA08}"/>
              </a:ext>
            </a:extLst>
          </p:cNvPr>
          <p:cNvPicPr>
            <a:picLocks noChangeAspect="1"/>
          </p:cNvPicPr>
          <p:nvPr/>
        </p:nvPicPr>
        <p:blipFill>
          <a:blip r:embed="rId2"/>
          <a:stretch>
            <a:fillRect/>
          </a:stretch>
        </p:blipFill>
        <p:spPr>
          <a:xfrm>
            <a:off x="5869765" y="1680182"/>
            <a:ext cx="4451499" cy="4451499"/>
          </a:xfrm>
          <a:prstGeom prst="rect">
            <a:avLst/>
          </a:prstGeom>
          <a:ln>
            <a:noFill/>
          </a:ln>
          <a:effectLst>
            <a:outerShdw blurRad="292100" dist="139700" dir="2700000" algn="tl" rotWithShape="0">
              <a:srgbClr val="333333">
                <a:alpha val="65000"/>
              </a:srgbClr>
            </a:outerShdw>
          </a:effectLst>
        </p:spPr>
      </p:pic>
      <p:cxnSp>
        <p:nvCxnSpPr>
          <p:cNvPr id="11" name="Connecteur droit avec flèche 10">
            <a:extLst>
              <a:ext uri="{FF2B5EF4-FFF2-40B4-BE49-F238E27FC236}">
                <a16:creationId xmlns:a16="http://schemas.microsoft.com/office/drawing/2014/main" id="{DE41D49E-C0F7-CE97-6AA5-74A04B2574B5}"/>
              </a:ext>
            </a:extLst>
          </p:cNvPr>
          <p:cNvCxnSpPr>
            <a:cxnSpLocks/>
          </p:cNvCxnSpPr>
          <p:nvPr/>
        </p:nvCxnSpPr>
        <p:spPr>
          <a:xfrm>
            <a:off x="5614072" y="2753993"/>
            <a:ext cx="7721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4" name="Connecteur droit avec flèche 13">
            <a:extLst>
              <a:ext uri="{FF2B5EF4-FFF2-40B4-BE49-F238E27FC236}">
                <a16:creationId xmlns:a16="http://schemas.microsoft.com/office/drawing/2014/main" id="{F70A883C-469A-BF8B-7992-83D94402C281}"/>
              </a:ext>
            </a:extLst>
          </p:cNvPr>
          <p:cNvCxnSpPr>
            <a:cxnSpLocks/>
          </p:cNvCxnSpPr>
          <p:nvPr/>
        </p:nvCxnSpPr>
        <p:spPr>
          <a:xfrm>
            <a:off x="5614072" y="3375339"/>
            <a:ext cx="133975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5" name="Rectangle à coins arrondis 4">
            <a:extLst>
              <a:ext uri="{FF2B5EF4-FFF2-40B4-BE49-F238E27FC236}">
                <a16:creationId xmlns:a16="http://schemas.microsoft.com/office/drawing/2014/main" id="{F14FD0DE-3253-036D-6D65-9233E89F2AB4}"/>
              </a:ext>
            </a:extLst>
          </p:cNvPr>
          <p:cNvSpPr/>
          <p:nvPr/>
        </p:nvSpPr>
        <p:spPr>
          <a:xfrm>
            <a:off x="7491192" y="3987183"/>
            <a:ext cx="12561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Objet de l’étude</a:t>
            </a:r>
          </a:p>
        </p:txBody>
      </p:sp>
      <p:sp>
        <p:nvSpPr>
          <p:cNvPr id="9" name="ZoneTexte 8">
            <a:extLst>
              <a:ext uri="{FF2B5EF4-FFF2-40B4-BE49-F238E27FC236}">
                <a16:creationId xmlns:a16="http://schemas.microsoft.com/office/drawing/2014/main" id="{0C83F741-3F8B-11CC-111A-93B7D86E897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8186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500"/>
                                        <p:tgtEl>
                                          <p:spTgt spid="1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Exercice collégial</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39</a:t>
            </a:fld>
            <a:endParaRPr lang="fr-FR" noProof="0"/>
          </a:p>
        </p:txBody>
      </p:sp>
      <p:sp>
        <p:nvSpPr>
          <p:cNvPr id="11" name="Espace réservé du texte 10">
            <a:extLst>
              <a:ext uri="{FF2B5EF4-FFF2-40B4-BE49-F238E27FC236}">
                <a16:creationId xmlns:a16="http://schemas.microsoft.com/office/drawing/2014/main" id="{D1E0AF81-7D8C-A466-9B0D-3882B764A1EE}"/>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pic>
        <p:nvPicPr>
          <p:cNvPr id="99" name="Image 98">
            <a:extLst>
              <a:ext uri="{FF2B5EF4-FFF2-40B4-BE49-F238E27FC236}">
                <a16:creationId xmlns:a16="http://schemas.microsoft.com/office/drawing/2014/main" id="{AE864B12-8FF7-E629-B632-B1F9DB1B3C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1BD61A82-1649-260B-0C9E-4D12282B3004}"/>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6092538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Correction</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40</a:t>
            </a:fld>
            <a:endParaRPr lang="fr-FR" noProof="0"/>
          </a:p>
        </p:txBody>
      </p:sp>
      <p:sp>
        <p:nvSpPr>
          <p:cNvPr id="13" name="Espace réservé du texte 12">
            <a:extLst>
              <a:ext uri="{FF2B5EF4-FFF2-40B4-BE49-F238E27FC236}">
                <a16:creationId xmlns:a16="http://schemas.microsoft.com/office/drawing/2014/main" id="{6F2E6417-C2E5-5129-411E-D174B3876A69}"/>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grpSp>
        <p:nvGrpSpPr>
          <p:cNvPr id="75" name="Groupe 74">
            <a:extLst>
              <a:ext uri="{FF2B5EF4-FFF2-40B4-BE49-F238E27FC236}">
                <a16:creationId xmlns:a16="http://schemas.microsoft.com/office/drawing/2014/main" id="{0B9863CA-D8FF-62D7-376C-F534AD312C73}"/>
              </a:ext>
            </a:extLst>
          </p:cNvPr>
          <p:cNvGrpSpPr/>
          <p:nvPr/>
        </p:nvGrpSpPr>
        <p:grpSpPr>
          <a:xfrm>
            <a:off x="4626961" y="3113825"/>
            <a:ext cx="1706640" cy="372961"/>
            <a:chOff x="6354326" y="2422126"/>
            <a:chExt cx="1706640" cy="372961"/>
          </a:xfrm>
        </p:grpSpPr>
        <p:pic>
          <p:nvPicPr>
            <p:cNvPr id="76" name="Picture 3" descr="\\intranet.fr\sgdsn\utilisateurs\mesdocuments\duclos-j\My Pictures\icons\checked.png">
              <a:extLst>
                <a:ext uri="{FF2B5EF4-FFF2-40B4-BE49-F238E27FC236}">
                  <a16:creationId xmlns:a16="http://schemas.microsoft.com/office/drawing/2014/main" id="{D94642C6-4B12-7C35-BCEC-EFBEA17660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77" name="ZoneTexte 76">
              <a:extLst>
                <a:ext uri="{FF2B5EF4-FFF2-40B4-BE49-F238E27FC236}">
                  <a16:creationId xmlns:a16="http://schemas.microsoft.com/office/drawing/2014/main" id="{B25D4C37-3223-B7E3-B162-4C66FC215E2C}"/>
                </a:ext>
              </a:extLst>
            </p:cNvPr>
            <p:cNvSpPr txBox="1"/>
            <p:nvPr/>
          </p:nvSpPr>
          <p:spPr>
            <a:xfrm>
              <a:off x="7142125" y="2422126"/>
              <a:ext cx="91884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Là, oui !</a:t>
              </a:r>
            </a:p>
          </p:txBody>
        </p:sp>
      </p:grpSp>
      <p:grpSp>
        <p:nvGrpSpPr>
          <p:cNvPr id="78" name="Groupe 77">
            <a:extLst>
              <a:ext uri="{FF2B5EF4-FFF2-40B4-BE49-F238E27FC236}">
                <a16:creationId xmlns:a16="http://schemas.microsoft.com/office/drawing/2014/main" id="{9EBFC4E6-13FA-419A-B9D7-EC5593A20D1A}"/>
              </a:ext>
            </a:extLst>
          </p:cNvPr>
          <p:cNvGrpSpPr/>
          <p:nvPr/>
        </p:nvGrpSpPr>
        <p:grpSpPr>
          <a:xfrm>
            <a:off x="4626961" y="2528789"/>
            <a:ext cx="6537175" cy="371786"/>
            <a:chOff x="6354344" y="2997557"/>
            <a:chExt cx="6537175" cy="371786"/>
          </a:xfrm>
        </p:grpSpPr>
        <p:pic>
          <p:nvPicPr>
            <p:cNvPr id="79" name="Picture 2" descr="\\intranet.fr\sgdsn\utilisateurs\mesdocuments\duclos-j\My Pictures\icons\error.png">
              <a:extLst>
                <a:ext uri="{FF2B5EF4-FFF2-40B4-BE49-F238E27FC236}">
                  <a16:creationId xmlns:a16="http://schemas.microsoft.com/office/drawing/2014/main" id="{36E3F556-3887-2446-9C50-1729026E4B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0" name="ZoneTexte 79">
              <a:extLst>
                <a:ext uri="{FF2B5EF4-FFF2-40B4-BE49-F238E27FC236}">
                  <a16:creationId xmlns:a16="http://schemas.microsoft.com/office/drawing/2014/main" id="{12445302-223D-1DE5-E1A1-013E36D7C66D}"/>
                </a:ext>
              </a:extLst>
            </p:cNvPr>
            <p:cNvSpPr txBox="1"/>
            <p:nvPr/>
          </p:nvSpPr>
          <p:spPr>
            <a:xfrm>
              <a:off x="7142125" y="2997557"/>
              <a:ext cx="5749394"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toujours pas ! (encore une fois, c’est un bien support)</a:t>
              </a:r>
            </a:p>
          </p:txBody>
        </p:sp>
      </p:gr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sp>
        <p:nvSpPr>
          <p:cNvPr id="83" name="Organigramme : Alternative 82">
            <a:extLst>
              <a:ext uri="{FF2B5EF4-FFF2-40B4-BE49-F238E27FC236}">
                <a16:creationId xmlns:a16="http://schemas.microsoft.com/office/drawing/2014/main" id="{9A666A76-CEDA-9C96-D6A0-5CB65392043B}"/>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biens supports font partie du périmètre de l’objet de l’étude. On les « maîtrise ».</a:t>
            </a:r>
          </a:p>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parties prenantes font partie de l’écosystème. On ne les maîtrise pas.</a:t>
            </a:r>
          </a:p>
        </p:txBody>
      </p:sp>
      <p:grpSp>
        <p:nvGrpSpPr>
          <p:cNvPr id="87" name="Groupe 86">
            <a:extLst>
              <a:ext uri="{FF2B5EF4-FFF2-40B4-BE49-F238E27FC236}">
                <a16:creationId xmlns:a16="http://schemas.microsoft.com/office/drawing/2014/main" id="{2DA0B5A9-447D-783A-B524-E0270E46687F}"/>
              </a:ext>
            </a:extLst>
          </p:cNvPr>
          <p:cNvGrpSpPr/>
          <p:nvPr/>
        </p:nvGrpSpPr>
        <p:grpSpPr>
          <a:xfrm>
            <a:off x="4621466" y="1943753"/>
            <a:ext cx="6293199" cy="371786"/>
            <a:chOff x="6354344" y="2997557"/>
            <a:chExt cx="6293199" cy="371786"/>
          </a:xfrm>
        </p:grpSpPr>
        <p:pic>
          <p:nvPicPr>
            <p:cNvPr id="88" name="Picture 2" descr="\\intranet.fr\sgdsn\utilisateurs\mesdocuments\duclos-j\My Pictures\icons\error.png">
              <a:extLst>
                <a:ext uri="{FF2B5EF4-FFF2-40B4-BE49-F238E27FC236}">
                  <a16:creationId xmlns:a16="http://schemas.microsoft.com/office/drawing/2014/main" id="{A445CDB2-BBFF-DBA0-440E-1A5B7194DE6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9" name="ZoneTexte 88">
              <a:extLst>
                <a:ext uri="{FF2B5EF4-FFF2-40B4-BE49-F238E27FC236}">
                  <a16:creationId xmlns:a16="http://schemas.microsoft.com/office/drawing/2014/main" id="{A3FF59B6-BC98-83D7-2976-11A3B7C2EFA3}"/>
                </a:ext>
              </a:extLst>
            </p:cNvPr>
            <p:cNvSpPr txBox="1"/>
            <p:nvPr/>
          </p:nvSpPr>
          <p:spPr>
            <a:xfrm>
              <a:off x="7142125" y="2997557"/>
              <a:ext cx="5505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ils font partie du collège (ce sont des biens supports)</a:t>
              </a:r>
            </a:p>
          </p:txBody>
        </p:sp>
      </p:grpSp>
      <p:grpSp>
        <p:nvGrpSpPr>
          <p:cNvPr id="90" name="Groupe 89">
            <a:extLst>
              <a:ext uri="{FF2B5EF4-FFF2-40B4-BE49-F238E27FC236}">
                <a16:creationId xmlns:a16="http://schemas.microsoft.com/office/drawing/2014/main" id="{86ED07A0-ACAB-EC7C-A239-33375640D847}"/>
              </a:ext>
            </a:extLst>
          </p:cNvPr>
          <p:cNvGrpSpPr/>
          <p:nvPr/>
        </p:nvGrpSpPr>
        <p:grpSpPr>
          <a:xfrm>
            <a:off x="4626961" y="3700036"/>
            <a:ext cx="1294669" cy="372961"/>
            <a:chOff x="6354326" y="2422126"/>
            <a:chExt cx="1294669" cy="372961"/>
          </a:xfrm>
        </p:grpSpPr>
        <p:pic>
          <p:nvPicPr>
            <p:cNvPr id="91" name="Picture 3" descr="\\intranet.fr\sgdsn\utilisateurs\mesdocuments\duclos-j\My Pictures\icons\checked.png">
              <a:extLst>
                <a:ext uri="{FF2B5EF4-FFF2-40B4-BE49-F238E27FC236}">
                  <a16:creationId xmlns:a16="http://schemas.microsoft.com/office/drawing/2014/main" id="{74E2DDD1-A500-A44C-AFF0-C46ECD92DF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2" name="ZoneTexte 91">
              <a:extLst>
                <a:ext uri="{FF2B5EF4-FFF2-40B4-BE49-F238E27FC236}">
                  <a16:creationId xmlns:a16="http://schemas.microsoft.com/office/drawing/2014/main" id="{635406D4-041F-000C-E2A5-FA7742D9E88E}"/>
                </a:ext>
              </a:extLst>
            </p:cNvPr>
            <p:cNvSpPr txBox="1"/>
            <p:nvPr/>
          </p:nvSpPr>
          <p:spPr>
            <a:xfrm>
              <a:off x="7142125" y="2422126"/>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grpSp>
      <p:grpSp>
        <p:nvGrpSpPr>
          <p:cNvPr id="93" name="Groupe 92">
            <a:extLst>
              <a:ext uri="{FF2B5EF4-FFF2-40B4-BE49-F238E27FC236}">
                <a16:creationId xmlns:a16="http://schemas.microsoft.com/office/drawing/2014/main" id="{ED6C4E4A-2C41-4ED5-675D-231B1BF9B80A}"/>
              </a:ext>
            </a:extLst>
          </p:cNvPr>
          <p:cNvGrpSpPr/>
          <p:nvPr/>
        </p:nvGrpSpPr>
        <p:grpSpPr>
          <a:xfrm>
            <a:off x="4626961" y="4286247"/>
            <a:ext cx="5385981" cy="372961"/>
            <a:chOff x="6354326" y="2422126"/>
            <a:chExt cx="5385981" cy="372961"/>
          </a:xfrm>
        </p:grpSpPr>
        <p:pic>
          <p:nvPicPr>
            <p:cNvPr id="94" name="Picture 3" descr="\\intranet.fr\sgdsn\utilisateurs\mesdocuments\duclos-j\My Pictures\icons\checked.png">
              <a:extLst>
                <a:ext uri="{FF2B5EF4-FFF2-40B4-BE49-F238E27FC236}">
                  <a16:creationId xmlns:a16="http://schemas.microsoft.com/office/drawing/2014/main" id="{42A608AD-ACC7-3297-49BD-32C7BBF22A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5" name="ZoneTexte 94">
              <a:extLst>
                <a:ext uri="{FF2B5EF4-FFF2-40B4-BE49-F238E27FC236}">
                  <a16:creationId xmlns:a16="http://schemas.microsoft.com/office/drawing/2014/main" id="{5DE7C9D2-4173-CCD9-05DB-C573AD1232C3}"/>
                </a:ext>
              </a:extLst>
            </p:cNvPr>
            <p:cNvSpPr txBox="1"/>
            <p:nvPr/>
          </p:nvSpPr>
          <p:spPr>
            <a:xfrm>
              <a:off x="7142125" y="2422126"/>
              <a:ext cx="4598182"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vont au collège mais n’en font pas partie</a:t>
              </a:r>
            </a:p>
          </p:txBody>
        </p:sp>
      </p:grpSp>
      <p:grpSp>
        <p:nvGrpSpPr>
          <p:cNvPr id="96" name="Groupe 95">
            <a:extLst>
              <a:ext uri="{FF2B5EF4-FFF2-40B4-BE49-F238E27FC236}">
                <a16:creationId xmlns:a16="http://schemas.microsoft.com/office/drawing/2014/main" id="{2B0D6C0A-E0E5-77CB-87A0-1132095F30BA}"/>
              </a:ext>
            </a:extLst>
          </p:cNvPr>
          <p:cNvGrpSpPr/>
          <p:nvPr/>
        </p:nvGrpSpPr>
        <p:grpSpPr>
          <a:xfrm>
            <a:off x="4626961" y="4872459"/>
            <a:ext cx="5096094" cy="372961"/>
            <a:chOff x="6354326" y="2422126"/>
            <a:chExt cx="5096094" cy="372961"/>
          </a:xfrm>
        </p:grpSpPr>
        <p:pic>
          <p:nvPicPr>
            <p:cNvPr id="97" name="Picture 3" descr="\\intranet.fr\sgdsn\utilisateurs\mesdocuments\duclos-j\My Pictures\icons\checked.png">
              <a:extLst>
                <a:ext uri="{FF2B5EF4-FFF2-40B4-BE49-F238E27FC236}">
                  <a16:creationId xmlns:a16="http://schemas.microsoft.com/office/drawing/2014/main" id="{7E7AFE3A-BEE4-B36A-29AB-FC2D1B2F41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8" name="ZoneTexte 97">
              <a:extLst>
                <a:ext uri="{FF2B5EF4-FFF2-40B4-BE49-F238E27FC236}">
                  <a16:creationId xmlns:a16="http://schemas.microsoft.com/office/drawing/2014/main" id="{C4961E53-CA05-28F7-4E40-5FFD2B8C2328}"/>
                </a:ext>
              </a:extLst>
            </p:cNvPr>
            <p:cNvSpPr txBox="1"/>
            <p:nvPr/>
          </p:nvSpPr>
          <p:spPr>
            <a:xfrm>
              <a:off x="7142125" y="2422126"/>
              <a:ext cx="4308295"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accèdent aussi au système du collège</a:t>
              </a:r>
            </a:p>
          </p:txBody>
        </p:sp>
      </p:grpSp>
      <p:pic>
        <p:nvPicPr>
          <p:cNvPr id="3" name="Image 2">
            <a:extLst>
              <a:ext uri="{FF2B5EF4-FFF2-40B4-BE49-F238E27FC236}">
                <a16:creationId xmlns:a16="http://schemas.microsoft.com/office/drawing/2014/main" id="{DE66EC39-E412-C8E2-75F9-C57EDB41FB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871B1D01-6978-9DC4-CDB8-FA4B06427DB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6385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A04362-8C27-1F5C-4477-E310EED40770}"/>
              </a:ext>
            </a:extLst>
          </p:cNvPr>
          <p:cNvSpPr>
            <a:spLocks noGrp="1"/>
          </p:cNvSpPr>
          <p:nvPr>
            <p:ph type="title"/>
          </p:nvPr>
        </p:nvSpPr>
        <p:spPr/>
        <p:txBody>
          <a:bodyPr>
            <a:normAutofit fontScale="90000"/>
          </a:bodyPr>
          <a:lstStyle/>
          <a:p>
            <a:r>
              <a:rPr lang="fr-FR" dirty="0"/>
              <a:t>Contexte des exercices à venir</a:t>
            </a:r>
          </a:p>
        </p:txBody>
      </p:sp>
      <p:sp>
        <p:nvSpPr>
          <p:cNvPr id="4" name="Espace réservé de la date 3">
            <a:extLst>
              <a:ext uri="{FF2B5EF4-FFF2-40B4-BE49-F238E27FC236}">
                <a16:creationId xmlns:a16="http://schemas.microsoft.com/office/drawing/2014/main" id="{A1907AAF-8DEF-D6C7-82CC-EEF6BAF35B6F}"/>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83C1A800-BD22-E9C9-B2A1-BA5443CB2E3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11CF985-F99B-BDF5-F9AA-928DEFFB6C19}"/>
              </a:ext>
            </a:extLst>
          </p:cNvPr>
          <p:cNvSpPr>
            <a:spLocks noGrp="1"/>
          </p:cNvSpPr>
          <p:nvPr>
            <p:ph type="sldNum" sz="quarter" idx="12"/>
          </p:nvPr>
        </p:nvSpPr>
        <p:spPr/>
        <p:txBody>
          <a:bodyPr/>
          <a:lstStyle/>
          <a:p>
            <a:pPr rtl="0"/>
            <a:fld id="{294A09A9-5501-47C1-A89A-A340965A2BE2}" type="slidenum">
              <a:rPr lang="fr-FR" noProof="0" smtClean="0"/>
              <a:t>41</a:t>
            </a:fld>
            <a:endParaRPr lang="fr-FR" noProof="0"/>
          </a:p>
        </p:txBody>
      </p:sp>
      <p:sp>
        <p:nvSpPr>
          <p:cNvPr id="8" name="Rectangle 7">
            <a:extLst>
              <a:ext uri="{FF2B5EF4-FFF2-40B4-BE49-F238E27FC236}">
                <a16:creationId xmlns:a16="http://schemas.microsoft.com/office/drawing/2014/main" id="{A3687F8B-0187-8E57-6732-1C984B50FD1F}"/>
              </a:ext>
            </a:extLst>
          </p:cNvPr>
          <p:cNvSpPr/>
          <p:nvPr/>
        </p:nvSpPr>
        <p:spPr>
          <a:xfrm>
            <a:off x="6287844" y="3086784"/>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dirty="0">
                <a:solidFill>
                  <a:schemeClr val="bg1"/>
                </a:solidFill>
                <a:latin typeface="Calibri Light" panose="020F0302020204030204" pitchFamily="34" charset="0"/>
                <a:cs typeface="Calibri Light" panose="020F0302020204030204" pitchFamily="34" charset="0"/>
              </a:rPr>
              <a:t>Estimation d’un niveau de maturité faible en matière de sécurité numérique</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9" name="Rectangle 8">
            <a:extLst>
              <a:ext uri="{FF2B5EF4-FFF2-40B4-BE49-F238E27FC236}">
                <a16:creationId xmlns:a16="http://schemas.microsoft.com/office/drawing/2014/main" id="{BC1B1374-5C29-F874-3D33-325C28315AB8}"/>
              </a:ext>
            </a:extLst>
          </p:cNvPr>
          <p:cNvSpPr/>
          <p:nvPr/>
        </p:nvSpPr>
        <p:spPr>
          <a:xfrm>
            <a:off x="6287844" y="2171700"/>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b="1" dirty="0">
                <a:latin typeface="Calibri Light" panose="020F0302020204030204" pitchFamily="34" charset="0"/>
                <a:cs typeface="Calibri Light" panose="020F0302020204030204" pitchFamily="34" charset="0"/>
              </a:rPr>
              <a:t>Société de biotechnologie</a:t>
            </a:r>
            <a:r>
              <a:rPr lang="fr-FR" sz="1600" dirty="0">
                <a:latin typeface="Calibri Light" panose="020F0302020204030204" pitchFamily="34" charset="0"/>
                <a:cs typeface="Calibri Light" panose="020F0302020204030204" pitchFamily="34" charset="0"/>
              </a:rPr>
              <a:t> fabriquant des vaccins</a:t>
            </a:r>
          </a:p>
        </p:txBody>
      </p:sp>
      <p:pic>
        <p:nvPicPr>
          <p:cNvPr id="14" name="Image 13">
            <a:extLst>
              <a:ext uri="{FF2B5EF4-FFF2-40B4-BE49-F238E27FC236}">
                <a16:creationId xmlns:a16="http://schemas.microsoft.com/office/drawing/2014/main" id="{A713046C-4AD7-A618-A21E-406F362029F9}"/>
              </a:ext>
            </a:extLst>
          </p:cNvPr>
          <p:cNvPicPr>
            <a:picLocks noChangeAspect="1"/>
          </p:cNvPicPr>
          <p:nvPr/>
        </p:nvPicPr>
        <p:blipFill>
          <a:blip r:embed="rId2"/>
          <a:stretch>
            <a:fillRect/>
          </a:stretch>
        </p:blipFill>
        <p:spPr>
          <a:xfrm>
            <a:off x="2228002" y="2430306"/>
            <a:ext cx="2900127" cy="2900127"/>
          </a:xfrm>
          <a:prstGeom prst="rect">
            <a:avLst/>
          </a:prstGeom>
        </p:spPr>
      </p:pic>
      <p:sp>
        <p:nvSpPr>
          <p:cNvPr id="15" name="Rectangle 14">
            <a:extLst>
              <a:ext uri="{FF2B5EF4-FFF2-40B4-BE49-F238E27FC236}">
                <a16:creationId xmlns:a16="http://schemas.microsoft.com/office/drawing/2014/main" id="{AF382F0A-C6C8-296F-C58B-226F535F4C84}"/>
              </a:ext>
            </a:extLst>
          </p:cNvPr>
          <p:cNvSpPr/>
          <p:nvPr/>
        </p:nvSpPr>
        <p:spPr>
          <a:xfrm>
            <a:off x="6287844" y="400186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Sensibilisation basique à la sécurité du numérique à la prise de poste des salariés</a:t>
            </a:r>
          </a:p>
        </p:txBody>
      </p:sp>
      <p:sp>
        <p:nvSpPr>
          <p:cNvPr id="16" name="Rectangle 15">
            <a:extLst>
              <a:ext uri="{FF2B5EF4-FFF2-40B4-BE49-F238E27FC236}">
                <a16:creationId xmlns:a16="http://schemas.microsoft.com/office/drawing/2014/main" id="{00A33013-1D76-884C-0B5F-D31A2243F1D2}"/>
              </a:ext>
            </a:extLst>
          </p:cNvPr>
          <p:cNvSpPr/>
          <p:nvPr/>
        </p:nvSpPr>
        <p:spPr>
          <a:xfrm>
            <a:off x="6287844" y="4916953"/>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Existence d’une charte informatique</a:t>
            </a:r>
          </a:p>
        </p:txBody>
      </p:sp>
      <p:sp>
        <p:nvSpPr>
          <p:cNvPr id="10" name="ZoneTexte 9">
            <a:extLst>
              <a:ext uri="{FF2B5EF4-FFF2-40B4-BE49-F238E27FC236}">
                <a16:creationId xmlns:a16="http://schemas.microsoft.com/office/drawing/2014/main" id="{DE57A622-3512-01A5-DDAE-8F2861706E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291618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animBg="1"/>
      <p:bldP spid="1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42</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14/10/2025</a:t>
            </a:r>
          </a:p>
        </p:txBody>
      </p:sp>
      <p:sp>
        <p:nvSpPr>
          <p:cNvPr id="7" name="Espace réservé du texte 6">
            <a:extLst>
              <a:ext uri="{FF2B5EF4-FFF2-40B4-BE49-F238E27FC236}">
                <a16:creationId xmlns:a16="http://schemas.microsoft.com/office/drawing/2014/main" id="{83DE09F3-DF3C-CFC0-2B27-6351EABE835B}"/>
              </a:ext>
            </a:extLst>
          </p:cNvPr>
          <p:cNvSpPr>
            <a:spLocks noGrp="1"/>
          </p:cNvSpPr>
          <p:nvPr>
            <p:ph type="body" sz="quarter" idx="13"/>
          </p:nvPr>
        </p:nvSpPr>
        <p:spPr/>
        <p:txBody>
          <a:bodyPr/>
          <a:lstStyle/>
          <a:p>
            <a:r>
              <a:rPr lang="fr-FR" dirty="0"/>
              <a:t>Décrivez l’objet de l’étude : valeurs métier et biens supports</a:t>
            </a:r>
          </a:p>
        </p:txBody>
      </p:sp>
      <p:pic>
        <p:nvPicPr>
          <p:cNvPr id="11" name="Image 10">
            <a:extLst>
              <a:ext uri="{FF2B5EF4-FFF2-40B4-BE49-F238E27FC236}">
                <a16:creationId xmlns:a16="http://schemas.microsoft.com/office/drawing/2014/main" id="{810701FF-7139-EC95-66A3-244E87C91FDB}"/>
              </a:ext>
            </a:extLst>
          </p:cNvPr>
          <p:cNvPicPr>
            <a:picLocks noChangeAspect="1"/>
          </p:cNvPicPr>
          <p:nvPr/>
        </p:nvPicPr>
        <p:blipFill>
          <a:blip r:embed="rId3"/>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F6A7E4C6-4309-4A13-5AFB-D50445DAF4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79421767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78163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43</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14/10/2025</a:t>
            </a:r>
          </a:p>
        </p:txBody>
      </p:sp>
      <p:sp>
        <p:nvSpPr>
          <p:cNvPr id="12" name="Espace réservé du texte 11">
            <a:extLst>
              <a:ext uri="{FF2B5EF4-FFF2-40B4-BE49-F238E27FC236}">
                <a16:creationId xmlns:a16="http://schemas.microsoft.com/office/drawing/2014/main" id="{71717E39-4160-C08E-E78F-C4C0C3898422}"/>
              </a:ext>
            </a:extLst>
          </p:cNvPr>
          <p:cNvSpPr>
            <a:spLocks noGrp="1"/>
          </p:cNvSpPr>
          <p:nvPr>
            <p:ph type="body" sz="quarter" idx="13"/>
          </p:nvPr>
        </p:nvSpPr>
        <p:spPr/>
        <p:txBody>
          <a:bodyPr/>
          <a:lstStyle/>
          <a:p>
            <a:r>
              <a:rPr lang="fr-FR" dirty="0"/>
              <a:t>Décrivez l’objet de l’étude : valeurs métier et biens supports</a:t>
            </a:r>
          </a:p>
        </p:txBody>
      </p:sp>
      <p:pic>
        <p:nvPicPr>
          <p:cNvPr id="3" name="Image 2">
            <a:extLst>
              <a:ext uri="{FF2B5EF4-FFF2-40B4-BE49-F238E27FC236}">
                <a16:creationId xmlns:a16="http://schemas.microsoft.com/office/drawing/2014/main" id="{F3E09F5D-418E-FE20-6038-F4F15528657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3"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8003914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ZoneTexte 13">
            <a:extLst>
              <a:ext uri="{FF2B5EF4-FFF2-40B4-BE49-F238E27FC236}">
                <a16:creationId xmlns:a16="http://schemas.microsoft.com/office/drawing/2014/main" id="{0BD06A49-14B1-6064-9E04-4CC880E01E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3489024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44</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B103351C-CD8E-2382-8843-4053D1380500}"/>
              </a:ext>
            </a:extLst>
          </p:cNvPr>
          <p:cNvSpPr>
            <a:spLocks noGrp="1"/>
          </p:cNvSpPr>
          <p:nvPr>
            <p:ph type="body" sz="quarter" idx="13"/>
          </p:nvPr>
        </p:nvSpPr>
        <p:spPr/>
        <p:txBody>
          <a:bodyPr/>
          <a:lstStyle/>
          <a:p>
            <a:r>
              <a:rPr lang="fr-FR" dirty="0"/>
              <a:t>Décrivez l’écosystème de l’objet de l’étude : parties prenantes</a:t>
            </a:r>
          </a:p>
        </p:txBody>
      </p:sp>
      <p:pic>
        <p:nvPicPr>
          <p:cNvPr id="7" name="Image 6">
            <a:extLst>
              <a:ext uri="{FF2B5EF4-FFF2-40B4-BE49-F238E27FC236}">
                <a16:creationId xmlns:a16="http://schemas.microsoft.com/office/drawing/2014/main" id="{BB8BDB6A-B104-F6C0-ABAD-A9B96898A66B}"/>
              </a:ext>
            </a:extLst>
          </p:cNvPr>
          <p:cNvPicPr>
            <a:picLocks noChangeAspect="1"/>
          </p:cNvPicPr>
          <p:nvPr/>
        </p:nvPicPr>
        <p:blipFill>
          <a:blip r:embed="rId2"/>
          <a:stretch>
            <a:fillRect/>
          </a:stretch>
        </p:blipFill>
        <p:spPr>
          <a:xfrm>
            <a:off x="11112000" y="0"/>
            <a:ext cx="1080000" cy="1080000"/>
          </a:xfrm>
          <a:prstGeom prst="rect">
            <a:avLst/>
          </a:prstGeom>
        </p:spPr>
      </p:pic>
      <p:sp>
        <p:nvSpPr>
          <p:cNvPr id="9" name="ZoneTexte 8">
            <a:extLst>
              <a:ext uri="{FF2B5EF4-FFF2-40B4-BE49-F238E27FC236}">
                <a16:creationId xmlns:a16="http://schemas.microsoft.com/office/drawing/2014/main" id="{55DD2AAF-B8B0-3E4B-41B9-79074E8430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0A710D29-A50E-3207-5831-22E3B365CF9A}"/>
              </a:ext>
            </a:extLst>
          </p:cNvPr>
          <p:cNvGraphicFramePr>
            <a:graphicFrameLocks noGrp="1"/>
          </p:cNvGraphicFramePr>
          <p:nvPr>
            <p:ph idx="1"/>
            <p:extLst>
              <p:ext uri="{D42A27DB-BD31-4B8C-83A1-F6EECF244321}">
                <p14:modId xmlns:p14="http://schemas.microsoft.com/office/powerpoint/2010/main" val="2738118700"/>
              </p:ext>
            </p:extLst>
          </p:nvPr>
        </p:nvGraphicFramePr>
        <p:xfrm>
          <a:off x="838200" y="1825625"/>
          <a:ext cx="534314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58146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45</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0BD64A1C-6B5A-5ED2-381A-AEBE6A87E339}"/>
              </a:ext>
            </a:extLst>
          </p:cNvPr>
          <p:cNvSpPr>
            <a:spLocks noGrp="1"/>
          </p:cNvSpPr>
          <p:nvPr>
            <p:ph type="body" sz="quarter" idx="13"/>
          </p:nvPr>
        </p:nvSpPr>
        <p:spPr/>
        <p:txBody>
          <a:bodyPr/>
          <a:lstStyle/>
          <a:p>
            <a:r>
              <a:rPr lang="fr-FR" dirty="0"/>
              <a:t>Décrivez l’écosystème de l’objet de l’étude : parties prenantes</a:t>
            </a:r>
          </a:p>
        </p:txBody>
      </p:sp>
      <p:pic>
        <p:nvPicPr>
          <p:cNvPr id="3" name="Image 2">
            <a:extLst>
              <a:ext uri="{FF2B5EF4-FFF2-40B4-BE49-F238E27FC236}">
                <a16:creationId xmlns:a16="http://schemas.microsoft.com/office/drawing/2014/main" id="{FAAA94EE-B5EF-949A-1CE2-22DE36B83511}"/>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CE2A14B-01BA-74A6-0E7C-9632A88C1B4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6398054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0890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94EF9-46C4-FA59-64CE-3A9055EDDF23}"/>
              </a:ext>
            </a:extLst>
          </p:cNvPr>
          <p:cNvSpPr>
            <a:spLocks noGrp="1"/>
          </p:cNvSpPr>
          <p:nvPr>
            <p:ph type="title"/>
          </p:nvPr>
        </p:nvSpPr>
        <p:spPr/>
        <p:txBody>
          <a:bodyPr>
            <a:normAutofit fontScale="90000"/>
          </a:bodyPr>
          <a:lstStyle/>
          <a:p>
            <a:r>
              <a:rPr lang="fr-FR" sz="4900" dirty="0"/>
              <a:t>Conseil pour ne pas se noyer</a:t>
            </a:r>
            <a:endParaRPr lang="fr-FR" dirty="0"/>
          </a:p>
        </p:txBody>
      </p:sp>
      <p:sp>
        <p:nvSpPr>
          <p:cNvPr id="4" name="Espace réservé de la date 3">
            <a:extLst>
              <a:ext uri="{FF2B5EF4-FFF2-40B4-BE49-F238E27FC236}">
                <a16:creationId xmlns:a16="http://schemas.microsoft.com/office/drawing/2014/main" id="{CE423F53-DE01-9F89-A078-819629866A58}"/>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34DE7882-B7D8-D888-ED68-2D97753703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EB05E48-06DD-4498-F07B-E902C54BB437}"/>
              </a:ext>
            </a:extLst>
          </p:cNvPr>
          <p:cNvSpPr>
            <a:spLocks noGrp="1"/>
          </p:cNvSpPr>
          <p:nvPr>
            <p:ph type="sldNum" sz="quarter" idx="12"/>
          </p:nvPr>
        </p:nvSpPr>
        <p:spPr/>
        <p:txBody>
          <a:bodyPr/>
          <a:lstStyle/>
          <a:p>
            <a:pPr rtl="0"/>
            <a:fld id="{294A09A9-5501-47C1-A89A-A340965A2BE2}" type="slidenum">
              <a:rPr lang="fr-FR" noProof="0" smtClean="0"/>
              <a:t>46</a:t>
            </a:fld>
            <a:endParaRPr lang="fr-FR" noProof="0"/>
          </a:p>
        </p:txBody>
      </p:sp>
      <p:sp>
        <p:nvSpPr>
          <p:cNvPr id="9" name="Espace réservé du texte 8">
            <a:extLst>
              <a:ext uri="{FF2B5EF4-FFF2-40B4-BE49-F238E27FC236}">
                <a16:creationId xmlns:a16="http://schemas.microsoft.com/office/drawing/2014/main" id="{ED35ECB4-C897-5CDB-7DFC-E8780A311615}"/>
              </a:ext>
            </a:extLst>
          </p:cNvPr>
          <p:cNvSpPr>
            <a:spLocks noGrp="1"/>
          </p:cNvSpPr>
          <p:nvPr>
            <p:ph type="body" sz="quarter" idx="13"/>
          </p:nvPr>
        </p:nvSpPr>
        <p:spPr/>
        <p:txBody>
          <a:bodyPr/>
          <a:lstStyle/>
          <a:p>
            <a:r>
              <a:rPr lang="fr-FR" dirty="0"/>
              <a:t>Limiter le nombre de valeurs métier et de biens supports</a:t>
            </a:r>
          </a:p>
        </p:txBody>
      </p:sp>
      <p:pic>
        <p:nvPicPr>
          <p:cNvPr id="7" name="Image 6">
            <a:extLst>
              <a:ext uri="{FF2B5EF4-FFF2-40B4-BE49-F238E27FC236}">
                <a16:creationId xmlns:a16="http://schemas.microsoft.com/office/drawing/2014/main" id="{65E50826-CF7F-E627-6A9D-B9F12D0ADEA1}"/>
              </a:ext>
            </a:extLst>
          </p:cNvPr>
          <p:cNvPicPr>
            <a:picLocks noChangeAspect="1"/>
          </p:cNvPicPr>
          <p:nvPr/>
        </p:nvPicPr>
        <p:blipFill>
          <a:blip r:embed="rId2"/>
          <a:stretch>
            <a:fillRect/>
          </a:stretch>
        </p:blipFill>
        <p:spPr>
          <a:xfrm>
            <a:off x="6157843" y="1902648"/>
            <a:ext cx="4814957" cy="4357944"/>
          </a:xfrm>
          <a:prstGeom prst="rect">
            <a:avLst/>
          </a:prstGeom>
        </p:spPr>
      </p:pic>
      <p:sp>
        <p:nvSpPr>
          <p:cNvPr id="8" name="Espace réservé du contenu 2">
            <a:extLst>
              <a:ext uri="{FF2B5EF4-FFF2-40B4-BE49-F238E27FC236}">
                <a16:creationId xmlns:a16="http://schemas.microsoft.com/office/drawing/2014/main" id="{B843AFE8-4E18-15A0-83AA-393F5146DA7E}"/>
              </a:ext>
            </a:extLst>
          </p:cNvPr>
          <p:cNvSpPr txBox="1">
            <a:spLocks/>
          </p:cNvSpPr>
          <p:nvPr/>
        </p:nvSpPr>
        <p:spPr>
          <a:xfrm>
            <a:off x="1678519" y="1867543"/>
            <a:ext cx="3841749" cy="22953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defPPr>
              <a:defRPr lang="fr-FR"/>
            </a:defPPr>
            <a:lvl1pPr>
              <a:spcAft>
                <a:spcPts val="300"/>
              </a:spcAft>
              <a:defRPr sz="1200" b="1">
                <a:solidFill>
                  <a:schemeClr val="bg1"/>
                </a:solidFill>
                <a:latin typeface="Segoe UI" panose="020B0502040204020203" pitchFamily="34" charset="0"/>
                <a:cs typeface="Segoe UI" panose="020B0502040204020203"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Il ne s’agit PAS de lister l’intégralité des valeurs métier et biens supports de l’organisme.</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Nous ne sommes pas dans une démarche de cartographie du système d’information.</a:t>
            </a:r>
            <a:endPar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11" name="Rectangle 10">
            <a:extLst>
              <a:ext uri="{FF2B5EF4-FFF2-40B4-BE49-F238E27FC236}">
                <a16:creationId xmlns:a16="http://schemas.microsoft.com/office/drawing/2014/main" id="{FA09CB18-62CE-D2C6-6FFC-0534A1504131}"/>
              </a:ext>
            </a:extLst>
          </p:cNvPr>
          <p:cNvSpPr/>
          <p:nvPr/>
        </p:nvSpPr>
        <p:spPr>
          <a:xfrm>
            <a:off x="8053609" y="2221179"/>
            <a:ext cx="2724023" cy="280635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Considérer des ensembles d’informations plutôt que des informations isolées</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5 à 10 valeurs métiers constituent généralement une base suffisante</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Ne conserver que les valeurs métiers identifiées comme les plus pertinentes ou sensibles</a:t>
            </a:r>
          </a:p>
        </p:txBody>
      </p:sp>
      <p:sp>
        <p:nvSpPr>
          <p:cNvPr id="12" name="Organigramme : Alternative 11">
            <a:extLst>
              <a:ext uri="{FF2B5EF4-FFF2-40B4-BE49-F238E27FC236}">
                <a16:creationId xmlns:a16="http://schemas.microsoft.com/office/drawing/2014/main" id="{045923CA-2C2A-EA32-3A15-6DDC93DDF2B8}"/>
              </a:ext>
            </a:extLst>
          </p:cNvPr>
          <p:cNvSpPr/>
          <p:nvPr/>
        </p:nvSpPr>
        <p:spPr>
          <a:xfrm>
            <a:off x="1678519" y="4408710"/>
            <a:ext cx="3841749" cy="94268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indent="0" algn="ctr">
              <a:buNone/>
            </a:pP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valeurs métier qui ne sont pas retenues hériteront des mesures prises pour protéger les autres.</a:t>
            </a:r>
          </a:p>
        </p:txBody>
      </p:sp>
      <p:sp>
        <p:nvSpPr>
          <p:cNvPr id="10" name="ZoneTexte 9">
            <a:extLst>
              <a:ext uri="{FF2B5EF4-FFF2-40B4-BE49-F238E27FC236}">
                <a16:creationId xmlns:a16="http://schemas.microsoft.com/office/drawing/2014/main" id="{DC6C8C46-9361-9307-4254-79031B65875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4040424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684A7-1FB1-D998-45A5-F7871C470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4A3C20-18F3-508E-585F-0369030EF7E3}"/>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3F40B66A-226C-D948-D74D-769C83E5DEE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31EB15-AEE3-BEB3-E03B-3CB897A7ED9F}"/>
              </a:ext>
            </a:extLst>
          </p:cNvPr>
          <p:cNvSpPr>
            <a:spLocks noGrp="1"/>
          </p:cNvSpPr>
          <p:nvPr>
            <p:ph type="sldNum" sz="quarter" idx="12"/>
          </p:nvPr>
        </p:nvSpPr>
        <p:spPr/>
        <p:txBody>
          <a:bodyPr/>
          <a:lstStyle/>
          <a:p>
            <a:pPr rtl="0"/>
            <a:fld id="{294A09A9-5501-47C1-A89A-A340965A2BE2}" type="slidenum">
              <a:rPr lang="fr-FR" noProof="0" smtClean="0"/>
              <a:t>47</a:t>
            </a:fld>
            <a:endParaRPr lang="fr-FR" noProof="0"/>
          </a:p>
        </p:txBody>
      </p:sp>
      <p:sp>
        <p:nvSpPr>
          <p:cNvPr id="4" name="Espace réservé de la date 3">
            <a:extLst>
              <a:ext uri="{FF2B5EF4-FFF2-40B4-BE49-F238E27FC236}">
                <a16:creationId xmlns:a16="http://schemas.microsoft.com/office/drawing/2014/main" id="{BED174B6-E860-4883-AE9D-B8E8D7B73710}"/>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0524A9A1-63C8-7C91-C433-564A6DF5DD28}"/>
              </a:ext>
            </a:extLst>
          </p:cNvPr>
          <p:cNvSpPr>
            <a:spLocks noGrp="1"/>
          </p:cNvSpPr>
          <p:nvPr>
            <p:ph type="body" sz="quarter" idx="13"/>
          </p:nvPr>
        </p:nvSpPr>
        <p:spPr/>
        <p:txBody>
          <a:bodyPr/>
          <a:lstStyle/>
          <a:p>
            <a:r>
              <a:rPr lang="fr-FR" dirty="0"/>
              <a:t>Choisissez et illustrez un objet d’étude</a:t>
            </a:r>
          </a:p>
        </p:txBody>
      </p:sp>
      <p:sp>
        <p:nvSpPr>
          <p:cNvPr id="9" name="ZoneTexte 8">
            <a:extLst>
              <a:ext uri="{FF2B5EF4-FFF2-40B4-BE49-F238E27FC236}">
                <a16:creationId xmlns:a16="http://schemas.microsoft.com/office/drawing/2014/main" id="{EB9BF0FE-DD52-3D17-ED2F-8EAE9DC4BE1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1" name="Espace réservé du contenu 10">
            <a:extLst>
              <a:ext uri="{FF2B5EF4-FFF2-40B4-BE49-F238E27FC236}">
                <a16:creationId xmlns:a16="http://schemas.microsoft.com/office/drawing/2014/main" id="{048A7F0A-49F8-78C0-4F23-3580AF4D5E03}"/>
              </a:ext>
            </a:extLst>
          </p:cNvPr>
          <p:cNvGraphicFramePr>
            <a:graphicFrameLocks noGrp="1"/>
          </p:cNvGraphicFramePr>
          <p:nvPr>
            <p:ph idx="1"/>
            <p:extLst>
              <p:ext uri="{D42A27DB-BD31-4B8C-83A1-F6EECF244321}">
                <p14:modId xmlns:p14="http://schemas.microsoft.com/office/powerpoint/2010/main" val="1853444694"/>
              </p:ext>
            </p:extLst>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760198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753FAF7-9281-E7FE-DF19-2DEA7B06614A}"/>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5414E733-7D8C-9DFE-ED64-5793C447EE21}"/>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14/10/2025</a:t>
            </a:r>
            <a:endParaRPr lang="fr-FR" dirty="0">
              <a:solidFill>
                <a:srgbClr val="7A7A7A"/>
              </a:solidFill>
            </a:endParaRPr>
          </a:p>
        </p:txBody>
      </p:sp>
      <p:sp>
        <p:nvSpPr>
          <p:cNvPr id="11" name="Footer Placeholder 4">
            <a:extLst>
              <a:ext uri="{FF2B5EF4-FFF2-40B4-BE49-F238E27FC236}">
                <a16:creationId xmlns:a16="http://schemas.microsoft.com/office/drawing/2014/main" id="{D5B06987-771C-1D3C-F0EB-9704AED19854}"/>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09F283AB-83EF-375A-7D75-9CE253563506}"/>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48</a:t>
            </a:fld>
            <a:endParaRPr lang="fr-FR"/>
          </a:p>
        </p:txBody>
      </p:sp>
      <p:sp>
        <p:nvSpPr>
          <p:cNvPr id="2" name="ZoneTexte 1">
            <a:extLst>
              <a:ext uri="{FF2B5EF4-FFF2-40B4-BE49-F238E27FC236}">
                <a16:creationId xmlns:a16="http://schemas.microsoft.com/office/drawing/2014/main" id="{6A50AE41-BD3F-1FE5-4904-0F1AAA8D7E7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4" name="Espace réservé du contenu 3">
            <a:extLst>
              <a:ext uri="{FF2B5EF4-FFF2-40B4-BE49-F238E27FC236}">
                <a16:creationId xmlns:a16="http://schemas.microsoft.com/office/drawing/2014/main" id="{7722AADF-BF8A-0CEB-E19F-CEB46B78D1F8}"/>
              </a:ext>
            </a:extLst>
          </p:cNvPr>
          <p:cNvSpPr>
            <a:spLocks noGrp="1"/>
          </p:cNvSpPr>
          <p:nvPr>
            <p:ph idx="1"/>
          </p:nvPr>
        </p:nvSpPr>
        <p:spPr>
          <a:xfrm>
            <a:off x="5313680" y="1493114"/>
            <a:ext cx="4951984" cy="3517798"/>
          </a:xfrm>
        </p:spPr>
        <p:txBody>
          <a:bodyPr>
            <a:normAutofit fontScale="92500" lnSpcReduction="10000"/>
          </a:bodyPr>
          <a:lstStyle/>
          <a:p>
            <a:pPr>
              <a:buFont typeface="+mj-lt"/>
              <a:buAutoNum type="arabicPeriod"/>
            </a:pPr>
            <a:r>
              <a:rPr lang="fr-FR" sz="2000" dirty="0"/>
              <a:t>Savoir </a:t>
            </a:r>
            <a:r>
              <a:rPr lang="fr-FR" sz="2000" b="1" dirty="0"/>
              <a:t>cadrer une étude</a:t>
            </a:r>
            <a:r>
              <a:rPr lang="fr-FR" sz="2000" dirty="0"/>
              <a:t> selon son objectif, son sujet, ses destinataires et le temps</a:t>
            </a:r>
            <a:endParaRPr lang="fr-FR" sz="2000" noProof="0" dirty="0"/>
          </a:p>
          <a:p>
            <a:pPr>
              <a:buFont typeface="+mj-lt"/>
              <a:buAutoNum type="arabicPeriod"/>
            </a:pPr>
            <a:r>
              <a:rPr lang="fr-FR" sz="2000" noProof="0" dirty="0"/>
              <a:t>Comprendre qu’il est nécessaire d’impliquer des </a:t>
            </a:r>
            <a:r>
              <a:rPr lang="fr-FR" sz="2000" b="1" noProof="0" dirty="0"/>
              <a:t>profils appropriés</a:t>
            </a:r>
            <a:r>
              <a:rPr lang="fr-FR" sz="2000" noProof="0" dirty="0"/>
              <a:t> pour mettre en œuvre chaque </a:t>
            </a:r>
            <a:r>
              <a:rPr lang="fr-FR" sz="2000" b="1" noProof="0" dirty="0"/>
              <a:t>outil</a:t>
            </a:r>
            <a:r>
              <a:rPr lang="fr-FR" sz="2000" noProof="0" dirty="0"/>
              <a:t> d’EBIOS </a:t>
            </a:r>
            <a:r>
              <a:rPr lang="fr-FR" sz="2000" i="1" noProof="0" dirty="0"/>
              <a:t>Risk Manager</a:t>
            </a:r>
          </a:p>
          <a:p>
            <a:pPr>
              <a:buFont typeface="+mj-lt"/>
              <a:buAutoNum type="arabicPeriod"/>
            </a:pPr>
            <a:r>
              <a:rPr lang="fr-FR" sz="2000" noProof="0" dirty="0"/>
              <a:t>Savoir délimiter et décrire l’objet de l’étude (</a:t>
            </a:r>
            <a:r>
              <a:rPr lang="fr-FR" sz="2000" b="1" noProof="0" dirty="0"/>
              <a:t>missions</a:t>
            </a:r>
            <a:r>
              <a:rPr lang="fr-FR" sz="2000" noProof="0" dirty="0"/>
              <a:t>, </a:t>
            </a:r>
            <a:r>
              <a:rPr lang="fr-FR" sz="2000" b="1" noProof="0" dirty="0"/>
              <a:t>valeurs métier</a:t>
            </a:r>
            <a:r>
              <a:rPr lang="fr-FR" sz="2000" noProof="0" dirty="0"/>
              <a:t> et </a:t>
            </a:r>
            <a:r>
              <a:rPr lang="fr-FR" sz="2000" b="1" noProof="0" dirty="0"/>
              <a:t>biens supports</a:t>
            </a:r>
            <a:r>
              <a:rPr lang="fr-FR" sz="2000" noProof="0" dirty="0"/>
              <a:t>)</a:t>
            </a:r>
          </a:p>
          <a:p>
            <a:pPr>
              <a:buFont typeface="+mj-lt"/>
              <a:buAutoNum type="arabicPeriod"/>
            </a:pPr>
            <a:r>
              <a:rPr lang="fr-FR" sz="2000" noProof="0" dirty="0"/>
              <a:t>Savoir décrire l’écosystème (</a:t>
            </a:r>
            <a:r>
              <a:rPr lang="fr-FR" sz="2000" b="1" noProof="0" dirty="0"/>
              <a:t>parties prenantes</a:t>
            </a:r>
            <a:r>
              <a:rPr lang="fr-FR" sz="2000" noProof="0" dirty="0"/>
              <a:t>)</a:t>
            </a:r>
          </a:p>
          <a:p>
            <a:pPr marL="0" indent="0" algn="ctr">
              <a:buNone/>
            </a:pPr>
            <a:r>
              <a:rPr lang="fr-FR" sz="2000" noProof="0" dirty="0">
                <a:sym typeface="Wingdings" panose="05000000000000000000" pitchFamily="2" charset="2"/>
              </a:rPr>
              <a:t> Maintenant </a:t>
            </a:r>
            <a:r>
              <a:rPr lang="fr-FR" sz="2000" dirty="0">
                <a:sym typeface="Wingdings" panose="05000000000000000000" pitchFamily="2" charset="2"/>
              </a:rPr>
              <a:t>que nous savons de quoi on parle, p</a:t>
            </a:r>
            <a:r>
              <a:rPr lang="fr-FR" sz="2000" noProof="0" dirty="0" err="1">
                <a:sym typeface="Wingdings" panose="05000000000000000000" pitchFamily="2" charset="2"/>
              </a:rPr>
              <a:t>assons</a:t>
            </a:r>
            <a:r>
              <a:rPr lang="fr-FR" sz="2000" noProof="0" dirty="0">
                <a:sym typeface="Wingdings" panose="05000000000000000000" pitchFamily="2" charset="2"/>
              </a:rPr>
              <a:t> à l’appréciation des risques !</a:t>
            </a:r>
            <a:endParaRPr lang="fr-FR" sz="2000" noProof="0" dirty="0"/>
          </a:p>
        </p:txBody>
      </p:sp>
    </p:spTree>
    <p:extLst>
      <p:ext uri="{BB962C8B-B14F-4D97-AF65-F5344CB8AC3E}">
        <p14:creationId xmlns:p14="http://schemas.microsoft.com/office/powerpoint/2010/main" val="621758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3B18-3202-A6CA-AFB5-EBA8402B75AE}"/>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5499825-D258-785C-F681-C5848840118F}"/>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D398C57-19E2-4D56-F434-B4FF6F2D13D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11329C4F-94B7-620D-9AFB-A0322FD7CFAD}"/>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1234D08D-F929-5B63-C631-88C7F87CC35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23080D5-B379-BA70-CDC2-502F4E2CED71}"/>
              </a:ext>
            </a:extLst>
          </p:cNvPr>
          <p:cNvSpPr>
            <a:spLocks noGrp="1"/>
          </p:cNvSpPr>
          <p:nvPr>
            <p:ph type="sldNum" sz="quarter" idx="12"/>
          </p:nvPr>
        </p:nvSpPr>
        <p:spPr/>
        <p:txBody>
          <a:bodyPr/>
          <a:lstStyle/>
          <a:p>
            <a:fld id="{294A09A9-5501-47C1-A89A-A340965A2BE2}" type="slidenum">
              <a:rPr lang="fr-FR" smtClean="0"/>
              <a:pPr/>
              <a:t>49</a:t>
            </a:fld>
            <a:endParaRPr lang="fr-FR"/>
          </a:p>
        </p:txBody>
      </p:sp>
      <p:pic>
        <p:nvPicPr>
          <p:cNvPr id="13" name="Picture 2" descr="Logo - EBIOS Risk Manager">
            <a:extLst>
              <a:ext uri="{FF2B5EF4-FFF2-40B4-BE49-F238E27FC236}">
                <a16:creationId xmlns:a16="http://schemas.microsoft.com/office/drawing/2014/main" id="{D4E1861C-6B20-56C0-E64B-7E62869BD7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41420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DBE27-46D5-38C5-ED2B-4047B3D42ED8}"/>
              </a:ext>
            </a:extLst>
          </p:cNvPr>
          <p:cNvSpPr>
            <a:spLocks noGrp="1"/>
          </p:cNvSpPr>
          <p:nvPr>
            <p:ph type="title"/>
          </p:nvPr>
        </p:nvSpPr>
        <p:spPr/>
        <p:txBody>
          <a:bodyPr>
            <a:normAutofit fontScale="90000"/>
          </a:bodyPr>
          <a:lstStyle/>
          <a:p>
            <a:r>
              <a:rPr lang="fr-FR" dirty="0"/>
              <a:t>L’efficacité d’EBIOS </a:t>
            </a:r>
            <a:r>
              <a:rPr lang="fr-FR" i="1" dirty="0"/>
              <a:t>Risk Manager</a:t>
            </a:r>
            <a:endParaRPr lang="fr-FR" dirty="0"/>
          </a:p>
        </p:txBody>
      </p:sp>
      <p:sp>
        <p:nvSpPr>
          <p:cNvPr id="3" name="Espace réservé de la date 2">
            <a:extLst>
              <a:ext uri="{FF2B5EF4-FFF2-40B4-BE49-F238E27FC236}">
                <a16:creationId xmlns:a16="http://schemas.microsoft.com/office/drawing/2014/main" id="{2689B3F6-8626-5235-5AB3-BE9C08976A40}"/>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C410E1A6-036C-6605-DED8-5E2092F3AF4E}"/>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225D972E-DC64-C3CA-A0BA-D955A60F6371}"/>
              </a:ext>
            </a:extLst>
          </p:cNvPr>
          <p:cNvSpPr>
            <a:spLocks noGrp="1"/>
          </p:cNvSpPr>
          <p:nvPr>
            <p:ph type="sldNum" sz="quarter" idx="12"/>
          </p:nvPr>
        </p:nvSpPr>
        <p:spPr/>
        <p:txBody>
          <a:bodyPr/>
          <a:lstStyle/>
          <a:p>
            <a:pPr rtl="0"/>
            <a:fld id="{294A09A9-5501-47C1-A89A-A340965A2BE2}" type="slidenum">
              <a:rPr lang="fr-FR" noProof="0" smtClean="0"/>
              <a:t>50</a:t>
            </a:fld>
            <a:endParaRPr lang="fr-FR" noProof="0"/>
          </a:p>
        </p:txBody>
      </p:sp>
      <p:sp>
        <p:nvSpPr>
          <p:cNvPr id="29" name="Espace réservé du texte 28">
            <a:extLst>
              <a:ext uri="{FF2B5EF4-FFF2-40B4-BE49-F238E27FC236}">
                <a16:creationId xmlns:a16="http://schemas.microsoft.com/office/drawing/2014/main" id="{FA62E343-819D-57B7-8B92-1A107969FE39}"/>
              </a:ext>
            </a:extLst>
          </p:cNvPr>
          <p:cNvSpPr>
            <a:spLocks noGrp="1"/>
          </p:cNvSpPr>
          <p:nvPr>
            <p:ph type="body" sz="quarter" idx="13"/>
          </p:nvPr>
        </p:nvSpPr>
        <p:spPr/>
        <p:txBody>
          <a:bodyPr/>
          <a:lstStyle/>
          <a:p>
            <a:r>
              <a:rPr lang="fr-FR" dirty="0"/>
              <a:t>Deux approches cumulatives pour gérer les risques</a:t>
            </a:r>
          </a:p>
        </p:txBody>
      </p:sp>
      <p:cxnSp>
        <p:nvCxnSpPr>
          <p:cNvPr id="10" name="Connecteur droit 9">
            <a:extLst>
              <a:ext uri="{FF2B5EF4-FFF2-40B4-BE49-F238E27FC236}">
                <a16:creationId xmlns:a16="http://schemas.microsoft.com/office/drawing/2014/main" id="{1E4C8F60-9B2B-4909-5218-B0E029FFBC6E}"/>
              </a:ext>
            </a:extLst>
          </p:cNvPr>
          <p:cNvCxnSpPr>
            <a:cxnSpLocks/>
          </p:cNvCxnSpPr>
          <p:nvPr/>
        </p:nvCxnSpPr>
        <p:spPr>
          <a:xfrm>
            <a:off x="2212736" y="3502638"/>
            <a:ext cx="4199162" cy="0"/>
          </a:xfrm>
          <a:prstGeom prst="line">
            <a:avLst/>
          </a:prstGeom>
          <a:ln>
            <a:solidFill>
              <a:schemeClr val="tx2"/>
            </a:solidFill>
            <a:prstDash val="lgDash"/>
          </a:ln>
        </p:spPr>
        <p:style>
          <a:lnRef idx="1">
            <a:schemeClr val="accent1"/>
          </a:lnRef>
          <a:fillRef idx="0">
            <a:schemeClr val="accent1"/>
          </a:fillRef>
          <a:effectRef idx="0">
            <a:schemeClr val="accent1"/>
          </a:effectRef>
          <a:fontRef idx="minor">
            <a:schemeClr val="tx1"/>
          </a:fontRef>
        </p:style>
      </p:cxnSp>
      <p:grpSp>
        <p:nvGrpSpPr>
          <p:cNvPr id="16" name="Groupe 15">
            <a:extLst>
              <a:ext uri="{FF2B5EF4-FFF2-40B4-BE49-F238E27FC236}">
                <a16:creationId xmlns:a16="http://schemas.microsoft.com/office/drawing/2014/main" id="{6CA4251C-32EA-E79A-12CC-174F1B29D330}"/>
              </a:ext>
            </a:extLst>
          </p:cNvPr>
          <p:cNvGrpSpPr/>
          <p:nvPr/>
        </p:nvGrpSpPr>
        <p:grpSpPr>
          <a:xfrm>
            <a:off x="1931644" y="3541255"/>
            <a:ext cx="4480254" cy="2597888"/>
            <a:chOff x="1371600" y="3650983"/>
            <a:chExt cx="4480254" cy="2597888"/>
          </a:xfrm>
        </p:grpSpPr>
        <p:sp>
          <p:nvSpPr>
            <p:cNvPr id="8" name="Trapèze 7">
              <a:extLst>
                <a:ext uri="{FF2B5EF4-FFF2-40B4-BE49-F238E27FC236}">
                  <a16:creationId xmlns:a16="http://schemas.microsoft.com/office/drawing/2014/main" id="{A9FC549E-4539-988F-DC82-E453D6586157}"/>
                </a:ext>
              </a:extLst>
            </p:cNvPr>
            <p:cNvSpPr/>
            <p:nvPr/>
          </p:nvSpPr>
          <p:spPr>
            <a:xfrm>
              <a:off x="2046219" y="3679488"/>
              <a:ext cx="2810917" cy="1225714"/>
            </a:xfrm>
            <a:prstGeom prst="trapezoid">
              <a:avLst>
                <a:gd name="adj" fmla="val 52114"/>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du Cadre règlementaire </a:t>
              </a:r>
            </a:p>
            <a:p>
              <a:pPr algn="ctr"/>
              <a:r>
                <a:rPr lang="fr-FR" sz="1050" b="1" cap="all" dirty="0">
                  <a:solidFill>
                    <a:schemeClr val="bg1"/>
                  </a:solidFill>
                  <a:latin typeface="Calibri Light" panose="020F0302020204030204" pitchFamily="34" charset="0"/>
                  <a:cs typeface="Calibri Light" panose="020F0302020204030204" pitchFamily="34" charset="0"/>
                </a:rPr>
                <a:t>et normatif</a:t>
              </a:r>
            </a:p>
          </p:txBody>
        </p:sp>
        <p:sp>
          <p:nvSpPr>
            <p:cNvPr id="9" name="Trapèze 8">
              <a:extLst>
                <a:ext uri="{FF2B5EF4-FFF2-40B4-BE49-F238E27FC236}">
                  <a16:creationId xmlns:a16="http://schemas.microsoft.com/office/drawing/2014/main" id="{5291EF3B-981F-7E8C-3D8B-A7897CD26474}"/>
                </a:ext>
              </a:extLst>
            </p:cNvPr>
            <p:cNvSpPr/>
            <p:nvPr/>
          </p:nvSpPr>
          <p:spPr>
            <a:xfrm>
              <a:off x="1371600" y="5023157"/>
              <a:ext cx="4160157" cy="1225714"/>
            </a:xfrm>
            <a:prstGeom prst="trapezoid">
              <a:avLst>
                <a:gd name="adj" fmla="val 52114"/>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des Principes de base et hygiène</a:t>
              </a:r>
            </a:p>
          </p:txBody>
        </p:sp>
        <p:sp>
          <p:nvSpPr>
            <p:cNvPr id="12" name="Rectangle 11">
              <a:extLst>
                <a:ext uri="{FF2B5EF4-FFF2-40B4-BE49-F238E27FC236}">
                  <a16:creationId xmlns:a16="http://schemas.microsoft.com/office/drawing/2014/main" id="{88301E37-C7BE-D8AE-B148-F353C9962336}"/>
                </a:ext>
              </a:extLst>
            </p:cNvPr>
            <p:cNvSpPr/>
            <p:nvPr/>
          </p:nvSpPr>
          <p:spPr>
            <a:xfrm>
              <a:off x="4782084" y="4711659"/>
              <a:ext cx="102611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conformité »</a:t>
              </a:r>
            </a:p>
          </p:txBody>
        </p:sp>
        <p:cxnSp>
          <p:nvCxnSpPr>
            <p:cNvPr id="14" name="Connecteur droit 13">
              <a:extLst>
                <a:ext uri="{FF2B5EF4-FFF2-40B4-BE49-F238E27FC236}">
                  <a16:creationId xmlns:a16="http://schemas.microsoft.com/office/drawing/2014/main" id="{76DADC56-B446-D84E-A69F-1F50D59550C4}"/>
                </a:ext>
              </a:extLst>
            </p:cNvPr>
            <p:cNvCxnSpPr/>
            <p:nvPr/>
          </p:nvCxnSpPr>
          <p:spPr>
            <a:xfrm flipV="1">
              <a:off x="5851854" y="3650983"/>
              <a:ext cx="0" cy="2597888"/>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grpSp>
      <p:grpSp>
        <p:nvGrpSpPr>
          <p:cNvPr id="21" name="Groupe 20">
            <a:extLst>
              <a:ext uri="{FF2B5EF4-FFF2-40B4-BE49-F238E27FC236}">
                <a16:creationId xmlns:a16="http://schemas.microsoft.com/office/drawing/2014/main" id="{6543715C-48B7-1C5B-BEF2-B66A9E48183A}"/>
              </a:ext>
            </a:extLst>
          </p:cNvPr>
          <p:cNvGrpSpPr/>
          <p:nvPr/>
        </p:nvGrpSpPr>
        <p:grpSpPr>
          <a:xfrm>
            <a:off x="3308993" y="2134688"/>
            <a:ext cx="3103227" cy="1317119"/>
            <a:chOff x="2748949" y="2244416"/>
            <a:chExt cx="3103227" cy="1317119"/>
          </a:xfrm>
        </p:grpSpPr>
        <p:sp>
          <p:nvSpPr>
            <p:cNvPr id="7" name="Organigramme : Extraire 6">
              <a:extLst>
                <a:ext uri="{FF2B5EF4-FFF2-40B4-BE49-F238E27FC236}">
                  <a16:creationId xmlns:a16="http://schemas.microsoft.com/office/drawing/2014/main" id="{6FE59F7C-D922-2690-E880-FEBC0F383B7B}"/>
                </a:ext>
              </a:extLst>
            </p:cNvPr>
            <p:cNvSpPr/>
            <p:nvPr/>
          </p:nvSpPr>
          <p:spPr>
            <a:xfrm>
              <a:off x="2748949" y="2244416"/>
              <a:ext cx="1405459" cy="1317119"/>
            </a:xfrm>
            <a:prstGeom prst="flowChartExtra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a:endParaRPr lang="fr-FR" sz="900" b="1" cap="all" dirty="0">
                <a:solidFill>
                  <a:schemeClr val="tx2"/>
                </a:solidFill>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8A9922CE-29A5-D67E-E506-52AA3AE09772}"/>
                </a:ext>
              </a:extLst>
            </p:cNvPr>
            <p:cNvSpPr/>
            <p:nvPr/>
          </p:nvSpPr>
          <p:spPr>
            <a:xfrm>
              <a:off x="4934676" y="2811249"/>
              <a:ext cx="87384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scénarios »</a:t>
              </a:r>
            </a:p>
          </p:txBody>
        </p:sp>
        <p:cxnSp>
          <p:nvCxnSpPr>
            <p:cNvPr id="13" name="Connecteur droit 12">
              <a:extLst>
                <a:ext uri="{FF2B5EF4-FFF2-40B4-BE49-F238E27FC236}">
                  <a16:creationId xmlns:a16="http://schemas.microsoft.com/office/drawing/2014/main" id="{36AB4BAA-5564-1563-14B7-600B4B488483}"/>
                </a:ext>
              </a:extLst>
            </p:cNvPr>
            <p:cNvCxnSpPr/>
            <p:nvPr/>
          </p:nvCxnSpPr>
          <p:spPr>
            <a:xfrm flipV="1">
              <a:off x="5852176" y="2272626"/>
              <a:ext cx="0" cy="1254219"/>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2E8E7A95-B9F8-9CBC-F2EA-F5C62ED11875}"/>
                </a:ext>
              </a:extLst>
            </p:cNvPr>
            <p:cNvSpPr/>
            <p:nvPr/>
          </p:nvSpPr>
          <p:spPr>
            <a:xfrm>
              <a:off x="2915611" y="3060156"/>
              <a:ext cx="1072132" cy="447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050" b="1" cap="all" dirty="0">
                  <a:solidFill>
                    <a:schemeClr val="tx2"/>
                  </a:solidFill>
                  <a:latin typeface="Calibri Light" panose="020F0302020204030204" pitchFamily="34" charset="0"/>
                  <a:cs typeface="Calibri Light" panose="020F0302020204030204" pitchFamily="34" charset="0"/>
                </a:rPr>
                <a:t>Gestion des Attaques</a:t>
              </a:r>
            </a:p>
            <a:p>
              <a:pPr algn="ctr"/>
              <a:r>
                <a:rPr lang="fr-FR" sz="1050" b="1" cap="all" dirty="0">
                  <a:solidFill>
                    <a:schemeClr val="tx2"/>
                  </a:solidFill>
                  <a:latin typeface="Calibri Light" panose="020F0302020204030204" pitchFamily="34" charset="0"/>
                  <a:cs typeface="Calibri Light" panose="020F0302020204030204" pitchFamily="34" charset="0"/>
                </a:rPr>
                <a:t>ciblées</a:t>
              </a:r>
            </a:p>
          </p:txBody>
        </p:sp>
      </p:grpSp>
      <p:sp>
        <p:nvSpPr>
          <p:cNvPr id="18" name="Organigramme : Alternative 17">
            <a:extLst>
              <a:ext uri="{FF2B5EF4-FFF2-40B4-BE49-F238E27FC236}">
                <a16:creationId xmlns:a16="http://schemas.microsoft.com/office/drawing/2014/main" id="{9CDE3700-71F3-0532-8F91-5093625CCF72}"/>
              </a:ext>
            </a:extLst>
          </p:cNvPr>
          <p:cNvSpPr/>
          <p:nvPr/>
        </p:nvSpPr>
        <p:spPr>
          <a:xfrm>
            <a:off x="6678358" y="4988513"/>
            <a:ext cx="4860000" cy="1153151"/>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C’est le cumul de ces deux approches qui fait l’efficacité d’EBIOS </a:t>
            </a:r>
            <a:r>
              <a:rPr lang="fr-FR" sz="1600" b="1" i="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Risk Manager</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on n’étudie plus les scénarios évidents qui sont déjà traités par les règles qu’on s’est engagé à respecter !</a:t>
            </a:r>
          </a:p>
        </p:txBody>
      </p:sp>
      <p:sp>
        <p:nvSpPr>
          <p:cNvPr id="19" name="Rectangle 18">
            <a:extLst>
              <a:ext uri="{FF2B5EF4-FFF2-40B4-BE49-F238E27FC236}">
                <a16:creationId xmlns:a16="http://schemas.microsoft.com/office/drawing/2014/main" id="{1DA1DFEC-300B-3553-D91A-AB14890084ED}"/>
              </a:ext>
            </a:extLst>
          </p:cNvPr>
          <p:cNvSpPr/>
          <p:nvPr/>
        </p:nvSpPr>
        <p:spPr>
          <a:xfrm>
            <a:off x="6678358" y="3486807"/>
            <a:ext cx="4860000" cy="124969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1. Une approche par conformité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traite les risques « standards » (sinistres accidentels, attaques non ciblées, etc.) en vérifiant que les règles qu’on s’est engagé à respecter sont appliquées.</a:t>
            </a:r>
          </a:p>
        </p:txBody>
      </p:sp>
      <p:sp>
        <p:nvSpPr>
          <p:cNvPr id="20" name="Rectangle 19">
            <a:extLst>
              <a:ext uri="{FF2B5EF4-FFF2-40B4-BE49-F238E27FC236}">
                <a16:creationId xmlns:a16="http://schemas.microsoft.com/office/drawing/2014/main" id="{718BBF13-3E03-149C-9D0D-1AD6D948EEEA}"/>
              </a:ext>
            </a:extLst>
          </p:cNvPr>
          <p:cNvSpPr/>
          <p:nvPr/>
        </p:nvSpPr>
        <p:spPr>
          <a:xfrm>
            <a:off x="6678358" y="2253676"/>
            <a:ext cx="4860000" cy="981115"/>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2. Une approche par scénarios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gère les risques d’attaques sophistiquées et ciblées en appréciant et traitant des scénarios précis.</a:t>
            </a:r>
          </a:p>
        </p:txBody>
      </p:sp>
      <p:grpSp>
        <p:nvGrpSpPr>
          <p:cNvPr id="6" name="Groupe 5">
            <a:extLst>
              <a:ext uri="{FF2B5EF4-FFF2-40B4-BE49-F238E27FC236}">
                <a16:creationId xmlns:a16="http://schemas.microsoft.com/office/drawing/2014/main" id="{454B0478-1551-5568-9CDD-C66A393DED9E}"/>
              </a:ext>
            </a:extLst>
          </p:cNvPr>
          <p:cNvGrpSpPr/>
          <p:nvPr/>
        </p:nvGrpSpPr>
        <p:grpSpPr>
          <a:xfrm>
            <a:off x="761598" y="1663149"/>
            <a:ext cx="2026327" cy="4509600"/>
            <a:chOff x="201554" y="1772877"/>
            <a:chExt cx="2026327" cy="4509600"/>
          </a:xfrm>
        </p:grpSpPr>
        <p:sp>
          <p:nvSpPr>
            <p:cNvPr id="22" name="TextBox 9">
              <a:extLst>
                <a:ext uri="{FF2B5EF4-FFF2-40B4-BE49-F238E27FC236}">
                  <a16:creationId xmlns:a16="http://schemas.microsoft.com/office/drawing/2014/main" id="{0DA18CA3-3D5C-D54F-DE32-FF7EB7EBA4DE}"/>
                </a:ext>
              </a:extLst>
            </p:cNvPr>
            <p:cNvSpPr txBox="1"/>
            <p:nvPr/>
          </p:nvSpPr>
          <p:spPr>
            <a:xfrm>
              <a:off x="847049" y="1876212"/>
              <a:ext cx="1380832" cy="369332"/>
            </a:xfrm>
            <a:prstGeom prst="rect">
              <a:avLst/>
            </a:prstGeom>
            <a:noFill/>
          </p:spPr>
          <p:txBody>
            <a:bodyPr wrap="square" lIns="0" tIns="0" rIns="0" bIns="0" rtlCol="0">
              <a:spAutoFit/>
            </a:bodyPr>
            <a:lstStyle/>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NIVEAU DES</a:t>
              </a:r>
            </a:p>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CYBER ATTAQUES</a:t>
              </a:r>
            </a:p>
          </p:txBody>
        </p:sp>
        <p:grpSp>
          <p:nvGrpSpPr>
            <p:cNvPr id="24" name="Groupe 23">
              <a:extLst>
                <a:ext uri="{FF2B5EF4-FFF2-40B4-BE49-F238E27FC236}">
                  <a16:creationId xmlns:a16="http://schemas.microsoft.com/office/drawing/2014/main" id="{4524D10A-9008-2B49-6403-C6C3508AF9D7}"/>
                </a:ext>
              </a:extLst>
            </p:cNvPr>
            <p:cNvGrpSpPr/>
            <p:nvPr/>
          </p:nvGrpSpPr>
          <p:grpSpPr>
            <a:xfrm rot="16200000">
              <a:off x="-1282181" y="3840789"/>
              <a:ext cx="4009852" cy="873523"/>
              <a:chOff x="2642831" y="4308225"/>
              <a:chExt cx="5851467" cy="1080001"/>
            </a:xfrm>
          </p:grpSpPr>
          <p:sp>
            <p:nvSpPr>
              <p:cNvPr id="25" name="Forme libre 8">
                <a:extLst>
                  <a:ext uri="{FF2B5EF4-FFF2-40B4-BE49-F238E27FC236}">
                    <a16:creationId xmlns:a16="http://schemas.microsoft.com/office/drawing/2014/main" id="{C4BEC3E7-2625-75E4-C1AE-17DDD4571830}"/>
                  </a:ext>
                </a:extLst>
              </p:cNvPr>
              <p:cNvSpPr/>
              <p:nvPr/>
            </p:nvSpPr>
            <p:spPr>
              <a:xfrm>
                <a:off x="6334298" y="4308226"/>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52C1F"/>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Avancé</a:t>
                </a:r>
              </a:p>
            </p:txBody>
          </p:sp>
          <p:sp>
            <p:nvSpPr>
              <p:cNvPr id="26" name="Forme libre 9">
                <a:extLst>
                  <a:ext uri="{FF2B5EF4-FFF2-40B4-BE49-F238E27FC236}">
                    <a16:creationId xmlns:a16="http://schemas.microsoft.com/office/drawing/2014/main" id="{5F19B2DE-C8CA-B08D-04A0-765FA47EA00F}"/>
                  </a:ext>
                </a:extLst>
              </p:cNvPr>
              <p:cNvSpPr/>
              <p:nvPr/>
            </p:nvSpPr>
            <p:spPr>
              <a:xfrm>
                <a:off x="4497032"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E712A"/>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Elaboré</a:t>
                </a:r>
              </a:p>
            </p:txBody>
          </p:sp>
          <p:sp>
            <p:nvSpPr>
              <p:cNvPr id="27" name="Forme libre 10">
                <a:extLst>
                  <a:ext uri="{FF2B5EF4-FFF2-40B4-BE49-F238E27FC236}">
                    <a16:creationId xmlns:a16="http://schemas.microsoft.com/office/drawing/2014/main" id="{D9ECB00B-6CFB-F509-696B-77E471F19A00}"/>
                  </a:ext>
                </a:extLst>
              </p:cNvPr>
              <p:cNvSpPr/>
              <p:nvPr/>
            </p:nvSpPr>
            <p:spPr>
              <a:xfrm>
                <a:off x="2642831"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FBBD1E"/>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Simple</a:t>
                </a:r>
              </a:p>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Large spectre</a:t>
                </a:r>
              </a:p>
            </p:txBody>
          </p:sp>
        </p:grpSp>
        <p:pic>
          <p:nvPicPr>
            <p:cNvPr id="28" name="Image 27">
              <a:extLst>
                <a:ext uri="{FF2B5EF4-FFF2-40B4-BE49-F238E27FC236}">
                  <a16:creationId xmlns:a16="http://schemas.microsoft.com/office/drawing/2014/main" id="{A0CCB8DF-1D5C-EE63-0EA7-D8D5AA81ADD5}"/>
                </a:ext>
              </a:extLst>
            </p:cNvPr>
            <p:cNvPicPr>
              <a:picLocks noChangeAspect="1"/>
            </p:cNvPicPr>
            <p:nvPr/>
          </p:nvPicPr>
          <p:blipFill>
            <a:blip r:embed="rId2"/>
            <a:stretch>
              <a:fillRect/>
            </a:stretch>
          </p:blipFill>
          <p:spPr>
            <a:xfrm>
              <a:off x="201554" y="1772877"/>
              <a:ext cx="576000" cy="576000"/>
            </a:xfrm>
            <a:prstGeom prst="rect">
              <a:avLst/>
            </a:prstGeom>
          </p:spPr>
        </p:pic>
      </p:grpSp>
      <p:sp>
        <p:nvSpPr>
          <p:cNvPr id="23" name="ZoneTexte 22">
            <a:extLst>
              <a:ext uri="{FF2B5EF4-FFF2-40B4-BE49-F238E27FC236}">
                <a16:creationId xmlns:a16="http://schemas.microsoft.com/office/drawing/2014/main" id="{829A97A8-B21E-84BD-ADB4-F99D0BD3122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a:t>
            </a:r>
          </a:p>
        </p:txBody>
      </p:sp>
    </p:spTree>
    <p:extLst>
      <p:ext uri="{BB962C8B-B14F-4D97-AF65-F5344CB8AC3E}">
        <p14:creationId xmlns:p14="http://schemas.microsoft.com/office/powerpoint/2010/main" val="1471937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par>
                                <p:cTn id="12" presetID="22" presetClass="entr" presetSubtype="4"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down)">
                                      <p:cBhvr>
                                        <p:cTn id="14" dur="50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2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wipe(down)">
                                      <p:cBhvr>
                                        <p:cTn id="21" dur="500"/>
                                        <p:tgtEl>
                                          <p:spTgt spid="21"/>
                                        </p:tgtEl>
                                      </p:cBhvr>
                                    </p:animEffec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3640E-E4BC-E9B7-D2E1-A6FFD4BDD616}"/>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EFC5203-5713-A017-871E-F9C3799B367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14BE211A-353C-2763-6FD1-6D91BD64407A}"/>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D1282E"/>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DC40FE1A-6D61-7F07-7FC4-3041AF129B51}"/>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5C01D20F-CEFE-FE1D-E78A-774F4FCF6BC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7C9E347F-9111-9631-6FA5-234C70BAAF6E}"/>
              </a:ext>
            </a:extLst>
          </p:cNvPr>
          <p:cNvSpPr>
            <a:spLocks noGrp="1"/>
          </p:cNvSpPr>
          <p:nvPr>
            <p:ph type="sldNum" sz="quarter" idx="12"/>
          </p:nvPr>
        </p:nvSpPr>
        <p:spPr/>
        <p:txBody>
          <a:bodyPr/>
          <a:lstStyle/>
          <a:p>
            <a:fld id="{294A09A9-5501-47C1-A89A-A340965A2BE2}" type="slidenum">
              <a:rPr lang="fr-FR" smtClean="0"/>
              <a:pPr/>
              <a:t>51</a:t>
            </a:fld>
            <a:endParaRPr lang="fr-FR"/>
          </a:p>
        </p:txBody>
      </p:sp>
      <p:pic>
        <p:nvPicPr>
          <p:cNvPr id="13" name="Picture 2" descr="Logo - EBIOS Risk Manager">
            <a:extLst>
              <a:ext uri="{FF2B5EF4-FFF2-40B4-BE49-F238E27FC236}">
                <a16:creationId xmlns:a16="http://schemas.microsoft.com/office/drawing/2014/main" id="{6D3E03C1-E4E1-F0B5-C0A8-69CEC847EC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634888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99D247CB-5AD3-1D9D-59D1-C451890BE71A}"/>
              </a:ext>
            </a:extLst>
          </p:cNvPr>
          <p:cNvSpPr>
            <a:spLocks noGrp="1"/>
          </p:cNvSpPr>
          <p:nvPr>
            <p:ph type="dt" sz="half" idx="10"/>
          </p:nvPr>
        </p:nvSpPr>
        <p:spPr/>
        <p:txBody>
          <a:bodyPr/>
          <a:lstStyle/>
          <a:p>
            <a:pPr rtl="0"/>
            <a:r>
              <a:rPr lang="fr-FR" noProof="0"/>
              <a:t>14/10/2025</a:t>
            </a:r>
            <a:endParaRPr lang="fr-FR" noProof="0" dirty="0"/>
          </a:p>
        </p:txBody>
      </p:sp>
      <p:sp>
        <p:nvSpPr>
          <p:cNvPr id="19" name="Espace réservé du pied de page 15">
            <a:extLst>
              <a:ext uri="{FF2B5EF4-FFF2-40B4-BE49-F238E27FC236}">
                <a16:creationId xmlns:a16="http://schemas.microsoft.com/office/drawing/2014/main" id="{DC5F6539-6942-F486-6CE4-B73538F8A63A}"/>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B8AB58E8-2BC4-165A-051F-70C97D0F6AB2}"/>
              </a:ext>
            </a:extLst>
          </p:cNvPr>
          <p:cNvSpPr>
            <a:spLocks noGrp="1"/>
          </p:cNvSpPr>
          <p:nvPr>
            <p:ph type="sldNum" sz="quarter" idx="12"/>
          </p:nvPr>
        </p:nvSpPr>
        <p:spPr/>
        <p:txBody>
          <a:bodyPr/>
          <a:lstStyle/>
          <a:p>
            <a:pPr rtl="0"/>
            <a:fld id="{294A09A9-5501-47C1-A89A-A340965A2BE2}" type="slidenum">
              <a:rPr lang="fr-FR" noProof="0" smtClean="0"/>
              <a:t>52</a:t>
            </a:fld>
            <a:endParaRPr lang="fr-FR" noProof="0"/>
          </a:p>
        </p:txBody>
      </p:sp>
      <p:sp>
        <p:nvSpPr>
          <p:cNvPr id="16" name="Espace réservé du texte 15">
            <a:extLst>
              <a:ext uri="{FF2B5EF4-FFF2-40B4-BE49-F238E27FC236}">
                <a16:creationId xmlns:a16="http://schemas.microsoft.com/office/drawing/2014/main" id="{3DFBF9A1-D4AB-9371-B067-C82CFA84F75F}"/>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que le socle de règles ?</a:t>
            </a:r>
            <a:endParaRPr lang="fr-FR" dirty="0"/>
          </a:p>
        </p:txBody>
      </p:sp>
      <p:sp>
        <p:nvSpPr>
          <p:cNvPr id="17" name="Espace réservé du texte 16">
            <a:extLst>
              <a:ext uri="{FF2B5EF4-FFF2-40B4-BE49-F238E27FC236}">
                <a16:creationId xmlns:a16="http://schemas.microsoft.com/office/drawing/2014/main" id="{9A0497DA-5FF5-7BE4-ED81-E29A9DA65AE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évaluer la conformité au socle ?</a:t>
            </a:r>
          </a:p>
        </p:txBody>
      </p:sp>
      <p:sp>
        <p:nvSpPr>
          <p:cNvPr id="21" name="Espace réservé du texte 20">
            <a:extLst>
              <a:ext uri="{FF2B5EF4-FFF2-40B4-BE49-F238E27FC236}">
                <a16:creationId xmlns:a16="http://schemas.microsoft.com/office/drawing/2014/main" id="{0E54AF88-B363-D767-02DC-4498FC39107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Doit-on aller plus loin si le socle n’est pas respecté ?</a:t>
            </a:r>
          </a:p>
        </p:txBody>
      </p:sp>
      <p:sp>
        <p:nvSpPr>
          <p:cNvPr id="3" name="ZoneTexte 2">
            <a:extLst>
              <a:ext uri="{FF2B5EF4-FFF2-40B4-BE49-F238E27FC236}">
                <a16:creationId xmlns:a16="http://schemas.microsoft.com/office/drawing/2014/main" id="{4CC5AEEF-4034-7A9B-A990-98A6BC154C4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4882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5E37942A-7BA2-DBFA-E711-E01F1CD58227}"/>
              </a:ext>
            </a:extLst>
          </p:cNvPr>
          <p:cNvSpPr>
            <a:spLocks noGrp="1"/>
          </p:cNvSpPr>
          <p:nvPr>
            <p:ph type="title"/>
          </p:nvPr>
        </p:nvSpPr>
        <p:spPr/>
        <p:txBody>
          <a:bodyPr>
            <a:normAutofit fontScale="90000"/>
          </a:bodyPr>
          <a:lstStyle/>
          <a:p>
            <a:r>
              <a:rPr lang="fr-FR" dirty="0"/>
              <a:t>Outil 05 – Identifier et évaluer le socle de règles</a:t>
            </a:r>
          </a:p>
        </p:txBody>
      </p:sp>
      <p:sp>
        <p:nvSpPr>
          <p:cNvPr id="3" name="Espace réservé de la date 2">
            <a:extLst>
              <a:ext uri="{FF2B5EF4-FFF2-40B4-BE49-F238E27FC236}">
                <a16:creationId xmlns:a16="http://schemas.microsoft.com/office/drawing/2014/main" id="{05B68A17-D797-7181-C150-C3FC036E005C}"/>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584B4916-A593-E60C-9BAF-7122B19C2D45}"/>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EE1B534B-5851-2D6E-1F79-F455DD16FC5B}"/>
              </a:ext>
            </a:extLst>
          </p:cNvPr>
          <p:cNvSpPr>
            <a:spLocks noGrp="1"/>
          </p:cNvSpPr>
          <p:nvPr>
            <p:ph type="sldNum" sz="quarter" idx="12"/>
          </p:nvPr>
        </p:nvSpPr>
        <p:spPr/>
        <p:txBody>
          <a:bodyPr/>
          <a:lstStyle/>
          <a:p>
            <a:pPr rtl="0"/>
            <a:fld id="{294A09A9-5501-47C1-A89A-A340965A2BE2}" type="slidenum">
              <a:rPr lang="fr-FR" noProof="0" smtClean="0"/>
              <a:t>53</a:t>
            </a:fld>
            <a:endParaRPr lang="fr-FR" noProof="0"/>
          </a:p>
        </p:txBody>
      </p:sp>
      <p:sp>
        <p:nvSpPr>
          <p:cNvPr id="2" name="Espace réservé du texte 1">
            <a:extLst>
              <a:ext uri="{FF2B5EF4-FFF2-40B4-BE49-F238E27FC236}">
                <a16:creationId xmlns:a16="http://schemas.microsoft.com/office/drawing/2014/main" id="{829B9E21-FA9F-DC2A-C5BB-06F5642D980B}"/>
              </a:ext>
            </a:extLst>
          </p:cNvPr>
          <p:cNvSpPr>
            <a:spLocks noGrp="1"/>
          </p:cNvSpPr>
          <p:nvPr>
            <p:ph type="body" sz="quarter" idx="13"/>
          </p:nvPr>
        </p:nvSpPr>
        <p:spPr/>
        <p:txBody>
          <a:bodyPr/>
          <a:lstStyle/>
          <a:p>
            <a:r>
              <a:rPr lang="fr-FR" dirty="0"/>
              <a:t>La mécanique générale</a:t>
            </a:r>
          </a:p>
        </p:txBody>
      </p:sp>
      <p:sp>
        <p:nvSpPr>
          <p:cNvPr id="8" name="Rectangle 7">
            <a:extLst>
              <a:ext uri="{FF2B5EF4-FFF2-40B4-BE49-F238E27FC236}">
                <a16:creationId xmlns:a16="http://schemas.microsoft.com/office/drawing/2014/main" id="{FB819733-1309-95A8-503E-E004BCBB2739}"/>
              </a:ext>
            </a:extLst>
          </p:cNvPr>
          <p:cNvSpPr/>
          <p:nvPr/>
        </p:nvSpPr>
        <p:spPr>
          <a:xfrm>
            <a:off x="1112987" y="2013163"/>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Dispose-t-on de règles applicables à l’objet de l’étude ?</a:t>
            </a:r>
          </a:p>
        </p:txBody>
      </p:sp>
      <p:grpSp>
        <p:nvGrpSpPr>
          <p:cNvPr id="9" name="Groupe 8">
            <a:extLst>
              <a:ext uri="{FF2B5EF4-FFF2-40B4-BE49-F238E27FC236}">
                <a16:creationId xmlns:a16="http://schemas.microsoft.com/office/drawing/2014/main" id="{DF8F20FA-164E-DCCD-8F70-AE9226325E41}"/>
              </a:ext>
            </a:extLst>
          </p:cNvPr>
          <p:cNvGrpSpPr/>
          <p:nvPr/>
        </p:nvGrpSpPr>
        <p:grpSpPr>
          <a:xfrm>
            <a:off x="2012499" y="2802063"/>
            <a:ext cx="3280413" cy="881304"/>
            <a:chOff x="2104859" y="2802063"/>
            <a:chExt cx="3280413" cy="881304"/>
          </a:xfrm>
        </p:grpSpPr>
        <p:sp>
          <p:nvSpPr>
            <p:cNvPr id="11" name="Losange 10">
              <a:extLst>
                <a:ext uri="{FF2B5EF4-FFF2-40B4-BE49-F238E27FC236}">
                  <a16:creationId xmlns:a16="http://schemas.microsoft.com/office/drawing/2014/main" id="{1CFDC11F-D5C8-C3BC-723A-6B6398808C3F}"/>
                </a:ext>
              </a:extLst>
            </p:cNvPr>
            <p:cNvSpPr/>
            <p:nvPr/>
          </p:nvSpPr>
          <p:spPr>
            <a:xfrm>
              <a:off x="2104859" y="3108917"/>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76D770C-FB64-806E-6233-4D07AE124725}"/>
                </a:ext>
              </a:extLst>
            </p:cNvPr>
            <p:cNvSpPr/>
            <p:nvPr/>
          </p:nvSpPr>
          <p:spPr>
            <a:xfrm>
              <a:off x="3226249" y="2894467"/>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vérifiable ?</a:t>
              </a:r>
            </a:p>
          </p:txBody>
        </p:sp>
        <p:cxnSp>
          <p:nvCxnSpPr>
            <p:cNvPr id="22" name="Connecteur droit avec flèche 21">
              <a:extLst>
                <a:ext uri="{FF2B5EF4-FFF2-40B4-BE49-F238E27FC236}">
                  <a16:creationId xmlns:a16="http://schemas.microsoft.com/office/drawing/2014/main" id="{1A405290-BC95-065B-0688-F1CB8610A455}"/>
                </a:ext>
              </a:extLst>
            </p:cNvPr>
            <p:cNvCxnSpPr>
              <a:cxnSpLocks/>
              <a:stCxn id="8" idx="2"/>
              <a:endCxn id="11" idx="0"/>
            </p:cNvCxnSpPr>
            <p:nvPr/>
          </p:nvCxnSpPr>
          <p:spPr>
            <a:xfrm>
              <a:off x="2284859" y="2802063"/>
              <a:ext cx="0" cy="3068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a:extLst>
                <a:ext uri="{FF2B5EF4-FFF2-40B4-BE49-F238E27FC236}">
                  <a16:creationId xmlns:a16="http://schemas.microsoft.com/office/drawing/2014/main" id="{C32CDA4E-F399-F72A-5510-A00A3391AC08}"/>
                </a:ext>
              </a:extLst>
            </p:cNvPr>
            <p:cNvCxnSpPr>
              <a:cxnSpLocks/>
              <a:stCxn id="11" idx="3"/>
            </p:cNvCxnSpPr>
            <p:nvPr/>
          </p:nvCxnSpPr>
          <p:spPr>
            <a:xfrm>
              <a:off x="2464859" y="3288917"/>
              <a:ext cx="761390"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48" name="ZoneTexte 147">
              <a:extLst>
                <a:ext uri="{FF2B5EF4-FFF2-40B4-BE49-F238E27FC236}">
                  <a16:creationId xmlns:a16="http://schemas.microsoft.com/office/drawing/2014/main" id="{A9D8BEBA-7B7C-A4DE-2ED3-7806AAFD670A}"/>
                </a:ext>
              </a:extLst>
            </p:cNvPr>
            <p:cNvSpPr txBox="1"/>
            <p:nvPr/>
          </p:nvSpPr>
          <p:spPr>
            <a:xfrm>
              <a:off x="2414169" y="3039093"/>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2" name="Groupe 11">
            <a:extLst>
              <a:ext uri="{FF2B5EF4-FFF2-40B4-BE49-F238E27FC236}">
                <a16:creationId xmlns:a16="http://schemas.microsoft.com/office/drawing/2014/main" id="{63A71691-0F54-9A0E-5E1D-4F58C893B931}"/>
              </a:ext>
            </a:extLst>
          </p:cNvPr>
          <p:cNvGrpSpPr/>
          <p:nvPr/>
        </p:nvGrpSpPr>
        <p:grpSpPr>
          <a:xfrm>
            <a:off x="4033400" y="3683367"/>
            <a:ext cx="3336779" cy="874496"/>
            <a:chOff x="4125760" y="3963783"/>
            <a:chExt cx="3336779" cy="874496"/>
          </a:xfrm>
        </p:grpSpPr>
        <p:sp>
          <p:nvSpPr>
            <p:cNvPr id="10" name="Losange 9">
              <a:extLst>
                <a:ext uri="{FF2B5EF4-FFF2-40B4-BE49-F238E27FC236}">
                  <a16:creationId xmlns:a16="http://schemas.microsoft.com/office/drawing/2014/main" id="{0090F7C3-F479-CADA-261F-70649DF94CB0}"/>
                </a:ext>
              </a:extLst>
            </p:cNvPr>
            <p:cNvSpPr/>
            <p:nvPr/>
          </p:nvSpPr>
          <p:spPr>
            <a:xfrm>
              <a:off x="4125760" y="426806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C672265-DD20-AC2D-1FA9-95D5710A7412}"/>
                </a:ext>
              </a:extLst>
            </p:cNvPr>
            <p:cNvSpPr/>
            <p:nvPr/>
          </p:nvSpPr>
          <p:spPr>
            <a:xfrm>
              <a:off x="5303516" y="4049379"/>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vérifiée ?</a:t>
              </a:r>
            </a:p>
          </p:txBody>
        </p:sp>
        <p:cxnSp>
          <p:nvCxnSpPr>
            <p:cNvPr id="32" name="Connecteur droit avec flèche 31">
              <a:extLst>
                <a:ext uri="{FF2B5EF4-FFF2-40B4-BE49-F238E27FC236}">
                  <a16:creationId xmlns:a16="http://schemas.microsoft.com/office/drawing/2014/main" id="{717436E0-2614-779C-77D4-C060F4FBD861}"/>
                </a:ext>
              </a:extLst>
            </p:cNvPr>
            <p:cNvCxnSpPr>
              <a:cxnSpLocks/>
              <a:stCxn id="13" idx="2"/>
              <a:endCxn id="10" idx="0"/>
            </p:cNvCxnSpPr>
            <p:nvPr/>
          </p:nvCxnSpPr>
          <p:spPr>
            <a:xfrm flipH="1">
              <a:off x="4305760" y="3963783"/>
              <a:ext cx="1" cy="304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34">
              <a:extLst>
                <a:ext uri="{FF2B5EF4-FFF2-40B4-BE49-F238E27FC236}">
                  <a16:creationId xmlns:a16="http://schemas.microsoft.com/office/drawing/2014/main" id="{899ED24C-F86F-6A68-54A0-5044EDB030FA}"/>
                </a:ext>
              </a:extLst>
            </p:cNvPr>
            <p:cNvCxnSpPr>
              <a:cxnSpLocks/>
              <a:stCxn id="10" idx="3"/>
            </p:cNvCxnSpPr>
            <p:nvPr/>
          </p:nvCxnSpPr>
          <p:spPr>
            <a:xfrm flipV="1">
              <a:off x="4485760" y="4443829"/>
              <a:ext cx="817756" cy="4234"/>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0" name="ZoneTexte 149">
              <a:extLst>
                <a:ext uri="{FF2B5EF4-FFF2-40B4-BE49-F238E27FC236}">
                  <a16:creationId xmlns:a16="http://schemas.microsoft.com/office/drawing/2014/main" id="{ECA7A4B2-6051-BC1F-91CC-27FCBC493DD7}"/>
                </a:ext>
              </a:extLst>
            </p:cNvPr>
            <p:cNvSpPr txBox="1"/>
            <p:nvPr/>
          </p:nvSpPr>
          <p:spPr>
            <a:xfrm>
              <a:off x="4437440" y="41999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9" name="Groupe 18">
            <a:extLst>
              <a:ext uri="{FF2B5EF4-FFF2-40B4-BE49-F238E27FC236}">
                <a16:creationId xmlns:a16="http://schemas.microsoft.com/office/drawing/2014/main" id="{CA264F5A-2497-DB5B-F064-A36305E17F98}"/>
              </a:ext>
            </a:extLst>
          </p:cNvPr>
          <p:cNvGrpSpPr/>
          <p:nvPr/>
        </p:nvGrpSpPr>
        <p:grpSpPr>
          <a:xfrm>
            <a:off x="1112987" y="3421726"/>
            <a:ext cx="2998635" cy="2674212"/>
            <a:chOff x="1205347" y="3702142"/>
            <a:chExt cx="2998635" cy="2674212"/>
          </a:xfrm>
        </p:grpSpPr>
        <p:sp>
          <p:nvSpPr>
            <p:cNvPr id="15" name="Rectangle 14">
              <a:extLst>
                <a:ext uri="{FF2B5EF4-FFF2-40B4-BE49-F238E27FC236}">
                  <a16:creationId xmlns:a16="http://schemas.microsoft.com/office/drawing/2014/main" id="{1FC4546F-78C0-830F-8F8B-6D08EB5D3462}"/>
                </a:ext>
              </a:extLst>
            </p:cNvPr>
            <p:cNvSpPr/>
            <p:nvPr/>
          </p:nvSpPr>
          <p:spPr>
            <a:xfrm>
              <a:off x="1205347"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Choisir un référentiel adapté au niveau de maturité de l’organisme</a:t>
              </a:r>
            </a:p>
          </p:txBody>
        </p:sp>
        <p:cxnSp>
          <p:nvCxnSpPr>
            <p:cNvPr id="26" name="Connecteur droit avec flèche 25">
              <a:extLst>
                <a:ext uri="{FF2B5EF4-FFF2-40B4-BE49-F238E27FC236}">
                  <a16:creationId xmlns:a16="http://schemas.microsoft.com/office/drawing/2014/main" id="{384B40E5-207C-957C-D00C-C53220D7B672}"/>
                </a:ext>
              </a:extLst>
            </p:cNvPr>
            <p:cNvCxnSpPr>
              <a:cxnSpLocks/>
              <a:stCxn id="11" idx="2"/>
              <a:endCxn id="15" idx="0"/>
            </p:cNvCxnSpPr>
            <p:nvPr/>
          </p:nvCxnSpPr>
          <p:spPr>
            <a:xfrm>
              <a:off x="2284859" y="3749333"/>
              <a:ext cx="0" cy="1838121"/>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Connecteur droit avec flèche 37">
              <a:extLst>
                <a:ext uri="{FF2B5EF4-FFF2-40B4-BE49-F238E27FC236}">
                  <a16:creationId xmlns:a16="http://schemas.microsoft.com/office/drawing/2014/main" id="{7F355350-C44A-221A-4A61-901FC2925FAD}"/>
                </a:ext>
              </a:extLst>
            </p:cNvPr>
            <p:cNvCxnSpPr>
              <a:cxnSpLocks/>
              <a:stCxn id="15" idx="3"/>
              <a:endCxn id="20" idx="1"/>
            </p:cNvCxnSpPr>
            <p:nvPr/>
          </p:nvCxnSpPr>
          <p:spPr>
            <a:xfrm>
              <a:off x="3364370"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46">
              <a:extLst>
                <a:ext uri="{FF2B5EF4-FFF2-40B4-BE49-F238E27FC236}">
                  <a16:creationId xmlns:a16="http://schemas.microsoft.com/office/drawing/2014/main" id="{9934C18F-B332-F8F5-C497-F59010B0680D}"/>
                </a:ext>
              </a:extLst>
            </p:cNvPr>
            <p:cNvCxnSpPr>
              <a:cxnSpLocks/>
              <a:stCxn id="10" idx="1"/>
              <a:endCxn id="15" idx="0"/>
            </p:cNvCxnSpPr>
            <p:nvPr/>
          </p:nvCxnSpPr>
          <p:spPr>
            <a:xfrm rot="10800000" flipV="1">
              <a:off x="2284860" y="4435870"/>
              <a:ext cx="1840901" cy="1151583"/>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49" name="ZoneTexte 148">
              <a:extLst>
                <a:ext uri="{FF2B5EF4-FFF2-40B4-BE49-F238E27FC236}">
                  <a16:creationId xmlns:a16="http://schemas.microsoft.com/office/drawing/2014/main" id="{5037FFA0-FF88-D8D4-E778-2E3B713335C5}"/>
                </a:ext>
              </a:extLst>
            </p:cNvPr>
            <p:cNvSpPr txBox="1"/>
            <p:nvPr/>
          </p:nvSpPr>
          <p:spPr>
            <a:xfrm>
              <a:off x="1873065" y="370214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sp>
          <p:nvSpPr>
            <p:cNvPr id="151" name="ZoneTexte 150">
              <a:extLst>
                <a:ext uri="{FF2B5EF4-FFF2-40B4-BE49-F238E27FC236}">
                  <a16:creationId xmlns:a16="http://schemas.microsoft.com/office/drawing/2014/main" id="{948DFCFF-0CA6-50D2-68EB-6BD060F202CC}"/>
                </a:ext>
              </a:extLst>
            </p:cNvPr>
            <p:cNvSpPr txBox="1"/>
            <p:nvPr/>
          </p:nvSpPr>
          <p:spPr>
            <a:xfrm>
              <a:off x="3740394" y="419996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grpSp>
        <p:nvGrpSpPr>
          <p:cNvPr id="17" name="Groupe 16">
            <a:extLst>
              <a:ext uri="{FF2B5EF4-FFF2-40B4-BE49-F238E27FC236}">
                <a16:creationId xmlns:a16="http://schemas.microsoft.com/office/drawing/2014/main" id="{2826E985-D612-3AC2-6EB8-BCA48037B239}"/>
              </a:ext>
            </a:extLst>
          </p:cNvPr>
          <p:cNvGrpSpPr/>
          <p:nvPr/>
        </p:nvGrpSpPr>
        <p:grpSpPr>
          <a:xfrm>
            <a:off x="6109187" y="4557863"/>
            <a:ext cx="2628895" cy="1538075"/>
            <a:chOff x="6201547" y="4557863"/>
            <a:chExt cx="2628895" cy="1538075"/>
          </a:xfrm>
        </p:grpSpPr>
        <p:sp>
          <p:nvSpPr>
            <p:cNvPr id="16" name="Rectangle 15">
              <a:extLst>
                <a:ext uri="{FF2B5EF4-FFF2-40B4-BE49-F238E27FC236}">
                  <a16:creationId xmlns:a16="http://schemas.microsoft.com/office/drawing/2014/main" id="{B9894C4A-C351-04C3-DF1F-486DB6DAF198}"/>
                </a:ext>
              </a:extLst>
            </p:cNvPr>
            <p:cNvSpPr/>
            <p:nvPr/>
          </p:nvSpPr>
          <p:spPr>
            <a:xfrm>
              <a:off x="6671419" y="5307038"/>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Ajouter tous les points d’amélioration au plan de traitement des risques</a:t>
              </a:r>
            </a:p>
          </p:txBody>
        </p:sp>
        <p:sp>
          <p:nvSpPr>
            <p:cNvPr id="51" name="Losange 50">
              <a:extLst>
                <a:ext uri="{FF2B5EF4-FFF2-40B4-BE49-F238E27FC236}">
                  <a16:creationId xmlns:a16="http://schemas.microsoft.com/office/drawing/2014/main" id="{C514AD78-8DC6-1D9E-2AA0-4BC159FF9262}"/>
                </a:ext>
              </a:extLst>
            </p:cNvPr>
            <p:cNvSpPr/>
            <p:nvPr/>
          </p:nvSpPr>
          <p:spPr>
            <a:xfrm>
              <a:off x="6201547" y="489219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cxnSp>
          <p:nvCxnSpPr>
            <p:cNvPr id="52" name="Connecteur droit avec flèche 51">
              <a:extLst>
                <a:ext uri="{FF2B5EF4-FFF2-40B4-BE49-F238E27FC236}">
                  <a16:creationId xmlns:a16="http://schemas.microsoft.com/office/drawing/2014/main" id="{E7B6EBFC-FCFA-F359-B0DD-66C7EC2D3803}"/>
                </a:ext>
              </a:extLst>
            </p:cNvPr>
            <p:cNvCxnSpPr>
              <a:cxnSpLocks/>
              <a:stCxn id="14" idx="2"/>
              <a:endCxn id="51" idx="0"/>
            </p:cNvCxnSpPr>
            <p:nvPr/>
          </p:nvCxnSpPr>
          <p:spPr>
            <a:xfrm flipH="1">
              <a:off x="6381547" y="4557863"/>
              <a:ext cx="1481" cy="3343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B72E78C9-6FB5-AA7F-A126-0E83314623B0}"/>
                </a:ext>
              </a:extLst>
            </p:cNvPr>
            <p:cNvCxnSpPr>
              <a:cxnSpLocks/>
              <a:stCxn id="51" idx="3"/>
              <a:endCxn id="16" idx="0"/>
            </p:cNvCxnSpPr>
            <p:nvPr/>
          </p:nvCxnSpPr>
          <p:spPr>
            <a:xfrm>
              <a:off x="6561547" y="5072193"/>
              <a:ext cx="1189384" cy="234845"/>
            </a:xfrm>
            <a:prstGeom prst="bentConnector2">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2" name="ZoneTexte 151">
              <a:extLst>
                <a:ext uri="{FF2B5EF4-FFF2-40B4-BE49-F238E27FC236}">
                  <a16:creationId xmlns:a16="http://schemas.microsoft.com/office/drawing/2014/main" id="{5E8F1C81-14AA-218A-6166-A8F4196FDE6C}"/>
                </a:ext>
              </a:extLst>
            </p:cNvPr>
            <p:cNvSpPr txBox="1"/>
            <p:nvPr/>
          </p:nvSpPr>
          <p:spPr>
            <a:xfrm>
              <a:off x="6486825" y="48192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8" name="Groupe 17">
            <a:extLst>
              <a:ext uri="{FF2B5EF4-FFF2-40B4-BE49-F238E27FC236}">
                <a16:creationId xmlns:a16="http://schemas.microsoft.com/office/drawing/2014/main" id="{DB19514E-7BB1-AA15-41A8-2646CC55AD71}"/>
              </a:ext>
            </a:extLst>
          </p:cNvPr>
          <p:cNvGrpSpPr/>
          <p:nvPr/>
        </p:nvGrpSpPr>
        <p:grpSpPr>
          <a:xfrm>
            <a:off x="3846023" y="4819262"/>
            <a:ext cx="2733036" cy="1276676"/>
            <a:chOff x="3938383" y="5099678"/>
            <a:chExt cx="2733036" cy="1276676"/>
          </a:xfrm>
        </p:grpSpPr>
        <p:sp>
          <p:nvSpPr>
            <p:cNvPr id="20" name="Rectangle 19">
              <a:extLst>
                <a:ext uri="{FF2B5EF4-FFF2-40B4-BE49-F238E27FC236}">
                  <a16:creationId xmlns:a16="http://schemas.microsoft.com/office/drawing/2014/main" id="{46B352A9-B202-EFD3-3F24-1AEF90A50546}"/>
                </a:ext>
              </a:extLst>
            </p:cNvPr>
            <p:cNvSpPr/>
            <p:nvPr/>
          </p:nvSpPr>
          <p:spPr>
            <a:xfrm>
              <a:off x="3938383"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Vérifier l’application des règles</a:t>
              </a:r>
            </a:p>
          </p:txBody>
        </p:sp>
        <p:cxnSp>
          <p:nvCxnSpPr>
            <p:cNvPr id="41" name="Connecteur droit avec flèche 40">
              <a:extLst>
                <a:ext uri="{FF2B5EF4-FFF2-40B4-BE49-F238E27FC236}">
                  <a16:creationId xmlns:a16="http://schemas.microsoft.com/office/drawing/2014/main" id="{E103491D-4B96-9AEA-F787-7F873B9F40C2}"/>
                </a:ext>
              </a:extLst>
            </p:cNvPr>
            <p:cNvCxnSpPr>
              <a:cxnSpLocks/>
              <a:stCxn id="20" idx="3"/>
              <a:endCxn id="16" idx="1"/>
            </p:cNvCxnSpPr>
            <p:nvPr/>
          </p:nvCxnSpPr>
          <p:spPr>
            <a:xfrm>
              <a:off x="6097406"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4" name="Connecteur droit avec flèche 46">
              <a:extLst>
                <a:ext uri="{FF2B5EF4-FFF2-40B4-BE49-F238E27FC236}">
                  <a16:creationId xmlns:a16="http://schemas.microsoft.com/office/drawing/2014/main" id="{15A69D0D-B718-10F9-6D6F-311E57156EE5}"/>
                </a:ext>
              </a:extLst>
            </p:cNvPr>
            <p:cNvCxnSpPr>
              <a:cxnSpLocks/>
              <a:stCxn id="51" idx="1"/>
              <a:endCxn id="20" idx="0"/>
            </p:cNvCxnSpPr>
            <p:nvPr/>
          </p:nvCxnSpPr>
          <p:spPr>
            <a:xfrm rot="10800000" flipV="1">
              <a:off x="5017895" y="5352608"/>
              <a:ext cx="1183652" cy="234845"/>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53" name="ZoneTexte 152">
              <a:extLst>
                <a:ext uri="{FF2B5EF4-FFF2-40B4-BE49-F238E27FC236}">
                  <a16:creationId xmlns:a16="http://schemas.microsoft.com/office/drawing/2014/main" id="{045AA3A2-597C-B55E-E3BE-FA31CF8AD3D3}"/>
                </a:ext>
              </a:extLst>
            </p:cNvPr>
            <p:cNvSpPr txBox="1"/>
            <p:nvPr/>
          </p:nvSpPr>
          <p:spPr>
            <a:xfrm>
              <a:off x="5789779" y="5099678"/>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sp>
        <p:nvSpPr>
          <p:cNvPr id="155" name="Organigramme : Alternative 154">
            <a:extLst>
              <a:ext uri="{FF2B5EF4-FFF2-40B4-BE49-F238E27FC236}">
                <a16:creationId xmlns:a16="http://schemas.microsoft.com/office/drawing/2014/main" id="{E029C523-EA05-421D-1865-086A03202CFA}"/>
              </a:ext>
            </a:extLst>
          </p:cNvPr>
          <p:cNvSpPr/>
          <p:nvPr/>
        </p:nvSpPr>
        <p:spPr>
          <a:xfrm>
            <a:off x="7603638" y="1254910"/>
            <a:ext cx="4282846" cy="3751163"/>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 règles reconnues comme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applicables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ET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qu’on sait évaluer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(ex : politique SSI).</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 l’absence de socle, choisir un «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simple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 (ex : Guide sécurité de la CNIL) ou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générique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(ex : ISO/IEC 27002).</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D’abord expliquer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comment chaque règle est appliquée, ou pourquoi elle ne l’est pas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(cf. déclaration d’applicabilité de l’ISO/IEC 27001).</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Ensuite,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vérifier l’application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des règles : déclaratif, contrôle interne, audit, etc.</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Enfin,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déterminer les actions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rectifier.</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la suite de l’étude, considérer que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est appliqué</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21" name="ZoneTexte 20">
            <a:extLst>
              <a:ext uri="{FF2B5EF4-FFF2-40B4-BE49-F238E27FC236}">
                <a16:creationId xmlns:a16="http://schemas.microsoft.com/office/drawing/2014/main" id="{009F349A-D5A0-E11D-19FB-549A2922855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39201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ipe(left)">
                                      <p:cBhvr>
                                        <p:cTn id="21" dur="500"/>
                                        <p:tgtEl>
                                          <p:spTgt spid="1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wipe(right)">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ipe(up)">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155">
                                            <p:bg/>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5"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Exercice collégial</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54</a:t>
            </a:fld>
            <a:endParaRPr lang="fr-FR" noProof="0"/>
          </a:p>
        </p:txBody>
      </p:sp>
      <p:sp>
        <p:nvSpPr>
          <p:cNvPr id="3" name="Espace réservé du texte 2">
            <a:extLst>
              <a:ext uri="{FF2B5EF4-FFF2-40B4-BE49-F238E27FC236}">
                <a16:creationId xmlns:a16="http://schemas.microsoft.com/office/drawing/2014/main" id="{6C4DAFB0-8486-BAB2-6809-1F6394D5CDDC}"/>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29" name="Group 83">
            <a:extLst>
              <a:ext uri="{FF2B5EF4-FFF2-40B4-BE49-F238E27FC236}">
                <a16:creationId xmlns:a16="http://schemas.microsoft.com/office/drawing/2014/main" id="{45AB1589-3110-7DD1-458A-F5E05BFC4C71}"/>
              </a:ext>
            </a:extLst>
          </p:cNvPr>
          <p:cNvGraphicFramePr>
            <a:graphicFrameLocks noGrp="1"/>
          </p:cNvGraphicFramePr>
          <p:nvPr>
            <p:extLst>
              <p:ext uri="{D42A27DB-BD31-4B8C-83A1-F6EECF244321}">
                <p14:modId xmlns:p14="http://schemas.microsoft.com/office/powerpoint/2010/main" val="1520142583"/>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pic>
        <p:nvPicPr>
          <p:cNvPr id="30" name="Image 29">
            <a:extLst>
              <a:ext uri="{FF2B5EF4-FFF2-40B4-BE49-F238E27FC236}">
                <a16:creationId xmlns:a16="http://schemas.microsoft.com/office/drawing/2014/main" id="{EA91FFAA-EF36-C4D7-0EE9-7A0A2444CFF1}"/>
              </a:ext>
            </a:extLst>
          </p:cNvPr>
          <p:cNvPicPr>
            <a:picLocks noChangeAspect="1"/>
          </p:cNvPicPr>
          <p:nvPr/>
        </p:nvPicPr>
        <p:blipFill>
          <a:blip r:embed="rId8"/>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52136272-37E5-AD91-EB44-D12880912C5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05092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Correction</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55</a:t>
            </a:fld>
            <a:endParaRPr lang="fr-FR" noProof="0"/>
          </a:p>
        </p:txBody>
      </p:sp>
      <p:sp>
        <p:nvSpPr>
          <p:cNvPr id="29" name="Espace réservé du texte 28">
            <a:extLst>
              <a:ext uri="{FF2B5EF4-FFF2-40B4-BE49-F238E27FC236}">
                <a16:creationId xmlns:a16="http://schemas.microsoft.com/office/drawing/2014/main" id="{E84FACD5-1FF2-9DD3-E604-A5E74D2B27F9}"/>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7" name="Group 83">
            <a:extLst>
              <a:ext uri="{FF2B5EF4-FFF2-40B4-BE49-F238E27FC236}">
                <a16:creationId xmlns:a16="http://schemas.microsoft.com/office/drawing/2014/main" id="{FAFFBB0E-3CAD-281C-9B43-6C4D9A429776}"/>
              </a:ext>
            </a:extLst>
          </p:cNvPr>
          <p:cNvGraphicFramePr>
            <a:graphicFrameLocks noGrp="1"/>
          </p:cNvGraphicFramePr>
          <p:nvPr>
            <p:extLst>
              <p:ext uri="{D42A27DB-BD31-4B8C-83A1-F6EECF244321}">
                <p14:modId xmlns:p14="http://schemas.microsoft.com/office/powerpoint/2010/main" val="1523769397"/>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23" name="Groupe 22">
            <a:extLst>
              <a:ext uri="{FF2B5EF4-FFF2-40B4-BE49-F238E27FC236}">
                <a16:creationId xmlns:a16="http://schemas.microsoft.com/office/drawing/2014/main" id="{499A5FFD-AB48-FEBA-A554-AE8868DB2559}"/>
              </a:ext>
            </a:extLst>
          </p:cNvPr>
          <p:cNvGrpSpPr/>
          <p:nvPr/>
        </p:nvGrpSpPr>
        <p:grpSpPr>
          <a:xfrm>
            <a:off x="6262904" y="2520037"/>
            <a:ext cx="5687199" cy="371786"/>
            <a:chOff x="6354344" y="2997557"/>
            <a:chExt cx="5687199" cy="371786"/>
          </a:xfrm>
        </p:grpSpPr>
        <p:pic>
          <p:nvPicPr>
            <p:cNvPr id="9" name="Picture 2" descr="\\intranet.fr\sgdsn\utilisateurs\mesdocuments\duclos-j\My Pictures\icons\error.png">
              <a:extLst>
                <a:ext uri="{FF2B5EF4-FFF2-40B4-BE49-F238E27FC236}">
                  <a16:creationId xmlns:a16="http://schemas.microsoft.com/office/drawing/2014/main" id="{4BF8BE48-22DC-D991-E116-5100AF67596D}"/>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F5A719DE-9AF0-9A20-C73D-45B99B846874}"/>
                </a:ext>
              </a:extLst>
            </p:cNvPr>
            <p:cNvSpPr txBox="1"/>
            <p:nvPr/>
          </p:nvSpPr>
          <p:spPr>
            <a:xfrm>
              <a:off x="7142125" y="2997557"/>
              <a:ext cx="4899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Ben non ! Trop large ou applicable à UN traitement</a:t>
              </a:r>
            </a:p>
          </p:txBody>
        </p:sp>
      </p:grpSp>
      <p:grpSp>
        <p:nvGrpSpPr>
          <p:cNvPr id="24" name="Groupe 23">
            <a:extLst>
              <a:ext uri="{FF2B5EF4-FFF2-40B4-BE49-F238E27FC236}">
                <a16:creationId xmlns:a16="http://schemas.microsoft.com/office/drawing/2014/main" id="{66BC6225-C0BA-031F-F7AF-E78C78BD8A5C}"/>
              </a:ext>
            </a:extLst>
          </p:cNvPr>
          <p:cNvGrpSpPr/>
          <p:nvPr/>
        </p:nvGrpSpPr>
        <p:grpSpPr>
          <a:xfrm>
            <a:off x="6262886" y="3095468"/>
            <a:ext cx="5004787" cy="370650"/>
            <a:chOff x="6354326" y="3572988"/>
            <a:chExt cx="5004787" cy="370650"/>
          </a:xfrm>
        </p:grpSpPr>
        <p:pic>
          <p:nvPicPr>
            <p:cNvPr id="10" name="Picture 3" descr="\\intranet.fr\sgdsn\utilisateurs\mesdocuments\duclos-j\My Pictures\icons\checked.png">
              <a:extLst>
                <a:ext uri="{FF2B5EF4-FFF2-40B4-BE49-F238E27FC236}">
                  <a16:creationId xmlns:a16="http://schemas.microsoft.com/office/drawing/2014/main" id="{80FB8F34-A447-4055-8AF5-85160AE35C8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3583599"/>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7" name="ZoneTexte 16">
              <a:extLst>
                <a:ext uri="{FF2B5EF4-FFF2-40B4-BE49-F238E27FC236}">
                  <a16:creationId xmlns:a16="http://schemas.microsoft.com/office/drawing/2014/main" id="{321AB17C-3213-597C-DCC7-9C6A932D01F6}"/>
                </a:ext>
              </a:extLst>
            </p:cNvPr>
            <p:cNvSpPr txBox="1"/>
            <p:nvPr/>
          </p:nvSpPr>
          <p:spPr>
            <a:xfrm>
              <a:off x="7142125" y="3572988"/>
              <a:ext cx="421698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si l’organisme sait comment l’appliquer</a:t>
              </a:r>
            </a:p>
          </p:txBody>
        </p:sp>
      </p:grpSp>
      <p:grpSp>
        <p:nvGrpSpPr>
          <p:cNvPr id="25" name="Groupe 24">
            <a:extLst>
              <a:ext uri="{FF2B5EF4-FFF2-40B4-BE49-F238E27FC236}">
                <a16:creationId xmlns:a16="http://schemas.microsoft.com/office/drawing/2014/main" id="{5F48D297-C1C6-C3A5-7078-CEB143A64369}"/>
              </a:ext>
            </a:extLst>
          </p:cNvPr>
          <p:cNvGrpSpPr/>
          <p:nvPr/>
        </p:nvGrpSpPr>
        <p:grpSpPr>
          <a:xfrm>
            <a:off x="6262886" y="3670899"/>
            <a:ext cx="3693916" cy="369514"/>
            <a:chOff x="6354326" y="4148419"/>
            <a:chExt cx="3693916" cy="369514"/>
          </a:xfrm>
        </p:grpSpPr>
        <p:pic>
          <p:nvPicPr>
            <p:cNvPr id="11" name="Picture 3" descr="\\intranet.fr\sgdsn\utilisateurs\mesdocuments\duclos-j\My Pictures\icons\checked.png">
              <a:extLst>
                <a:ext uri="{FF2B5EF4-FFF2-40B4-BE49-F238E27FC236}">
                  <a16:creationId xmlns:a16="http://schemas.microsoft.com/office/drawing/2014/main" id="{58A36669-6CCB-41D8-27FF-74A055ECD81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4157894"/>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8" name="ZoneTexte 17">
              <a:extLst>
                <a:ext uri="{FF2B5EF4-FFF2-40B4-BE49-F238E27FC236}">
                  <a16:creationId xmlns:a16="http://schemas.microsoft.com/office/drawing/2014/main" id="{867227C5-ADE3-779C-82DE-9B809136D173}"/>
                </a:ext>
              </a:extLst>
            </p:cNvPr>
            <p:cNvSpPr txBox="1"/>
            <p:nvPr/>
          </p:nvSpPr>
          <p:spPr>
            <a:xfrm>
              <a:off x="7142125" y="4148419"/>
              <a:ext cx="2906117"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sauf s’il y a une politique</a:t>
              </a:r>
            </a:p>
          </p:txBody>
        </p:sp>
      </p:grpSp>
      <p:grpSp>
        <p:nvGrpSpPr>
          <p:cNvPr id="26" name="Groupe 25">
            <a:extLst>
              <a:ext uri="{FF2B5EF4-FFF2-40B4-BE49-F238E27FC236}">
                <a16:creationId xmlns:a16="http://schemas.microsoft.com/office/drawing/2014/main" id="{098B4E33-2391-DB73-99D8-18298DF22A35}"/>
              </a:ext>
            </a:extLst>
          </p:cNvPr>
          <p:cNvGrpSpPr/>
          <p:nvPr/>
        </p:nvGrpSpPr>
        <p:grpSpPr>
          <a:xfrm>
            <a:off x="6262904" y="4246330"/>
            <a:ext cx="5963109" cy="369332"/>
            <a:chOff x="6354344" y="4723850"/>
            <a:chExt cx="5963109" cy="369332"/>
          </a:xfrm>
        </p:grpSpPr>
        <p:pic>
          <p:nvPicPr>
            <p:cNvPr id="13" name="Picture 2" descr="\\intranet.fr\sgdsn\utilisateurs\mesdocuments\duclos-j\My Pictures\icons\error.png">
              <a:extLst>
                <a:ext uri="{FF2B5EF4-FFF2-40B4-BE49-F238E27FC236}">
                  <a16:creationId xmlns:a16="http://schemas.microsoft.com/office/drawing/2014/main" id="{85146A74-B17C-F25E-8FFB-7448CC468B3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473218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B56CFE07-1525-5046-7324-2E62FF8B20AD}"/>
                </a:ext>
              </a:extLst>
            </p:cNvPr>
            <p:cNvSpPr txBox="1"/>
            <p:nvPr/>
          </p:nvSpPr>
          <p:spPr>
            <a:xfrm>
              <a:off x="7142125" y="4723850"/>
              <a:ext cx="517532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plus, trop large, pas assez directement applicable</a:t>
              </a:r>
            </a:p>
          </p:txBody>
        </p:sp>
      </p:grpSp>
      <p:grpSp>
        <p:nvGrpSpPr>
          <p:cNvPr id="27" name="Groupe 26">
            <a:extLst>
              <a:ext uri="{FF2B5EF4-FFF2-40B4-BE49-F238E27FC236}">
                <a16:creationId xmlns:a16="http://schemas.microsoft.com/office/drawing/2014/main" id="{AEC3205C-2125-0F5D-E301-B42A2319BF91}"/>
              </a:ext>
            </a:extLst>
          </p:cNvPr>
          <p:cNvGrpSpPr/>
          <p:nvPr/>
        </p:nvGrpSpPr>
        <p:grpSpPr>
          <a:xfrm>
            <a:off x="6262886" y="4821761"/>
            <a:ext cx="4587237" cy="369332"/>
            <a:chOff x="6354326" y="5299281"/>
            <a:chExt cx="4587237" cy="369332"/>
          </a:xfrm>
        </p:grpSpPr>
        <p:pic>
          <p:nvPicPr>
            <p:cNvPr id="12" name="Picture 3" descr="\\intranet.fr\sgdsn\utilisateurs\mesdocuments\duclos-j\My Pictures\icons\checked.png">
              <a:extLst>
                <a:ext uri="{FF2B5EF4-FFF2-40B4-BE49-F238E27FC236}">
                  <a16:creationId xmlns:a16="http://schemas.microsoft.com/office/drawing/2014/main" id="{A136E11A-B127-2FF6-7460-B14C2395CCB8}"/>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5306445"/>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20" name="ZoneTexte 19">
              <a:extLst>
                <a:ext uri="{FF2B5EF4-FFF2-40B4-BE49-F238E27FC236}">
                  <a16:creationId xmlns:a16="http://schemas.microsoft.com/office/drawing/2014/main" id="{2175EBE5-E3FD-D64A-36A1-5017E9A74D99}"/>
                </a:ext>
              </a:extLst>
            </p:cNvPr>
            <p:cNvSpPr txBox="1"/>
            <p:nvPr/>
          </p:nvSpPr>
          <p:spPr>
            <a:xfrm>
              <a:off x="7142125" y="5299281"/>
              <a:ext cx="379943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une bonne idée si pas de politique</a:t>
              </a:r>
            </a:p>
          </p:txBody>
        </p:sp>
      </p:grpSp>
      <p:grpSp>
        <p:nvGrpSpPr>
          <p:cNvPr id="28" name="Groupe 27">
            <a:extLst>
              <a:ext uri="{FF2B5EF4-FFF2-40B4-BE49-F238E27FC236}">
                <a16:creationId xmlns:a16="http://schemas.microsoft.com/office/drawing/2014/main" id="{4686C5A7-DF0D-DBCF-303F-294373A92440}"/>
              </a:ext>
            </a:extLst>
          </p:cNvPr>
          <p:cNvGrpSpPr/>
          <p:nvPr/>
        </p:nvGrpSpPr>
        <p:grpSpPr>
          <a:xfrm>
            <a:off x="6262904" y="5397191"/>
            <a:ext cx="5405712" cy="369332"/>
            <a:chOff x="6354344" y="5874711"/>
            <a:chExt cx="5405712" cy="369332"/>
          </a:xfrm>
        </p:grpSpPr>
        <p:pic>
          <p:nvPicPr>
            <p:cNvPr id="14" name="Picture 2" descr="\\intranet.fr\sgdsn\utilisateurs\mesdocuments\duclos-j\My Pictures\icons\error.png">
              <a:extLst>
                <a:ext uri="{FF2B5EF4-FFF2-40B4-BE49-F238E27FC236}">
                  <a16:creationId xmlns:a16="http://schemas.microsoft.com/office/drawing/2014/main" id="{076DB26C-0E8A-1FEC-4AFC-12D7F492F60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588073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ZoneTexte 20">
              <a:extLst>
                <a:ext uri="{FF2B5EF4-FFF2-40B4-BE49-F238E27FC236}">
                  <a16:creationId xmlns:a16="http://schemas.microsoft.com/office/drawing/2014/main" id="{4B8A5F03-CBF8-B05E-D9C1-08FA5EFF6F49}"/>
                </a:ext>
              </a:extLst>
            </p:cNvPr>
            <p:cNvSpPr txBox="1"/>
            <p:nvPr/>
          </p:nvSpPr>
          <p:spPr>
            <a:xfrm>
              <a:off x="7142125" y="5874711"/>
              <a:ext cx="461793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pas applicable aux données non classifiées</a:t>
              </a:r>
            </a:p>
          </p:txBody>
        </p:sp>
      </p:grpSp>
      <p:pic>
        <p:nvPicPr>
          <p:cNvPr id="3" name="Image 2">
            <a:extLst>
              <a:ext uri="{FF2B5EF4-FFF2-40B4-BE49-F238E27FC236}">
                <a16:creationId xmlns:a16="http://schemas.microsoft.com/office/drawing/2014/main" id="{B040AEC4-5310-8CFA-F105-20F62016B677}"/>
              </a:ext>
            </a:extLst>
          </p:cNvPr>
          <p:cNvPicPr>
            <a:picLocks noChangeAspect="1"/>
          </p:cNvPicPr>
          <p:nvPr/>
        </p:nvPicPr>
        <p:blipFill>
          <a:blip r:embed="rId10"/>
          <a:stretch>
            <a:fillRect/>
          </a:stretch>
        </p:blipFill>
        <p:spPr>
          <a:xfrm>
            <a:off x="11112000" y="0"/>
            <a:ext cx="1080000" cy="1080000"/>
          </a:xfrm>
          <a:prstGeom prst="rect">
            <a:avLst/>
          </a:prstGeom>
        </p:spPr>
      </p:pic>
      <p:grpSp>
        <p:nvGrpSpPr>
          <p:cNvPr id="31" name="Groupe 30">
            <a:extLst>
              <a:ext uri="{FF2B5EF4-FFF2-40B4-BE49-F238E27FC236}">
                <a16:creationId xmlns:a16="http://schemas.microsoft.com/office/drawing/2014/main" id="{E1145236-CD6A-E50D-CE87-F8F0EF596ABF}"/>
              </a:ext>
            </a:extLst>
          </p:cNvPr>
          <p:cNvGrpSpPr/>
          <p:nvPr/>
        </p:nvGrpSpPr>
        <p:grpSpPr>
          <a:xfrm>
            <a:off x="6256280" y="1938788"/>
            <a:ext cx="2892223" cy="375150"/>
            <a:chOff x="6256280" y="2182628"/>
            <a:chExt cx="2892223" cy="375150"/>
          </a:xfrm>
        </p:grpSpPr>
        <p:sp>
          <p:nvSpPr>
            <p:cNvPr id="15" name="ZoneTexte 14">
              <a:extLst>
                <a:ext uri="{FF2B5EF4-FFF2-40B4-BE49-F238E27FC236}">
                  <a16:creationId xmlns:a16="http://schemas.microsoft.com/office/drawing/2014/main" id="{0B8B79AC-557E-8810-F027-2FBC3CA5FE76}"/>
                </a:ext>
              </a:extLst>
            </p:cNvPr>
            <p:cNvSpPr txBox="1"/>
            <p:nvPr/>
          </p:nvSpPr>
          <p:spPr>
            <a:xfrm>
              <a:off x="7050685" y="2188446"/>
              <a:ext cx="20978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 n’y en a pas…</a:t>
              </a:r>
            </a:p>
          </p:txBody>
        </p:sp>
        <p:pic>
          <p:nvPicPr>
            <p:cNvPr id="30" name="Picture 2" descr="\\intranet.fr\sgdsn\utilisateurs\mesdocuments\duclos-j\My Pictures\icons\error.png">
              <a:extLst>
                <a:ext uri="{FF2B5EF4-FFF2-40B4-BE49-F238E27FC236}">
                  <a16:creationId xmlns:a16="http://schemas.microsoft.com/office/drawing/2014/main" id="{7463F39A-6706-5A55-418A-FFAC2EADF9D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256280" y="2182628"/>
              <a:ext cx="360000" cy="360000"/>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ZoneTexte 7">
            <a:extLst>
              <a:ext uri="{FF2B5EF4-FFF2-40B4-BE49-F238E27FC236}">
                <a16:creationId xmlns:a16="http://schemas.microsoft.com/office/drawing/2014/main" id="{9B78FD8A-5FFF-859F-160F-522F3C1E7D8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49371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BA69A9-95FC-1F46-5194-CFA4F6E18817}"/>
              </a:ext>
            </a:extLst>
          </p:cNvPr>
          <p:cNvSpPr>
            <a:spLocks noGrp="1"/>
          </p:cNvSpPr>
          <p:nvPr>
            <p:ph type="title"/>
          </p:nvPr>
        </p:nvSpPr>
        <p:spPr/>
        <p:txBody>
          <a:bodyPr>
            <a:normAutofit fontScale="90000"/>
          </a:bodyPr>
          <a:lstStyle/>
          <a:p>
            <a:r>
              <a:rPr lang="fr-FR" dirty="0"/>
              <a:t>Comment évaluer la conformité au socle ?</a:t>
            </a:r>
          </a:p>
        </p:txBody>
      </p:sp>
      <p:graphicFrame>
        <p:nvGraphicFramePr>
          <p:cNvPr id="7" name="Espace réservé du contenu 6">
            <a:extLst>
              <a:ext uri="{FF2B5EF4-FFF2-40B4-BE49-F238E27FC236}">
                <a16:creationId xmlns:a16="http://schemas.microsoft.com/office/drawing/2014/main" id="{72BCD1BC-2F4F-3639-D514-73B44FBACC4F}"/>
              </a:ext>
            </a:extLst>
          </p:cNvPr>
          <p:cNvGraphicFramePr>
            <a:graphicFrameLocks noGrp="1"/>
          </p:cNvGraphicFramePr>
          <p:nvPr>
            <p:ph idx="1"/>
            <p:extLst>
              <p:ext uri="{D42A27DB-BD31-4B8C-83A1-F6EECF244321}">
                <p14:modId xmlns:p14="http://schemas.microsoft.com/office/powerpoint/2010/main" val="11300953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11F4039-5322-0CDF-968B-0D6529E155A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216E9A7-58A4-F073-D56A-A3C2802D582F}"/>
              </a:ext>
            </a:extLst>
          </p:cNvPr>
          <p:cNvSpPr>
            <a:spLocks noGrp="1"/>
          </p:cNvSpPr>
          <p:nvPr>
            <p:ph type="sldNum" sz="quarter" idx="12"/>
          </p:nvPr>
        </p:nvSpPr>
        <p:spPr/>
        <p:txBody>
          <a:bodyPr/>
          <a:lstStyle/>
          <a:p>
            <a:pPr rtl="0"/>
            <a:fld id="{294A09A9-5501-47C1-A89A-A340965A2BE2}" type="slidenum">
              <a:rPr lang="fr-FR" noProof="0" smtClean="0"/>
              <a:t>56</a:t>
            </a:fld>
            <a:endParaRPr lang="fr-FR" noProof="0"/>
          </a:p>
        </p:txBody>
      </p:sp>
      <p:sp>
        <p:nvSpPr>
          <p:cNvPr id="4" name="Espace réservé de la date 3">
            <a:extLst>
              <a:ext uri="{FF2B5EF4-FFF2-40B4-BE49-F238E27FC236}">
                <a16:creationId xmlns:a16="http://schemas.microsoft.com/office/drawing/2014/main" id="{E4F9559F-E54F-87EA-94AC-0DC98D1DA57F}"/>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60EE5629-A2EC-2967-6F80-CFDBEA8AC2E9}"/>
              </a:ext>
            </a:extLst>
          </p:cNvPr>
          <p:cNvSpPr>
            <a:spLocks noGrp="1"/>
          </p:cNvSpPr>
          <p:nvPr>
            <p:ph type="body" sz="quarter" idx="13"/>
          </p:nvPr>
        </p:nvSpPr>
        <p:spPr/>
        <p:txBody>
          <a:bodyPr/>
          <a:lstStyle/>
          <a:p>
            <a:r>
              <a:rPr lang="fr-FR" dirty="0"/>
              <a:t>Plusieurs solutions cumulables</a:t>
            </a:r>
          </a:p>
        </p:txBody>
      </p:sp>
      <p:sp>
        <p:nvSpPr>
          <p:cNvPr id="3" name="ZoneTexte 2">
            <a:extLst>
              <a:ext uri="{FF2B5EF4-FFF2-40B4-BE49-F238E27FC236}">
                <a16:creationId xmlns:a16="http://schemas.microsoft.com/office/drawing/2014/main" id="{B5E59246-1005-535C-EB14-0C4B2320CD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16603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9E7A3D8D-FF03-4982-AD80-D5A59BAC7F58}"/>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AD4991C8-6D39-423A-9EEB-F18FCD2FE17C}"/>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graphicEl>
                                              <a:dgm id="{30D2236A-8669-4B39-89AB-E148CD5D0CA6}"/>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graphicEl>
                                              <a:dgm id="{835D5477-A361-460A-BB65-B43695830355}"/>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graphicEl>
                                              <a:dgm id="{946177F8-AFA6-4BBA-BB0F-2F051C53F816}"/>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graphicEl>
                                              <a:dgm id="{F421F45B-BEB4-4B28-9A1A-D1EB45FBB03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BD1DE19C-3358-4A38-9D88-F9E4D68D5A5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59295B1B-DC77-4C83-8879-3ED51ABDAAC6}"/>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graphicEl>
                                              <a:dgm id="{2435BB65-D734-482B-951B-3AC4F4939810}"/>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graphicEl>
                                              <a:dgm id="{98AF2808-BDCE-4AAC-9C5B-8465EB00C5C7}"/>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graphicEl>
                                              <a:dgm id="{9C4681C3-7CA3-48D5-90BA-7FAA854AC594}"/>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graphicEl>
                                              <a:dgm id="{ED3827B0-7F1E-4319-BD34-787CEBA0A58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rev="1"/>
        </p:bldSub>
      </p:bldGraphic>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A47DC-C125-AB24-1005-986089DF869B}"/>
              </a:ext>
            </a:extLst>
          </p:cNvPr>
          <p:cNvSpPr>
            <a:spLocks noGrp="1"/>
          </p:cNvSpPr>
          <p:nvPr>
            <p:ph type="title"/>
          </p:nvPr>
        </p:nvSpPr>
        <p:spPr/>
        <p:txBody>
          <a:bodyPr>
            <a:normAutofit fontScale="90000"/>
          </a:bodyPr>
          <a:lstStyle/>
          <a:p>
            <a:r>
              <a:rPr lang="fr-FR" dirty="0">
                <a:solidFill>
                  <a:schemeClr val="tx1"/>
                </a:solidFill>
              </a:rPr>
              <a:t>Les bonnes pratiques traitent les risques standards et non ciblés</a:t>
            </a:r>
          </a:p>
        </p:txBody>
      </p:sp>
      <p:sp>
        <p:nvSpPr>
          <p:cNvPr id="7" name="Espace réservé du contenu 6">
            <a:extLst>
              <a:ext uri="{FF2B5EF4-FFF2-40B4-BE49-F238E27FC236}">
                <a16:creationId xmlns:a16="http://schemas.microsoft.com/office/drawing/2014/main" id="{BA002C44-9800-6766-F1EF-9ACCB3D8F556}"/>
              </a:ext>
            </a:extLst>
          </p:cNvPr>
          <p:cNvSpPr>
            <a:spLocks noGrp="1"/>
          </p:cNvSpPr>
          <p:nvPr>
            <p:ph sz="half" idx="2"/>
          </p:nvPr>
        </p:nvSpPr>
        <p:spPr/>
        <p:txBody>
          <a:bodyPr>
            <a:normAutofit fontScale="85000" lnSpcReduction="20000"/>
          </a:bodyPr>
          <a:lstStyle/>
          <a:p>
            <a:r>
              <a:rPr lang="fr-FR" b="1" dirty="0"/>
              <a:t>Les règles qu’on s’est engagé à respecter suffisent à traiter la plupart des risques</a:t>
            </a:r>
          </a:p>
          <a:p>
            <a:pPr lvl="1"/>
            <a:r>
              <a:rPr lang="fr-FR" dirty="0"/>
              <a:t>Les bonnes pratiques sont reconnues comme efficaces</a:t>
            </a:r>
          </a:p>
          <a:p>
            <a:pPr lvl="1"/>
            <a:r>
              <a:rPr lang="fr-FR" dirty="0"/>
              <a:t>Elles protègent disponibilité, intégrité et confidentialité des données</a:t>
            </a:r>
          </a:p>
          <a:p>
            <a:pPr lvl="1"/>
            <a:r>
              <a:rPr lang="fr-FR" dirty="0"/>
              <a:t>Les causes accidentelles</a:t>
            </a:r>
          </a:p>
          <a:p>
            <a:pPr lvl="1"/>
            <a:r>
              <a:rPr lang="fr-FR" dirty="0"/>
              <a:t>Les causes délibérées</a:t>
            </a:r>
          </a:p>
          <a:p>
            <a:endParaRPr lang="fr-FR" dirty="0"/>
          </a:p>
          <a:p>
            <a:r>
              <a:rPr lang="fr-FR" b="1" dirty="0"/>
              <a:t>Des vérifications doivent toutefois être faites</a:t>
            </a:r>
          </a:p>
          <a:p>
            <a:pPr lvl="1"/>
            <a:r>
              <a:rPr lang="fr-FR" dirty="0"/>
              <a:t>Sont-elles réellement appliquées ?</a:t>
            </a:r>
          </a:p>
          <a:p>
            <a:pPr lvl="1"/>
            <a:r>
              <a:rPr lang="fr-FR" dirty="0"/>
              <a:t>Ne peuvent-elles pas être améliorées ?</a:t>
            </a:r>
          </a:p>
          <a:p>
            <a:pPr lvl="1"/>
            <a:endParaRPr lang="fr-FR" dirty="0"/>
          </a:p>
        </p:txBody>
      </p:sp>
      <p:sp>
        <p:nvSpPr>
          <p:cNvPr id="4" name="Espace réservé de la date 3">
            <a:extLst>
              <a:ext uri="{FF2B5EF4-FFF2-40B4-BE49-F238E27FC236}">
                <a16:creationId xmlns:a16="http://schemas.microsoft.com/office/drawing/2014/main" id="{A3A3438E-C611-EE91-C8E8-71D0331EA63B}"/>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C863325E-3E53-D640-0935-4F0AB51A1D3F}"/>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CCC2550-784A-4F49-63D2-388C9912D166}"/>
              </a:ext>
            </a:extLst>
          </p:cNvPr>
          <p:cNvSpPr>
            <a:spLocks noGrp="1"/>
          </p:cNvSpPr>
          <p:nvPr>
            <p:ph type="sldNum" sz="quarter" idx="12"/>
          </p:nvPr>
        </p:nvSpPr>
        <p:spPr/>
        <p:txBody>
          <a:bodyPr/>
          <a:lstStyle/>
          <a:p>
            <a:pPr rtl="0"/>
            <a:fld id="{294A09A9-5501-47C1-A89A-A340965A2BE2}" type="slidenum">
              <a:rPr lang="fr-FR" noProof="0" smtClean="0"/>
              <a:t>57</a:t>
            </a:fld>
            <a:endParaRPr lang="fr-FR" noProof="0"/>
          </a:p>
        </p:txBody>
      </p:sp>
      <p:pic>
        <p:nvPicPr>
          <p:cNvPr id="8" name="Espace réservé du contenu 7" descr="Une image contenant texte, Police, logo, conception&#10;&#10;Description générée automatiquement">
            <a:extLst>
              <a:ext uri="{FF2B5EF4-FFF2-40B4-BE49-F238E27FC236}">
                <a16:creationId xmlns:a16="http://schemas.microsoft.com/office/drawing/2014/main" id="{ACF20237-C35C-9B8B-2BF1-8345F8FBF799}"/>
              </a:ext>
            </a:extLst>
          </p:cNvPr>
          <p:cNvPicPr>
            <a:picLocks noGrp="1" noChangeAspect="1"/>
          </p:cNvPicPr>
          <p:nvPr>
            <p:ph sz="half" idx="1"/>
          </p:nvPr>
        </p:nvPicPr>
        <p:blipFill>
          <a:blip r:embed="rId2"/>
          <a:stretch>
            <a:fillRect/>
          </a:stretch>
        </p:blipFill>
        <p:spPr>
          <a:xfrm>
            <a:off x="838200" y="1834198"/>
            <a:ext cx="5181600" cy="4334192"/>
          </a:xfrm>
          <a:prstGeom prst="rect">
            <a:avLst/>
          </a:prstGeom>
        </p:spPr>
      </p:pic>
      <p:sp>
        <p:nvSpPr>
          <p:cNvPr id="3" name="ZoneTexte 2">
            <a:extLst>
              <a:ext uri="{FF2B5EF4-FFF2-40B4-BE49-F238E27FC236}">
                <a16:creationId xmlns:a16="http://schemas.microsoft.com/office/drawing/2014/main" id="{04892078-65B0-9D82-0FE4-250114A29EE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362970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14816-53FB-96DA-B1B9-22E11DCC4B0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194686-05D5-BDE3-D703-59767F261423}"/>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21D4311F-57E4-689A-A862-432F591D091E}"/>
              </a:ext>
            </a:extLst>
          </p:cNvPr>
          <p:cNvSpPr>
            <a:spLocks noGrp="1"/>
          </p:cNvSpPr>
          <p:nvPr>
            <p:ph idx="1"/>
          </p:nvPr>
        </p:nvSpPr>
        <p:spPr>
          <a:xfrm>
            <a:off x="838200" y="1825625"/>
            <a:ext cx="10515600" cy="2925228"/>
          </a:xfrm>
        </p:spPr>
        <p:txBody>
          <a:bodyPr>
            <a:normAutofit lnSpcReduction="10000"/>
          </a:bodyPr>
          <a:lstStyle/>
          <a:p>
            <a:r>
              <a:rPr lang="fr-FR" dirty="0"/>
              <a:t>Oui ! On peut d’ores-et-déjà déterminer des mesures complémentaires au socle</a:t>
            </a:r>
          </a:p>
          <a:p>
            <a:pPr lvl="1"/>
            <a:r>
              <a:rPr lang="fr-FR" dirty="0"/>
              <a:t>Corriger les écarts</a:t>
            </a:r>
          </a:p>
          <a:p>
            <a:pPr lvl="1"/>
            <a:r>
              <a:rPr lang="fr-FR" dirty="0"/>
              <a:t>Améliorer les règles, notamment dans 3 cas</a:t>
            </a:r>
          </a:p>
          <a:p>
            <a:pPr lvl="2"/>
            <a:r>
              <a:rPr lang="fr-FR" dirty="0"/>
              <a:t>Si elles sont mal comprises</a:t>
            </a:r>
          </a:p>
          <a:p>
            <a:pPr lvl="2"/>
            <a:r>
              <a:rPr lang="fr-FR" dirty="0"/>
              <a:t>Si elles sont difficilement appliquées</a:t>
            </a:r>
          </a:p>
          <a:p>
            <a:pPr lvl="2"/>
            <a:r>
              <a:rPr lang="fr-FR" dirty="0"/>
              <a:t>Si elles divergent trop des bonnes pratiques (ISO/IEC 27002, recommandations de l’ANSSI, etc.)</a:t>
            </a:r>
          </a:p>
          <a:p>
            <a:pPr lvl="1"/>
            <a:endParaRPr lang="fr-FR" dirty="0"/>
          </a:p>
        </p:txBody>
      </p:sp>
      <p:sp>
        <p:nvSpPr>
          <p:cNvPr id="5" name="Espace réservé du pied de page 4">
            <a:extLst>
              <a:ext uri="{FF2B5EF4-FFF2-40B4-BE49-F238E27FC236}">
                <a16:creationId xmlns:a16="http://schemas.microsoft.com/office/drawing/2014/main" id="{FE7BAA0F-D51A-5FDF-863C-64B9D6584CE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D7F8E75-11BD-3CD8-E76D-FA8CEBBC67E1}"/>
              </a:ext>
            </a:extLst>
          </p:cNvPr>
          <p:cNvSpPr>
            <a:spLocks noGrp="1"/>
          </p:cNvSpPr>
          <p:nvPr>
            <p:ph type="sldNum" sz="quarter" idx="12"/>
          </p:nvPr>
        </p:nvSpPr>
        <p:spPr/>
        <p:txBody>
          <a:bodyPr/>
          <a:lstStyle/>
          <a:p>
            <a:pPr rtl="0"/>
            <a:fld id="{294A09A9-5501-47C1-A89A-A340965A2BE2}" type="slidenum">
              <a:rPr lang="fr-FR" noProof="0" smtClean="0"/>
              <a:t>58</a:t>
            </a:fld>
            <a:endParaRPr lang="fr-FR" noProof="0"/>
          </a:p>
        </p:txBody>
      </p:sp>
      <p:sp>
        <p:nvSpPr>
          <p:cNvPr id="4" name="Espace réservé de la date 3">
            <a:extLst>
              <a:ext uri="{FF2B5EF4-FFF2-40B4-BE49-F238E27FC236}">
                <a16:creationId xmlns:a16="http://schemas.microsoft.com/office/drawing/2014/main" id="{CE8919DB-0F23-0313-6630-E82DE0904906}"/>
              </a:ext>
            </a:extLst>
          </p:cNvPr>
          <p:cNvSpPr>
            <a:spLocks noGrp="1"/>
          </p:cNvSpPr>
          <p:nvPr>
            <p:ph type="dt" sz="half" idx="10"/>
          </p:nvPr>
        </p:nvSpPr>
        <p:spPr/>
        <p:txBody>
          <a:bodyPr/>
          <a:lstStyle/>
          <a:p>
            <a:pPr rtl="0"/>
            <a:r>
              <a:rPr lang="fr-FR" noProof="0"/>
              <a:t>14/10/2025</a:t>
            </a:r>
          </a:p>
        </p:txBody>
      </p:sp>
      <p:sp>
        <p:nvSpPr>
          <p:cNvPr id="10" name="Espace réservé du texte 9">
            <a:extLst>
              <a:ext uri="{FF2B5EF4-FFF2-40B4-BE49-F238E27FC236}">
                <a16:creationId xmlns:a16="http://schemas.microsoft.com/office/drawing/2014/main" id="{48B76EC1-2359-7377-DA45-D6FC7718833B}"/>
              </a:ext>
            </a:extLst>
          </p:cNvPr>
          <p:cNvSpPr>
            <a:spLocks noGrp="1"/>
          </p:cNvSpPr>
          <p:nvPr>
            <p:ph type="body" sz="quarter" idx="13"/>
          </p:nvPr>
        </p:nvSpPr>
        <p:spPr/>
        <p:txBody>
          <a:bodyPr/>
          <a:lstStyle/>
          <a:p>
            <a:r>
              <a:rPr lang="fr-FR" dirty="0"/>
              <a:t>Peut-on déterminer des mesures sur le socle de règles ?</a:t>
            </a:r>
          </a:p>
        </p:txBody>
      </p:sp>
      <p:pic>
        <p:nvPicPr>
          <p:cNvPr id="7" name="Image 6">
            <a:extLst>
              <a:ext uri="{FF2B5EF4-FFF2-40B4-BE49-F238E27FC236}">
                <a16:creationId xmlns:a16="http://schemas.microsoft.com/office/drawing/2014/main" id="{27C0D10E-F182-53DC-243C-4DFE1AA7B4B7}"/>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CB1CBB4A-70D7-6D3E-0812-333155E45474}"/>
              </a:ext>
            </a:extLst>
          </p:cNvPr>
          <p:cNvSpPr/>
          <p:nvPr/>
        </p:nvSpPr>
        <p:spPr>
          <a:xfrm>
            <a:off x="2174238" y="527025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045C87B2-CCDE-106F-9132-FBF9440FEEB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439898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DA32-99AB-2459-A5B1-A4D030EFAC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E55CF3-ED13-5942-93D9-82DC57B04C95}"/>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7CD282A6-06C2-B456-E37E-FA7AC9E6CCC2}"/>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A12875-FC6B-9DF5-BC72-F02C66BE5A8F}"/>
              </a:ext>
            </a:extLst>
          </p:cNvPr>
          <p:cNvSpPr>
            <a:spLocks noGrp="1"/>
          </p:cNvSpPr>
          <p:nvPr>
            <p:ph type="sldNum" sz="quarter" idx="12"/>
          </p:nvPr>
        </p:nvSpPr>
        <p:spPr/>
        <p:txBody>
          <a:bodyPr/>
          <a:lstStyle/>
          <a:p>
            <a:pPr rtl="0"/>
            <a:fld id="{294A09A9-5501-47C1-A89A-A340965A2BE2}" type="slidenum">
              <a:rPr lang="fr-FR" noProof="0" smtClean="0"/>
              <a:t>59</a:t>
            </a:fld>
            <a:endParaRPr lang="fr-FR" noProof="0"/>
          </a:p>
        </p:txBody>
      </p:sp>
      <p:sp>
        <p:nvSpPr>
          <p:cNvPr id="4" name="Espace réservé de la date 3">
            <a:extLst>
              <a:ext uri="{FF2B5EF4-FFF2-40B4-BE49-F238E27FC236}">
                <a16:creationId xmlns:a16="http://schemas.microsoft.com/office/drawing/2014/main" id="{0F797961-D30A-3DFC-319E-BA42E71C70B3}"/>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77EB6273-61FB-1726-D5DF-A8F23C1D3497}"/>
              </a:ext>
            </a:extLst>
          </p:cNvPr>
          <p:cNvSpPr>
            <a:spLocks noGrp="1"/>
          </p:cNvSpPr>
          <p:nvPr>
            <p:ph type="body" sz="quarter" idx="13"/>
          </p:nvPr>
        </p:nvSpPr>
        <p:spPr/>
        <p:txBody>
          <a:bodyPr/>
          <a:lstStyle/>
          <a:p>
            <a:r>
              <a:rPr lang="fr-FR" dirty="0"/>
              <a:t>Choisissez et évaluez un socle de règles</a:t>
            </a:r>
          </a:p>
        </p:txBody>
      </p:sp>
      <p:graphicFrame>
        <p:nvGraphicFramePr>
          <p:cNvPr id="11" name="Espace réservé du contenu 10">
            <a:extLst>
              <a:ext uri="{FF2B5EF4-FFF2-40B4-BE49-F238E27FC236}">
                <a16:creationId xmlns:a16="http://schemas.microsoft.com/office/drawing/2014/main" id="{B51D039D-40CC-D3E6-A7B3-D816CA444A55}"/>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623F278C-1C3D-F7F7-2C3F-3FFBE63D7A9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261673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33358CD-F754-2556-FBF1-10821F85E35B}"/>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14/10/2025</a:t>
            </a:r>
            <a:endParaRPr lang="fr-FR" dirty="0">
              <a:solidFill>
                <a:srgbClr val="7A7A7A"/>
              </a:solidFill>
            </a:endParaRPr>
          </a:p>
        </p:txBody>
      </p:sp>
      <p:sp>
        <p:nvSpPr>
          <p:cNvPr id="8" name="Footer Placeholder 4">
            <a:extLst>
              <a:ext uri="{FF2B5EF4-FFF2-40B4-BE49-F238E27FC236}">
                <a16:creationId xmlns:a16="http://schemas.microsoft.com/office/drawing/2014/main" id="{5432C358-FCD1-389B-836E-9DED920889F2}"/>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8AD44D58-3249-EB5A-F110-6064C8EE1272}"/>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60</a:t>
            </a:fld>
            <a:endParaRPr lang="fr-FR"/>
          </a:p>
        </p:txBody>
      </p:sp>
      <p:sp>
        <p:nvSpPr>
          <p:cNvPr id="3" name="Espace réservé du contenu 2">
            <a:extLst>
              <a:ext uri="{FF2B5EF4-FFF2-40B4-BE49-F238E27FC236}">
                <a16:creationId xmlns:a16="http://schemas.microsoft.com/office/drawing/2014/main" id="{42734B1D-0D9D-FC91-3644-B9412987DD01}"/>
              </a:ext>
            </a:extLst>
          </p:cNvPr>
          <p:cNvSpPr>
            <a:spLocks noGrp="1"/>
          </p:cNvSpPr>
          <p:nvPr>
            <p:ph idx="1"/>
          </p:nvPr>
        </p:nvSpPr>
        <p:spPr/>
        <p:txBody>
          <a:bodyPr>
            <a:normAutofit fontScale="92500" lnSpcReduction="20000"/>
          </a:bodyPr>
          <a:lstStyle/>
          <a:p>
            <a:r>
              <a:rPr lang="fr-FR" dirty="0"/>
              <a:t>Comprendre qu’</a:t>
            </a:r>
            <a:r>
              <a:rPr lang="fr-FR" b="1" dirty="0"/>
              <a:t>un socle inapplicable ou invérifiable n’est pas un socle</a:t>
            </a:r>
          </a:p>
          <a:p>
            <a:r>
              <a:rPr lang="fr-FR" dirty="0"/>
              <a:t>Savoir </a:t>
            </a:r>
            <a:r>
              <a:rPr lang="fr-FR" b="1" dirty="0"/>
              <a:t>choisir son socle</a:t>
            </a:r>
          </a:p>
          <a:p>
            <a:r>
              <a:rPr lang="fr-FR" dirty="0"/>
              <a:t>Bien comprendre qu’</a:t>
            </a:r>
            <a:r>
              <a:rPr lang="fr-FR" b="1" dirty="0"/>
              <a:t>on vient de traiter les risques standards</a:t>
            </a:r>
            <a:r>
              <a:rPr lang="fr-FR" dirty="0"/>
              <a:t>, et que maintenant, on ne va étudier sous forme de scénarios que les risques spécifiques et ciblés</a:t>
            </a:r>
          </a:p>
          <a:p>
            <a:pPr marL="0" indent="0" algn="ctr">
              <a:buNone/>
            </a:pPr>
            <a:r>
              <a:rPr lang="fr-FR" dirty="0">
                <a:sym typeface="Wingdings" panose="05000000000000000000" pitchFamily="2" charset="2"/>
              </a:rPr>
              <a:t> Maintenant, l’approche par scénarios !</a:t>
            </a:r>
            <a:endParaRPr lang="fr-FR" dirty="0"/>
          </a:p>
        </p:txBody>
      </p:sp>
      <p:sp>
        <p:nvSpPr>
          <p:cNvPr id="4" name="ZoneTexte 3">
            <a:extLst>
              <a:ext uri="{FF2B5EF4-FFF2-40B4-BE49-F238E27FC236}">
                <a16:creationId xmlns:a16="http://schemas.microsoft.com/office/drawing/2014/main" id="{1DC89595-4267-400E-B301-16EB4D7B2A9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061032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672D-BE95-FA51-4BB2-1BDAA190F0B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2051E81-3EF7-9CEE-3699-FB11C3FAF5F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D5ECFDC7-0180-A05F-F915-64A0F7A14955}"/>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D1282E"/>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93E720AD-8F77-CC53-A876-FCA7F26E3280}"/>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758EEDD2-ACCC-06BE-36FF-EFDD0999027D}"/>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F5F4BECB-CB85-B798-8F0C-23BB078714D6}"/>
              </a:ext>
            </a:extLst>
          </p:cNvPr>
          <p:cNvSpPr>
            <a:spLocks noGrp="1"/>
          </p:cNvSpPr>
          <p:nvPr>
            <p:ph type="sldNum" sz="quarter" idx="12"/>
          </p:nvPr>
        </p:nvSpPr>
        <p:spPr/>
        <p:txBody>
          <a:bodyPr/>
          <a:lstStyle/>
          <a:p>
            <a:fld id="{294A09A9-5501-47C1-A89A-A340965A2BE2}" type="slidenum">
              <a:rPr lang="fr-FR" smtClean="0"/>
              <a:pPr/>
              <a:t>61</a:t>
            </a:fld>
            <a:endParaRPr lang="fr-FR"/>
          </a:p>
        </p:txBody>
      </p:sp>
      <p:pic>
        <p:nvPicPr>
          <p:cNvPr id="13" name="Picture 2" descr="Logo - EBIOS Risk Manager">
            <a:extLst>
              <a:ext uri="{FF2B5EF4-FFF2-40B4-BE49-F238E27FC236}">
                <a16:creationId xmlns:a16="http://schemas.microsoft.com/office/drawing/2014/main" id="{F2CDF66D-DE27-BBAE-A34B-E13DDE57B6B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985400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8FCE6-A290-01BE-6C39-922F94DC7EA0}"/>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630958F2-51DE-4250-0B4D-D64FBCD0B318}"/>
              </a:ext>
            </a:extLst>
          </p:cNvPr>
          <p:cNvSpPr>
            <a:spLocks noGrp="1"/>
          </p:cNvSpPr>
          <p:nvPr>
            <p:ph type="dt" sz="half" idx="10"/>
          </p:nvPr>
        </p:nvSpPr>
        <p:spPr/>
        <p:txBody>
          <a:bodyPr/>
          <a:lstStyle/>
          <a:p>
            <a:pPr rtl="0"/>
            <a:r>
              <a:rPr lang="fr-FR" noProof="0"/>
              <a:t>14/10/2025</a:t>
            </a:r>
            <a:endParaRPr lang="fr-FR" noProof="0" dirty="0"/>
          </a:p>
        </p:txBody>
      </p:sp>
      <p:sp>
        <p:nvSpPr>
          <p:cNvPr id="19" name="Espace réservé du pied de page 15">
            <a:extLst>
              <a:ext uri="{FF2B5EF4-FFF2-40B4-BE49-F238E27FC236}">
                <a16:creationId xmlns:a16="http://schemas.microsoft.com/office/drawing/2014/main" id="{10369535-5B1C-B58B-A2B6-805E17740F22}"/>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EFAC2631-A026-B34B-67DB-3491FF1E3DB2}"/>
              </a:ext>
            </a:extLst>
          </p:cNvPr>
          <p:cNvSpPr>
            <a:spLocks noGrp="1"/>
          </p:cNvSpPr>
          <p:nvPr>
            <p:ph type="sldNum" sz="quarter" idx="12"/>
          </p:nvPr>
        </p:nvSpPr>
        <p:spPr/>
        <p:txBody>
          <a:bodyPr/>
          <a:lstStyle/>
          <a:p>
            <a:pPr rtl="0"/>
            <a:fld id="{294A09A9-5501-47C1-A89A-A340965A2BE2}" type="slidenum">
              <a:rPr lang="fr-FR" noProof="0" smtClean="0"/>
              <a:t>62</a:t>
            </a:fld>
            <a:endParaRPr lang="fr-FR" noProof="0"/>
          </a:p>
        </p:txBody>
      </p:sp>
      <p:sp>
        <p:nvSpPr>
          <p:cNvPr id="16" name="Espace réservé du texte 15">
            <a:extLst>
              <a:ext uri="{FF2B5EF4-FFF2-40B4-BE49-F238E27FC236}">
                <a16:creationId xmlns:a16="http://schemas.microsoft.com/office/drawing/2014/main" id="{2F6E539C-90B0-5BC4-1F97-4C9EA46D2D3A}"/>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qu’on craint ?</a:t>
            </a:r>
            <a:endParaRPr lang="fr-FR" dirty="0"/>
          </a:p>
        </p:txBody>
      </p:sp>
      <p:sp>
        <p:nvSpPr>
          <p:cNvPr id="17" name="Espace réservé du texte 16">
            <a:extLst>
              <a:ext uri="{FF2B5EF4-FFF2-40B4-BE49-F238E27FC236}">
                <a16:creationId xmlns:a16="http://schemas.microsoft.com/office/drawing/2014/main" id="{6934B838-6D02-86C1-53A2-7E4B1A83AD4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cela peut-il arriver ?</a:t>
            </a:r>
          </a:p>
        </p:txBody>
      </p:sp>
      <p:sp>
        <p:nvSpPr>
          <p:cNvPr id="21" name="Espace réservé du texte 20">
            <a:extLst>
              <a:ext uri="{FF2B5EF4-FFF2-40B4-BE49-F238E27FC236}">
                <a16:creationId xmlns:a16="http://schemas.microsoft.com/office/drawing/2014/main" id="{1EFE984A-6F32-852C-5CC1-01F01788B33A}"/>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 est le niveau des risques ?</a:t>
            </a:r>
          </a:p>
        </p:txBody>
      </p:sp>
      <p:sp>
        <p:nvSpPr>
          <p:cNvPr id="3" name="ZoneTexte 2">
            <a:extLst>
              <a:ext uri="{FF2B5EF4-FFF2-40B4-BE49-F238E27FC236}">
                <a16:creationId xmlns:a16="http://schemas.microsoft.com/office/drawing/2014/main" id="{75380826-6379-241C-93E8-65F7436498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3051279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A0C9-D7DE-8F0A-B359-338AE37DA1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D2D0D7-065D-2A43-7618-C7329EF3FE94}"/>
              </a:ext>
            </a:extLst>
          </p:cNvPr>
          <p:cNvSpPr>
            <a:spLocks noGrp="1"/>
          </p:cNvSpPr>
          <p:nvPr>
            <p:ph type="title"/>
          </p:nvPr>
        </p:nvSpPr>
        <p:spPr/>
        <p:txBody>
          <a:bodyPr>
            <a:normAutofit fontScale="90000"/>
          </a:bodyPr>
          <a:lstStyle/>
          <a:p>
            <a:r>
              <a:rPr lang="fr-FR" dirty="0"/>
              <a:t>Des scénarios par raffinements successifs</a:t>
            </a:r>
          </a:p>
        </p:txBody>
      </p:sp>
      <p:graphicFrame>
        <p:nvGraphicFramePr>
          <p:cNvPr id="7" name="Espace réservé du contenu 6">
            <a:extLst>
              <a:ext uri="{FF2B5EF4-FFF2-40B4-BE49-F238E27FC236}">
                <a16:creationId xmlns:a16="http://schemas.microsoft.com/office/drawing/2014/main" id="{C9467867-81B2-2F67-514D-0C7853F09722}"/>
              </a:ext>
            </a:extLst>
          </p:cNvPr>
          <p:cNvGraphicFramePr>
            <a:graphicFrameLocks noGrp="1"/>
          </p:cNvGraphicFramePr>
          <p:nvPr>
            <p:ph idx="1"/>
            <p:extLst>
              <p:ext uri="{D42A27DB-BD31-4B8C-83A1-F6EECF244321}">
                <p14:modId xmlns:p14="http://schemas.microsoft.com/office/powerpoint/2010/main" val="2419915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9DBDF4BF-A3DB-5610-DC27-EE4AF96A19A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29E669A-9FEA-7F57-05E0-BDB243B0823B}"/>
              </a:ext>
            </a:extLst>
          </p:cNvPr>
          <p:cNvSpPr>
            <a:spLocks noGrp="1"/>
          </p:cNvSpPr>
          <p:nvPr>
            <p:ph type="sldNum" sz="quarter" idx="12"/>
          </p:nvPr>
        </p:nvSpPr>
        <p:spPr/>
        <p:txBody>
          <a:bodyPr/>
          <a:lstStyle/>
          <a:p>
            <a:pPr rtl="0"/>
            <a:fld id="{294A09A9-5501-47C1-A89A-A340965A2BE2}" type="slidenum">
              <a:rPr lang="fr-FR" noProof="0" smtClean="0"/>
              <a:t>63</a:t>
            </a:fld>
            <a:endParaRPr lang="fr-FR" noProof="0"/>
          </a:p>
        </p:txBody>
      </p:sp>
      <p:sp>
        <p:nvSpPr>
          <p:cNvPr id="4" name="Espace réservé de la date 3">
            <a:extLst>
              <a:ext uri="{FF2B5EF4-FFF2-40B4-BE49-F238E27FC236}">
                <a16:creationId xmlns:a16="http://schemas.microsoft.com/office/drawing/2014/main" id="{9CAC8D59-A9DD-4D9E-8B69-393479D38434}"/>
              </a:ext>
            </a:extLst>
          </p:cNvPr>
          <p:cNvSpPr>
            <a:spLocks noGrp="1"/>
          </p:cNvSpPr>
          <p:nvPr>
            <p:ph type="dt" sz="half" idx="10"/>
          </p:nvPr>
        </p:nvSpPr>
        <p:spPr/>
        <p:txBody>
          <a:bodyPr/>
          <a:lstStyle/>
          <a:p>
            <a:pPr rtl="0"/>
            <a:r>
              <a:rPr lang="fr-FR" noProof="0"/>
              <a:t>14/10/2025</a:t>
            </a:r>
          </a:p>
        </p:txBody>
      </p:sp>
      <p:sp>
        <p:nvSpPr>
          <p:cNvPr id="3" name="Espace réservé du texte 2">
            <a:extLst>
              <a:ext uri="{FF2B5EF4-FFF2-40B4-BE49-F238E27FC236}">
                <a16:creationId xmlns:a16="http://schemas.microsoft.com/office/drawing/2014/main" id="{5C990C89-F385-F6C8-80CB-B540CF7DAB95}"/>
              </a:ext>
            </a:extLst>
          </p:cNvPr>
          <p:cNvSpPr>
            <a:spLocks noGrp="1"/>
          </p:cNvSpPr>
          <p:nvPr>
            <p:ph type="body" sz="quarter" idx="13"/>
          </p:nvPr>
        </p:nvSpPr>
        <p:spPr/>
        <p:txBody>
          <a:bodyPr/>
          <a:lstStyle/>
          <a:p>
            <a:r>
              <a:rPr lang="fr-FR" dirty="0"/>
              <a:t>Une appréciation progressive des risques</a:t>
            </a:r>
          </a:p>
        </p:txBody>
      </p:sp>
      <p:sp>
        <p:nvSpPr>
          <p:cNvPr id="9" name="ZoneTexte 8">
            <a:extLst>
              <a:ext uri="{FF2B5EF4-FFF2-40B4-BE49-F238E27FC236}">
                <a16:creationId xmlns:a16="http://schemas.microsoft.com/office/drawing/2014/main" id="{2CB8C7BA-9521-E7BE-99E1-CEFD91DA330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58595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06929740-90E9-9872-FB53-9FD4C42B7172}"/>
              </a:ext>
            </a:extLst>
          </p:cNvPr>
          <p:cNvSpPr>
            <a:spLocks noGrp="1"/>
          </p:cNvSpPr>
          <p:nvPr>
            <p:ph type="title"/>
          </p:nvPr>
        </p:nvSpPr>
        <p:spPr>
          <a:xfrm>
            <a:off x="1237674" y="365126"/>
            <a:ext cx="10698294" cy="669348"/>
          </a:xfrm>
        </p:spPr>
        <p:txBody>
          <a:bodyPr>
            <a:normAutofit fontScale="90000"/>
          </a:bodyPr>
          <a:lstStyle/>
          <a:p>
            <a:r>
              <a:rPr lang="fr-FR" sz="4000" dirty="0"/>
              <a:t>Outil 06 – Identifier et analyser les événements redoutés</a:t>
            </a:r>
            <a:br>
              <a:rPr lang="fr-FR" sz="4000" dirty="0"/>
            </a:br>
            <a:r>
              <a:rPr lang="fr-FR" sz="3100" dirty="0"/>
              <a:t>Que doit-on craindre ?</a:t>
            </a:r>
          </a:p>
        </p:txBody>
      </p:sp>
      <p:sp>
        <p:nvSpPr>
          <p:cNvPr id="11" name="Espace réservé du contenu 10">
            <a:extLst>
              <a:ext uri="{FF2B5EF4-FFF2-40B4-BE49-F238E27FC236}">
                <a16:creationId xmlns:a16="http://schemas.microsoft.com/office/drawing/2014/main" id="{0FC8373B-AEAA-75B2-885B-C2ED9FCB75E4}"/>
              </a:ext>
            </a:extLst>
          </p:cNvPr>
          <p:cNvSpPr>
            <a:spLocks noGrp="1"/>
          </p:cNvSpPr>
          <p:nvPr>
            <p:ph sz="half" idx="1"/>
          </p:nvPr>
        </p:nvSpPr>
        <p:spPr>
          <a:xfrm>
            <a:off x="1371600" y="2331845"/>
            <a:ext cx="4447786" cy="3581401"/>
          </a:xfrm>
        </p:spPr>
        <p:txBody>
          <a:bodyPr>
            <a:normAutofit fontScale="62500" lnSpcReduction="20000"/>
          </a:bodyPr>
          <a:lstStyle/>
          <a:p>
            <a:pPr marL="0" indent="0" algn="ctr">
              <a:buNone/>
            </a:pPr>
            <a:r>
              <a:rPr lang="fr-FR" b="1" dirty="0"/>
              <a:t>Quels cas va-t-on étudier ?</a:t>
            </a:r>
          </a:p>
          <a:p>
            <a:endParaRPr lang="fr-FR" dirty="0"/>
          </a:p>
          <a:p>
            <a:r>
              <a:rPr lang="fr-FR" dirty="0"/>
              <a:t>La perte de </a:t>
            </a:r>
            <a:r>
              <a:rPr lang="fr-FR" b="1" dirty="0"/>
              <a:t>disponibilité</a:t>
            </a:r>
            <a:r>
              <a:rPr lang="fr-FR" dirty="0"/>
              <a:t> : quels seraient les conséquences si chaque valeur métier disparaissait ?</a:t>
            </a:r>
          </a:p>
          <a:p>
            <a:endParaRPr lang="fr-FR" dirty="0"/>
          </a:p>
          <a:p>
            <a:r>
              <a:rPr lang="fr-FR" dirty="0"/>
              <a:t>La perte d’</a:t>
            </a:r>
            <a:r>
              <a:rPr lang="fr-FR" b="1" dirty="0"/>
              <a:t>intégrité</a:t>
            </a:r>
            <a:r>
              <a:rPr lang="fr-FR" dirty="0"/>
              <a:t> : quels seraient les conséquences si chaque valeur métier était modifiée de manière non désirée ?</a:t>
            </a:r>
          </a:p>
          <a:p>
            <a:endParaRPr lang="fr-FR" dirty="0"/>
          </a:p>
          <a:p>
            <a:r>
              <a:rPr lang="fr-FR" dirty="0"/>
              <a:t>La perte de </a:t>
            </a:r>
            <a:r>
              <a:rPr lang="fr-FR" b="1" dirty="0"/>
              <a:t>confidentialité</a:t>
            </a:r>
            <a:r>
              <a:rPr lang="fr-FR" dirty="0"/>
              <a:t> : quels seraient les conséquences si chaque valeur métier était connue de personnes non autorisées ?</a:t>
            </a:r>
          </a:p>
        </p:txBody>
      </p:sp>
      <p:sp>
        <p:nvSpPr>
          <p:cNvPr id="12" name="Espace réservé du contenu 11">
            <a:extLst>
              <a:ext uri="{FF2B5EF4-FFF2-40B4-BE49-F238E27FC236}">
                <a16:creationId xmlns:a16="http://schemas.microsoft.com/office/drawing/2014/main" id="{ED04FD54-899E-AF30-D58E-ACB6ACAAD9EB}"/>
              </a:ext>
            </a:extLst>
          </p:cNvPr>
          <p:cNvSpPr>
            <a:spLocks noGrp="1"/>
          </p:cNvSpPr>
          <p:nvPr>
            <p:ph sz="half" idx="2"/>
          </p:nvPr>
        </p:nvSpPr>
        <p:spPr>
          <a:xfrm>
            <a:off x="6525403" y="2331845"/>
            <a:ext cx="4447786" cy="3581401"/>
          </a:xfrm>
        </p:spPr>
        <p:txBody>
          <a:bodyPr>
            <a:normAutofit fontScale="70000" lnSpcReduction="20000"/>
          </a:bodyPr>
          <a:lstStyle/>
          <a:p>
            <a:pPr marL="0" indent="0" algn="ctr">
              <a:buNone/>
            </a:pPr>
            <a:r>
              <a:rPr lang="fr-FR" b="1" dirty="0"/>
              <a:t>Quelles conséquences va-t-on analyser ?</a:t>
            </a:r>
          </a:p>
          <a:p>
            <a:r>
              <a:rPr lang="fr-FR" dirty="0"/>
              <a:t>Conséquences </a:t>
            </a:r>
            <a:r>
              <a:rPr lang="fr-FR" b="1" dirty="0"/>
              <a:t>sur l’organisation</a:t>
            </a:r>
          </a:p>
          <a:p>
            <a:pPr lvl="1"/>
            <a:r>
              <a:rPr lang="fr-FR" dirty="0"/>
              <a:t>Conséquence sur le fonctionnement</a:t>
            </a:r>
          </a:p>
          <a:p>
            <a:pPr lvl="1"/>
            <a:r>
              <a:rPr lang="fr-FR" dirty="0"/>
              <a:t>Conséquence financière</a:t>
            </a:r>
          </a:p>
          <a:p>
            <a:pPr lvl="1"/>
            <a:r>
              <a:rPr lang="fr-FR" dirty="0"/>
              <a:t>Conséquences sur l’image</a:t>
            </a:r>
          </a:p>
          <a:p>
            <a:pPr lvl="1"/>
            <a:r>
              <a:rPr lang="fr-FR" dirty="0"/>
              <a:t>Conséquence juridique</a:t>
            </a:r>
          </a:p>
          <a:p>
            <a:pPr lvl="1"/>
            <a:r>
              <a:rPr lang="fr-FR" dirty="0"/>
              <a:t>etc.</a:t>
            </a:r>
          </a:p>
          <a:p>
            <a:r>
              <a:rPr lang="fr-FR" dirty="0"/>
              <a:t>Conséquences </a:t>
            </a:r>
            <a:r>
              <a:rPr lang="fr-FR" b="1" dirty="0"/>
              <a:t>au-delà de l’organisation</a:t>
            </a:r>
          </a:p>
          <a:p>
            <a:pPr lvl="1"/>
            <a:r>
              <a:rPr lang="fr-FR" dirty="0"/>
              <a:t>Conséquence sur les droits et libertés des personnes</a:t>
            </a:r>
          </a:p>
          <a:p>
            <a:pPr lvl="1"/>
            <a:r>
              <a:rPr lang="fr-FR" dirty="0"/>
              <a:t>Conséquence sur l’environnement</a:t>
            </a:r>
          </a:p>
          <a:p>
            <a:pPr lvl="1"/>
            <a:r>
              <a:rPr lang="fr-FR" dirty="0"/>
              <a:t>Conséquence sur les parties prenantes</a:t>
            </a:r>
          </a:p>
          <a:p>
            <a:pPr lvl="1"/>
            <a:r>
              <a:rPr lang="fr-FR" dirty="0"/>
              <a:t>etc.</a:t>
            </a:r>
          </a:p>
        </p:txBody>
      </p:sp>
      <p:sp>
        <p:nvSpPr>
          <p:cNvPr id="7" name="Espace réservé de la date 6">
            <a:extLst>
              <a:ext uri="{FF2B5EF4-FFF2-40B4-BE49-F238E27FC236}">
                <a16:creationId xmlns:a16="http://schemas.microsoft.com/office/drawing/2014/main" id="{C4A5A9F1-7416-9394-99A5-9D30FCE35E9B}"/>
              </a:ext>
            </a:extLst>
          </p:cNvPr>
          <p:cNvSpPr>
            <a:spLocks noGrp="1"/>
          </p:cNvSpPr>
          <p:nvPr>
            <p:ph type="dt" sz="half" idx="10"/>
          </p:nvPr>
        </p:nvSpPr>
        <p:spPr/>
        <p:txBody>
          <a:bodyPr/>
          <a:lstStyle/>
          <a:p>
            <a:pPr rtl="0"/>
            <a:r>
              <a:rPr lang="fr-FR" noProof="0"/>
              <a:t>14/10/2025</a:t>
            </a:r>
          </a:p>
        </p:txBody>
      </p:sp>
      <p:sp>
        <p:nvSpPr>
          <p:cNvPr id="8" name="Espace réservé du pied de page 7">
            <a:extLst>
              <a:ext uri="{FF2B5EF4-FFF2-40B4-BE49-F238E27FC236}">
                <a16:creationId xmlns:a16="http://schemas.microsoft.com/office/drawing/2014/main" id="{AC0B8235-F2A9-C15C-F2E6-085DD706CB43}"/>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numéro de diapositive 8">
            <a:extLst>
              <a:ext uri="{FF2B5EF4-FFF2-40B4-BE49-F238E27FC236}">
                <a16:creationId xmlns:a16="http://schemas.microsoft.com/office/drawing/2014/main" id="{CF78267B-4485-64F3-F99C-AEF34A74ADBB}"/>
              </a:ext>
            </a:extLst>
          </p:cNvPr>
          <p:cNvSpPr>
            <a:spLocks noGrp="1"/>
          </p:cNvSpPr>
          <p:nvPr>
            <p:ph type="sldNum" sz="quarter" idx="12"/>
          </p:nvPr>
        </p:nvSpPr>
        <p:spPr/>
        <p:txBody>
          <a:bodyPr/>
          <a:lstStyle/>
          <a:p>
            <a:pPr rtl="0"/>
            <a:fld id="{294A09A9-5501-47C1-A89A-A340965A2BE2}" type="slidenum">
              <a:rPr lang="fr-FR" noProof="0" smtClean="0"/>
              <a:t>64</a:t>
            </a:fld>
            <a:endParaRPr lang="fr-FR" noProof="0"/>
          </a:p>
        </p:txBody>
      </p:sp>
      <p:pic>
        <p:nvPicPr>
          <p:cNvPr id="2" name="Image 1" descr="noun_Danger_228845.png">
            <a:extLst>
              <a:ext uri="{FF2B5EF4-FFF2-40B4-BE49-F238E27FC236}">
                <a16:creationId xmlns:a16="http://schemas.microsoft.com/office/drawing/2014/main" id="{CE7396C6-56E7-759A-D57E-4EE822AF3817}"/>
              </a:ext>
            </a:extLst>
          </p:cNvPr>
          <p:cNvPicPr>
            <a:picLocks noChangeAspect="1"/>
          </p:cNvPicPr>
          <p:nvPr/>
        </p:nvPicPr>
        <p:blipFill>
          <a:blip r:embed="rId2" cstate="print"/>
          <a:srcRect l="9184" t="5382" r="8981" b="19633"/>
          <a:stretch>
            <a:fillRect/>
          </a:stretch>
        </p:blipFill>
        <p:spPr>
          <a:xfrm>
            <a:off x="3125462" y="1474895"/>
            <a:ext cx="785771" cy="720000"/>
          </a:xfrm>
          <a:prstGeom prst="rect">
            <a:avLst/>
          </a:prstGeom>
        </p:spPr>
      </p:pic>
      <p:pic>
        <p:nvPicPr>
          <p:cNvPr id="3" name="Image 2" descr="ClubEBIOS-Icone-Impact-NounProject-OleksandrPanasovskyi.png">
            <a:extLst>
              <a:ext uri="{FF2B5EF4-FFF2-40B4-BE49-F238E27FC236}">
                <a16:creationId xmlns:a16="http://schemas.microsoft.com/office/drawing/2014/main" id="{2F1CD116-B726-81CF-A112-2D2E698F1043}"/>
              </a:ext>
            </a:extLst>
          </p:cNvPr>
          <p:cNvPicPr>
            <a:picLocks noChangeAspect="1"/>
          </p:cNvPicPr>
          <p:nvPr/>
        </p:nvPicPr>
        <p:blipFill>
          <a:blip r:embed="rId3" cstate="print">
            <a:clrChange>
              <a:clrFrom>
                <a:srgbClr val="000000">
                  <a:alpha val="0"/>
                </a:srgbClr>
              </a:clrFrom>
              <a:clrTo>
                <a:srgbClr val="000000">
                  <a:alpha val="0"/>
                </a:srgbClr>
              </a:clrTo>
            </a:clrChange>
          </a:blip>
          <a:srcRect l="9506" t="23951" r="11852" b="39506"/>
          <a:stretch>
            <a:fillRect/>
          </a:stretch>
        </p:blipFill>
        <p:spPr>
          <a:xfrm>
            <a:off x="7903085" y="1474895"/>
            <a:ext cx="1549457" cy="720000"/>
          </a:xfrm>
          <a:prstGeom prst="rect">
            <a:avLst/>
          </a:prstGeom>
        </p:spPr>
      </p:pic>
      <p:sp>
        <p:nvSpPr>
          <p:cNvPr id="14" name="ZoneTexte 13">
            <a:extLst>
              <a:ext uri="{FF2B5EF4-FFF2-40B4-BE49-F238E27FC236}">
                <a16:creationId xmlns:a16="http://schemas.microsoft.com/office/drawing/2014/main" id="{3FCEA4DD-5259-997A-E59C-2119B724BF7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58516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1" end="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xEl>
                                              <p:pRg st="3" end="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2">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xEl>
                                              <p:pRg st="5" end="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
                                            <p:txEl>
                                              <p:pRg st="7" end="7"/>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xEl>
                                              <p:pRg st="8" end="8"/>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xEl>
                                              <p:pRg st="9" end="9"/>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xEl>
                                              <p:pRg st="10" end="10"/>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72514-18A2-0A3F-0B97-75B56CEC34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3788A1C-B2BA-7BDB-AF57-0133057278B4}"/>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69A35DDE-BEE6-CD2C-FA7C-847A91F49603}"/>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7F267F83-8D4D-784C-DC72-7238A69D4A18}"/>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F0D633DF-3C21-94EB-E851-51021BB836FE}"/>
              </a:ext>
            </a:extLst>
          </p:cNvPr>
          <p:cNvSpPr>
            <a:spLocks noGrp="1"/>
          </p:cNvSpPr>
          <p:nvPr>
            <p:ph type="sldNum" sz="quarter" idx="12"/>
          </p:nvPr>
        </p:nvSpPr>
        <p:spPr/>
        <p:txBody>
          <a:bodyPr/>
          <a:lstStyle/>
          <a:p>
            <a:pPr rtl="0"/>
            <a:fld id="{294A09A9-5501-47C1-A89A-A340965A2BE2}" type="slidenum">
              <a:rPr lang="fr-FR" noProof="0" smtClean="0"/>
              <a:t>65</a:t>
            </a:fld>
            <a:endParaRPr lang="fr-FR" noProof="0"/>
          </a:p>
        </p:txBody>
      </p:sp>
      <p:sp>
        <p:nvSpPr>
          <p:cNvPr id="3" name="Espace réservé du texte 2">
            <a:extLst>
              <a:ext uri="{FF2B5EF4-FFF2-40B4-BE49-F238E27FC236}">
                <a16:creationId xmlns:a16="http://schemas.microsoft.com/office/drawing/2014/main" id="{F0FD0214-D530-390A-2C03-EADAFD9BE9E6}"/>
              </a:ext>
            </a:extLst>
          </p:cNvPr>
          <p:cNvSpPr>
            <a:spLocks noGrp="1"/>
          </p:cNvSpPr>
          <p:nvPr>
            <p:ph type="body" sz="quarter" idx="13"/>
          </p:nvPr>
        </p:nvSpPr>
        <p:spPr/>
        <p:txBody>
          <a:bodyPr/>
          <a:lstStyle/>
          <a:p>
            <a:r>
              <a:rPr lang="fr-FR" dirty="0"/>
              <a:t>Une échelle pour toutes les conséquences – Exemple issu des guides</a:t>
            </a:r>
          </a:p>
        </p:txBody>
      </p:sp>
      <p:graphicFrame>
        <p:nvGraphicFramePr>
          <p:cNvPr id="11" name="Tableau 10">
            <a:extLst>
              <a:ext uri="{FF2B5EF4-FFF2-40B4-BE49-F238E27FC236}">
                <a16:creationId xmlns:a16="http://schemas.microsoft.com/office/drawing/2014/main" id="{9AED1B64-650F-44EF-63C7-4416ADBE9085}"/>
              </a:ext>
            </a:extLst>
          </p:cNvPr>
          <p:cNvGraphicFramePr>
            <a:graphicFrameLocks noGrp="1"/>
          </p:cNvGraphicFramePr>
          <p:nvPr>
            <p:extLst>
              <p:ext uri="{D42A27DB-BD31-4B8C-83A1-F6EECF244321}">
                <p14:modId xmlns:p14="http://schemas.microsoft.com/office/powerpoint/2010/main" val="1348579095"/>
              </p:ext>
            </p:extLst>
          </p:nvPr>
        </p:nvGraphicFramePr>
        <p:xfrm>
          <a:off x="1169456" y="2049381"/>
          <a:ext cx="7403044" cy="3076452"/>
        </p:xfrm>
        <a:graphic>
          <a:graphicData uri="http://schemas.openxmlformats.org/drawingml/2006/table">
            <a:tbl>
              <a:tblPr/>
              <a:tblGrid>
                <a:gridCol w="1321613">
                  <a:extLst>
                    <a:ext uri="{9D8B030D-6E8A-4147-A177-3AD203B41FA5}">
                      <a16:colId xmlns:a16="http://schemas.microsoft.com/office/drawing/2014/main" val="20000"/>
                    </a:ext>
                  </a:extLst>
                </a:gridCol>
                <a:gridCol w="6081431">
                  <a:extLst>
                    <a:ext uri="{9D8B030D-6E8A-4147-A177-3AD203B41FA5}">
                      <a16:colId xmlns:a16="http://schemas.microsoft.com/office/drawing/2014/main" val="1334645635"/>
                    </a:ext>
                  </a:extLst>
                </a:gridCol>
              </a:tblGrid>
              <a:tr h="30277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1805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1. Mineure</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Aucune conséquence opérationnelle ni</a:t>
                      </a:r>
                      <a:r>
                        <a:rPr lang="fr-FR" sz="1400" b="0" i="0" u="none" strike="noStrike" baseline="0" dirty="0">
                          <a:solidFill>
                            <a:srgbClr val="252525"/>
                          </a:solidFill>
                          <a:effectLst/>
                          <a:latin typeface="+mj-lt"/>
                          <a:cs typeface="Segoe UI" panose="020B0502040204020203" pitchFamily="34" charset="0"/>
                        </a:rPr>
                        <a:t> sur les performances de l’activité ni sur la sécurité des personnes et des biens. La société surmontera la situation sans trop de difficultés (consommation des marges)</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13468">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2. Significative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dirty="0">
                          <a:solidFill>
                            <a:srgbClr val="252525"/>
                          </a:solidFill>
                          <a:effectLst/>
                          <a:latin typeface="+mj-lt"/>
                          <a:cs typeface="Segoe UI" panose="020B0502040204020203" pitchFamily="34" charset="0"/>
                        </a:rPr>
                        <a:t>Dégradation des performances</a:t>
                      </a:r>
                      <a:r>
                        <a:rPr lang="fr-FR" sz="1400" b="0" i="0" u="none" strike="noStrike" baseline="0" dirty="0">
                          <a:solidFill>
                            <a:srgbClr val="252525"/>
                          </a:solidFill>
                          <a:effectLst/>
                          <a:latin typeface="+mj-lt"/>
                          <a:cs typeface="Segoe UI" panose="020B0502040204020203" pitchFamily="34" charset="0"/>
                        </a:rPr>
                        <a:t> de l’activité sans conséquence sur la sécurité des personnes et des biens. La société surmontera la situation malgré quelques difficultés (fonctionnement en mode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101379">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tx1"/>
                          </a:solidFill>
                          <a:latin typeface="+mj-lt"/>
                          <a:ea typeface="+mn-ea"/>
                          <a:cs typeface="Segoe UI" panose="020B0502040204020203" pitchFamily="34" charset="0"/>
                        </a:rPr>
                        <a:t>3. Importante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Forte dégradation des performance</a:t>
                      </a:r>
                      <a:r>
                        <a:rPr lang="fr-FR" sz="1400" b="0" i="0" u="none" strike="noStrike" baseline="0" dirty="0">
                          <a:solidFill>
                            <a:srgbClr val="252525"/>
                          </a:solidFill>
                          <a:effectLst/>
                          <a:latin typeface="+mj-lt"/>
                          <a:cs typeface="Segoe UI" panose="020B0502040204020203" pitchFamily="34" charset="0"/>
                        </a:rPr>
                        <a:t>s de l’activité, avec d’éventuelles conséquences significatives sur la sécurité des personnes et des biens. La société surmontera la situation avec de sérieuses difficultés (fonctionnement en mode très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01250">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mn-ea"/>
                          <a:cs typeface="Segoe UI" panose="020B0502040204020203" pitchFamily="34" charset="0"/>
                        </a:rPr>
                        <a:t>4. Critique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Incapacité pour</a:t>
                      </a:r>
                      <a:r>
                        <a:rPr lang="fr-FR" sz="1400" b="0" i="0" u="none" strike="noStrike" baseline="0" dirty="0">
                          <a:solidFill>
                            <a:srgbClr val="252525"/>
                          </a:solidFill>
                          <a:effectLst/>
                          <a:latin typeface="+mj-lt"/>
                          <a:cs typeface="Segoe UI" panose="020B0502040204020203" pitchFamily="34" charset="0"/>
                        </a:rPr>
                        <a:t> la société d’assurer tout ou partie de son activité, avec d’éventuelles conséquences graves sur la sécurité des personnes et des biens. La société ne surmontera vraisemblablement pas la situation (sa survie est menacée)</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sp>
        <p:nvSpPr>
          <p:cNvPr id="14" name="Organigramme : Alternative 13">
            <a:extLst>
              <a:ext uri="{FF2B5EF4-FFF2-40B4-BE49-F238E27FC236}">
                <a16:creationId xmlns:a16="http://schemas.microsoft.com/office/drawing/2014/main" id="{7B6FBF52-7D9E-DB5B-0D5B-D1605C36B7A2}"/>
              </a:ext>
            </a:extLst>
          </p:cNvPr>
          <p:cNvSpPr/>
          <p:nvPr/>
        </p:nvSpPr>
        <p:spPr>
          <a:xfrm>
            <a:off x="1169456" y="5384491"/>
            <a:ext cx="7835396"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cas, il conviendra de décrire les conséquences potentielles des événements redoutés.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recommandé de reprendre la même échelle de gravité définie dans la politique de l’organisme ou utilisée dans les autres études de risques.</a:t>
            </a:r>
          </a:p>
        </p:txBody>
      </p:sp>
      <p:pic>
        <p:nvPicPr>
          <p:cNvPr id="15" name="Image 14">
            <a:extLst>
              <a:ext uri="{FF2B5EF4-FFF2-40B4-BE49-F238E27FC236}">
                <a16:creationId xmlns:a16="http://schemas.microsoft.com/office/drawing/2014/main" id="{07A71611-118F-5232-D9A1-A4E85FD55369}"/>
              </a:ext>
            </a:extLst>
          </p:cNvPr>
          <p:cNvPicPr>
            <a:picLocks noChangeAspect="1"/>
          </p:cNvPicPr>
          <p:nvPr/>
        </p:nvPicPr>
        <p:blipFill>
          <a:blip r:embed="rId2"/>
          <a:stretch>
            <a:fillRect/>
          </a:stretch>
        </p:blipFill>
        <p:spPr>
          <a:xfrm>
            <a:off x="8818738" y="1902656"/>
            <a:ext cx="2688297" cy="3827901"/>
          </a:xfrm>
          <a:prstGeom prst="rect">
            <a:avLst/>
          </a:prstGeom>
        </p:spPr>
      </p:pic>
      <p:sp>
        <p:nvSpPr>
          <p:cNvPr id="16" name="Ellipse 15">
            <a:extLst>
              <a:ext uri="{FF2B5EF4-FFF2-40B4-BE49-F238E27FC236}">
                <a16:creationId xmlns:a16="http://schemas.microsoft.com/office/drawing/2014/main" id="{12D1ECEB-ED72-3913-C007-519BD632AFD5}"/>
              </a:ext>
            </a:extLst>
          </p:cNvPr>
          <p:cNvSpPr/>
          <p:nvPr/>
        </p:nvSpPr>
        <p:spPr>
          <a:xfrm>
            <a:off x="10030232"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Ellipse 16">
            <a:extLst>
              <a:ext uri="{FF2B5EF4-FFF2-40B4-BE49-F238E27FC236}">
                <a16:creationId xmlns:a16="http://schemas.microsoft.com/office/drawing/2014/main" id="{6D577BA6-921C-C8D2-E104-C96932B1BC48}"/>
              </a:ext>
            </a:extLst>
          </p:cNvPr>
          <p:cNvSpPr/>
          <p:nvPr/>
        </p:nvSpPr>
        <p:spPr>
          <a:xfrm>
            <a:off x="10269677"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Arc 17">
            <a:extLst>
              <a:ext uri="{FF2B5EF4-FFF2-40B4-BE49-F238E27FC236}">
                <a16:creationId xmlns:a16="http://schemas.microsoft.com/office/drawing/2014/main" id="{7F3A8BAC-1BBC-64AD-7604-F1D111E4E615}"/>
              </a:ext>
            </a:extLst>
          </p:cNvPr>
          <p:cNvSpPr/>
          <p:nvPr/>
        </p:nvSpPr>
        <p:spPr>
          <a:xfrm rot="19121045">
            <a:off x="10137558" y="2452573"/>
            <a:ext cx="181024" cy="179992"/>
          </a:xfrm>
          <a:prstGeom prst="arc">
            <a:avLst>
              <a:gd name="adj1" fmla="val 16200000"/>
              <a:gd name="adj2" fmla="val 21334920"/>
            </a:avLst>
          </a:prstGeom>
          <a:ln>
            <a:solidFill>
              <a:srgbClr val="E88B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2400"/>
          </a:p>
        </p:txBody>
      </p:sp>
      <p:cxnSp>
        <p:nvCxnSpPr>
          <p:cNvPr id="19" name="Connecteur droit 18">
            <a:extLst>
              <a:ext uri="{FF2B5EF4-FFF2-40B4-BE49-F238E27FC236}">
                <a16:creationId xmlns:a16="http://schemas.microsoft.com/office/drawing/2014/main" id="{8591DAF6-38FC-FE4C-FC9E-0587FB9CFC1A}"/>
              </a:ext>
            </a:extLst>
          </p:cNvPr>
          <p:cNvCxnSpPr>
            <a:cxnSpLocks/>
            <a:stCxn id="17" idx="6"/>
          </p:cNvCxnSpPr>
          <p:nvPr/>
        </p:nvCxnSpPr>
        <p:spPr>
          <a:xfrm flipV="1">
            <a:off x="10419181" y="2479751"/>
            <a:ext cx="537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69221986-52F5-9BA5-EE7D-8C5D142D11C2}"/>
              </a:ext>
            </a:extLst>
          </p:cNvPr>
          <p:cNvCxnSpPr>
            <a:cxnSpLocks/>
            <a:stCxn id="16" idx="2"/>
          </p:cNvCxnSpPr>
          <p:nvPr/>
        </p:nvCxnSpPr>
        <p:spPr>
          <a:xfrm flipH="1" flipV="1">
            <a:off x="9987170" y="2479751"/>
            <a:ext cx="430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sp>
        <p:nvSpPr>
          <p:cNvPr id="21" name="Ellipse 20">
            <a:extLst>
              <a:ext uri="{FF2B5EF4-FFF2-40B4-BE49-F238E27FC236}">
                <a16:creationId xmlns:a16="http://schemas.microsoft.com/office/drawing/2014/main" id="{E2F8CEBE-FAF2-210D-55BB-72E7A6B6646E}"/>
              </a:ext>
            </a:extLst>
          </p:cNvPr>
          <p:cNvSpPr/>
          <p:nvPr/>
        </p:nvSpPr>
        <p:spPr>
          <a:xfrm flipH="1">
            <a:off x="10078411" y="2479752"/>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Ellipse 21">
            <a:extLst>
              <a:ext uri="{FF2B5EF4-FFF2-40B4-BE49-F238E27FC236}">
                <a16:creationId xmlns:a16="http://schemas.microsoft.com/office/drawing/2014/main" id="{C0124595-293E-2369-339A-72CFAE8924F6}"/>
              </a:ext>
            </a:extLst>
          </p:cNvPr>
          <p:cNvSpPr/>
          <p:nvPr/>
        </p:nvSpPr>
        <p:spPr>
          <a:xfrm flipH="1">
            <a:off x="10316532" y="2479754"/>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 name="ZoneTexte 3">
            <a:extLst>
              <a:ext uri="{FF2B5EF4-FFF2-40B4-BE49-F238E27FC236}">
                <a16:creationId xmlns:a16="http://schemas.microsoft.com/office/drawing/2014/main" id="{2F43A114-F3AD-A5EB-ED1C-4ED3B4560A4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00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E244D-E0C1-61EC-640E-7F75F35CCFA2}"/>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EC5FC85A-418F-E1C7-7E03-E20629DEF4AF}"/>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C4A2DA90-E0D1-B446-D2D0-AC03C4BF454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58E82CDD-6BE3-5811-8BF8-16D7739313D3}"/>
              </a:ext>
            </a:extLst>
          </p:cNvPr>
          <p:cNvSpPr>
            <a:spLocks noGrp="1"/>
          </p:cNvSpPr>
          <p:nvPr>
            <p:ph type="sldNum" sz="quarter" idx="12"/>
          </p:nvPr>
        </p:nvSpPr>
        <p:spPr/>
        <p:txBody>
          <a:bodyPr/>
          <a:lstStyle/>
          <a:p>
            <a:pPr rtl="0"/>
            <a:fld id="{294A09A9-5501-47C1-A89A-A340965A2BE2}" type="slidenum">
              <a:rPr lang="fr-FR" noProof="0" smtClean="0"/>
              <a:t>66</a:t>
            </a:fld>
            <a:endParaRPr lang="fr-FR" noProof="0"/>
          </a:p>
        </p:txBody>
      </p:sp>
      <p:sp>
        <p:nvSpPr>
          <p:cNvPr id="4" name="Espace réservé du texte 3">
            <a:extLst>
              <a:ext uri="{FF2B5EF4-FFF2-40B4-BE49-F238E27FC236}">
                <a16:creationId xmlns:a16="http://schemas.microsoft.com/office/drawing/2014/main" id="{E981C3E6-2902-5964-40F7-2B4A4EFBBC62}"/>
              </a:ext>
            </a:extLst>
          </p:cNvPr>
          <p:cNvSpPr>
            <a:spLocks noGrp="1"/>
          </p:cNvSpPr>
          <p:nvPr>
            <p:ph type="body" sz="quarter" idx="13"/>
          </p:nvPr>
        </p:nvSpPr>
        <p:spPr/>
        <p:txBody>
          <a:bodyPr>
            <a:normAutofit fontScale="92500"/>
          </a:bodyPr>
          <a:lstStyle/>
          <a:p>
            <a:r>
              <a:rPr lang="fr-FR" dirty="0"/>
              <a:t>Une échelle explicite par type de conséquences – Exemple d’une PME</a:t>
            </a:r>
          </a:p>
        </p:txBody>
      </p:sp>
      <p:graphicFrame>
        <p:nvGraphicFramePr>
          <p:cNvPr id="3" name="Espace réservé du contenu 2">
            <a:extLst>
              <a:ext uri="{FF2B5EF4-FFF2-40B4-BE49-F238E27FC236}">
                <a16:creationId xmlns:a16="http://schemas.microsoft.com/office/drawing/2014/main" id="{0C7432AB-C2A0-8DBF-AF40-CF155C02D03C}"/>
              </a:ext>
            </a:extLst>
          </p:cNvPr>
          <p:cNvGraphicFramePr>
            <a:graphicFrameLocks noGrp="1"/>
          </p:cNvGraphicFramePr>
          <p:nvPr>
            <p:ph idx="4294967295"/>
            <p:extLst>
              <p:ext uri="{D42A27DB-BD31-4B8C-83A1-F6EECF244321}">
                <p14:modId xmlns:p14="http://schemas.microsoft.com/office/powerpoint/2010/main" val="2181721812"/>
              </p:ext>
            </p:extLst>
          </p:nvPr>
        </p:nvGraphicFramePr>
        <p:xfrm>
          <a:off x="982091" y="1652207"/>
          <a:ext cx="10575234" cy="3810508"/>
        </p:xfrm>
        <a:graphic>
          <a:graphicData uri="http://schemas.openxmlformats.org/drawingml/2006/table">
            <a:tbl>
              <a:tblPr firstRow="1" firstCol="1" bandRow="1">
                <a:tableStyleId>{2D5ABB26-0587-4C30-8999-92F81FD0307C}</a:tableStyleId>
              </a:tblPr>
              <a:tblGrid>
                <a:gridCol w="857860">
                  <a:extLst>
                    <a:ext uri="{9D8B030D-6E8A-4147-A177-3AD203B41FA5}">
                      <a16:colId xmlns:a16="http://schemas.microsoft.com/office/drawing/2014/main" val="2012429208"/>
                    </a:ext>
                  </a:extLst>
                </a:gridCol>
                <a:gridCol w="1100148">
                  <a:extLst>
                    <a:ext uri="{9D8B030D-6E8A-4147-A177-3AD203B41FA5}">
                      <a16:colId xmlns:a16="http://schemas.microsoft.com/office/drawing/2014/main" val="1303325377"/>
                    </a:ext>
                  </a:extLst>
                </a:gridCol>
                <a:gridCol w="1480930">
                  <a:extLst>
                    <a:ext uri="{9D8B030D-6E8A-4147-A177-3AD203B41FA5}">
                      <a16:colId xmlns:a16="http://schemas.microsoft.com/office/drawing/2014/main" val="1093088585"/>
                    </a:ext>
                  </a:extLst>
                </a:gridCol>
                <a:gridCol w="1441174">
                  <a:extLst>
                    <a:ext uri="{9D8B030D-6E8A-4147-A177-3AD203B41FA5}">
                      <a16:colId xmlns:a16="http://schemas.microsoft.com/office/drawing/2014/main" val="1543653567"/>
                    </a:ext>
                  </a:extLst>
                </a:gridCol>
                <a:gridCol w="3409122">
                  <a:extLst>
                    <a:ext uri="{9D8B030D-6E8A-4147-A177-3AD203B41FA5}">
                      <a16:colId xmlns:a16="http://schemas.microsoft.com/office/drawing/2014/main" val="2810849402"/>
                    </a:ext>
                  </a:extLst>
                </a:gridCol>
                <a:gridCol w="974249">
                  <a:extLst>
                    <a:ext uri="{9D8B030D-6E8A-4147-A177-3AD203B41FA5}">
                      <a16:colId xmlns:a16="http://schemas.microsoft.com/office/drawing/2014/main" val="3193860477"/>
                    </a:ext>
                  </a:extLst>
                </a:gridCol>
                <a:gridCol w="1311751">
                  <a:extLst>
                    <a:ext uri="{9D8B030D-6E8A-4147-A177-3AD203B41FA5}">
                      <a16:colId xmlns:a16="http://schemas.microsoft.com/office/drawing/2014/main" val="3590902380"/>
                    </a:ext>
                  </a:extLst>
                </a:gridCol>
              </a:tblGrid>
              <a:tr h="311550">
                <a:tc>
                  <a:txBody>
                    <a:bodyPr/>
                    <a:lstStyle/>
                    <a:p>
                      <a:pPr algn="ctr">
                        <a:lnSpc>
                          <a:spcPct val="115000"/>
                        </a:lnSpc>
                        <a:spcAft>
                          <a:spcPts val="1000"/>
                        </a:spcAft>
                      </a:pPr>
                      <a:r>
                        <a:rPr lang="fr-FR" sz="1050" b="0" kern="100" dirty="0">
                          <a:solidFill>
                            <a:schemeClr val="bg1"/>
                          </a:solidFill>
                          <a:effectLst/>
                        </a:rPr>
                        <a:t>Gravité</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financières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fonctionnelles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l'image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juridiques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business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la vie privée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84382393"/>
                  </a:ext>
                </a:extLst>
              </a:tr>
              <a:tr h="663126">
                <a:tc>
                  <a:txBody>
                    <a:bodyPr/>
                    <a:lstStyle/>
                    <a:p>
                      <a:pPr algn="l">
                        <a:lnSpc>
                          <a:spcPct val="115000"/>
                        </a:lnSpc>
                        <a:spcAft>
                          <a:spcPts val="1000"/>
                        </a:spcAft>
                      </a:pPr>
                      <a:r>
                        <a:rPr lang="fr-FR" sz="1050" b="0" kern="100" dirty="0">
                          <a:effectLst/>
                        </a:rPr>
                        <a:t>1. Minimale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algn="ctr">
                        <a:lnSpc>
                          <a:spcPct val="115000"/>
                        </a:lnSpc>
                        <a:spcAft>
                          <a:spcPts val="1000"/>
                        </a:spcAft>
                      </a:pPr>
                      <a:r>
                        <a:rPr lang="fr-FR" sz="1050" b="0" kern="100" dirty="0">
                          <a:effectLst/>
                        </a:rPr>
                        <a:t>Aucun ou seulement quelques dizaines ou centaines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dégradation fonctionnelle avec peu de conséquence sur un processus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conséquence négligeable sur l’image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sanction interne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perte de petits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désagrément matériel, moral ou physique négligeable (ex : </a:t>
                      </a:r>
                      <a:r>
                        <a:rPr lang="fr-FR" sz="1050" b="0" i="1" kern="100" dirty="0">
                          <a:effectLst/>
                        </a:rPr>
                        <a:t>spam</a:t>
                      </a:r>
                      <a:r>
                        <a:rPr lang="fr-FR" sz="1050" b="0" kern="100" dirty="0">
                          <a:effectLst/>
                        </a:rPr>
                        <a:t>)</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464693"/>
                  </a:ext>
                </a:extLst>
              </a:tr>
              <a:tr h="663126">
                <a:tc>
                  <a:txBody>
                    <a:bodyPr/>
                    <a:lstStyle/>
                    <a:p>
                      <a:pPr algn="l">
                        <a:lnSpc>
                          <a:spcPct val="115000"/>
                        </a:lnSpc>
                        <a:spcAft>
                          <a:spcPts val="1000"/>
                        </a:spcAft>
                      </a:pPr>
                      <a:r>
                        <a:rPr lang="fr-FR" sz="1050" b="0" kern="100" dirty="0">
                          <a:effectLst/>
                        </a:rPr>
                        <a:t>2. Limitée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ctr">
                        <a:lnSpc>
                          <a:spcPct val="115000"/>
                        </a:lnSpc>
                        <a:spcAft>
                          <a:spcPts val="1000"/>
                        </a:spcAft>
                      </a:pPr>
                      <a:r>
                        <a:rPr lang="fr-FR" sz="1050" b="0" kern="100" dirty="0">
                          <a:effectLst/>
                        </a:rPr>
                        <a:t>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un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Image impactée, mais de manière circonscrite et temporaire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avec des petits clients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de petits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Désagrément matériel, moral ou physique significatif, qui pourra être surmonté après quelques difficultés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910171"/>
                  </a:ext>
                </a:extLst>
              </a:tr>
              <a:tr h="663126">
                <a:tc>
                  <a:txBody>
                    <a:bodyPr/>
                    <a:lstStyle/>
                    <a:p>
                      <a:pPr algn="l">
                        <a:lnSpc>
                          <a:spcPct val="115000"/>
                        </a:lnSpc>
                        <a:spcAft>
                          <a:spcPts val="1000"/>
                        </a:spcAft>
                      </a:pPr>
                      <a:r>
                        <a:rPr lang="fr-FR" sz="1050" b="0" kern="100" dirty="0">
                          <a:effectLst/>
                        </a:rPr>
                        <a:t>3. Importante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lnSpc>
                          <a:spcPct val="115000"/>
                        </a:lnSpc>
                        <a:spcAft>
                          <a:spcPts val="1000"/>
                        </a:spcAft>
                      </a:pPr>
                      <a:r>
                        <a:rPr lang="fr-FR" sz="1050" b="0" kern="100">
                          <a:effectLst/>
                        </a:rPr>
                        <a:t>Dizaines de milliers d’euros annuels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plusieurs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atteinte de manière publique, mais limitée dans le temps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fortes (avec des grands comptes), mention dans une affaire civile ou pénale, non-respect de la loi et de la réglementation (protection de la vie privée notamment), enquête administrative, condamnation ou amende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Perte de grands comptes (clients ou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ne sera surmontée qu’avec difficultés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756507"/>
                  </a:ext>
                </a:extLst>
              </a:tr>
              <a:tr h="528770">
                <a:tc>
                  <a:txBody>
                    <a:bodyPr/>
                    <a:lstStyle/>
                    <a:p>
                      <a:pPr algn="l">
                        <a:lnSpc>
                          <a:spcPct val="115000"/>
                        </a:lnSpc>
                        <a:spcAft>
                          <a:spcPts val="1000"/>
                        </a:spcAft>
                      </a:pPr>
                      <a:r>
                        <a:rPr lang="fr-FR" sz="1050" b="0" kern="100" dirty="0">
                          <a:solidFill>
                            <a:schemeClr val="bg1"/>
                          </a:solidFill>
                          <a:effectLst/>
                        </a:rPr>
                        <a:t>4. Maximale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lnSpc>
                          <a:spcPct val="115000"/>
                        </a:lnSpc>
                        <a:spcAft>
                          <a:spcPts val="1000"/>
                        </a:spcAft>
                      </a:pPr>
                      <a:r>
                        <a:rPr lang="fr-FR" sz="1050" b="0" kern="100" dirty="0">
                          <a:effectLst/>
                        </a:rPr>
                        <a:t>Centaines de 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Arrêt fonctionnel sur l’ensemble des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dégradée de manière profonde et durable</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Non-respect majeur de la loi et de la réglementation (protection de la vie privée notamment), condamnation pénale, pénalités contractuelles avec plusieurs acteurs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massive de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pourrait ne pas être surmontée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6110188"/>
                  </a:ext>
                </a:extLst>
              </a:tr>
            </a:tbl>
          </a:graphicData>
        </a:graphic>
      </p:graphicFrame>
      <p:sp>
        <p:nvSpPr>
          <p:cNvPr id="9" name="Organigramme : Alternative 8">
            <a:extLst>
              <a:ext uri="{FF2B5EF4-FFF2-40B4-BE49-F238E27FC236}">
                <a16:creationId xmlns:a16="http://schemas.microsoft.com/office/drawing/2014/main" id="{05522E6E-4F77-341F-37A2-884E42AB305E}"/>
              </a:ext>
            </a:extLst>
          </p:cNvPr>
          <p:cNvSpPr/>
          <p:nvPr/>
        </p:nvSpPr>
        <p:spPr>
          <a:xfrm>
            <a:off x="1003853" y="5576641"/>
            <a:ext cx="10575233" cy="61772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meilleure échelle, c’est celle qui est comprise par tous ! Elle est explicite (non ambigüe), non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recouvrante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(les niveaux ne se chevauchent pas), et elle permet d’étaler largement les événements redoutés (ils n’ont pas tous la même valeur)</a:t>
            </a:r>
          </a:p>
        </p:txBody>
      </p:sp>
      <p:sp>
        <p:nvSpPr>
          <p:cNvPr id="8" name="ZoneTexte 7">
            <a:extLst>
              <a:ext uri="{FF2B5EF4-FFF2-40B4-BE49-F238E27FC236}">
                <a16:creationId xmlns:a16="http://schemas.microsoft.com/office/drawing/2014/main" id="{A50D3E94-97C3-8397-6ED9-C41016AFB49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290465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A9A461-F920-EE39-084E-3F08318FDD8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7E18916C-3081-099F-3E67-F5460DA3810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0C9F221-2FDD-BE72-16A6-91C71D49EA35}"/>
              </a:ext>
            </a:extLst>
          </p:cNvPr>
          <p:cNvSpPr>
            <a:spLocks noGrp="1"/>
          </p:cNvSpPr>
          <p:nvPr>
            <p:ph type="sldNum" sz="quarter" idx="12"/>
          </p:nvPr>
        </p:nvSpPr>
        <p:spPr/>
        <p:txBody>
          <a:bodyPr/>
          <a:lstStyle/>
          <a:p>
            <a:pPr rtl="0"/>
            <a:fld id="{294A09A9-5501-47C1-A89A-A340965A2BE2}" type="slidenum">
              <a:rPr lang="fr-FR" noProof="0" smtClean="0"/>
              <a:t>67</a:t>
            </a:fld>
            <a:endParaRPr lang="fr-FR" noProof="0"/>
          </a:p>
        </p:txBody>
      </p:sp>
      <p:sp>
        <p:nvSpPr>
          <p:cNvPr id="4" name="Espace réservé de la date 3">
            <a:extLst>
              <a:ext uri="{FF2B5EF4-FFF2-40B4-BE49-F238E27FC236}">
                <a16:creationId xmlns:a16="http://schemas.microsoft.com/office/drawing/2014/main" id="{B65FEB79-317D-9A6B-D626-19E321EB2027}"/>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A07AAE01-E35F-0CD9-4BC3-94955E2B805C}"/>
              </a:ext>
            </a:extLst>
          </p:cNvPr>
          <p:cNvSpPr>
            <a:spLocks noGrp="1"/>
          </p:cNvSpPr>
          <p:nvPr>
            <p:ph type="body" sz="quarter" idx="13"/>
          </p:nvPr>
        </p:nvSpPr>
        <p:spPr/>
        <p:txBody>
          <a:bodyPr/>
          <a:lstStyle/>
          <a:p>
            <a:r>
              <a:rPr lang="fr-FR" dirty="0"/>
              <a:t>Analysez et estimez les principaux événements redoutés</a:t>
            </a:r>
          </a:p>
        </p:txBody>
      </p:sp>
      <p:pic>
        <p:nvPicPr>
          <p:cNvPr id="8" name="Image 7">
            <a:extLst>
              <a:ext uri="{FF2B5EF4-FFF2-40B4-BE49-F238E27FC236}">
                <a16:creationId xmlns:a16="http://schemas.microsoft.com/office/drawing/2014/main" id="{74800A92-778A-2742-8D93-2218ACD42DED}"/>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1" name="Espace réservé du contenu 10">
            <a:extLst>
              <a:ext uri="{FF2B5EF4-FFF2-40B4-BE49-F238E27FC236}">
                <a16:creationId xmlns:a16="http://schemas.microsoft.com/office/drawing/2014/main" id="{77B78416-3CB4-0470-6FD1-51B6E1990025}"/>
              </a:ext>
            </a:extLst>
          </p:cNvPr>
          <p:cNvGraphicFramePr>
            <a:graphicFrameLocks noGrp="1"/>
          </p:cNvGraphicFramePr>
          <p:nvPr>
            <p:ph idx="1"/>
            <p:extLst>
              <p:ext uri="{D42A27DB-BD31-4B8C-83A1-F6EECF244321}">
                <p14:modId xmlns:p14="http://schemas.microsoft.com/office/powerpoint/2010/main" val="3372656187"/>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sp>
        <p:nvSpPr>
          <p:cNvPr id="12" name="ZoneTexte 11">
            <a:extLst>
              <a:ext uri="{FF2B5EF4-FFF2-40B4-BE49-F238E27FC236}">
                <a16:creationId xmlns:a16="http://schemas.microsoft.com/office/drawing/2014/main" id="{F5A0A741-47FD-5990-AFAE-7EEF8A5E22B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589060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2D199-8B5E-8BC7-7B33-0BC03531E8E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787F426-6C32-4259-2B51-A4AFF5798B04}"/>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E91A9933-E208-02FC-1933-18ABED3E28EA}"/>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0252D37-CC57-A306-2F7A-999009392C82}"/>
              </a:ext>
            </a:extLst>
          </p:cNvPr>
          <p:cNvSpPr>
            <a:spLocks noGrp="1"/>
          </p:cNvSpPr>
          <p:nvPr>
            <p:ph type="sldNum" sz="quarter" idx="12"/>
          </p:nvPr>
        </p:nvSpPr>
        <p:spPr/>
        <p:txBody>
          <a:bodyPr/>
          <a:lstStyle/>
          <a:p>
            <a:pPr rtl="0"/>
            <a:fld id="{294A09A9-5501-47C1-A89A-A340965A2BE2}" type="slidenum">
              <a:rPr lang="fr-FR" noProof="0" smtClean="0"/>
              <a:t>68</a:t>
            </a:fld>
            <a:endParaRPr lang="fr-FR" noProof="0"/>
          </a:p>
        </p:txBody>
      </p:sp>
      <p:sp>
        <p:nvSpPr>
          <p:cNvPr id="4" name="Espace réservé de la date 3">
            <a:extLst>
              <a:ext uri="{FF2B5EF4-FFF2-40B4-BE49-F238E27FC236}">
                <a16:creationId xmlns:a16="http://schemas.microsoft.com/office/drawing/2014/main" id="{9DB66096-2F49-41C7-1268-0D4EB55A2E31}"/>
              </a:ext>
            </a:extLst>
          </p:cNvPr>
          <p:cNvSpPr>
            <a:spLocks noGrp="1"/>
          </p:cNvSpPr>
          <p:nvPr>
            <p:ph type="dt" sz="half" idx="10"/>
          </p:nvPr>
        </p:nvSpPr>
        <p:spPr/>
        <p:txBody>
          <a:bodyPr/>
          <a:lstStyle/>
          <a:p>
            <a:pPr rtl="0"/>
            <a:r>
              <a:rPr lang="fr-FR" noProof="0"/>
              <a:t>14/10/2025</a:t>
            </a:r>
          </a:p>
        </p:txBody>
      </p:sp>
      <p:sp>
        <p:nvSpPr>
          <p:cNvPr id="7" name="Espace réservé du texte 6">
            <a:extLst>
              <a:ext uri="{FF2B5EF4-FFF2-40B4-BE49-F238E27FC236}">
                <a16:creationId xmlns:a16="http://schemas.microsoft.com/office/drawing/2014/main" id="{5BBEA085-A206-A877-ECE7-5C350BA0B8FA}"/>
              </a:ext>
            </a:extLst>
          </p:cNvPr>
          <p:cNvSpPr>
            <a:spLocks noGrp="1"/>
          </p:cNvSpPr>
          <p:nvPr>
            <p:ph type="body" sz="quarter" idx="13"/>
          </p:nvPr>
        </p:nvSpPr>
        <p:spPr/>
        <p:txBody>
          <a:bodyPr/>
          <a:lstStyle/>
          <a:p>
            <a:r>
              <a:rPr lang="fr-FR" dirty="0"/>
              <a:t>À l’issue, on a une liste hiérarchisée des événements redoutés</a:t>
            </a:r>
          </a:p>
        </p:txBody>
      </p:sp>
      <p:pic>
        <p:nvPicPr>
          <p:cNvPr id="9" name="Image 8">
            <a:extLst>
              <a:ext uri="{FF2B5EF4-FFF2-40B4-BE49-F238E27FC236}">
                <a16:creationId xmlns:a16="http://schemas.microsoft.com/office/drawing/2014/main" id="{85148A3B-5BD9-A2E1-2CE2-E7A03958F8AB}"/>
              </a:ext>
            </a:extLst>
          </p:cNvPr>
          <p:cNvPicPr>
            <a:picLocks noChangeAspect="1"/>
          </p:cNvPicPr>
          <p:nvPr/>
        </p:nvPicPr>
        <p:blipFill>
          <a:blip r:embed="rId2"/>
          <a:stretch>
            <a:fillRect/>
          </a:stretch>
        </p:blipFill>
        <p:spPr>
          <a:xfrm>
            <a:off x="11112000" y="0"/>
            <a:ext cx="1080000" cy="1080000"/>
          </a:xfrm>
          <a:prstGeom prst="rect">
            <a:avLst/>
          </a:prstGeom>
        </p:spPr>
      </p:pic>
      <p:sp>
        <p:nvSpPr>
          <p:cNvPr id="10" name="ZoneTexte 9">
            <a:extLst>
              <a:ext uri="{FF2B5EF4-FFF2-40B4-BE49-F238E27FC236}">
                <a16:creationId xmlns:a16="http://schemas.microsoft.com/office/drawing/2014/main" id="{A1FD1897-9E29-E325-BC64-469BBF067BA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graphicFrame>
        <p:nvGraphicFramePr>
          <p:cNvPr id="12" name="Espace réservé du contenu 11">
            <a:extLst>
              <a:ext uri="{FF2B5EF4-FFF2-40B4-BE49-F238E27FC236}">
                <a16:creationId xmlns:a16="http://schemas.microsoft.com/office/drawing/2014/main" id="{1B01DEE3-418C-884E-1C63-218249A83E26}"/>
              </a:ext>
            </a:extLst>
          </p:cNvPr>
          <p:cNvGraphicFramePr>
            <a:graphicFrameLocks noGrp="1"/>
          </p:cNvGraphicFramePr>
          <p:nvPr>
            <p:ph idx="1"/>
            <p:extLst>
              <p:ext uri="{D42A27DB-BD31-4B8C-83A1-F6EECF244321}">
                <p14:modId xmlns:p14="http://schemas.microsoft.com/office/powerpoint/2010/main" val="4289984482"/>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sur le patrimoine intellectuel</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Perte ou destruction des informations d’études et recherches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coûts de développement</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 patrimoine intellectuel</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des phases de tests des vaccins pendant plus d’une semaine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du savoir-faire de l’entreprise concernant le processus de fabrication des vaccins et de leurs tests qualité</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sante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157148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04E07-297E-FAB3-6CAA-2B875624766A}"/>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9BB27509-F0BE-128F-645A-613859774A00}"/>
              </a:ext>
            </a:extLst>
          </p:cNvPr>
          <p:cNvSpPr>
            <a:spLocks noGrp="1"/>
          </p:cNvSpPr>
          <p:nvPr>
            <p:ph idx="1"/>
          </p:nvPr>
        </p:nvSpPr>
        <p:spPr/>
        <p:txBody>
          <a:bodyPr>
            <a:normAutofit/>
          </a:bodyPr>
          <a:lstStyle/>
          <a:p>
            <a:r>
              <a:rPr lang="fr-FR" sz="2400" dirty="0"/>
              <a:t>Oui ! On peut d’ores-et-déjà déterminer des mesures complémentaires au socle</a:t>
            </a:r>
          </a:p>
          <a:p>
            <a:pPr lvl="1"/>
            <a:r>
              <a:rPr lang="fr-FR" sz="2000" dirty="0"/>
              <a:t>Agir sur les valeurs métier</a:t>
            </a:r>
          </a:p>
          <a:p>
            <a:pPr lvl="2"/>
            <a:r>
              <a:rPr lang="fr-FR" sz="1800" dirty="0"/>
              <a:t>Leur existence : écarter des données ou des activités qui engendrent les risques trop élevés</a:t>
            </a:r>
          </a:p>
          <a:p>
            <a:pPr lvl="2"/>
            <a:r>
              <a:rPr lang="fr-FR" sz="1800" dirty="0"/>
              <a:t>Leur disponibilité : haute disponibilité, sauvegardes, etc.</a:t>
            </a:r>
          </a:p>
          <a:p>
            <a:pPr lvl="2"/>
            <a:r>
              <a:rPr lang="fr-FR" sz="1800" dirty="0"/>
              <a:t>Leur intégrité : empreintes, signature, etc.</a:t>
            </a:r>
          </a:p>
          <a:p>
            <a:pPr lvl="2"/>
            <a:r>
              <a:rPr lang="fr-FR" sz="1800" dirty="0"/>
              <a:t>Leur confidentialité : classification, chiffrement, pseudonymisation, anonymisation, etc.</a:t>
            </a:r>
          </a:p>
          <a:p>
            <a:pPr lvl="1"/>
            <a:r>
              <a:rPr lang="fr-FR" sz="2000" dirty="0"/>
              <a:t>Agir sur les conséquences</a:t>
            </a:r>
          </a:p>
          <a:p>
            <a:pPr lvl="2"/>
            <a:r>
              <a:rPr lang="fr-FR" sz="1800" dirty="0"/>
              <a:t>Limiter leur ampleur : exercices, préparation de crise, etc.</a:t>
            </a:r>
          </a:p>
          <a:p>
            <a:pPr lvl="2"/>
            <a:r>
              <a:rPr lang="fr-FR" sz="1800" dirty="0"/>
              <a:t>Compenser de manière proactive : provisionner, assurance, etc.</a:t>
            </a:r>
          </a:p>
        </p:txBody>
      </p:sp>
      <p:sp>
        <p:nvSpPr>
          <p:cNvPr id="5" name="Espace réservé du pied de page 4">
            <a:extLst>
              <a:ext uri="{FF2B5EF4-FFF2-40B4-BE49-F238E27FC236}">
                <a16:creationId xmlns:a16="http://schemas.microsoft.com/office/drawing/2014/main" id="{D9908F30-3B86-45F5-F4BB-098951E053B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F687975D-1463-61E7-89FE-296789F80409}"/>
              </a:ext>
            </a:extLst>
          </p:cNvPr>
          <p:cNvSpPr>
            <a:spLocks noGrp="1"/>
          </p:cNvSpPr>
          <p:nvPr>
            <p:ph type="sldNum" sz="quarter" idx="12"/>
          </p:nvPr>
        </p:nvSpPr>
        <p:spPr/>
        <p:txBody>
          <a:bodyPr/>
          <a:lstStyle/>
          <a:p>
            <a:pPr rtl="0"/>
            <a:fld id="{294A09A9-5501-47C1-A89A-A340965A2BE2}" type="slidenum">
              <a:rPr lang="fr-FR" noProof="0" smtClean="0"/>
              <a:t>69</a:t>
            </a:fld>
            <a:endParaRPr lang="fr-FR" noProof="0"/>
          </a:p>
        </p:txBody>
      </p:sp>
      <p:sp>
        <p:nvSpPr>
          <p:cNvPr id="4" name="Espace réservé de la date 3">
            <a:extLst>
              <a:ext uri="{FF2B5EF4-FFF2-40B4-BE49-F238E27FC236}">
                <a16:creationId xmlns:a16="http://schemas.microsoft.com/office/drawing/2014/main" id="{17677A18-E504-C302-A3F4-F0021C38332B}"/>
              </a:ext>
            </a:extLst>
          </p:cNvPr>
          <p:cNvSpPr>
            <a:spLocks noGrp="1"/>
          </p:cNvSpPr>
          <p:nvPr>
            <p:ph type="dt" sz="half" idx="10"/>
          </p:nvPr>
        </p:nvSpPr>
        <p:spPr/>
        <p:txBody>
          <a:bodyPr/>
          <a:lstStyle/>
          <a:p>
            <a:pPr rtl="0"/>
            <a:r>
              <a:rPr lang="fr-FR" noProof="0"/>
              <a:t>14/10/2025</a:t>
            </a:r>
          </a:p>
        </p:txBody>
      </p:sp>
      <p:sp>
        <p:nvSpPr>
          <p:cNvPr id="10" name="Espace réservé du texte 9">
            <a:extLst>
              <a:ext uri="{FF2B5EF4-FFF2-40B4-BE49-F238E27FC236}">
                <a16:creationId xmlns:a16="http://schemas.microsoft.com/office/drawing/2014/main" id="{E35C8DF3-87E6-4E9B-0975-96DC1E099AF5}"/>
              </a:ext>
            </a:extLst>
          </p:cNvPr>
          <p:cNvSpPr>
            <a:spLocks noGrp="1"/>
          </p:cNvSpPr>
          <p:nvPr>
            <p:ph type="body" sz="quarter" idx="13"/>
          </p:nvPr>
        </p:nvSpPr>
        <p:spPr/>
        <p:txBody>
          <a:bodyPr/>
          <a:lstStyle/>
          <a:p>
            <a:r>
              <a:rPr lang="fr-FR" dirty="0"/>
              <a:t>Peut-on déterminer des mesures sur les événements redoutés ?</a:t>
            </a:r>
          </a:p>
        </p:txBody>
      </p:sp>
      <p:pic>
        <p:nvPicPr>
          <p:cNvPr id="7" name="Image 6">
            <a:extLst>
              <a:ext uri="{FF2B5EF4-FFF2-40B4-BE49-F238E27FC236}">
                <a16:creationId xmlns:a16="http://schemas.microsoft.com/office/drawing/2014/main" id="{6B03A511-9CB6-2962-7521-5C4F341A7F40}"/>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0AC193C0-4AE4-14C1-AC54-91A30EA7ACB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B500C69E-0793-6850-1072-C420F86479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93232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4AAA-7793-C7D2-C502-01E77E13A3D7}"/>
            </a:ext>
          </a:extLst>
        </p:cNvPr>
        <p:cNvGrpSpPr/>
        <p:nvPr/>
      </p:nvGrpSpPr>
      <p:grpSpPr>
        <a:xfrm>
          <a:off x="0" y="0"/>
          <a:ext cx="0" cy="0"/>
          <a:chOff x="0" y="0"/>
          <a:chExt cx="0" cy="0"/>
        </a:xfrm>
      </p:grpSpPr>
      <p:cxnSp>
        <p:nvCxnSpPr>
          <p:cNvPr id="52" name="Connecteur droit 51">
            <a:extLst>
              <a:ext uri="{FF2B5EF4-FFF2-40B4-BE49-F238E27FC236}">
                <a16:creationId xmlns:a16="http://schemas.microsoft.com/office/drawing/2014/main" id="{3F2AB99D-1E00-DE96-266E-2B3C3C6FE355}"/>
              </a:ext>
            </a:extLst>
          </p:cNvPr>
          <p:cNvCxnSpPr>
            <a:cxnSpLocks/>
            <a:stCxn id="63" idx="6"/>
            <a:endCxn id="24" idx="3"/>
          </p:cNvCxnSpPr>
          <p:nvPr/>
        </p:nvCxnSpPr>
        <p:spPr>
          <a:xfrm>
            <a:off x="4422973" y="3744174"/>
            <a:ext cx="4707745" cy="475176"/>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3" name="Connecteur droit 52">
            <a:extLst>
              <a:ext uri="{FF2B5EF4-FFF2-40B4-BE49-F238E27FC236}">
                <a16:creationId xmlns:a16="http://schemas.microsoft.com/office/drawing/2014/main" id="{358A443C-8B0C-97D8-21EA-C89332578A7B}"/>
              </a:ext>
            </a:extLst>
          </p:cNvPr>
          <p:cNvCxnSpPr>
            <a:cxnSpLocks/>
            <a:stCxn id="63" idx="6"/>
            <a:endCxn id="37" idx="2"/>
          </p:cNvCxnSpPr>
          <p:nvPr/>
        </p:nvCxnSpPr>
        <p:spPr>
          <a:xfrm>
            <a:off x="4422973" y="3744174"/>
            <a:ext cx="2996901" cy="0"/>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4" name="Connecteur droit 53">
            <a:extLst>
              <a:ext uri="{FF2B5EF4-FFF2-40B4-BE49-F238E27FC236}">
                <a16:creationId xmlns:a16="http://schemas.microsoft.com/office/drawing/2014/main" id="{10ACC59D-38A9-E7C1-F665-A0F1844A3F29}"/>
              </a:ext>
            </a:extLst>
          </p:cNvPr>
          <p:cNvCxnSpPr>
            <a:cxnSpLocks/>
            <a:stCxn id="64" idx="6"/>
            <a:endCxn id="17" idx="1"/>
          </p:cNvCxnSpPr>
          <p:nvPr/>
        </p:nvCxnSpPr>
        <p:spPr>
          <a:xfrm>
            <a:off x="2955118" y="3744174"/>
            <a:ext cx="4653353" cy="999725"/>
          </a:xfrm>
          <a:prstGeom prst="line">
            <a:avLst/>
          </a:prstGeom>
          <a:ln w="19050">
            <a:solidFill>
              <a:srgbClr val="005DA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5" name="Connecteur droit 54">
            <a:extLst>
              <a:ext uri="{FF2B5EF4-FFF2-40B4-BE49-F238E27FC236}">
                <a16:creationId xmlns:a16="http://schemas.microsoft.com/office/drawing/2014/main" id="{23755F40-D450-60F2-A4EB-41DEE025CFA9}"/>
              </a:ext>
            </a:extLst>
          </p:cNvPr>
          <p:cNvCxnSpPr>
            <a:cxnSpLocks/>
            <a:stCxn id="62" idx="6"/>
            <a:endCxn id="24" idx="1"/>
          </p:cNvCxnSpPr>
          <p:nvPr/>
        </p:nvCxnSpPr>
        <p:spPr>
          <a:xfrm flipV="1">
            <a:off x="5890824" y="3268998"/>
            <a:ext cx="3239894"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6" name="Connecteur droit 55">
            <a:extLst>
              <a:ext uri="{FF2B5EF4-FFF2-40B4-BE49-F238E27FC236}">
                <a16:creationId xmlns:a16="http://schemas.microsoft.com/office/drawing/2014/main" id="{ACDC2366-02CF-FA2E-353A-052B23DBE993}"/>
              </a:ext>
            </a:extLst>
          </p:cNvPr>
          <p:cNvCxnSpPr>
            <a:cxnSpLocks/>
            <a:stCxn id="62" idx="6"/>
            <a:endCxn id="32" idx="1"/>
          </p:cNvCxnSpPr>
          <p:nvPr/>
        </p:nvCxnSpPr>
        <p:spPr>
          <a:xfrm flipV="1">
            <a:off x="5890824" y="3268998"/>
            <a:ext cx="4769250"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7" name="Connecteur droit 56">
            <a:extLst>
              <a:ext uri="{FF2B5EF4-FFF2-40B4-BE49-F238E27FC236}">
                <a16:creationId xmlns:a16="http://schemas.microsoft.com/office/drawing/2014/main" id="{8A26F748-4A81-DE16-CFF0-C0C67F891408}"/>
              </a:ext>
            </a:extLst>
          </p:cNvPr>
          <p:cNvCxnSpPr>
            <a:cxnSpLocks/>
            <a:stCxn id="62" idx="6"/>
            <a:endCxn id="28" idx="1"/>
          </p:cNvCxnSpPr>
          <p:nvPr/>
        </p:nvCxnSpPr>
        <p:spPr>
          <a:xfrm>
            <a:off x="5890824" y="3744174"/>
            <a:ext cx="4764107" cy="999725"/>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71" name="Connecteur droit 70">
            <a:extLst>
              <a:ext uri="{FF2B5EF4-FFF2-40B4-BE49-F238E27FC236}">
                <a16:creationId xmlns:a16="http://schemas.microsoft.com/office/drawing/2014/main" id="{4296E54A-8F98-05F6-6368-39BB83734BB2}"/>
              </a:ext>
            </a:extLst>
          </p:cNvPr>
          <p:cNvCxnSpPr>
            <a:cxnSpLocks/>
            <a:stCxn id="45" idx="7"/>
            <a:endCxn id="37" idx="2"/>
          </p:cNvCxnSpPr>
          <p:nvPr/>
        </p:nvCxnSpPr>
        <p:spPr>
          <a:xfrm flipV="1">
            <a:off x="6474833" y="3744174"/>
            <a:ext cx="945041" cy="999725"/>
          </a:xfrm>
          <a:prstGeom prst="line">
            <a:avLst/>
          </a:prstGeom>
          <a:ln w="19050">
            <a:solidFill>
              <a:srgbClr val="007F3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sp>
        <p:nvSpPr>
          <p:cNvPr id="10" name="Titre 9">
            <a:extLst>
              <a:ext uri="{FF2B5EF4-FFF2-40B4-BE49-F238E27FC236}">
                <a16:creationId xmlns:a16="http://schemas.microsoft.com/office/drawing/2014/main" id="{45A16254-C3EA-0E21-DA80-AA46414AA116}"/>
              </a:ext>
            </a:extLst>
          </p:cNvPr>
          <p:cNvSpPr>
            <a:spLocks noGrp="1"/>
          </p:cNvSpPr>
          <p:nvPr>
            <p:ph type="title"/>
          </p:nvPr>
        </p:nvSpPr>
        <p:spPr/>
        <p:txBody>
          <a:bodyPr>
            <a:normAutofit fontScale="90000"/>
          </a:bodyPr>
          <a:lstStyle/>
          <a:p>
            <a:r>
              <a:rPr lang="fr-FR" dirty="0">
                <a:latin typeface="+mj-lt"/>
              </a:rPr>
              <a:t>Outil 07 – Analyser les sources de risques</a:t>
            </a:r>
            <a:br>
              <a:rPr lang="fr-FR" dirty="0">
                <a:latin typeface="+mj-lt"/>
              </a:rPr>
            </a:br>
            <a:r>
              <a:rPr lang="fr-FR" sz="2800" dirty="0">
                <a:latin typeface="+mj-lt"/>
              </a:rPr>
              <a:t>À quels attaquants est-on exposé ?</a:t>
            </a:r>
            <a:endParaRPr lang="fr-FR" dirty="0">
              <a:latin typeface="+mj-lt"/>
            </a:endParaRPr>
          </a:p>
        </p:txBody>
      </p:sp>
      <p:sp>
        <p:nvSpPr>
          <p:cNvPr id="2" name="Espace réservé du contenu 10">
            <a:extLst>
              <a:ext uri="{FF2B5EF4-FFF2-40B4-BE49-F238E27FC236}">
                <a16:creationId xmlns:a16="http://schemas.microsoft.com/office/drawing/2014/main" id="{F1D02084-D140-40D5-CB29-98DB69048DCB}"/>
              </a:ext>
            </a:extLst>
          </p:cNvPr>
          <p:cNvSpPr>
            <a:spLocks noGrp="1"/>
          </p:cNvSpPr>
          <p:nvPr>
            <p:ph sz="half" idx="1"/>
          </p:nvPr>
        </p:nvSpPr>
        <p:spPr>
          <a:xfrm>
            <a:off x="1371600" y="2246501"/>
            <a:ext cx="4447786" cy="3581401"/>
          </a:xfrm>
        </p:spPr>
        <p:txBody>
          <a:bodyPr>
            <a:normAutofit/>
          </a:bodyPr>
          <a:lstStyle/>
          <a:p>
            <a:pPr marL="0" indent="0" algn="ctr">
              <a:buNone/>
            </a:pPr>
            <a:r>
              <a:rPr lang="fr-FR" b="1" dirty="0">
                <a:latin typeface="+mj-lt"/>
              </a:rPr>
              <a:t>Quelles sources de risques considérer ?</a:t>
            </a:r>
            <a:endParaRPr lang="fr-FR" dirty="0">
              <a:latin typeface="+mj-lt"/>
            </a:endParaRPr>
          </a:p>
        </p:txBody>
      </p:sp>
      <p:sp>
        <p:nvSpPr>
          <p:cNvPr id="4" name="Espace réservé du contenu 11">
            <a:extLst>
              <a:ext uri="{FF2B5EF4-FFF2-40B4-BE49-F238E27FC236}">
                <a16:creationId xmlns:a16="http://schemas.microsoft.com/office/drawing/2014/main" id="{D721E834-507A-8142-6FDD-0627737817AE}"/>
              </a:ext>
            </a:extLst>
          </p:cNvPr>
          <p:cNvSpPr>
            <a:spLocks noGrp="1"/>
          </p:cNvSpPr>
          <p:nvPr>
            <p:ph sz="half" idx="2"/>
          </p:nvPr>
        </p:nvSpPr>
        <p:spPr>
          <a:xfrm>
            <a:off x="7390106" y="2246501"/>
            <a:ext cx="4447786" cy="3581401"/>
          </a:xfrm>
        </p:spPr>
        <p:txBody>
          <a:bodyPr>
            <a:normAutofit/>
          </a:bodyPr>
          <a:lstStyle/>
          <a:p>
            <a:pPr marL="0" indent="0" algn="ctr">
              <a:buNone/>
            </a:pPr>
            <a:r>
              <a:rPr lang="fr-FR" b="1" dirty="0">
                <a:latin typeface="+mj-lt"/>
              </a:rPr>
              <a:t>Quels sont leurs objectifs ?</a:t>
            </a:r>
            <a:endParaRPr lang="fr-FR" dirty="0">
              <a:latin typeface="+mj-lt"/>
            </a:endParaRPr>
          </a:p>
        </p:txBody>
      </p:sp>
      <p:sp>
        <p:nvSpPr>
          <p:cNvPr id="7" name="Espace réservé de la date 6">
            <a:extLst>
              <a:ext uri="{FF2B5EF4-FFF2-40B4-BE49-F238E27FC236}">
                <a16:creationId xmlns:a16="http://schemas.microsoft.com/office/drawing/2014/main" id="{329E6084-0797-63B5-3B59-EA01FB0FE1A4}"/>
              </a:ext>
            </a:extLst>
          </p:cNvPr>
          <p:cNvSpPr>
            <a:spLocks noGrp="1"/>
          </p:cNvSpPr>
          <p:nvPr>
            <p:ph type="dt" sz="half" idx="10"/>
          </p:nvPr>
        </p:nvSpPr>
        <p:spPr/>
        <p:txBody>
          <a:bodyPr/>
          <a:lstStyle/>
          <a:p>
            <a:pPr rtl="0"/>
            <a:r>
              <a:rPr lang="fr-FR" noProof="0">
                <a:latin typeface="+mj-lt"/>
              </a:rPr>
              <a:t>14/10/2025</a:t>
            </a:r>
          </a:p>
        </p:txBody>
      </p:sp>
      <p:sp>
        <p:nvSpPr>
          <p:cNvPr id="8" name="Espace réservé du pied de page 7">
            <a:extLst>
              <a:ext uri="{FF2B5EF4-FFF2-40B4-BE49-F238E27FC236}">
                <a16:creationId xmlns:a16="http://schemas.microsoft.com/office/drawing/2014/main" id="{F19EDEB3-B233-9BAF-9B64-75771A9E7174}"/>
              </a:ext>
            </a:extLst>
          </p:cNvPr>
          <p:cNvSpPr>
            <a:spLocks noGrp="1"/>
          </p:cNvSpPr>
          <p:nvPr>
            <p:ph type="ftr" sz="quarter" idx="11"/>
          </p:nvPr>
        </p:nvSpPr>
        <p:spPr/>
        <p:txBody>
          <a:bodyPr/>
          <a:lstStyle/>
          <a:p>
            <a:pPr rtl="0"/>
            <a:r>
              <a:rPr lang="fr-FR" noProof="0">
                <a:latin typeface="+mj-lt"/>
              </a:rPr>
              <a:t>EBIOS Risk Manager - Formation</a:t>
            </a:r>
          </a:p>
        </p:txBody>
      </p:sp>
      <p:sp>
        <p:nvSpPr>
          <p:cNvPr id="9" name="Espace réservé du numéro de diapositive 8">
            <a:extLst>
              <a:ext uri="{FF2B5EF4-FFF2-40B4-BE49-F238E27FC236}">
                <a16:creationId xmlns:a16="http://schemas.microsoft.com/office/drawing/2014/main" id="{9E8976C1-ACC9-E981-C550-9AFEEA529859}"/>
              </a:ext>
            </a:extLst>
          </p:cNvPr>
          <p:cNvSpPr>
            <a:spLocks noGrp="1"/>
          </p:cNvSpPr>
          <p:nvPr>
            <p:ph type="sldNum" sz="quarter" idx="12"/>
          </p:nvPr>
        </p:nvSpPr>
        <p:spPr/>
        <p:txBody>
          <a:bodyPr/>
          <a:lstStyle/>
          <a:p>
            <a:pPr rtl="0"/>
            <a:fld id="{294A09A9-5501-47C1-A89A-A340965A2BE2}" type="slidenum">
              <a:rPr lang="fr-FR" noProof="0" smtClean="0">
                <a:latin typeface="+mj-lt"/>
              </a:rPr>
              <a:t>70</a:t>
            </a:fld>
            <a:endParaRPr lang="fr-FR" noProof="0">
              <a:latin typeface="+mj-lt"/>
            </a:endParaRPr>
          </a:p>
        </p:txBody>
      </p:sp>
      <p:grpSp>
        <p:nvGrpSpPr>
          <p:cNvPr id="23" name="Groupe 22">
            <a:extLst>
              <a:ext uri="{FF2B5EF4-FFF2-40B4-BE49-F238E27FC236}">
                <a16:creationId xmlns:a16="http://schemas.microsoft.com/office/drawing/2014/main" id="{3FDEEDD9-24E0-8C79-A4B1-3C7BB6C33534}"/>
              </a:ext>
            </a:extLst>
          </p:cNvPr>
          <p:cNvGrpSpPr/>
          <p:nvPr/>
        </p:nvGrpSpPr>
        <p:grpSpPr>
          <a:xfrm>
            <a:off x="8933894" y="3072174"/>
            <a:ext cx="1344000" cy="1344000"/>
            <a:chOff x="2474434" y="3226657"/>
            <a:chExt cx="1008000" cy="1008000"/>
          </a:xfrm>
        </p:grpSpPr>
        <p:sp>
          <p:nvSpPr>
            <p:cNvPr id="24" name="Ellipse 23">
              <a:extLst>
                <a:ext uri="{FF2B5EF4-FFF2-40B4-BE49-F238E27FC236}">
                  <a16:creationId xmlns:a16="http://schemas.microsoft.com/office/drawing/2014/main" id="{0A25221F-EF02-9D54-D688-0CB38E4FA365}"/>
                </a:ext>
              </a:extLst>
            </p:cNvPr>
            <p:cNvSpPr>
              <a:spLocks noChangeAspect="1"/>
            </p:cNvSpPr>
            <p:nvPr/>
          </p:nvSpPr>
          <p:spPr>
            <a:xfrm>
              <a:off x="2474434"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5" name="Image 50">
              <a:extLst>
                <a:ext uri="{FF2B5EF4-FFF2-40B4-BE49-F238E27FC236}">
                  <a16:creationId xmlns:a16="http://schemas.microsoft.com/office/drawing/2014/main" id="{47E5FD18-8470-3903-0122-ECAF49F0EC6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38675" y="3397072"/>
              <a:ext cx="479518" cy="480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ZoneTexte 14">
              <a:extLst>
                <a:ext uri="{FF2B5EF4-FFF2-40B4-BE49-F238E27FC236}">
                  <a16:creationId xmlns:a16="http://schemas.microsoft.com/office/drawing/2014/main" id="{760C47D2-7110-B05F-8947-323577F5012B}"/>
                </a:ext>
              </a:extLst>
            </p:cNvPr>
            <p:cNvSpPr txBox="1">
              <a:spLocks noChangeArrowheads="1"/>
            </p:cNvSpPr>
            <p:nvPr/>
          </p:nvSpPr>
          <p:spPr bwMode="auto">
            <a:xfrm>
              <a:off x="2477385" y="3907631"/>
              <a:ext cx="100209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Espionnage</a:t>
              </a:r>
              <a:endParaRPr lang="fr-FR" altLang="fr-FR" sz="1067" b="1" dirty="0">
                <a:solidFill>
                  <a:srgbClr val="252525"/>
                </a:solidFill>
                <a:latin typeface="+mj-lt"/>
                <a:cs typeface="Segoe UI" panose="020B0502040204020203" pitchFamily="34" charset="0"/>
              </a:endParaRPr>
            </a:p>
          </p:txBody>
        </p:sp>
      </p:grpSp>
      <p:grpSp>
        <p:nvGrpSpPr>
          <p:cNvPr id="27" name="Groupe 26">
            <a:extLst>
              <a:ext uri="{FF2B5EF4-FFF2-40B4-BE49-F238E27FC236}">
                <a16:creationId xmlns:a16="http://schemas.microsoft.com/office/drawing/2014/main" id="{ABE7181E-E6B6-A3AF-B8E6-646F1D24F37C}"/>
              </a:ext>
            </a:extLst>
          </p:cNvPr>
          <p:cNvGrpSpPr/>
          <p:nvPr/>
        </p:nvGrpSpPr>
        <p:grpSpPr>
          <a:xfrm>
            <a:off x="10447914" y="4547075"/>
            <a:ext cx="1364388" cy="1344000"/>
            <a:chOff x="3491530" y="3686807"/>
            <a:chExt cx="1023291" cy="1008000"/>
          </a:xfrm>
        </p:grpSpPr>
        <p:sp>
          <p:nvSpPr>
            <p:cNvPr id="28" name="Ellipse 27">
              <a:extLst>
                <a:ext uri="{FF2B5EF4-FFF2-40B4-BE49-F238E27FC236}">
                  <a16:creationId xmlns:a16="http://schemas.microsoft.com/office/drawing/2014/main" id="{29F9250F-EAF3-CA35-261D-68640A254EE0}"/>
                </a:ext>
              </a:extLst>
            </p:cNvPr>
            <p:cNvSpPr>
              <a:spLocks noChangeAspect="1"/>
            </p:cNvSpPr>
            <p:nvPr/>
          </p:nvSpPr>
          <p:spPr>
            <a:xfrm>
              <a:off x="3499175"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9" name="Image 41">
              <a:extLst>
                <a:ext uri="{FF2B5EF4-FFF2-40B4-BE49-F238E27FC236}">
                  <a16:creationId xmlns:a16="http://schemas.microsoft.com/office/drawing/2014/main" id="{12F1D2F6-7738-446E-16C6-9DA621C734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761" y="3753716"/>
              <a:ext cx="474828" cy="47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14">
              <a:extLst>
                <a:ext uri="{FF2B5EF4-FFF2-40B4-BE49-F238E27FC236}">
                  <a16:creationId xmlns:a16="http://schemas.microsoft.com/office/drawing/2014/main" id="{923D255B-1AE3-B903-B0E7-50477997504E}"/>
                </a:ext>
              </a:extLst>
            </p:cNvPr>
            <p:cNvSpPr txBox="1">
              <a:spLocks noChangeArrowheads="1"/>
            </p:cNvSpPr>
            <p:nvPr/>
          </p:nvSpPr>
          <p:spPr bwMode="auto">
            <a:xfrm>
              <a:off x="3491530" y="4241900"/>
              <a:ext cx="102329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Pré-</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positionnement</a:t>
              </a:r>
              <a:endParaRPr lang="fr-FR" altLang="fr-FR" sz="1067" b="1" dirty="0">
                <a:solidFill>
                  <a:srgbClr val="252525"/>
                </a:solidFill>
                <a:latin typeface="+mj-lt"/>
                <a:cs typeface="Segoe UI" panose="020B0502040204020203" pitchFamily="34" charset="0"/>
              </a:endParaRPr>
            </a:p>
          </p:txBody>
        </p:sp>
      </p:grpSp>
      <p:grpSp>
        <p:nvGrpSpPr>
          <p:cNvPr id="31" name="Groupe 30">
            <a:extLst>
              <a:ext uri="{FF2B5EF4-FFF2-40B4-BE49-F238E27FC236}">
                <a16:creationId xmlns:a16="http://schemas.microsoft.com/office/drawing/2014/main" id="{63F4DE1C-32A4-904E-CD86-E7B25F5FEA3B}"/>
              </a:ext>
            </a:extLst>
          </p:cNvPr>
          <p:cNvGrpSpPr/>
          <p:nvPr/>
        </p:nvGrpSpPr>
        <p:grpSpPr>
          <a:xfrm>
            <a:off x="10458198" y="3072174"/>
            <a:ext cx="1354104" cy="1344000"/>
            <a:chOff x="4739787" y="3226657"/>
            <a:chExt cx="1015578" cy="1008000"/>
          </a:xfrm>
        </p:grpSpPr>
        <p:sp>
          <p:nvSpPr>
            <p:cNvPr id="32" name="Ellipse 31">
              <a:extLst>
                <a:ext uri="{FF2B5EF4-FFF2-40B4-BE49-F238E27FC236}">
                  <a16:creationId xmlns:a16="http://schemas.microsoft.com/office/drawing/2014/main" id="{E0A8FC14-61BF-F393-FE6B-6E4969C7BA6A}"/>
                </a:ext>
              </a:extLst>
            </p:cNvPr>
            <p:cNvSpPr>
              <a:spLocks noChangeAspect="1"/>
            </p:cNvSpPr>
            <p:nvPr/>
          </p:nvSpPr>
          <p:spPr>
            <a:xfrm>
              <a:off x="4743576"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3" name="Image 42">
              <a:extLst>
                <a:ext uri="{FF2B5EF4-FFF2-40B4-BE49-F238E27FC236}">
                  <a16:creationId xmlns:a16="http://schemas.microsoft.com/office/drawing/2014/main" id="{C6830D85-71FB-E3C9-A35A-FB60BD5034C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25594" y="3350717"/>
              <a:ext cx="443966" cy="443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ZoneTexte 14">
              <a:extLst>
                <a:ext uri="{FF2B5EF4-FFF2-40B4-BE49-F238E27FC236}">
                  <a16:creationId xmlns:a16="http://schemas.microsoft.com/office/drawing/2014/main" id="{56EB7A05-07F7-E9BE-BBB4-E2B958AE87A6}"/>
                </a:ext>
              </a:extLst>
            </p:cNvPr>
            <p:cNvSpPr txBox="1">
              <a:spLocks noChangeArrowheads="1"/>
            </p:cNvSpPr>
            <p:nvPr/>
          </p:nvSpPr>
          <p:spPr bwMode="auto">
            <a:xfrm>
              <a:off x="4739787" y="3817772"/>
              <a:ext cx="10155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Influence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déstabilisation</a:t>
              </a:r>
              <a:endParaRPr lang="fr-FR" altLang="fr-FR" sz="1067" b="1" dirty="0">
                <a:solidFill>
                  <a:srgbClr val="252525"/>
                </a:solidFill>
                <a:latin typeface="+mj-lt"/>
                <a:cs typeface="Segoe UI" panose="020B0502040204020203" pitchFamily="34" charset="0"/>
              </a:endParaRPr>
            </a:p>
          </p:txBody>
        </p:sp>
      </p:grpSp>
      <p:grpSp>
        <p:nvGrpSpPr>
          <p:cNvPr id="76" name="Groupe 75">
            <a:extLst>
              <a:ext uri="{FF2B5EF4-FFF2-40B4-BE49-F238E27FC236}">
                <a16:creationId xmlns:a16="http://schemas.microsoft.com/office/drawing/2014/main" id="{16D1BEBE-B573-A836-85AD-5E3A124D6DFB}"/>
              </a:ext>
            </a:extLst>
          </p:cNvPr>
          <p:cNvGrpSpPr/>
          <p:nvPr/>
        </p:nvGrpSpPr>
        <p:grpSpPr>
          <a:xfrm>
            <a:off x="7404411" y="4547075"/>
            <a:ext cx="1359463" cy="1344000"/>
            <a:chOff x="7466251" y="4962935"/>
            <a:chExt cx="1359463" cy="1344000"/>
          </a:xfrm>
        </p:grpSpPr>
        <p:sp>
          <p:nvSpPr>
            <p:cNvPr id="17" name="Ellipse 16">
              <a:extLst>
                <a:ext uri="{FF2B5EF4-FFF2-40B4-BE49-F238E27FC236}">
                  <a16:creationId xmlns:a16="http://schemas.microsoft.com/office/drawing/2014/main" id="{B38948AB-1441-DA39-63F6-CEBA0AAE04E7}"/>
                </a:ext>
              </a:extLst>
            </p:cNvPr>
            <p:cNvSpPr>
              <a:spLocks noChangeAspect="1"/>
            </p:cNvSpPr>
            <p:nvPr/>
          </p:nvSpPr>
          <p:spPr>
            <a:xfrm>
              <a:off x="7473487" y="4962935"/>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8" name="Image 43">
              <a:extLst>
                <a:ext uri="{FF2B5EF4-FFF2-40B4-BE49-F238E27FC236}">
                  <a16:creationId xmlns:a16="http://schemas.microsoft.com/office/drawing/2014/main" id="{6F80A4CD-47F4-74A8-3F32-1056921AEF2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1682" y="5122494"/>
              <a:ext cx="507611" cy="50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ZoneTexte 14">
              <a:extLst>
                <a:ext uri="{FF2B5EF4-FFF2-40B4-BE49-F238E27FC236}">
                  <a16:creationId xmlns:a16="http://schemas.microsoft.com/office/drawing/2014/main" id="{465E1BD0-C5FF-4134-81CE-581ADB7CA868}"/>
                </a:ext>
              </a:extLst>
            </p:cNvPr>
            <p:cNvSpPr txBox="1">
              <a:spLocks noChangeArrowheads="1"/>
            </p:cNvSpPr>
            <p:nvPr/>
          </p:nvSpPr>
          <p:spPr bwMode="auto">
            <a:xfrm>
              <a:off x="7466251" y="5683558"/>
              <a:ext cx="1359463" cy="410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Entrave au</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fonctionnement</a:t>
              </a:r>
              <a:endParaRPr lang="fr-FR" altLang="fr-FR" sz="1067" b="1" dirty="0">
                <a:solidFill>
                  <a:srgbClr val="252525"/>
                </a:solidFill>
                <a:latin typeface="+mj-lt"/>
                <a:cs typeface="Segoe UI" panose="020B0502040204020203" pitchFamily="34" charset="0"/>
              </a:endParaRPr>
            </a:p>
          </p:txBody>
        </p:sp>
      </p:grpSp>
      <p:grpSp>
        <p:nvGrpSpPr>
          <p:cNvPr id="36" name="Groupe 35">
            <a:extLst>
              <a:ext uri="{FF2B5EF4-FFF2-40B4-BE49-F238E27FC236}">
                <a16:creationId xmlns:a16="http://schemas.microsoft.com/office/drawing/2014/main" id="{5762E01A-FDDC-D54A-AF20-28C09972953D}"/>
              </a:ext>
            </a:extLst>
          </p:cNvPr>
          <p:cNvGrpSpPr/>
          <p:nvPr/>
        </p:nvGrpSpPr>
        <p:grpSpPr>
          <a:xfrm>
            <a:off x="7419874" y="3072174"/>
            <a:ext cx="1344000" cy="1344000"/>
            <a:chOff x="6798662" y="3226657"/>
            <a:chExt cx="1008000" cy="1008000"/>
          </a:xfrm>
        </p:grpSpPr>
        <p:sp>
          <p:nvSpPr>
            <p:cNvPr id="37" name="Ellipse 36">
              <a:extLst>
                <a:ext uri="{FF2B5EF4-FFF2-40B4-BE49-F238E27FC236}">
                  <a16:creationId xmlns:a16="http://schemas.microsoft.com/office/drawing/2014/main" id="{3B9C11AF-AA73-7F2D-C358-553E4398F985}"/>
                </a:ext>
              </a:extLst>
            </p:cNvPr>
            <p:cNvSpPr>
              <a:spLocks noChangeAspect="1"/>
            </p:cNvSpPr>
            <p:nvPr/>
          </p:nvSpPr>
          <p:spPr>
            <a:xfrm>
              <a:off x="6798662"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8" name="Image 40">
              <a:extLst>
                <a:ext uri="{FF2B5EF4-FFF2-40B4-BE49-F238E27FC236}">
                  <a16:creationId xmlns:a16="http://schemas.microsoft.com/office/drawing/2014/main" id="{D555A39F-0FF9-D0E4-5BF1-C9CB5214A1F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06361" y="3441059"/>
              <a:ext cx="392602" cy="3926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 name="ZoneTexte 14">
              <a:extLst>
                <a:ext uri="{FF2B5EF4-FFF2-40B4-BE49-F238E27FC236}">
                  <a16:creationId xmlns:a16="http://schemas.microsoft.com/office/drawing/2014/main" id="{FF01E857-15BD-18CF-C4D4-6E43587D900D}"/>
                </a:ext>
              </a:extLst>
            </p:cNvPr>
            <p:cNvSpPr txBox="1">
              <a:spLocks noChangeArrowheads="1"/>
            </p:cNvSpPr>
            <p:nvPr/>
          </p:nvSpPr>
          <p:spPr bwMode="auto">
            <a:xfrm>
              <a:off x="6804018" y="3877648"/>
              <a:ext cx="99728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Lucratif</a:t>
              </a:r>
              <a:endParaRPr lang="fr-FR" altLang="fr-FR" sz="1067" b="1" dirty="0">
                <a:solidFill>
                  <a:srgbClr val="252525"/>
                </a:solidFill>
                <a:latin typeface="+mj-lt"/>
                <a:cs typeface="Segoe UI" panose="020B0502040204020203" pitchFamily="34" charset="0"/>
              </a:endParaRPr>
            </a:p>
          </p:txBody>
        </p:sp>
      </p:grpSp>
      <p:grpSp>
        <p:nvGrpSpPr>
          <p:cNvPr id="44" name="Groupe 43">
            <a:extLst>
              <a:ext uri="{FF2B5EF4-FFF2-40B4-BE49-F238E27FC236}">
                <a16:creationId xmlns:a16="http://schemas.microsoft.com/office/drawing/2014/main" id="{B1A78B31-1F11-F4FF-D3B6-98BA54E95C9E}"/>
              </a:ext>
            </a:extLst>
          </p:cNvPr>
          <p:cNvGrpSpPr/>
          <p:nvPr/>
        </p:nvGrpSpPr>
        <p:grpSpPr>
          <a:xfrm>
            <a:off x="5290045" y="4547075"/>
            <a:ext cx="1419225" cy="1344000"/>
            <a:chOff x="6547435" y="2064484"/>
            <a:chExt cx="1064419" cy="1008000"/>
          </a:xfrm>
        </p:grpSpPr>
        <p:sp>
          <p:nvSpPr>
            <p:cNvPr id="45" name="Ellipse 44">
              <a:extLst>
                <a:ext uri="{FF2B5EF4-FFF2-40B4-BE49-F238E27FC236}">
                  <a16:creationId xmlns:a16="http://schemas.microsoft.com/office/drawing/2014/main" id="{EDBB3EF3-FD8D-6F72-B597-1126648A6C4F}"/>
                </a:ext>
              </a:extLst>
            </p:cNvPr>
            <p:cNvSpPr>
              <a:spLocks noChangeAspect="1"/>
            </p:cNvSpPr>
            <p:nvPr/>
          </p:nvSpPr>
          <p:spPr>
            <a:xfrm>
              <a:off x="6575644"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46" name="Image 51">
              <a:extLst>
                <a:ext uri="{FF2B5EF4-FFF2-40B4-BE49-F238E27FC236}">
                  <a16:creationId xmlns:a16="http://schemas.microsoft.com/office/drawing/2014/main" id="{31A58DAD-231D-2B9E-C565-41E0D7C3FFAB}"/>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28417" y="2266903"/>
              <a:ext cx="502454" cy="501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ZoneTexte 14">
              <a:extLst>
                <a:ext uri="{FF2B5EF4-FFF2-40B4-BE49-F238E27FC236}">
                  <a16:creationId xmlns:a16="http://schemas.microsoft.com/office/drawing/2014/main" id="{02DB5D6A-F558-E414-B73E-AB194B1CD58C}"/>
                </a:ext>
              </a:extLst>
            </p:cNvPr>
            <p:cNvSpPr txBox="1">
              <a:spLocks noChangeArrowheads="1"/>
            </p:cNvSpPr>
            <p:nvPr/>
          </p:nvSpPr>
          <p:spPr bwMode="auto">
            <a:xfrm>
              <a:off x="6547435" y="2819400"/>
              <a:ext cx="106441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Vengeur</a:t>
              </a:r>
              <a:endParaRPr lang="fr-FR" altLang="fr-FR" sz="1067" b="1" dirty="0">
                <a:solidFill>
                  <a:srgbClr val="252525"/>
                </a:solidFill>
                <a:latin typeface="+mj-lt"/>
                <a:cs typeface="Segoe UI" panose="020B0502040204020203" pitchFamily="34" charset="0"/>
              </a:endParaRPr>
            </a:p>
          </p:txBody>
        </p:sp>
      </p:grpSp>
      <p:grpSp>
        <p:nvGrpSpPr>
          <p:cNvPr id="48" name="Groupe 47">
            <a:extLst>
              <a:ext uri="{FF2B5EF4-FFF2-40B4-BE49-F238E27FC236}">
                <a16:creationId xmlns:a16="http://schemas.microsoft.com/office/drawing/2014/main" id="{452791DB-80A1-297D-FE94-B9587081F683}"/>
              </a:ext>
            </a:extLst>
          </p:cNvPr>
          <p:cNvGrpSpPr/>
          <p:nvPr/>
        </p:nvGrpSpPr>
        <p:grpSpPr>
          <a:xfrm>
            <a:off x="8933894" y="4547075"/>
            <a:ext cx="1344000" cy="1344000"/>
            <a:chOff x="7730758" y="3686807"/>
            <a:chExt cx="1008000" cy="1008000"/>
          </a:xfrm>
        </p:grpSpPr>
        <p:sp>
          <p:nvSpPr>
            <p:cNvPr id="49" name="Ellipse 48">
              <a:extLst>
                <a:ext uri="{FF2B5EF4-FFF2-40B4-BE49-F238E27FC236}">
                  <a16:creationId xmlns:a16="http://schemas.microsoft.com/office/drawing/2014/main" id="{FE04DE6B-DA4B-85E8-4678-66609F86E81F}"/>
                </a:ext>
              </a:extLst>
            </p:cNvPr>
            <p:cNvSpPr>
              <a:spLocks noChangeAspect="1"/>
            </p:cNvSpPr>
            <p:nvPr/>
          </p:nvSpPr>
          <p:spPr>
            <a:xfrm>
              <a:off x="7730758"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50" name="Image 49">
              <a:extLst>
                <a:ext uri="{FF2B5EF4-FFF2-40B4-BE49-F238E27FC236}">
                  <a16:creationId xmlns:a16="http://schemas.microsoft.com/office/drawing/2014/main" id="{E1F08D1E-1842-F082-7899-151CAD468F7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64486" y="3796904"/>
              <a:ext cx="540544" cy="540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 name="ZoneTexte 14">
              <a:extLst>
                <a:ext uri="{FF2B5EF4-FFF2-40B4-BE49-F238E27FC236}">
                  <a16:creationId xmlns:a16="http://schemas.microsoft.com/office/drawing/2014/main" id="{AF73262B-C825-CBE3-0B34-311824AB5A1B}"/>
                </a:ext>
              </a:extLst>
            </p:cNvPr>
            <p:cNvSpPr txBox="1">
              <a:spLocks noChangeArrowheads="1"/>
            </p:cNvSpPr>
            <p:nvPr/>
          </p:nvSpPr>
          <p:spPr bwMode="auto">
            <a:xfrm>
              <a:off x="7736575" y="4278644"/>
              <a:ext cx="99636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Amusement</a:t>
              </a:r>
              <a:endParaRPr lang="fr-FR" altLang="fr-FR" sz="1067" b="1" dirty="0">
                <a:solidFill>
                  <a:srgbClr val="252525"/>
                </a:solidFill>
                <a:latin typeface="+mj-lt"/>
                <a:cs typeface="Segoe UI" panose="020B0502040204020203" pitchFamily="34" charset="0"/>
              </a:endParaRPr>
            </a:p>
          </p:txBody>
        </p:sp>
      </p:grpSp>
      <p:grpSp>
        <p:nvGrpSpPr>
          <p:cNvPr id="58" name="Groupe 57">
            <a:extLst>
              <a:ext uri="{FF2B5EF4-FFF2-40B4-BE49-F238E27FC236}">
                <a16:creationId xmlns:a16="http://schemas.microsoft.com/office/drawing/2014/main" id="{40196142-6D06-5B06-BA1D-37F69DBF5A9E}"/>
              </a:ext>
            </a:extLst>
          </p:cNvPr>
          <p:cNvGrpSpPr/>
          <p:nvPr/>
        </p:nvGrpSpPr>
        <p:grpSpPr>
          <a:xfrm>
            <a:off x="2312190" y="4547075"/>
            <a:ext cx="1418237" cy="1344000"/>
            <a:chOff x="3296102" y="2064484"/>
            <a:chExt cx="1063678" cy="1008000"/>
          </a:xfrm>
        </p:grpSpPr>
        <p:sp>
          <p:nvSpPr>
            <p:cNvPr id="59" name="Ellipse 58">
              <a:extLst>
                <a:ext uri="{FF2B5EF4-FFF2-40B4-BE49-F238E27FC236}">
                  <a16:creationId xmlns:a16="http://schemas.microsoft.com/office/drawing/2014/main" id="{061F746E-4876-4BCF-ECF6-7186C9BFA919}"/>
                </a:ext>
              </a:extLst>
            </p:cNvPr>
            <p:cNvSpPr>
              <a:spLocks noChangeAspect="1"/>
            </p:cNvSpPr>
            <p:nvPr/>
          </p:nvSpPr>
          <p:spPr>
            <a:xfrm>
              <a:off x="332394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0" name="Image 46">
              <a:extLst>
                <a:ext uri="{FF2B5EF4-FFF2-40B4-BE49-F238E27FC236}">
                  <a16:creationId xmlns:a16="http://schemas.microsoft.com/office/drawing/2014/main" id="{C04E6DA5-4354-967D-F75D-F33B1623C3D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558265" y="2239566"/>
              <a:ext cx="539353" cy="539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ZoneTexte 14">
              <a:extLst>
                <a:ext uri="{FF2B5EF4-FFF2-40B4-BE49-F238E27FC236}">
                  <a16:creationId xmlns:a16="http://schemas.microsoft.com/office/drawing/2014/main" id="{7C670F92-57B8-0337-BA99-4C653A4A4E19}"/>
                </a:ext>
              </a:extLst>
            </p:cNvPr>
            <p:cNvSpPr txBox="1">
              <a:spLocks noChangeArrowheads="1"/>
            </p:cNvSpPr>
            <p:nvPr/>
          </p:nvSpPr>
          <p:spPr bwMode="auto">
            <a:xfrm>
              <a:off x="3296102" y="2819400"/>
              <a:ext cx="1063678" cy="153888"/>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Amateur</a:t>
              </a:r>
              <a:endParaRPr lang="fr-FR" altLang="fr-FR" sz="1067" b="1" dirty="0">
                <a:solidFill>
                  <a:srgbClr val="252525"/>
                </a:solidFill>
                <a:latin typeface="+mj-lt"/>
                <a:cs typeface="Segoe UI" panose="020B0502040204020203" pitchFamily="34" charset="0"/>
              </a:endParaRPr>
            </a:p>
          </p:txBody>
        </p:sp>
      </p:grpSp>
      <p:grpSp>
        <p:nvGrpSpPr>
          <p:cNvPr id="73" name="Groupe 72">
            <a:extLst>
              <a:ext uri="{FF2B5EF4-FFF2-40B4-BE49-F238E27FC236}">
                <a16:creationId xmlns:a16="http://schemas.microsoft.com/office/drawing/2014/main" id="{7C45D4C0-E3D6-AFAE-A438-924A39C1F86A}"/>
              </a:ext>
            </a:extLst>
          </p:cNvPr>
          <p:cNvGrpSpPr/>
          <p:nvPr/>
        </p:nvGrpSpPr>
        <p:grpSpPr>
          <a:xfrm>
            <a:off x="4509213" y="3072174"/>
            <a:ext cx="1419225" cy="1344000"/>
            <a:chOff x="3236149" y="1494116"/>
            <a:chExt cx="1419225" cy="1344000"/>
          </a:xfrm>
        </p:grpSpPr>
        <p:sp>
          <p:nvSpPr>
            <p:cNvPr id="62" name="Ellipse 61">
              <a:extLst>
                <a:ext uri="{FF2B5EF4-FFF2-40B4-BE49-F238E27FC236}">
                  <a16:creationId xmlns:a16="http://schemas.microsoft.com/office/drawing/2014/main" id="{C275FA48-4901-5FFA-3ED9-EFDA7A0555AC}"/>
                </a:ext>
              </a:extLst>
            </p:cNvPr>
            <p:cNvSpPr>
              <a:spLocks noChangeAspect="1"/>
            </p:cNvSpPr>
            <p:nvPr/>
          </p:nvSpPr>
          <p:spPr>
            <a:xfrm>
              <a:off x="3273760"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1" name="Image 48">
              <a:extLst>
                <a:ext uri="{FF2B5EF4-FFF2-40B4-BE49-F238E27FC236}">
                  <a16:creationId xmlns:a16="http://schemas.microsoft.com/office/drawing/2014/main" id="{83E7B53E-B4A0-5EB2-0EED-6696DC8E7DDE}"/>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600596" y="1674963"/>
              <a:ext cx="690328" cy="69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ZoneTexte 14">
              <a:extLst>
                <a:ext uri="{FF2B5EF4-FFF2-40B4-BE49-F238E27FC236}">
                  <a16:creationId xmlns:a16="http://schemas.microsoft.com/office/drawing/2014/main" id="{86C976C3-9CCA-4ACE-1047-C192EAAE249D}"/>
                </a:ext>
              </a:extLst>
            </p:cNvPr>
            <p:cNvSpPr txBox="1">
              <a:spLocks noChangeArrowheads="1"/>
            </p:cNvSpPr>
            <p:nvPr/>
          </p:nvSpPr>
          <p:spPr bwMode="auto">
            <a:xfrm>
              <a:off x="3236149" y="2397573"/>
              <a:ext cx="1419225" cy="328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Étatique</a:t>
              </a:r>
              <a:endParaRPr lang="fr-FR" altLang="fr-FR" sz="1067" b="1" dirty="0">
                <a:solidFill>
                  <a:srgbClr val="252525"/>
                </a:solidFill>
                <a:latin typeface="+mj-lt"/>
                <a:cs typeface="Segoe UI" panose="020B0502040204020203" pitchFamily="34" charset="0"/>
              </a:endParaRPr>
            </a:p>
          </p:txBody>
        </p:sp>
      </p:grpSp>
      <p:grpSp>
        <p:nvGrpSpPr>
          <p:cNvPr id="72" name="Groupe 71">
            <a:extLst>
              <a:ext uri="{FF2B5EF4-FFF2-40B4-BE49-F238E27FC236}">
                <a16:creationId xmlns:a16="http://schemas.microsoft.com/office/drawing/2014/main" id="{F1B43442-5FFA-5B4D-2540-D01EEF382D7B}"/>
              </a:ext>
            </a:extLst>
          </p:cNvPr>
          <p:cNvGrpSpPr/>
          <p:nvPr/>
        </p:nvGrpSpPr>
        <p:grpSpPr>
          <a:xfrm>
            <a:off x="3017075" y="3072174"/>
            <a:ext cx="1467795" cy="1478608"/>
            <a:chOff x="5447437" y="1494116"/>
            <a:chExt cx="1467795" cy="1478608"/>
          </a:xfrm>
        </p:grpSpPr>
        <p:sp>
          <p:nvSpPr>
            <p:cNvPr id="63" name="Ellipse 62">
              <a:extLst>
                <a:ext uri="{FF2B5EF4-FFF2-40B4-BE49-F238E27FC236}">
                  <a16:creationId xmlns:a16="http://schemas.microsoft.com/office/drawing/2014/main" id="{DA73FF64-9594-1E61-52CA-385B4723667E}"/>
                </a:ext>
              </a:extLst>
            </p:cNvPr>
            <p:cNvSpPr>
              <a:spLocks noChangeAspect="1"/>
            </p:cNvSpPr>
            <p:nvPr/>
          </p:nvSpPr>
          <p:spPr>
            <a:xfrm>
              <a:off x="5509335"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0" name="Image 47">
              <a:extLst>
                <a:ext uri="{FF2B5EF4-FFF2-40B4-BE49-F238E27FC236}">
                  <a16:creationId xmlns:a16="http://schemas.microsoft.com/office/drawing/2014/main" id="{6DF09AF4-1778-B52B-B0A4-99B35DDED5E1}"/>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36457" y="1675250"/>
              <a:ext cx="689755" cy="691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ZoneTexte 14">
              <a:extLst>
                <a:ext uri="{FF2B5EF4-FFF2-40B4-BE49-F238E27FC236}">
                  <a16:creationId xmlns:a16="http://schemas.microsoft.com/office/drawing/2014/main" id="{E59A43F3-F085-9726-6343-0E4055E9ED5C}"/>
                </a:ext>
              </a:extLst>
            </p:cNvPr>
            <p:cNvSpPr txBox="1">
              <a:spLocks noChangeArrowheads="1"/>
            </p:cNvSpPr>
            <p:nvPr/>
          </p:nvSpPr>
          <p:spPr bwMode="auto">
            <a:xfrm>
              <a:off x="5447437" y="2397573"/>
              <a:ext cx="1467795" cy="57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Crime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organisé</a:t>
              </a:r>
              <a:endParaRPr lang="fr-FR" altLang="fr-FR" sz="1067" b="1" dirty="0">
                <a:solidFill>
                  <a:srgbClr val="252525"/>
                </a:solidFill>
                <a:latin typeface="+mj-lt"/>
                <a:cs typeface="Segoe UI" panose="020B0502040204020203" pitchFamily="34" charset="0"/>
              </a:endParaRPr>
            </a:p>
          </p:txBody>
        </p:sp>
      </p:grpSp>
      <p:grpSp>
        <p:nvGrpSpPr>
          <p:cNvPr id="74" name="Groupe 73">
            <a:extLst>
              <a:ext uri="{FF2B5EF4-FFF2-40B4-BE49-F238E27FC236}">
                <a16:creationId xmlns:a16="http://schemas.microsoft.com/office/drawing/2014/main" id="{8D6AC9FE-29E2-C8B3-97C8-2B672DDA2C3E}"/>
              </a:ext>
            </a:extLst>
          </p:cNvPr>
          <p:cNvGrpSpPr/>
          <p:nvPr/>
        </p:nvGrpSpPr>
        <p:grpSpPr>
          <a:xfrm>
            <a:off x="1573507" y="3072174"/>
            <a:ext cx="1419225" cy="1344000"/>
            <a:chOff x="7629806" y="1494116"/>
            <a:chExt cx="1419225" cy="1344000"/>
          </a:xfrm>
        </p:grpSpPr>
        <p:sp>
          <p:nvSpPr>
            <p:cNvPr id="64" name="Ellipse 63">
              <a:extLst>
                <a:ext uri="{FF2B5EF4-FFF2-40B4-BE49-F238E27FC236}">
                  <a16:creationId xmlns:a16="http://schemas.microsoft.com/office/drawing/2014/main" id="{F019B311-9D08-74FB-D9FA-9DEBA9BAC3B3}"/>
                </a:ext>
              </a:extLst>
            </p:cNvPr>
            <p:cNvSpPr>
              <a:spLocks noChangeAspect="1"/>
            </p:cNvSpPr>
            <p:nvPr/>
          </p:nvSpPr>
          <p:spPr>
            <a:xfrm>
              <a:off x="7667417"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2" name="Image 52">
              <a:extLst>
                <a:ext uri="{FF2B5EF4-FFF2-40B4-BE49-F238E27FC236}">
                  <a16:creationId xmlns:a16="http://schemas.microsoft.com/office/drawing/2014/main" id="{00FA14F5-E13C-1B85-8B54-576ABE414712}"/>
                </a:ext>
              </a:extLst>
            </p:cNvPr>
            <p:cNvPicPr>
              <a:picLocks noChangeAspect="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022865" y="1704336"/>
              <a:ext cx="633104" cy="6331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ZoneTexte 14">
              <a:extLst>
                <a:ext uri="{FF2B5EF4-FFF2-40B4-BE49-F238E27FC236}">
                  <a16:creationId xmlns:a16="http://schemas.microsoft.com/office/drawing/2014/main" id="{E51DD532-FB80-8AD6-F5CE-FE41FF4797DA}"/>
                </a:ext>
              </a:extLst>
            </p:cNvPr>
            <p:cNvSpPr txBox="1">
              <a:spLocks noChangeArrowheads="1"/>
            </p:cNvSpPr>
            <p:nvPr/>
          </p:nvSpPr>
          <p:spPr bwMode="auto">
            <a:xfrm>
              <a:off x="7629806" y="2397572"/>
              <a:ext cx="14192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Terroriste</a:t>
              </a:r>
              <a:endParaRPr lang="fr-FR" altLang="fr-FR" sz="1067" b="1" dirty="0">
                <a:solidFill>
                  <a:srgbClr val="252525"/>
                </a:solidFill>
                <a:latin typeface="+mj-lt"/>
                <a:cs typeface="Segoe UI" panose="020B0502040204020203" pitchFamily="34" charset="0"/>
              </a:endParaRPr>
            </a:p>
          </p:txBody>
        </p:sp>
      </p:grpSp>
      <p:grpSp>
        <p:nvGrpSpPr>
          <p:cNvPr id="75" name="Groupe 74">
            <a:extLst>
              <a:ext uri="{FF2B5EF4-FFF2-40B4-BE49-F238E27FC236}">
                <a16:creationId xmlns:a16="http://schemas.microsoft.com/office/drawing/2014/main" id="{C33F57A1-BD66-9440-C09C-52F20E20844F}"/>
              </a:ext>
            </a:extLst>
          </p:cNvPr>
          <p:cNvGrpSpPr/>
          <p:nvPr/>
        </p:nvGrpSpPr>
        <p:grpSpPr>
          <a:xfrm>
            <a:off x="820503" y="4547075"/>
            <a:ext cx="1440000" cy="1421227"/>
            <a:chOff x="9852749" y="1494116"/>
            <a:chExt cx="1440000" cy="1421227"/>
          </a:xfrm>
        </p:grpSpPr>
        <p:sp>
          <p:nvSpPr>
            <p:cNvPr id="65" name="Ellipse 64">
              <a:extLst>
                <a:ext uri="{FF2B5EF4-FFF2-40B4-BE49-F238E27FC236}">
                  <a16:creationId xmlns:a16="http://schemas.microsoft.com/office/drawing/2014/main" id="{D3DB5A8F-74EC-FD6F-9A13-6DAAC32EA6F0}"/>
                </a:ext>
              </a:extLst>
            </p:cNvPr>
            <p:cNvSpPr>
              <a:spLocks noChangeAspect="1"/>
            </p:cNvSpPr>
            <p:nvPr/>
          </p:nvSpPr>
          <p:spPr>
            <a:xfrm>
              <a:off x="9900749"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9" name="Image 45">
              <a:extLst>
                <a:ext uri="{FF2B5EF4-FFF2-40B4-BE49-F238E27FC236}">
                  <a16:creationId xmlns:a16="http://schemas.microsoft.com/office/drawing/2014/main" id="{82777C04-4E99-A47E-D850-C550784C839F}"/>
                </a:ext>
              </a:extLst>
            </p:cNvPr>
            <p:cNvPicPr>
              <a:picLocks noChangeAspect="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43633" y="1634393"/>
              <a:ext cx="658232" cy="65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ZoneTexte 14">
              <a:extLst>
                <a:ext uri="{FF2B5EF4-FFF2-40B4-BE49-F238E27FC236}">
                  <a16:creationId xmlns:a16="http://schemas.microsoft.com/office/drawing/2014/main" id="{7706E747-45DD-2493-2EC0-CAFB0BEEFA8B}"/>
                </a:ext>
              </a:extLst>
            </p:cNvPr>
            <p:cNvSpPr txBox="1">
              <a:spLocks noChangeArrowheads="1"/>
            </p:cNvSpPr>
            <p:nvPr/>
          </p:nvSpPr>
          <p:spPr bwMode="auto">
            <a:xfrm>
              <a:off x="9852749" y="2340194"/>
              <a:ext cx="1440000" cy="575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Activiste</a:t>
              </a:r>
            </a:p>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idéologique</a:t>
              </a:r>
              <a:endParaRPr lang="fr-FR" altLang="fr-FR" sz="1067" b="1">
                <a:solidFill>
                  <a:srgbClr val="252525"/>
                </a:solidFill>
                <a:latin typeface="+mj-lt"/>
                <a:cs typeface="Segoe UI" panose="020B0502040204020203" pitchFamily="34" charset="0"/>
              </a:endParaRPr>
            </a:p>
          </p:txBody>
        </p:sp>
      </p:grpSp>
      <p:grpSp>
        <p:nvGrpSpPr>
          <p:cNvPr id="66" name="Groupe 65">
            <a:extLst>
              <a:ext uri="{FF2B5EF4-FFF2-40B4-BE49-F238E27FC236}">
                <a16:creationId xmlns:a16="http://schemas.microsoft.com/office/drawing/2014/main" id="{5033F36F-9DE9-B48A-056B-39076FA46E5D}"/>
              </a:ext>
            </a:extLst>
          </p:cNvPr>
          <p:cNvGrpSpPr/>
          <p:nvPr/>
        </p:nvGrpSpPr>
        <p:grpSpPr>
          <a:xfrm>
            <a:off x="3782114" y="4547075"/>
            <a:ext cx="1456245" cy="1344000"/>
            <a:chOff x="4894659" y="2064484"/>
            <a:chExt cx="1092184" cy="1008000"/>
          </a:xfrm>
        </p:grpSpPr>
        <p:sp>
          <p:nvSpPr>
            <p:cNvPr id="67" name="Ellipse 66">
              <a:extLst>
                <a:ext uri="{FF2B5EF4-FFF2-40B4-BE49-F238E27FC236}">
                  <a16:creationId xmlns:a16="http://schemas.microsoft.com/office/drawing/2014/main" id="{3B002540-6AB4-F9EF-8B20-2B3760F837D5}"/>
                </a:ext>
              </a:extLst>
            </p:cNvPr>
            <p:cNvSpPr>
              <a:spLocks noChangeAspect="1"/>
            </p:cNvSpPr>
            <p:nvPr/>
          </p:nvSpPr>
          <p:spPr>
            <a:xfrm>
              <a:off x="493675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8" name="Image 44">
              <a:extLst>
                <a:ext uri="{FF2B5EF4-FFF2-40B4-BE49-F238E27FC236}">
                  <a16:creationId xmlns:a16="http://schemas.microsoft.com/office/drawing/2014/main" id="{C414D0F0-71B5-65BD-A89D-2433CD53582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5170479" y="2247900"/>
              <a:ext cx="540544" cy="53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 name="ZoneTexte 14">
              <a:extLst>
                <a:ext uri="{FF2B5EF4-FFF2-40B4-BE49-F238E27FC236}">
                  <a16:creationId xmlns:a16="http://schemas.microsoft.com/office/drawing/2014/main" id="{0DEB3794-A58D-D27A-A662-F132BC868E53}"/>
                </a:ext>
              </a:extLst>
            </p:cNvPr>
            <p:cNvSpPr txBox="1">
              <a:spLocks noChangeArrowheads="1"/>
            </p:cNvSpPr>
            <p:nvPr/>
          </p:nvSpPr>
          <p:spPr bwMode="auto">
            <a:xfrm>
              <a:off x="4894659" y="2819400"/>
              <a:ext cx="109218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Concurrent</a:t>
              </a:r>
              <a:endParaRPr lang="fr-FR" altLang="fr-FR" sz="1067" b="1" dirty="0">
                <a:solidFill>
                  <a:srgbClr val="252525"/>
                </a:solidFill>
                <a:latin typeface="+mj-lt"/>
                <a:cs typeface="Segoe UI" panose="020B0502040204020203" pitchFamily="34" charset="0"/>
              </a:endParaRPr>
            </a:p>
          </p:txBody>
        </p:sp>
      </p:grpSp>
      <p:cxnSp>
        <p:nvCxnSpPr>
          <p:cNvPr id="70" name="Connecteur droit 69">
            <a:extLst>
              <a:ext uri="{FF2B5EF4-FFF2-40B4-BE49-F238E27FC236}">
                <a16:creationId xmlns:a16="http://schemas.microsoft.com/office/drawing/2014/main" id="{CFB8A616-4067-5B0E-27E7-EAED3D00E793}"/>
              </a:ext>
            </a:extLst>
          </p:cNvPr>
          <p:cNvCxnSpPr>
            <a:cxnSpLocks/>
            <a:stCxn id="45" idx="7"/>
            <a:endCxn id="17" idx="1"/>
          </p:cNvCxnSpPr>
          <p:nvPr/>
        </p:nvCxnSpPr>
        <p:spPr>
          <a:xfrm>
            <a:off x="6474833" y="4743899"/>
            <a:ext cx="1133638" cy="0"/>
          </a:xfrm>
          <a:prstGeom prst="line">
            <a:avLst/>
          </a:prstGeom>
          <a:ln w="19050">
            <a:solidFill>
              <a:srgbClr val="007F39"/>
            </a:solidFill>
            <a:prstDash val="solid"/>
          </a:ln>
          <a:effectLst/>
        </p:spPr>
        <p:style>
          <a:lnRef idx="2">
            <a:schemeClr val="accent6"/>
          </a:lnRef>
          <a:fillRef idx="0">
            <a:schemeClr val="accent6"/>
          </a:fillRef>
          <a:effectRef idx="1">
            <a:schemeClr val="accent6"/>
          </a:effectRef>
          <a:fontRef idx="minor">
            <a:schemeClr val="tx1"/>
          </a:fontRef>
        </p:style>
      </p:cxnSp>
      <p:pic>
        <p:nvPicPr>
          <p:cNvPr id="3" name="Image 2">
            <a:extLst>
              <a:ext uri="{FF2B5EF4-FFF2-40B4-BE49-F238E27FC236}">
                <a16:creationId xmlns:a16="http://schemas.microsoft.com/office/drawing/2014/main" id="{1F334BEC-5E5E-5E27-5DB0-B3005C9F8183}"/>
              </a:ext>
            </a:extLst>
          </p:cNvPr>
          <p:cNvPicPr>
            <a:picLocks noChangeAspect="1"/>
          </p:cNvPicPr>
          <p:nvPr/>
        </p:nvPicPr>
        <p:blipFill>
          <a:blip r:embed="rId15"/>
          <a:stretch>
            <a:fillRect/>
          </a:stretch>
        </p:blipFill>
        <p:spPr>
          <a:xfrm>
            <a:off x="3218868" y="1389551"/>
            <a:ext cx="720000" cy="720000"/>
          </a:xfrm>
          <a:prstGeom prst="rect">
            <a:avLst/>
          </a:prstGeom>
        </p:spPr>
      </p:pic>
      <p:pic>
        <p:nvPicPr>
          <p:cNvPr id="5" name="Image 4">
            <a:extLst>
              <a:ext uri="{FF2B5EF4-FFF2-40B4-BE49-F238E27FC236}">
                <a16:creationId xmlns:a16="http://schemas.microsoft.com/office/drawing/2014/main" id="{AE07DF06-15BC-9998-66B0-783DE20EFFA1}"/>
              </a:ext>
            </a:extLst>
          </p:cNvPr>
          <p:cNvPicPr>
            <a:picLocks noChangeAspect="1"/>
          </p:cNvPicPr>
          <p:nvPr/>
        </p:nvPicPr>
        <p:blipFill>
          <a:blip r:embed="rId16"/>
          <a:stretch>
            <a:fillRect/>
          </a:stretch>
        </p:blipFill>
        <p:spPr>
          <a:xfrm>
            <a:off x="9238215" y="1389551"/>
            <a:ext cx="720000" cy="720000"/>
          </a:xfrm>
          <a:prstGeom prst="rect">
            <a:avLst/>
          </a:prstGeom>
        </p:spPr>
      </p:pic>
      <p:sp>
        <p:nvSpPr>
          <p:cNvPr id="6" name="ZoneTexte 5">
            <a:extLst>
              <a:ext uri="{FF2B5EF4-FFF2-40B4-BE49-F238E27FC236}">
                <a16:creationId xmlns:a16="http://schemas.microsoft.com/office/drawing/2014/main" id="{152A3DB3-65AF-1C97-0885-1FEC2109A4B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1495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52"/>
                                        </p:tgtEl>
                                        <p:attrNameLst>
                                          <p:attrName>style.visibility</p:attrName>
                                        </p:attrNameLst>
                                      </p:cBhvr>
                                      <p:to>
                                        <p:strVal val="visible"/>
                                      </p:to>
                                    </p:set>
                                    <p:animEffect transition="in" filter="wipe(left)">
                                      <p:cBhvr>
                                        <p:cTn id="44" dur="500"/>
                                        <p:tgtEl>
                                          <p:spTgt spid="52"/>
                                        </p:tgtEl>
                                      </p:cBhvr>
                                    </p:animEffect>
                                  </p:childTnLst>
                                </p:cTn>
                              </p:par>
                              <p:par>
                                <p:cTn id="45" presetID="22" presetClass="entr" presetSubtype="8" fill="hold" nodeType="with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6"/>
                                        </p:tgtEl>
                                        <p:attrNameLst>
                                          <p:attrName>style.visibility</p:attrName>
                                        </p:attrNameLst>
                                      </p:cBhvr>
                                      <p:to>
                                        <p:strVal val="visible"/>
                                      </p:to>
                                    </p:set>
                                    <p:animEffect transition="in" filter="wipe(left)">
                                      <p:cBhvr>
                                        <p:cTn id="52" dur="500"/>
                                        <p:tgtEl>
                                          <p:spTgt spid="56"/>
                                        </p:tgtEl>
                                      </p:cBhvr>
                                    </p:animEffect>
                                  </p:childTnLst>
                                </p:cTn>
                              </p:par>
                              <p:par>
                                <p:cTn id="53" presetID="22" presetClass="entr" presetSubtype="8" fill="hold" nodeType="withEffect">
                                  <p:stCondLst>
                                    <p:cond delay="0"/>
                                  </p:stCondLst>
                                  <p:childTnLst>
                                    <p:set>
                                      <p:cBhvr>
                                        <p:cTn id="54" dur="1" fill="hold">
                                          <p:stCondLst>
                                            <p:cond delay="0"/>
                                          </p:stCondLst>
                                        </p:cTn>
                                        <p:tgtEl>
                                          <p:spTgt spid="55"/>
                                        </p:tgtEl>
                                        <p:attrNameLst>
                                          <p:attrName>style.visibility</p:attrName>
                                        </p:attrNameLst>
                                      </p:cBhvr>
                                      <p:to>
                                        <p:strVal val="visible"/>
                                      </p:to>
                                    </p:set>
                                    <p:animEffect transition="in" filter="wipe(left)">
                                      <p:cBhvr>
                                        <p:cTn id="55" dur="500"/>
                                        <p:tgtEl>
                                          <p:spTgt spid="55"/>
                                        </p:tgtEl>
                                      </p:cBhvr>
                                    </p:animEffect>
                                  </p:childTnLst>
                                </p:cTn>
                              </p:par>
                              <p:par>
                                <p:cTn id="56" presetID="22" presetClass="entr" presetSubtype="8" fill="hold" nodeType="with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wipe(left)">
                                      <p:cBhvr>
                                        <p:cTn id="58" dur="500"/>
                                        <p:tgtEl>
                                          <p:spTgt spid="57"/>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71"/>
                                        </p:tgtEl>
                                        <p:attrNameLst>
                                          <p:attrName>style.visibility</p:attrName>
                                        </p:attrNameLst>
                                      </p:cBhvr>
                                      <p:to>
                                        <p:strVal val="visible"/>
                                      </p:to>
                                    </p:set>
                                    <p:animEffect transition="in" filter="wipe(left)">
                                      <p:cBhvr>
                                        <p:cTn id="63" dur="500"/>
                                        <p:tgtEl>
                                          <p:spTgt spid="71"/>
                                        </p:tgtEl>
                                      </p:cBhvr>
                                    </p:animEffect>
                                  </p:childTnLst>
                                </p:cTn>
                              </p:par>
                              <p:par>
                                <p:cTn id="64" presetID="22" presetClass="entr" presetSubtype="8" fill="hold"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wipe(left)">
                                      <p:cBhvr>
                                        <p:cTn id="66"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BDBB3-AC88-17E5-1A6B-D84E21A1BD86}"/>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3166876E-AAFB-AE21-2FD3-9BD33802EDA6}"/>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BE53217E-2DF7-9589-921D-B829D213796E}"/>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3D32A74E-92DD-C32E-80BF-E337CF7378CA}"/>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C1C11494-3EFE-5A48-2BD3-D48B35C63E8F}"/>
              </a:ext>
            </a:extLst>
          </p:cNvPr>
          <p:cNvSpPr>
            <a:spLocks noGrp="1"/>
          </p:cNvSpPr>
          <p:nvPr>
            <p:ph type="sldNum" sz="quarter" idx="12"/>
          </p:nvPr>
        </p:nvSpPr>
        <p:spPr/>
        <p:txBody>
          <a:bodyPr/>
          <a:lstStyle/>
          <a:p>
            <a:pPr rtl="0"/>
            <a:fld id="{294A09A9-5501-47C1-A89A-A340965A2BE2}" type="slidenum">
              <a:rPr lang="fr-FR" noProof="0" smtClean="0"/>
              <a:t>71</a:t>
            </a:fld>
            <a:endParaRPr lang="fr-FR" noProof="0"/>
          </a:p>
        </p:txBody>
      </p:sp>
      <p:sp>
        <p:nvSpPr>
          <p:cNvPr id="4" name="Espace réservé du texte 3">
            <a:extLst>
              <a:ext uri="{FF2B5EF4-FFF2-40B4-BE49-F238E27FC236}">
                <a16:creationId xmlns:a16="http://schemas.microsoft.com/office/drawing/2014/main" id="{2CC98A7E-D95F-B3C1-8875-F5F110A236F7}"/>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FFCBAD08-1851-608A-5A2D-D30B0801CCC1}"/>
              </a:ext>
            </a:extLst>
          </p:cNvPr>
          <p:cNvGraphicFramePr>
            <a:graphicFrameLocks noGrp="1"/>
          </p:cNvGraphicFramePr>
          <p:nvPr>
            <p:extLst>
              <p:ext uri="{D42A27DB-BD31-4B8C-83A1-F6EECF244321}">
                <p14:modId xmlns:p14="http://schemas.microsoft.com/office/powerpoint/2010/main" val="310651568"/>
              </p:ext>
            </p:extLst>
          </p:nvPr>
        </p:nvGraphicFramePr>
        <p:xfrm>
          <a:off x="1070875" y="3458558"/>
          <a:ext cx="10110551" cy="283200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3A85D9C8-DB90-8E52-1CE9-42EF623DCE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FCDE01F-3C06-0E83-1FA1-2C0D91041CF3}"/>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a:t>
            </a:r>
            <a:r>
              <a:rPr lang="fr-FR" altLang="fr-FR" sz="1600" i="1"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D2AF3AD2-3E75-C3E0-52EF-2B668E6174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685009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5FD6E820-E259-71B2-2201-4C7E87ECD4B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5ADCBD26-2511-68AA-E449-E49542F22F95}"/>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BE5EA129-0015-D350-F7E4-293DE6C634B6}"/>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999EDE72-22C8-C93F-45FD-8EC181D9F7A7}"/>
              </a:ext>
            </a:extLst>
          </p:cNvPr>
          <p:cNvSpPr>
            <a:spLocks noGrp="1"/>
          </p:cNvSpPr>
          <p:nvPr>
            <p:ph type="sldNum" sz="quarter" idx="12"/>
          </p:nvPr>
        </p:nvSpPr>
        <p:spPr/>
        <p:txBody>
          <a:bodyPr/>
          <a:lstStyle/>
          <a:p>
            <a:pPr rtl="0"/>
            <a:fld id="{294A09A9-5501-47C1-A89A-A340965A2BE2}" type="slidenum">
              <a:rPr lang="fr-FR" noProof="0" smtClean="0"/>
              <a:t>72</a:t>
            </a:fld>
            <a:endParaRPr lang="fr-FR" noProof="0"/>
          </a:p>
        </p:txBody>
      </p:sp>
      <p:sp>
        <p:nvSpPr>
          <p:cNvPr id="3" name="Espace réservé du texte 2">
            <a:extLst>
              <a:ext uri="{FF2B5EF4-FFF2-40B4-BE49-F238E27FC236}">
                <a16:creationId xmlns:a16="http://schemas.microsoft.com/office/drawing/2014/main" id="{27D9AB39-81C3-AF17-F450-3F03E3F12FC8}"/>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26D755D-5F0A-BF84-B3EE-EB9A8906AE14}"/>
              </a:ext>
            </a:extLst>
          </p:cNvPr>
          <p:cNvGraphicFramePr>
            <a:graphicFrameLocks noGrp="1"/>
          </p:cNvGraphicFramePr>
          <p:nvPr>
            <p:extLst>
              <p:ext uri="{D42A27DB-BD31-4B8C-83A1-F6EECF244321}">
                <p14:modId xmlns:p14="http://schemas.microsoft.com/office/powerpoint/2010/main" val="1258962788"/>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0328C27A-EE9F-9AB1-1AA0-A94853F0DB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7426A94-D9D7-840B-F32E-1968BEBA0939}"/>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2" name="ZoneTexte 1">
            <a:extLst>
              <a:ext uri="{FF2B5EF4-FFF2-40B4-BE49-F238E27FC236}">
                <a16:creationId xmlns:a16="http://schemas.microsoft.com/office/drawing/2014/main" id="{5B68AF68-8773-B4E7-6660-2A9CC7459C0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0518958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6E05F-4136-3E4C-D4F7-A1E1B7BDFE00}"/>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F2FBC6D8-4D02-4C42-0832-7535F3DE5A0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685CF7A8-263D-6EDA-6EA5-657BA2410A5F}"/>
              </a:ext>
            </a:extLst>
          </p:cNvPr>
          <p:cNvSpPr>
            <a:spLocks noGrp="1"/>
          </p:cNvSpPr>
          <p:nvPr>
            <p:ph type="dt" sz="half" idx="10"/>
          </p:nvPr>
        </p:nvSpPr>
        <p:spPr/>
        <p:txBody>
          <a:bodyPr/>
          <a:lstStyle/>
          <a:p>
            <a:pPr rtl="0"/>
            <a:r>
              <a:rPr lang="fr-FR" noProof="0"/>
              <a:t>14/10/2025</a:t>
            </a:r>
          </a:p>
        </p:txBody>
      </p:sp>
      <p:sp>
        <p:nvSpPr>
          <p:cNvPr id="6" name="Espace réservé du pied de page 5">
            <a:extLst>
              <a:ext uri="{FF2B5EF4-FFF2-40B4-BE49-F238E27FC236}">
                <a16:creationId xmlns:a16="http://schemas.microsoft.com/office/drawing/2014/main" id="{786C5B90-FC5F-DDD6-C452-131EBC8343B5}"/>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DE642D35-63F4-38E8-285F-432EA9FCE786}"/>
              </a:ext>
            </a:extLst>
          </p:cNvPr>
          <p:cNvSpPr>
            <a:spLocks noGrp="1"/>
          </p:cNvSpPr>
          <p:nvPr>
            <p:ph type="sldNum" sz="quarter" idx="12"/>
          </p:nvPr>
        </p:nvSpPr>
        <p:spPr/>
        <p:txBody>
          <a:bodyPr/>
          <a:lstStyle/>
          <a:p>
            <a:pPr rtl="0"/>
            <a:fld id="{294A09A9-5501-47C1-A89A-A340965A2BE2}" type="slidenum">
              <a:rPr lang="fr-FR" noProof="0" smtClean="0"/>
              <a:t>73</a:t>
            </a:fld>
            <a:endParaRPr lang="fr-FR" noProof="0"/>
          </a:p>
        </p:txBody>
      </p:sp>
      <p:sp>
        <p:nvSpPr>
          <p:cNvPr id="4" name="Espace réservé du texte 3">
            <a:extLst>
              <a:ext uri="{FF2B5EF4-FFF2-40B4-BE49-F238E27FC236}">
                <a16:creationId xmlns:a16="http://schemas.microsoft.com/office/drawing/2014/main" id="{5B94F70F-5AC5-90B3-3275-73D5020DE233}"/>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A1CEB85-9460-92EE-16DF-E1A565FD4428}"/>
              </a:ext>
            </a:extLst>
          </p:cNvPr>
          <p:cNvGraphicFramePr>
            <a:graphicFrameLocks noGrp="1"/>
          </p:cNvGraphicFramePr>
          <p:nvPr>
            <p:extLst>
              <p:ext uri="{D42A27DB-BD31-4B8C-83A1-F6EECF244321}">
                <p14:modId xmlns:p14="http://schemas.microsoft.com/office/powerpoint/2010/main" val="870083852"/>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Échanger des informations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a:solidFill>
                            <a:schemeClr val="tx1"/>
                          </a:solidFill>
                          <a:effectLst/>
                          <a:latin typeface="+mj-lt"/>
                          <a:ea typeface="+mn-ea"/>
                          <a:cs typeface="Segoe UI" panose="020B0502040204020203" pitchFamily="34" charset="0"/>
                        </a:rPr>
                        <a:t>Service informatique d’échange de courriels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a:solidFill>
                            <a:schemeClr val="tx1"/>
                          </a:solidFill>
                          <a:effectLst/>
                          <a:latin typeface="+mj-lt"/>
                          <a:ea typeface="+mn-ea"/>
                          <a:cs typeface="Segoe UI" panose="020B0502040204020203" pitchFamily="34" charset="0"/>
                        </a:rPr>
                        <a:t>Les échanges avec les collégiens ou leurs familles sont impossibles pendant plusieurs jours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l’image vis-à-vis des familles</a:t>
                      </a:r>
                    </a:p>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les missions et services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 venger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5EA1C43D-F8DA-1ABF-F192-AA1451C3F2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5F5156A1-DEFE-0566-27A0-C66E93BE7591}"/>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B5C57FEB-B41C-77C2-5FB4-15B00CAFA11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5118421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A152CD-3D6A-073A-4670-837872D62200}"/>
              </a:ext>
            </a:extLst>
          </p:cNvPr>
          <p:cNvSpPr>
            <a:spLocks noGrp="1"/>
          </p:cNvSpPr>
          <p:nvPr>
            <p:ph type="title"/>
          </p:nvPr>
        </p:nvSpPr>
        <p:spPr/>
        <p:txBody>
          <a:bodyPr>
            <a:normAutofit fontScale="90000"/>
          </a:bodyPr>
          <a:lstStyle/>
          <a:p>
            <a:r>
              <a:rPr lang="fr-FR" dirty="0"/>
              <a:t>Comment estimer la pertinence des sources de risques / objectifs visés ?</a:t>
            </a:r>
          </a:p>
        </p:txBody>
      </p:sp>
      <p:sp>
        <p:nvSpPr>
          <p:cNvPr id="6" name="Espace réservé du pied de page 5">
            <a:extLst>
              <a:ext uri="{FF2B5EF4-FFF2-40B4-BE49-F238E27FC236}">
                <a16:creationId xmlns:a16="http://schemas.microsoft.com/office/drawing/2014/main" id="{E41B5338-7B3F-5AD1-D7F4-8FA1851F0FD4}"/>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0BF63E82-DB34-C5B8-3C45-39F47D9C516D}"/>
              </a:ext>
            </a:extLst>
          </p:cNvPr>
          <p:cNvSpPr>
            <a:spLocks noGrp="1"/>
          </p:cNvSpPr>
          <p:nvPr>
            <p:ph type="sldNum" sz="quarter" idx="12"/>
          </p:nvPr>
        </p:nvSpPr>
        <p:spPr/>
        <p:txBody>
          <a:bodyPr/>
          <a:lstStyle/>
          <a:p>
            <a:pPr rtl="0"/>
            <a:fld id="{294A09A9-5501-47C1-A89A-A340965A2BE2}" type="slidenum">
              <a:rPr lang="fr-FR" noProof="0" smtClean="0"/>
              <a:t>74</a:t>
            </a:fld>
            <a:endParaRPr lang="fr-FR" noProof="0"/>
          </a:p>
        </p:txBody>
      </p:sp>
      <p:sp>
        <p:nvSpPr>
          <p:cNvPr id="5" name="Espace réservé de la date 4">
            <a:extLst>
              <a:ext uri="{FF2B5EF4-FFF2-40B4-BE49-F238E27FC236}">
                <a16:creationId xmlns:a16="http://schemas.microsoft.com/office/drawing/2014/main" id="{19442781-1148-4EA8-A8F5-00D768E50CBB}"/>
              </a:ext>
            </a:extLst>
          </p:cNvPr>
          <p:cNvSpPr>
            <a:spLocks noGrp="1"/>
          </p:cNvSpPr>
          <p:nvPr>
            <p:ph type="dt" sz="half" idx="10"/>
          </p:nvPr>
        </p:nvSpPr>
        <p:spPr/>
        <p:txBody>
          <a:bodyPr/>
          <a:lstStyle/>
          <a:p>
            <a:pPr rtl="0"/>
            <a:r>
              <a:rPr lang="fr-FR" noProof="0"/>
              <a:t>14/10/2025</a:t>
            </a:r>
          </a:p>
        </p:txBody>
      </p:sp>
      <p:sp>
        <p:nvSpPr>
          <p:cNvPr id="8" name="ZoneTexte 7">
            <a:extLst>
              <a:ext uri="{FF2B5EF4-FFF2-40B4-BE49-F238E27FC236}">
                <a16:creationId xmlns:a16="http://schemas.microsoft.com/office/drawing/2014/main" id="{B0879DDD-0C7D-6929-3A2C-98FFFD4383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11" name="Espace réservé du contenu 10">
            <a:extLst>
              <a:ext uri="{FF2B5EF4-FFF2-40B4-BE49-F238E27FC236}">
                <a16:creationId xmlns:a16="http://schemas.microsoft.com/office/drawing/2014/main" id="{B0B81153-B627-E26D-58B5-757D62E27787}"/>
              </a:ext>
            </a:extLst>
          </p:cNvPr>
          <p:cNvGraphicFramePr>
            <a:graphicFrameLocks noGrp="1"/>
          </p:cNvGraphicFramePr>
          <p:nvPr>
            <p:ph idx="1"/>
            <p:extLst>
              <p:ext uri="{D42A27DB-BD31-4B8C-83A1-F6EECF244321}">
                <p14:modId xmlns:p14="http://schemas.microsoft.com/office/powerpoint/2010/main" val="2699772165"/>
              </p:ext>
            </p:extLst>
          </p:nvPr>
        </p:nvGraphicFramePr>
        <p:xfrm>
          <a:off x="838199" y="1825624"/>
          <a:ext cx="10515599" cy="4185029"/>
        </p:xfrm>
        <a:graphic>
          <a:graphicData uri="http://schemas.openxmlformats.org/drawingml/2006/table">
            <a:tbl>
              <a:tblPr>
                <a:tableStyleId>{2D5ABB26-0587-4C30-8999-92F81FD0307C}</a:tableStyleId>
              </a:tblPr>
              <a:tblGrid>
                <a:gridCol w="1670459">
                  <a:extLst>
                    <a:ext uri="{9D8B030D-6E8A-4147-A177-3AD203B41FA5}">
                      <a16:colId xmlns:a16="http://schemas.microsoft.com/office/drawing/2014/main" val="20000"/>
                    </a:ext>
                  </a:extLst>
                </a:gridCol>
                <a:gridCol w="1551140">
                  <a:extLst>
                    <a:ext uri="{9D8B030D-6E8A-4147-A177-3AD203B41FA5}">
                      <a16:colId xmlns:a16="http://schemas.microsoft.com/office/drawing/2014/main" val="20002"/>
                    </a:ext>
                  </a:extLst>
                </a:gridCol>
                <a:gridCol w="1823500">
                  <a:extLst>
                    <a:ext uri="{9D8B030D-6E8A-4147-A177-3AD203B41FA5}">
                      <a16:colId xmlns:a16="http://schemas.microsoft.com/office/drawing/2014/main" val="20003"/>
                    </a:ext>
                  </a:extLst>
                </a:gridCol>
                <a:gridCol w="1823500">
                  <a:extLst>
                    <a:ext uri="{9D8B030D-6E8A-4147-A177-3AD203B41FA5}">
                      <a16:colId xmlns:a16="http://schemas.microsoft.com/office/drawing/2014/main" val="20004"/>
                    </a:ext>
                  </a:extLst>
                </a:gridCol>
                <a:gridCol w="1823500">
                  <a:extLst>
                    <a:ext uri="{9D8B030D-6E8A-4147-A177-3AD203B41FA5}">
                      <a16:colId xmlns:a16="http://schemas.microsoft.com/office/drawing/2014/main" val="20005"/>
                    </a:ext>
                  </a:extLst>
                </a:gridCol>
                <a:gridCol w="1823500">
                  <a:extLst>
                    <a:ext uri="{9D8B030D-6E8A-4147-A177-3AD203B41FA5}">
                      <a16:colId xmlns:a16="http://schemas.microsoft.com/office/drawing/2014/main" val="20006"/>
                    </a:ext>
                  </a:extLst>
                </a:gridCol>
              </a:tblGrid>
              <a:tr h="881059">
                <a:tc rowSpan="2"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300" b="0" i="0" u="none" strike="noStrike" cap="all" dirty="0">
                        <a:solidFill>
                          <a:schemeClr val="tx1"/>
                        </a:solidFill>
                        <a:effectLst/>
                        <a:latin typeface="+mj-lt"/>
                      </a:endParaRPr>
                    </a:p>
                  </a:txBody>
                  <a:tcPr marL="58828" marR="58828"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1" i="0" u="none" strike="noStrike" cap="all" dirty="0">
                        <a:solidFill>
                          <a:schemeClr val="bg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fontAlgn="ctr"/>
                      <a:r>
                        <a:rPr lang="fr-FR" sz="1200" b="1" kern="1200" dirty="0">
                          <a:solidFill>
                            <a:schemeClr val="bg1"/>
                          </a:solidFill>
                          <a:latin typeface="+mj-lt"/>
                        </a:rPr>
                        <a:t>RESSOURCES</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Incluant les ressources financières, le niveau de compétences cyber, l’outillage, le temps dont l’attaquant dispose pour réaliser l’attaque, etc.</a:t>
                      </a:r>
                      <a:endParaRPr lang="fr-FR" sz="1200" b="0" kern="1200" dirty="0">
                        <a:solidFill>
                          <a:schemeClr val="bg1"/>
                        </a:solidFill>
                        <a:latin typeface="+mj-lt"/>
                        <a:ea typeface="+mn-ea"/>
                        <a:cs typeface="Segoe UI" panose="020B0502040204020203" pitchFamily="34" charset="0"/>
                      </a:endParaRPr>
                    </a:p>
                  </a:txBody>
                  <a:tcPr marL="78437" marR="7843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fr-FR"/>
                    </a:p>
                  </a:txBody>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60794">
                <a:tc gridSpan="2"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900" b="1"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900" b="0"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200" b="0" kern="1200" dirty="0">
                          <a:solidFill>
                            <a:schemeClr val="tx1"/>
                          </a:solidFill>
                          <a:latin typeface="+mj-lt"/>
                        </a:rPr>
                        <a:t>Ressources 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significatives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importantes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illimitées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60794">
                <a:tc row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300"/>
                        </a:spcAft>
                        <a:buClrTx/>
                        <a:buSzTx/>
                        <a:buFontTx/>
                        <a:buNone/>
                        <a:tabLst/>
                        <a:defRPr/>
                      </a:pPr>
                      <a:r>
                        <a:rPr lang="fr-FR" sz="1200" b="1" kern="1200" dirty="0">
                          <a:solidFill>
                            <a:schemeClr val="bg1"/>
                          </a:solidFill>
                          <a:latin typeface="+mj-lt"/>
                        </a:rPr>
                        <a:t>MOTIVATION</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Intérêts, éléments qui poussent la source de risque à atteindre son objectif</a:t>
                      </a:r>
                      <a:endParaRPr lang="fr-FR" sz="1200" b="0" kern="1200" dirty="0">
                        <a:solidFill>
                          <a:schemeClr val="bg1"/>
                        </a:solidFill>
                        <a:latin typeface="+mj-lt"/>
                        <a:ea typeface="+mn-ea"/>
                        <a:cs typeface="Segoe UI" panose="020B0502040204020203" pitchFamily="34" charset="0"/>
                      </a:endParaRPr>
                    </a:p>
                  </a:txBody>
                  <a:tcPr marL="144000" marR="14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Fortement</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660794">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Assez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4"/>
                  </a:ext>
                </a:extLst>
              </a:tr>
              <a:tr h="660794">
                <a:tc vMerge="1">
                  <a:txBody>
                    <a:bodyPr/>
                    <a:lstStyle/>
                    <a:p>
                      <a:endParaRPr lang="fr-FR"/>
                    </a:p>
                  </a:txBody>
                  <a:tcPr/>
                </a:tc>
                <a:tc>
                  <a:txBody>
                    <a:bodyPr/>
                    <a:lstStyle/>
                    <a:p>
                      <a:pPr marL="0" algn="ctr" defTabSz="914400" rtl="0" eaLnBrk="1" fontAlgn="ctr" latinLnBrk="0" hangingPunct="1"/>
                      <a:r>
                        <a:rPr lang="fr-FR" sz="1200" b="0" kern="1200" dirty="0">
                          <a:solidFill>
                            <a:schemeClr val="tx1"/>
                          </a:solidFill>
                          <a:latin typeface="+mj-lt"/>
                        </a:rPr>
                        <a:t>Peu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algn="ctr" defTabSz="914400" rtl="0" eaLnBrk="1" fontAlgn="ctr" latinLnBrk="0" hangingPunct="1"/>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5"/>
                  </a:ext>
                </a:extLst>
              </a:tr>
              <a:tr h="660794">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algn="ctr" defTabSz="914400" rtl="0" eaLnBrk="1" fontAlgn="ctr" latinLnBrk="0" hangingPunct="1"/>
                      <a:r>
                        <a:rPr lang="fr-FR" sz="1200" b="0" kern="1200" dirty="0">
                          <a:solidFill>
                            <a:schemeClr val="tx1"/>
                          </a:solidFill>
                          <a:latin typeface="+mj-lt"/>
                        </a:rPr>
                        <a:t>Très peu</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8744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4E41-CB3C-0CD3-380C-DE56C8B78A3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FE6D937-9BCA-1C2F-3151-50C7763E609F}"/>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49AD172F-75AB-9FA1-CD8A-8F6ED17CC055}"/>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E58B4950-C398-2C8B-FECB-BB5B3E02162A}"/>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A3420564-B72A-F86B-3A97-A38C3B7ED2C7}"/>
              </a:ext>
            </a:extLst>
          </p:cNvPr>
          <p:cNvSpPr>
            <a:spLocks noGrp="1"/>
          </p:cNvSpPr>
          <p:nvPr>
            <p:ph type="sldNum" sz="quarter" idx="12"/>
          </p:nvPr>
        </p:nvSpPr>
        <p:spPr/>
        <p:txBody>
          <a:bodyPr/>
          <a:lstStyle/>
          <a:p>
            <a:pPr rtl="0"/>
            <a:fld id="{294A09A9-5501-47C1-A89A-A340965A2BE2}" type="slidenum">
              <a:rPr lang="fr-FR" noProof="0" smtClean="0"/>
              <a:t>75</a:t>
            </a:fld>
            <a:endParaRPr lang="fr-FR" noProof="0"/>
          </a:p>
        </p:txBody>
      </p:sp>
      <p:sp>
        <p:nvSpPr>
          <p:cNvPr id="3" name="Espace réservé du texte 2">
            <a:extLst>
              <a:ext uri="{FF2B5EF4-FFF2-40B4-BE49-F238E27FC236}">
                <a16:creationId xmlns:a16="http://schemas.microsoft.com/office/drawing/2014/main" id="{999A019A-6A79-5B48-4E4B-14757223DA0C}"/>
              </a:ext>
            </a:extLst>
          </p:cNvPr>
          <p:cNvSpPr>
            <a:spLocks noGrp="1"/>
          </p:cNvSpPr>
          <p:nvPr>
            <p:ph type="body" sz="quarter" idx="13"/>
          </p:nvPr>
        </p:nvSpPr>
        <p:spPr/>
        <p:txBody>
          <a:bodyPr/>
          <a:lstStyle/>
          <a:p>
            <a:r>
              <a:rPr lang="fr-FR" dirty="0"/>
              <a:t>Analysez et estimez les principales sources de risques</a:t>
            </a:r>
          </a:p>
        </p:txBody>
      </p:sp>
      <p:graphicFrame>
        <p:nvGraphicFramePr>
          <p:cNvPr id="7" name="Tableau 6">
            <a:extLst>
              <a:ext uri="{FF2B5EF4-FFF2-40B4-BE49-F238E27FC236}">
                <a16:creationId xmlns:a16="http://schemas.microsoft.com/office/drawing/2014/main" id="{24DCE69C-A62E-A085-2A80-DFC62E4AF853}"/>
              </a:ext>
            </a:extLst>
          </p:cNvPr>
          <p:cNvGraphicFramePr>
            <a:graphicFrameLocks noGrp="1"/>
          </p:cNvGraphicFramePr>
          <p:nvPr>
            <p:extLst>
              <p:ext uri="{D42A27DB-BD31-4B8C-83A1-F6EECF244321}">
                <p14:modId xmlns:p14="http://schemas.microsoft.com/office/powerpoint/2010/main" val="328883030"/>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pic>
        <p:nvPicPr>
          <p:cNvPr id="11" name="Image 10">
            <a:extLst>
              <a:ext uri="{FF2B5EF4-FFF2-40B4-BE49-F238E27FC236}">
                <a16:creationId xmlns:a16="http://schemas.microsoft.com/office/drawing/2014/main" id="{542DBEED-B8CC-3EE1-03A0-EDA7E0730F18}"/>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Organigramme : Alternative 11">
            <a:extLst>
              <a:ext uri="{FF2B5EF4-FFF2-40B4-BE49-F238E27FC236}">
                <a16:creationId xmlns:a16="http://schemas.microsoft.com/office/drawing/2014/main" id="{78A133C7-96AE-F0CE-29E5-E1B648995B92}"/>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sp>
        <p:nvSpPr>
          <p:cNvPr id="8" name="ZoneTexte 7">
            <a:extLst>
              <a:ext uri="{FF2B5EF4-FFF2-40B4-BE49-F238E27FC236}">
                <a16:creationId xmlns:a16="http://schemas.microsoft.com/office/drawing/2014/main" id="{07A0049E-2480-79FA-EFEA-E83E4F8F34E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55446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CDD58-5B14-5D9E-EA90-D56A2BA86E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15B2B44-FD1B-7C44-D320-A311C4D6533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AB2C3B6E-C57E-D5E6-35B0-EBAA9512FE94}"/>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85232252-5962-57E2-F3A6-6E622F9ABE6B}"/>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B4850AF9-D498-4FCD-6658-0F95ABA34AD9}"/>
              </a:ext>
            </a:extLst>
          </p:cNvPr>
          <p:cNvSpPr>
            <a:spLocks noGrp="1"/>
          </p:cNvSpPr>
          <p:nvPr>
            <p:ph type="sldNum" sz="quarter" idx="12"/>
          </p:nvPr>
        </p:nvSpPr>
        <p:spPr/>
        <p:txBody>
          <a:bodyPr/>
          <a:lstStyle/>
          <a:p>
            <a:pPr rtl="0"/>
            <a:fld id="{294A09A9-5501-47C1-A89A-A340965A2BE2}" type="slidenum">
              <a:rPr lang="fr-FR" noProof="0" smtClean="0"/>
              <a:t>76</a:t>
            </a:fld>
            <a:endParaRPr lang="fr-FR" noProof="0"/>
          </a:p>
        </p:txBody>
      </p:sp>
      <p:sp>
        <p:nvSpPr>
          <p:cNvPr id="3" name="Espace réservé du texte 2">
            <a:extLst>
              <a:ext uri="{FF2B5EF4-FFF2-40B4-BE49-F238E27FC236}">
                <a16:creationId xmlns:a16="http://schemas.microsoft.com/office/drawing/2014/main" id="{223D38B8-2A54-CD97-2081-F6982E79D786}"/>
              </a:ext>
            </a:extLst>
          </p:cNvPr>
          <p:cNvSpPr>
            <a:spLocks noGrp="1"/>
          </p:cNvSpPr>
          <p:nvPr>
            <p:ph type="body" sz="quarter" idx="13"/>
          </p:nvPr>
        </p:nvSpPr>
        <p:spPr/>
        <p:txBody>
          <a:bodyPr/>
          <a:lstStyle/>
          <a:p>
            <a:r>
              <a:rPr lang="fr-FR" dirty="0"/>
              <a:t>À l’issue, on a une liste hiérarchisée des sources de risques</a:t>
            </a:r>
          </a:p>
        </p:txBody>
      </p:sp>
      <p:graphicFrame>
        <p:nvGraphicFramePr>
          <p:cNvPr id="7" name="Tableau 6">
            <a:extLst>
              <a:ext uri="{FF2B5EF4-FFF2-40B4-BE49-F238E27FC236}">
                <a16:creationId xmlns:a16="http://schemas.microsoft.com/office/drawing/2014/main" id="{7673B2A5-B030-CF16-47D7-DDC5E83D6183}"/>
              </a:ext>
            </a:extLst>
          </p:cNvPr>
          <p:cNvGraphicFramePr>
            <a:graphicFrameLocks noGrp="1"/>
          </p:cNvGraphicFramePr>
          <p:nvPr>
            <p:extLst>
              <p:ext uri="{D42A27DB-BD31-4B8C-83A1-F6EECF244321}">
                <p14:modId xmlns:p14="http://schemas.microsoft.com/office/powerpoint/2010/main" val="834265891"/>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Moyennement 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Saboter la campagne nationale de vaccination</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Assez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Plutôt</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Concurrent</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Voler des informations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Fortement</a:t>
                      </a:r>
                    </a:p>
                    <a:p>
                      <a:pPr algn="ctr" fontAlgn="ctr"/>
                      <a:r>
                        <a:rPr lang="fr-FR" sz="1200" b="0" kern="1200" dirty="0">
                          <a:solidFill>
                            <a:schemeClr val="tx1"/>
                          </a:solidFill>
                        </a:rPr>
                        <a:t>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Ressources importantes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Très</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pertinent</a:t>
                      </a: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Cyber-terroriste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Altérer la composition des vaccins à des fins de bioterrorisme</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limitées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Peu</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4"/>
                  </a:ext>
                </a:extLst>
              </a:tr>
            </a:tbl>
          </a:graphicData>
        </a:graphic>
      </p:graphicFrame>
      <p:sp>
        <p:nvSpPr>
          <p:cNvPr id="8" name="Organigramme : Alternative 7">
            <a:extLst>
              <a:ext uri="{FF2B5EF4-FFF2-40B4-BE49-F238E27FC236}">
                <a16:creationId xmlns:a16="http://schemas.microsoft.com/office/drawing/2014/main" id="{33C571ED-ADE3-E6A7-8BD9-776BA3AC78BA}"/>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pic>
        <p:nvPicPr>
          <p:cNvPr id="9" name="Image 8">
            <a:extLst>
              <a:ext uri="{FF2B5EF4-FFF2-40B4-BE49-F238E27FC236}">
                <a16:creationId xmlns:a16="http://schemas.microsoft.com/office/drawing/2014/main" id="{1346E87D-CB51-990D-33E3-3E044781DFCE}"/>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A94D700F-8981-F4DD-4F7F-AFDB271DF31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5802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7A6A4-DE9D-A4A5-51A7-E57330C37301}"/>
              </a:ext>
            </a:extLst>
          </p:cNvPr>
          <p:cNvSpPr>
            <a:spLocks noGrp="1"/>
          </p:cNvSpPr>
          <p:nvPr>
            <p:ph type="title"/>
          </p:nvPr>
        </p:nvSpPr>
        <p:spPr/>
        <p:txBody>
          <a:bodyPr>
            <a:normAutofit fontScale="90000"/>
          </a:bodyPr>
          <a:lstStyle/>
          <a:p>
            <a:r>
              <a:rPr lang="fr-FR" dirty="0"/>
              <a:t>Il faut ensuite « raccrocher » les composants…</a:t>
            </a:r>
          </a:p>
        </p:txBody>
      </p:sp>
      <p:sp>
        <p:nvSpPr>
          <p:cNvPr id="4" name="Espace réservé de la date 3">
            <a:extLst>
              <a:ext uri="{FF2B5EF4-FFF2-40B4-BE49-F238E27FC236}">
                <a16:creationId xmlns:a16="http://schemas.microsoft.com/office/drawing/2014/main" id="{74CEC361-8148-0319-54BD-FBA59E9C3FB6}"/>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CF3F535A-EA8E-9F27-1F44-0A2D0BAD1C4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FB8850C-E679-6C57-D132-C94583F9D94D}"/>
              </a:ext>
            </a:extLst>
          </p:cNvPr>
          <p:cNvSpPr>
            <a:spLocks noGrp="1"/>
          </p:cNvSpPr>
          <p:nvPr>
            <p:ph type="sldNum" sz="quarter" idx="12"/>
          </p:nvPr>
        </p:nvSpPr>
        <p:spPr/>
        <p:txBody>
          <a:bodyPr/>
          <a:lstStyle/>
          <a:p>
            <a:fld id="{294A09A9-5501-47C1-A89A-A340965A2BE2}" type="slidenum">
              <a:rPr lang="fr-FR" smtClean="0"/>
              <a:pPr/>
              <a:t>77</a:t>
            </a:fld>
            <a:endParaRPr lang="fr-FR"/>
          </a:p>
        </p:txBody>
      </p:sp>
      <p:graphicFrame>
        <p:nvGraphicFramePr>
          <p:cNvPr id="7" name="Tableau 6">
            <a:extLst>
              <a:ext uri="{FF2B5EF4-FFF2-40B4-BE49-F238E27FC236}">
                <a16:creationId xmlns:a16="http://schemas.microsoft.com/office/drawing/2014/main" id="{8C61B26F-D4FD-0985-DA2E-A2B91683439A}"/>
              </a:ext>
            </a:extLst>
          </p:cNvPr>
          <p:cNvGraphicFramePr>
            <a:graphicFrameLocks noGrp="1"/>
          </p:cNvGraphicFramePr>
          <p:nvPr>
            <p:extLst>
              <p:ext uri="{D42A27DB-BD31-4B8C-83A1-F6EECF244321}">
                <p14:modId xmlns:p14="http://schemas.microsoft.com/office/powerpoint/2010/main" val="757321350"/>
              </p:ext>
            </p:extLst>
          </p:nvPr>
        </p:nvGraphicFramePr>
        <p:xfrm>
          <a:off x="7137555" y="1560065"/>
          <a:ext cx="3854296" cy="2155654"/>
        </p:xfrm>
        <a:graphic>
          <a:graphicData uri="http://schemas.openxmlformats.org/drawingml/2006/table">
            <a:tbl>
              <a:tblPr/>
              <a:tblGrid>
                <a:gridCol w="1571869">
                  <a:extLst>
                    <a:ext uri="{9D8B030D-6E8A-4147-A177-3AD203B41FA5}">
                      <a16:colId xmlns:a16="http://schemas.microsoft.com/office/drawing/2014/main" val="20000"/>
                    </a:ext>
                  </a:extLst>
                </a:gridCol>
                <a:gridCol w="2282427">
                  <a:extLst>
                    <a:ext uri="{9D8B030D-6E8A-4147-A177-3AD203B41FA5}">
                      <a16:colId xmlns:a16="http://schemas.microsoft.com/office/drawing/2014/main" val="20001"/>
                    </a:ext>
                  </a:extLst>
                </a:gridCol>
              </a:tblGrid>
              <a:tr h="480000">
                <a:tc grid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dirty="0">
                          <a:solidFill>
                            <a:schemeClr val="bg1"/>
                          </a:solidFill>
                          <a:latin typeface="+mj-lt"/>
                          <a:ea typeface="Verdana" charset="0"/>
                          <a:cs typeface="Segoe UI" panose="020B0502040204020203" pitchFamily="34" charset="0"/>
                        </a:rPr>
                        <a:t>Sources de risques / objectifs visés les plus pertinents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5" marR="40505"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20329190"/>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Sources</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de risque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Objectif</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visé</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Concurrent</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Voler des informations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Hacktiviste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Saboter la campagne</a:t>
                      </a:r>
                      <a:br>
                        <a:rPr lang="fr-FR" sz="1200" b="0" kern="1200" dirty="0">
                          <a:solidFill>
                            <a:schemeClr val="tx1"/>
                          </a:solidFill>
                          <a:latin typeface="+mj-lt"/>
                          <a:ea typeface="+mn-ea"/>
                          <a:cs typeface="Segoe UI" panose="020B0502040204020203" pitchFamily="34" charset="0"/>
                        </a:rPr>
                      </a:br>
                      <a:r>
                        <a:rPr lang="fr-FR" sz="1200" b="0" kern="1200" dirty="0">
                          <a:solidFill>
                            <a:schemeClr val="tx1"/>
                          </a:solidFill>
                          <a:latin typeface="+mj-lt"/>
                          <a:ea typeface="+mn-ea"/>
                          <a:cs typeface="Segoe UI" panose="020B0502040204020203" pitchFamily="34" charset="0"/>
                        </a:rPr>
                        <a:t>nationale de vaccination</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 name="Tableau 7">
            <a:extLst>
              <a:ext uri="{FF2B5EF4-FFF2-40B4-BE49-F238E27FC236}">
                <a16:creationId xmlns:a16="http://schemas.microsoft.com/office/drawing/2014/main" id="{263B307E-5EF0-F1B7-DB11-1FB59C35CF16}"/>
              </a:ext>
            </a:extLst>
          </p:cNvPr>
          <p:cNvGraphicFramePr>
            <a:graphicFrameLocks noGrp="1"/>
          </p:cNvGraphicFramePr>
          <p:nvPr>
            <p:extLst>
              <p:ext uri="{D42A27DB-BD31-4B8C-83A1-F6EECF244321}">
                <p14:modId xmlns:p14="http://schemas.microsoft.com/office/powerpoint/2010/main" val="1003726110"/>
              </p:ext>
            </p:extLst>
          </p:nvPr>
        </p:nvGraphicFramePr>
        <p:xfrm>
          <a:off x="1678519" y="1560066"/>
          <a:ext cx="4272000" cy="4080873"/>
        </p:xfrm>
        <a:graphic>
          <a:graphicData uri="http://schemas.openxmlformats.org/drawingml/2006/table">
            <a:tbl>
              <a:tblPr/>
              <a:tblGrid>
                <a:gridCol w="960000">
                  <a:extLst>
                    <a:ext uri="{9D8B030D-6E8A-4147-A177-3AD203B41FA5}">
                      <a16:colId xmlns:a16="http://schemas.microsoft.com/office/drawing/2014/main" val="20000"/>
                    </a:ext>
                  </a:extLst>
                </a:gridCol>
                <a:gridCol w="2544000">
                  <a:extLst>
                    <a:ext uri="{9D8B030D-6E8A-4147-A177-3AD203B41FA5}">
                      <a16:colId xmlns:a16="http://schemas.microsoft.com/office/drawing/2014/main" val="20001"/>
                    </a:ext>
                  </a:extLst>
                </a:gridCol>
                <a:gridCol w="768000">
                  <a:extLst>
                    <a:ext uri="{9D8B030D-6E8A-4147-A177-3AD203B41FA5}">
                      <a16:colId xmlns:a16="http://schemas.microsoft.com/office/drawing/2014/main" val="20002"/>
                    </a:ext>
                  </a:extLst>
                </a:gridCol>
              </a:tblGrid>
              <a:tr h="480873">
                <a:tc gridSpan="3">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kern="1200" dirty="0">
                          <a:solidFill>
                            <a:schemeClr val="bg1"/>
                          </a:solidFill>
                          <a:latin typeface="+mj-lt"/>
                          <a:ea typeface="Verdana" charset="0"/>
                          <a:cs typeface="Segoe UI" panose="020B0502040204020203" pitchFamily="34" charset="0"/>
                        </a:rPr>
                        <a:t>Événements redoutés les plus graves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3052906257"/>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bl>
          </a:graphicData>
        </a:graphic>
      </p:graphicFrame>
      <p:sp>
        <p:nvSpPr>
          <p:cNvPr id="9" name="Forme libre 36">
            <a:extLst>
              <a:ext uri="{FF2B5EF4-FFF2-40B4-BE49-F238E27FC236}">
                <a16:creationId xmlns:a16="http://schemas.microsoft.com/office/drawing/2014/main" id="{76D2A20C-F763-A293-C60F-C75C121E63C8}"/>
              </a:ext>
            </a:extLst>
          </p:cNvPr>
          <p:cNvSpPr/>
          <p:nvPr/>
        </p:nvSpPr>
        <p:spPr>
          <a:xfrm>
            <a:off x="5963686" y="2824454"/>
            <a:ext cx="1162493" cy="2457303"/>
          </a:xfrm>
          <a:custGeom>
            <a:avLst/>
            <a:gdLst>
              <a:gd name="connsiteX0" fmla="*/ 0 w 878959"/>
              <a:gd name="connsiteY0" fmla="*/ 1842977 h 1842977"/>
              <a:gd name="connsiteX1" fmla="*/ 496186 w 878959"/>
              <a:gd name="connsiteY1" fmla="*/ 1842977 h 1842977"/>
              <a:gd name="connsiteX2" fmla="*/ 496186 w 878959"/>
              <a:gd name="connsiteY2" fmla="*/ 0 h 1842977"/>
              <a:gd name="connsiteX3" fmla="*/ 878959 w 878959"/>
              <a:gd name="connsiteY3" fmla="*/ 0 h 1842977"/>
            </a:gdLst>
            <a:ahLst/>
            <a:cxnLst>
              <a:cxn ang="0">
                <a:pos x="connsiteX0" y="connsiteY0"/>
              </a:cxn>
              <a:cxn ang="0">
                <a:pos x="connsiteX1" y="connsiteY1"/>
              </a:cxn>
              <a:cxn ang="0">
                <a:pos x="connsiteX2" y="connsiteY2"/>
              </a:cxn>
              <a:cxn ang="0">
                <a:pos x="connsiteX3" y="connsiteY3"/>
              </a:cxn>
            </a:cxnLst>
            <a:rect l="l" t="t" r="r" b="b"/>
            <a:pathLst>
              <a:path w="878959" h="1842977">
                <a:moveTo>
                  <a:pt x="0" y="1842977"/>
                </a:moveTo>
                <a:lnTo>
                  <a:pt x="496186" y="1842977"/>
                </a:lnTo>
                <a:lnTo>
                  <a:pt x="496186" y="0"/>
                </a:lnTo>
                <a:lnTo>
                  <a:pt x="878959" y="0"/>
                </a:lnTo>
              </a:path>
            </a:pathLst>
          </a:custGeom>
          <a:ln>
            <a:headEnd type="arrow" w="med" len="med"/>
            <a:tailEnd type="arrow" w="med" len="med"/>
          </a:ln>
        </p:spPr>
        <p:style>
          <a:lnRef idx="2">
            <a:schemeClr val="accent4"/>
          </a:lnRef>
          <a:fillRef idx="0">
            <a:schemeClr val="accent4"/>
          </a:fillRef>
          <a:effectRef idx="1">
            <a:schemeClr val="accent4"/>
          </a:effectRef>
          <a:fontRef idx="minor">
            <a:schemeClr val="tx1"/>
          </a:fontRef>
        </p:style>
        <p:txBody>
          <a:bodyPr rtlCol="0" anchor="ctr"/>
          <a:lstStyle/>
          <a:p>
            <a:pPr algn="ctr"/>
            <a:endParaRPr lang="fr-FR" sz="2400"/>
          </a:p>
        </p:txBody>
      </p:sp>
      <p:cxnSp>
        <p:nvCxnSpPr>
          <p:cNvPr id="10" name="Connecteur droit avec flèche 9">
            <a:extLst>
              <a:ext uri="{FF2B5EF4-FFF2-40B4-BE49-F238E27FC236}">
                <a16:creationId xmlns:a16="http://schemas.microsoft.com/office/drawing/2014/main" id="{6441BBDE-78A8-30B0-8E20-48C37E0F43F8}"/>
              </a:ext>
            </a:extLst>
          </p:cNvPr>
          <p:cNvCxnSpPr/>
          <p:nvPr/>
        </p:nvCxnSpPr>
        <p:spPr>
          <a:xfrm>
            <a:off x="5950519" y="3543797"/>
            <a:ext cx="1187036" cy="0"/>
          </a:xfrm>
          <a:prstGeom prst="straightConnector1">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1" name="Forme libre 41">
            <a:extLst>
              <a:ext uri="{FF2B5EF4-FFF2-40B4-BE49-F238E27FC236}">
                <a16:creationId xmlns:a16="http://schemas.microsoft.com/office/drawing/2014/main" id="{9465463C-453F-3CEF-2084-496A5FD4444E}"/>
              </a:ext>
            </a:extLst>
          </p:cNvPr>
          <p:cNvSpPr/>
          <p:nvPr/>
        </p:nvSpPr>
        <p:spPr>
          <a:xfrm>
            <a:off x="5963685" y="3004026"/>
            <a:ext cx="396948" cy="1531089"/>
          </a:xfrm>
          <a:custGeom>
            <a:avLst/>
            <a:gdLst>
              <a:gd name="connsiteX0" fmla="*/ 0 w 368595"/>
              <a:gd name="connsiteY0" fmla="*/ 0 h 1240465"/>
              <a:gd name="connsiteX1" fmla="*/ 368595 w 368595"/>
              <a:gd name="connsiteY1" fmla="*/ 0 h 1240465"/>
              <a:gd name="connsiteX2" fmla="*/ 368595 w 368595"/>
              <a:gd name="connsiteY2" fmla="*/ 1240465 h 1240465"/>
              <a:gd name="connsiteX3" fmla="*/ 0 w 368595"/>
              <a:gd name="connsiteY3" fmla="*/ 1240465 h 1240465"/>
            </a:gdLst>
            <a:ahLst/>
            <a:cxnLst>
              <a:cxn ang="0">
                <a:pos x="connsiteX0" y="connsiteY0"/>
              </a:cxn>
              <a:cxn ang="0">
                <a:pos x="connsiteX1" y="connsiteY1"/>
              </a:cxn>
              <a:cxn ang="0">
                <a:pos x="connsiteX2" y="connsiteY2"/>
              </a:cxn>
              <a:cxn ang="0">
                <a:pos x="connsiteX3" y="connsiteY3"/>
              </a:cxn>
            </a:cxnLst>
            <a:rect l="l" t="t" r="r" b="b"/>
            <a:pathLst>
              <a:path w="368595" h="1240465">
                <a:moveTo>
                  <a:pt x="0" y="0"/>
                </a:moveTo>
                <a:lnTo>
                  <a:pt x="368595" y="0"/>
                </a:lnTo>
                <a:lnTo>
                  <a:pt x="368595" y="1240465"/>
                </a:lnTo>
                <a:lnTo>
                  <a:pt x="0" y="1240465"/>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fr-FR" sz="2400"/>
          </a:p>
        </p:txBody>
      </p:sp>
      <p:pic>
        <p:nvPicPr>
          <p:cNvPr id="12" name="Image 11">
            <a:extLst>
              <a:ext uri="{FF2B5EF4-FFF2-40B4-BE49-F238E27FC236}">
                <a16:creationId xmlns:a16="http://schemas.microsoft.com/office/drawing/2014/main" id="{88C4867A-EA9F-8E63-3410-DC1355F4FC2B}"/>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72096E2-F26F-FE35-1D98-76F2F200301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2837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2" presetClass="entr" presetSubtype="2"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500"/>
                                        <p:tgtEl>
                                          <p:spTgt spid="10"/>
                                        </p:tgtEl>
                                      </p:cBhvr>
                                    </p:animEffect>
                                  </p:childTnLst>
                                </p:cTn>
                              </p:par>
                              <p:par>
                                <p:cTn id="19" presetID="22" presetClass="entr" presetSubtype="2"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A03-8A02-B779-8363-F1D96E26739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D590521-FCD6-963E-6813-CEB21C7EA5B6}"/>
              </a:ext>
            </a:extLst>
          </p:cNvPr>
          <p:cNvSpPr>
            <a:spLocks noGrp="1"/>
          </p:cNvSpPr>
          <p:nvPr>
            <p:ph type="title"/>
          </p:nvPr>
        </p:nvSpPr>
        <p:spPr/>
        <p:txBody>
          <a:bodyPr>
            <a:normAutofit fontScale="90000"/>
          </a:bodyPr>
          <a:lstStyle/>
          <a:p>
            <a:r>
              <a:rPr lang="fr-FR" dirty="0"/>
              <a:t>Autre technique</a:t>
            </a:r>
          </a:p>
        </p:txBody>
      </p:sp>
      <p:sp>
        <p:nvSpPr>
          <p:cNvPr id="4" name="Espace réservé de la date 3">
            <a:extLst>
              <a:ext uri="{FF2B5EF4-FFF2-40B4-BE49-F238E27FC236}">
                <a16:creationId xmlns:a16="http://schemas.microsoft.com/office/drawing/2014/main" id="{D915E226-A47F-5DCB-6208-8C6FD2B7309A}"/>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032365B5-32A5-8F2A-0FE4-59100746BA0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B26C796-45B4-7A6E-DAC7-716B9DA45463}"/>
              </a:ext>
            </a:extLst>
          </p:cNvPr>
          <p:cNvSpPr>
            <a:spLocks noGrp="1"/>
          </p:cNvSpPr>
          <p:nvPr>
            <p:ph type="sldNum" sz="quarter" idx="12"/>
          </p:nvPr>
        </p:nvSpPr>
        <p:spPr/>
        <p:txBody>
          <a:bodyPr/>
          <a:lstStyle/>
          <a:p>
            <a:fld id="{294A09A9-5501-47C1-A89A-A340965A2BE2}" type="slidenum">
              <a:rPr lang="fr-FR" smtClean="0"/>
              <a:pPr/>
              <a:t>78</a:t>
            </a:fld>
            <a:endParaRPr lang="fr-FR"/>
          </a:p>
        </p:txBody>
      </p:sp>
      <p:sp>
        <p:nvSpPr>
          <p:cNvPr id="9" name="Espace réservé du texte 8">
            <a:extLst>
              <a:ext uri="{FF2B5EF4-FFF2-40B4-BE49-F238E27FC236}">
                <a16:creationId xmlns:a16="http://schemas.microsoft.com/office/drawing/2014/main" id="{847F1A4D-20EC-83F0-1A84-2F7CC571B047}"/>
              </a:ext>
            </a:extLst>
          </p:cNvPr>
          <p:cNvSpPr>
            <a:spLocks noGrp="1"/>
          </p:cNvSpPr>
          <p:nvPr>
            <p:ph type="body" sz="quarter" idx="13"/>
          </p:nvPr>
        </p:nvSpPr>
        <p:spPr/>
        <p:txBody>
          <a:bodyPr/>
          <a:lstStyle/>
          <a:p>
            <a:r>
              <a:rPr lang="fr-FR" dirty="0"/>
              <a:t>Analyse directe par événement redouté</a:t>
            </a:r>
          </a:p>
        </p:txBody>
      </p:sp>
      <p:graphicFrame>
        <p:nvGraphicFramePr>
          <p:cNvPr id="8" name="Tableau 7">
            <a:extLst>
              <a:ext uri="{FF2B5EF4-FFF2-40B4-BE49-F238E27FC236}">
                <a16:creationId xmlns:a16="http://schemas.microsoft.com/office/drawing/2014/main" id="{91379E05-9D44-961D-E265-5751608AFF53}"/>
              </a:ext>
            </a:extLst>
          </p:cNvPr>
          <p:cNvGraphicFramePr>
            <a:graphicFrameLocks noGrp="1"/>
          </p:cNvGraphicFramePr>
          <p:nvPr>
            <p:extLst>
              <p:ext uri="{D42A27DB-BD31-4B8C-83A1-F6EECF244321}">
                <p14:modId xmlns:p14="http://schemas.microsoft.com/office/powerpoint/2010/main" val="937837484"/>
              </p:ext>
            </p:extLst>
          </p:nvPr>
        </p:nvGraphicFramePr>
        <p:xfrm>
          <a:off x="1678519" y="2286000"/>
          <a:ext cx="9294280" cy="3442028"/>
        </p:xfrm>
        <a:graphic>
          <a:graphicData uri="http://schemas.openxmlformats.org/drawingml/2006/table">
            <a:tbl>
              <a:tblPr/>
              <a:tblGrid>
                <a:gridCol w="1206507">
                  <a:extLst>
                    <a:ext uri="{9D8B030D-6E8A-4147-A177-3AD203B41FA5}">
                      <a16:colId xmlns:a16="http://schemas.microsoft.com/office/drawing/2014/main" val="20000"/>
                    </a:ext>
                  </a:extLst>
                </a:gridCol>
                <a:gridCol w="4032609">
                  <a:extLst>
                    <a:ext uri="{9D8B030D-6E8A-4147-A177-3AD203B41FA5}">
                      <a16:colId xmlns:a16="http://schemas.microsoft.com/office/drawing/2014/main" val="20001"/>
                    </a:ext>
                  </a:extLst>
                </a:gridCol>
                <a:gridCol w="785191">
                  <a:extLst>
                    <a:ext uri="{9D8B030D-6E8A-4147-A177-3AD203B41FA5}">
                      <a16:colId xmlns:a16="http://schemas.microsoft.com/office/drawing/2014/main" val="20002"/>
                    </a:ext>
                  </a:extLst>
                </a:gridCol>
                <a:gridCol w="1272209">
                  <a:extLst>
                    <a:ext uri="{9D8B030D-6E8A-4147-A177-3AD203B41FA5}">
                      <a16:colId xmlns:a16="http://schemas.microsoft.com/office/drawing/2014/main" val="3038214331"/>
                    </a:ext>
                  </a:extLst>
                </a:gridCol>
                <a:gridCol w="1997764">
                  <a:extLst>
                    <a:ext uri="{9D8B030D-6E8A-4147-A177-3AD203B41FA5}">
                      <a16:colId xmlns:a16="http://schemas.microsoft.com/office/drawing/2014/main" val="584493237"/>
                    </a:ext>
                  </a:extLst>
                </a:gridCol>
              </a:tblGrid>
              <a:tr h="32202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 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Source de risques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Objectifs visés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Concurrent</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Voler des informations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pic>
        <p:nvPicPr>
          <p:cNvPr id="3" name="Image 2">
            <a:extLst>
              <a:ext uri="{FF2B5EF4-FFF2-40B4-BE49-F238E27FC236}">
                <a16:creationId xmlns:a16="http://schemas.microsoft.com/office/drawing/2014/main" id="{5BEFC7A9-937B-BDAE-9BF2-11222BD8C923}"/>
              </a:ext>
            </a:extLst>
          </p:cNvPr>
          <p:cNvPicPr>
            <a:picLocks noChangeAspect="1"/>
          </p:cNvPicPr>
          <p:nvPr/>
        </p:nvPicPr>
        <p:blipFill>
          <a:blip r:embed="rId2"/>
          <a:stretch>
            <a:fillRect/>
          </a:stretch>
        </p:blipFill>
        <p:spPr>
          <a:xfrm>
            <a:off x="11112000" y="0"/>
            <a:ext cx="1080000" cy="1080000"/>
          </a:xfrm>
          <a:prstGeom prst="rect">
            <a:avLst/>
          </a:prstGeom>
        </p:spPr>
      </p:pic>
      <p:sp>
        <p:nvSpPr>
          <p:cNvPr id="7" name="ZoneTexte 6">
            <a:extLst>
              <a:ext uri="{FF2B5EF4-FFF2-40B4-BE49-F238E27FC236}">
                <a16:creationId xmlns:a16="http://schemas.microsoft.com/office/drawing/2014/main" id="{1D8459A5-BB9A-80F5-7727-FF11B274866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0425140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C12A9-B5D2-58C9-A8CA-F8C378BB13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81D035-2530-1A6B-EACF-D95C3AE3A63F}"/>
              </a:ext>
            </a:extLst>
          </p:cNvPr>
          <p:cNvSpPr>
            <a:spLocks noGrp="1"/>
          </p:cNvSpPr>
          <p:nvPr>
            <p:ph type="title"/>
          </p:nvPr>
        </p:nvSpPr>
        <p:spPr/>
        <p:txBody>
          <a:bodyPr>
            <a:normAutofit fontScale="90000"/>
          </a:bodyPr>
          <a:lstStyle/>
          <a:p>
            <a:r>
              <a:rPr lang="fr-FR" dirty="0"/>
              <a:t>Mesures</a:t>
            </a:r>
          </a:p>
        </p:txBody>
      </p:sp>
      <p:sp>
        <p:nvSpPr>
          <p:cNvPr id="3" name="Espace réservé du contenu 2">
            <a:extLst>
              <a:ext uri="{FF2B5EF4-FFF2-40B4-BE49-F238E27FC236}">
                <a16:creationId xmlns:a16="http://schemas.microsoft.com/office/drawing/2014/main" id="{15C2FEC7-492C-3C48-F3F1-33BA1F39A12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mesures en place</a:t>
            </a:r>
          </a:p>
          <a:p>
            <a:pPr lvl="2"/>
            <a:r>
              <a:rPr lang="fr-FR" dirty="0"/>
              <a:t>Vérifier qu’elles sont au niveau des sources de risques, les renforcer sinon</a:t>
            </a:r>
          </a:p>
          <a:p>
            <a:pPr lvl="2"/>
            <a:r>
              <a:rPr lang="fr-FR" dirty="0"/>
              <a:t>Détection et protection face aux attaques connues de sources de risques retenues</a:t>
            </a:r>
          </a:p>
          <a:p>
            <a:pPr lvl="1"/>
            <a:r>
              <a:rPr lang="fr-FR" dirty="0"/>
              <a:t>Agir sur les sources de risques / objectifs visés</a:t>
            </a:r>
          </a:p>
          <a:p>
            <a:pPr lvl="2"/>
            <a:r>
              <a:rPr lang="fr-FR" dirty="0"/>
              <a:t>Communiquer pour tenter de dissuader</a:t>
            </a:r>
          </a:p>
        </p:txBody>
      </p:sp>
      <p:sp>
        <p:nvSpPr>
          <p:cNvPr id="5" name="Espace réservé du pied de page 4">
            <a:extLst>
              <a:ext uri="{FF2B5EF4-FFF2-40B4-BE49-F238E27FC236}">
                <a16:creationId xmlns:a16="http://schemas.microsoft.com/office/drawing/2014/main" id="{98E09B0C-5305-929C-77D2-B745C8BF5C63}"/>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1E345C6-0FD8-2261-2C54-0DD765101E1C}"/>
              </a:ext>
            </a:extLst>
          </p:cNvPr>
          <p:cNvSpPr>
            <a:spLocks noGrp="1"/>
          </p:cNvSpPr>
          <p:nvPr>
            <p:ph type="sldNum" sz="quarter" idx="12"/>
          </p:nvPr>
        </p:nvSpPr>
        <p:spPr/>
        <p:txBody>
          <a:bodyPr/>
          <a:lstStyle/>
          <a:p>
            <a:pPr rtl="0"/>
            <a:fld id="{294A09A9-5501-47C1-A89A-A340965A2BE2}" type="slidenum">
              <a:rPr lang="fr-FR" noProof="0" smtClean="0"/>
              <a:t>79</a:t>
            </a:fld>
            <a:endParaRPr lang="fr-FR" noProof="0"/>
          </a:p>
        </p:txBody>
      </p:sp>
      <p:sp>
        <p:nvSpPr>
          <p:cNvPr id="4" name="Espace réservé de la date 3">
            <a:extLst>
              <a:ext uri="{FF2B5EF4-FFF2-40B4-BE49-F238E27FC236}">
                <a16:creationId xmlns:a16="http://schemas.microsoft.com/office/drawing/2014/main" id="{F9563309-F61C-66C8-6C90-A90DEDD30919}"/>
              </a:ext>
            </a:extLst>
          </p:cNvPr>
          <p:cNvSpPr>
            <a:spLocks noGrp="1"/>
          </p:cNvSpPr>
          <p:nvPr>
            <p:ph type="dt" sz="half" idx="10"/>
          </p:nvPr>
        </p:nvSpPr>
        <p:spPr/>
        <p:txBody>
          <a:bodyPr/>
          <a:lstStyle/>
          <a:p>
            <a:pPr rtl="0"/>
            <a:r>
              <a:rPr lang="fr-FR" noProof="0"/>
              <a:t>14/10/2025</a:t>
            </a:r>
          </a:p>
        </p:txBody>
      </p:sp>
      <p:sp>
        <p:nvSpPr>
          <p:cNvPr id="10" name="Espace réservé du texte 9">
            <a:extLst>
              <a:ext uri="{FF2B5EF4-FFF2-40B4-BE49-F238E27FC236}">
                <a16:creationId xmlns:a16="http://schemas.microsoft.com/office/drawing/2014/main" id="{10F340A1-35D8-9CA5-E345-BD461AAF8BA8}"/>
              </a:ext>
            </a:extLst>
          </p:cNvPr>
          <p:cNvSpPr>
            <a:spLocks noGrp="1"/>
          </p:cNvSpPr>
          <p:nvPr>
            <p:ph type="body" sz="quarter" idx="13"/>
          </p:nvPr>
        </p:nvSpPr>
        <p:spPr/>
        <p:txBody>
          <a:bodyPr/>
          <a:lstStyle/>
          <a:p>
            <a:r>
              <a:rPr lang="fr-FR" dirty="0"/>
              <a:t>Peut-on déterminer des mesures sur les sources de risques ?</a:t>
            </a:r>
          </a:p>
        </p:txBody>
      </p:sp>
      <p:pic>
        <p:nvPicPr>
          <p:cNvPr id="7" name="Image 6">
            <a:extLst>
              <a:ext uri="{FF2B5EF4-FFF2-40B4-BE49-F238E27FC236}">
                <a16:creationId xmlns:a16="http://schemas.microsoft.com/office/drawing/2014/main" id="{2713BA44-713F-6758-88D4-43FCE022F388}"/>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BB88E2D5-E6A2-B623-FF9A-910421ED7963}"/>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5B71F07F-9AC3-9BE3-8FB8-D5C03B53F0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963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A65D2-126F-3301-9FCD-891A617F989F}"/>
            </a:ext>
          </a:extLst>
        </p:cNvPr>
        <p:cNvGrpSpPr/>
        <p:nvPr/>
      </p:nvGrpSpPr>
      <p:grpSpPr>
        <a:xfrm>
          <a:off x="0" y="0"/>
          <a:ext cx="0" cy="0"/>
          <a:chOff x="0" y="0"/>
          <a:chExt cx="0" cy="0"/>
        </a:xfrm>
      </p:grpSpPr>
      <p:sp>
        <p:nvSpPr>
          <p:cNvPr id="169" name="Titre 168">
            <a:extLst>
              <a:ext uri="{FF2B5EF4-FFF2-40B4-BE49-F238E27FC236}">
                <a16:creationId xmlns:a16="http://schemas.microsoft.com/office/drawing/2014/main" id="{1B382991-A30E-C223-C5BB-B7FA733385E2}"/>
              </a:ext>
            </a:extLst>
          </p:cNvPr>
          <p:cNvSpPr>
            <a:spLocks noGrp="1"/>
          </p:cNvSpPr>
          <p:nvPr>
            <p:ph type="title"/>
          </p:nvPr>
        </p:nvSpPr>
        <p:spPr/>
        <p:txBody>
          <a:bodyPr>
            <a:normAutofit fontScale="90000"/>
          </a:bodyPr>
          <a:lstStyle/>
          <a:p>
            <a:r>
              <a:rPr lang="fr-FR" dirty="0"/>
              <a:t>Outil 08 – Analyser les parties prenantes</a:t>
            </a:r>
          </a:p>
        </p:txBody>
      </p:sp>
      <p:sp>
        <p:nvSpPr>
          <p:cNvPr id="4" name="Espace réservé de la date 3">
            <a:extLst>
              <a:ext uri="{FF2B5EF4-FFF2-40B4-BE49-F238E27FC236}">
                <a16:creationId xmlns:a16="http://schemas.microsoft.com/office/drawing/2014/main" id="{0639223D-7E51-1B23-18CA-C87537A36A5C}"/>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64BEAC82-6553-3F88-D11B-0771B65C9864}"/>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E94C8D50-FD95-1C18-7DA2-69BEFB8CECA3}"/>
              </a:ext>
            </a:extLst>
          </p:cNvPr>
          <p:cNvSpPr>
            <a:spLocks noGrp="1"/>
          </p:cNvSpPr>
          <p:nvPr>
            <p:ph type="sldNum" sz="quarter" idx="12"/>
          </p:nvPr>
        </p:nvSpPr>
        <p:spPr/>
        <p:txBody>
          <a:bodyPr/>
          <a:lstStyle/>
          <a:p>
            <a:pPr rtl="0"/>
            <a:fld id="{294A09A9-5501-47C1-A89A-A340965A2BE2}" type="slidenum">
              <a:rPr lang="fr-FR" noProof="0" smtClean="0"/>
              <a:t>80</a:t>
            </a:fld>
            <a:endParaRPr lang="fr-FR" noProof="0"/>
          </a:p>
        </p:txBody>
      </p:sp>
      <p:pic>
        <p:nvPicPr>
          <p:cNvPr id="7" name="Image 6">
            <a:extLst>
              <a:ext uri="{FF2B5EF4-FFF2-40B4-BE49-F238E27FC236}">
                <a16:creationId xmlns:a16="http://schemas.microsoft.com/office/drawing/2014/main" id="{47D488DA-193C-6CEF-5458-C0F797E9F816}"/>
              </a:ext>
            </a:extLst>
          </p:cNvPr>
          <p:cNvPicPr>
            <a:picLocks noChangeAspect="1"/>
          </p:cNvPicPr>
          <p:nvPr/>
        </p:nvPicPr>
        <p:blipFill>
          <a:blip r:embed="rId2"/>
          <a:stretch>
            <a:fillRect/>
          </a:stretch>
        </p:blipFill>
        <p:spPr>
          <a:xfrm>
            <a:off x="6591676" y="990105"/>
            <a:ext cx="4855585" cy="5135999"/>
          </a:xfrm>
          <a:prstGeom prst="rect">
            <a:avLst/>
          </a:prstGeom>
        </p:spPr>
      </p:pic>
      <p:sp>
        <p:nvSpPr>
          <p:cNvPr id="8" name="Forme libre 35">
            <a:extLst>
              <a:ext uri="{FF2B5EF4-FFF2-40B4-BE49-F238E27FC236}">
                <a16:creationId xmlns:a16="http://schemas.microsoft.com/office/drawing/2014/main" id="{CC26CCB6-0322-BFF2-2901-EA28B81699BF}"/>
              </a:ext>
            </a:extLst>
          </p:cNvPr>
          <p:cNvSpPr/>
          <p:nvPr/>
        </p:nvSpPr>
        <p:spPr>
          <a:xfrm>
            <a:off x="3896177" y="1963241"/>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Forme libre 37">
            <a:extLst>
              <a:ext uri="{FF2B5EF4-FFF2-40B4-BE49-F238E27FC236}">
                <a16:creationId xmlns:a16="http://schemas.microsoft.com/office/drawing/2014/main" id="{F9C022CD-D378-89FB-C5F4-1CC75E7DFC5F}"/>
              </a:ext>
            </a:extLst>
          </p:cNvPr>
          <p:cNvSpPr/>
          <p:nvPr/>
        </p:nvSpPr>
        <p:spPr>
          <a:xfrm flipV="1">
            <a:off x="3896177" y="2575165"/>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Ellipse 9">
            <a:extLst>
              <a:ext uri="{FF2B5EF4-FFF2-40B4-BE49-F238E27FC236}">
                <a16:creationId xmlns:a16="http://schemas.microsoft.com/office/drawing/2014/main" id="{68472A5E-A19A-835E-0888-39AB0601410D}"/>
              </a:ext>
            </a:extLst>
          </p:cNvPr>
          <p:cNvSpPr/>
          <p:nvPr/>
        </p:nvSpPr>
        <p:spPr>
          <a:xfrm>
            <a:off x="4160177" y="2317203"/>
            <a:ext cx="240000" cy="240000"/>
          </a:xfrm>
          <a:prstGeom prst="ellipse">
            <a:avLst/>
          </a:prstGeom>
          <a:solidFill>
            <a:schemeClr val="bg1"/>
          </a:solidFill>
          <a:ln w="28575" cap="flat" cmpd="sng" algn="ctr">
            <a:solidFill>
              <a:srgbClr val="FF0000"/>
            </a:solidFill>
            <a:prstDash val="solid"/>
          </a:ln>
          <a:effectLst/>
        </p:spPr>
        <p:txBody>
          <a:bodyPr lIns="121889" tIns="60945" rIns="121889" bIns="60945" rtlCol="0" anchor="ctr"/>
          <a:lstStyle/>
          <a:p>
            <a:pPr algn="ctr"/>
            <a:r>
              <a:rPr lang="fr-FR" sz="1333" b="1" dirty="0">
                <a:solidFill>
                  <a:srgbClr val="FF0000"/>
                </a:solidFill>
                <a:latin typeface="Segoe UI" panose="020B0502040204020203" pitchFamily="34" charset="0"/>
                <a:cs typeface="Segoe UI" panose="020B0502040204020203" pitchFamily="34" charset="0"/>
              </a:rPr>
              <a:t>X</a:t>
            </a:r>
          </a:p>
        </p:txBody>
      </p:sp>
      <p:sp>
        <p:nvSpPr>
          <p:cNvPr id="11" name="Rectangle à coins arrondis 35">
            <a:extLst>
              <a:ext uri="{FF2B5EF4-FFF2-40B4-BE49-F238E27FC236}">
                <a16:creationId xmlns:a16="http://schemas.microsoft.com/office/drawing/2014/main" id="{D874D575-8F0C-9ED3-EA71-B015343D0DAC}"/>
              </a:ext>
            </a:extLst>
          </p:cNvPr>
          <p:cNvSpPr/>
          <p:nvPr/>
        </p:nvSpPr>
        <p:spPr>
          <a:xfrm>
            <a:off x="1464308" y="1434681"/>
            <a:ext cx="2543385" cy="2064000"/>
          </a:xfrm>
          <a:prstGeom prst="rect">
            <a:avLst/>
          </a:prstGeom>
          <a:solidFill>
            <a:schemeClr val="bg1"/>
          </a:solidFill>
          <a:ln w="28575" cap="flat" cmpd="sng" algn="ctr">
            <a:solidFill>
              <a:srgbClr val="FF000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Dépendance</a:t>
            </a:r>
          </a:p>
          <a:p>
            <a:pPr lvl="0" algn="ctr">
              <a:defRPr/>
            </a:pPr>
            <a:r>
              <a:rPr lang="fr-FR" sz="1333" dirty="0">
                <a:solidFill>
                  <a:srgbClr val="252525"/>
                </a:solidFill>
                <a:latin typeface="Segoe UI" panose="020B0502040204020203" pitchFamily="34" charset="0"/>
                <a:cs typeface="Segoe UI" panose="020B0502040204020203" pitchFamily="34" charset="0"/>
              </a:rPr>
              <a:t>La relation avec cette partie prenante est-elle vitale pour mon activité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Pénétration</a:t>
            </a:r>
          </a:p>
          <a:p>
            <a:pPr lvl="0" algn="ctr">
              <a:defRPr/>
            </a:pPr>
            <a:r>
              <a:rPr lang="fr-FR" sz="1333" dirty="0">
                <a:solidFill>
                  <a:srgbClr val="252525"/>
                </a:solidFill>
                <a:latin typeface="Segoe UI" panose="020B0502040204020203" pitchFamily="34" charset="0"/>
                <a:cs typeface="Segoe UI" panose="020B0502040204020203" pitchFamily="34" charset="0"/>
              </a:rPr>
              <a:t>Dans quelle mesure la partie prenante accède-t-elle à mes ressources internes ?</a:t>
            </a:r>
          </a:p>
        </p:txBody>
      </p:sp>
      <p:sp>
        <p:nvSpPr>
          <p:cNvPr id="12" name="Rectangle à coins arrondis 35">
            <a:extLst>
              <a:ext uri="{FF2B5EF4-FFF2-40B4-BE49-F238E27FC236}">
                <a16:creationId xmlns:a16="http://schemas.microsoft.com/office/drawing/2014/main" id="{122C050A-832F-D33B-E56C-401189BFEA34}"/>
              </a:ext>
            </a:extLst>
          </p:cNvPr>
          <p:cNvSpPr/>
          <p:nvPr/>
        </p:nvSpPr>
        <p:spPr>
          <a:xfrm>
            <a:off x="1464308" y="3530776"/>
            <a:ext cx="2543384" cy="288000"/>
          </a:xfrm>
          <a:prstGeom prst="rect">
            <a:avLst/>
          </a:prstGeom>
          <a:solidFill>
            <a:srgbClr val="0070C0"/>
          </a:solidFill>
          <a:ln>
            <a:solidFill>
              <a:srgbClr val="0070C0"/>
            </a:solidFill>
          </a:ln>
        </p:spPr>
        <p:style>
          <a:lnRef idx="3">
            <a:schemeClr val="lt1"/>
          </a:lnRef>
          <a:fillRef idx="1">
            <a:schemeClr val="accent6"/>
          </a:fillRef>
          <a:effectRef idx="1">
            <a:schemeClr val="accent6"/>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FIABILITÉ CYBER</a:t>
            </a:r>
          </a:p>
        </p:txBody>
      </p:sp>
      <p:sp>
        <p:nvSpPr>
          <p:cNvPr id="13" name="Rectangle à coins arrondis 35">
            <a:extLst>
              <a:ext uri="{FF2B5EF4-FFF2-40B4-BE49-F238E27FC236}">
                <a16:creationId xmlns:a16="http://schemas.microsoft.com/office/drawing/2014/main" id="{DD93546B-C0A1-9193-0011-0AEB8FF05727}"/>
              </a:ext>
            </a:extLst>
          </p:cNvPr>
          <p:cNvSpPr/>
          <p:nvPr/>
        </p:nvSpPr>
        <p:spPr>
          <a:xfrm>
            <a:off x="1464308" y="1147844"/>
            <a:ext cx="2543384" cy="288000"/>
          </a:xfrm>
          <a:prstGeom prst="rect">
            <a:avLst/>
          </a:prstGeom>
          <a:solidFill>
            <a:srgbClr val="FF0000"/>
          </a:solidFill>
          <a:ln>
            <a:solidFill>
              <a:srgbClr val="FF0000"/>
            </a:solidFill>
          </a:ln>
        </p:spPr>
        <p:style>
          <a:lnRef idx="3">
            <a:schemeClr val="lt1"/>
          </a:lnRef>
          <a:fillRef idx="1">
            <a:schemeClr val="accent5"/>
          </a:fillRef>
          <a:effectRef idx="1">
            <a:schemeClr val="accent5"/>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EXPOSITION</a:t>
            </a:r>
          </a:p>
        </p:txBody>
      </p:sp>
      <p:cxnSp>
        <p:nvCxnSpPr>
          <p:cNvPr id="14" name="Connecteur droit 13">
            <a:extLst>
              <a:ext uri="{FF2B5EF4-FFF2-40B4-BE49-F238E27FC236}">
                <a16:creationId xmlns:a16="http://schemas.microsoft.com/office/drawing/2014/main" id="{B16634AE-1FC6-6EFD-43A3-4FB29BAEE848}"/>
              </a:ext>
            </a:extLst>
          </p:cNvPr>
          <p:cNvCxnSpPr>
            <a:stCxn id="11" idx="1"/>
            <a:endCxn id="11" idx="3"/>
          </p:cNvCxnSpPr>
          <p:nvPr/>
        </p:nvCxnSpPr>
        <p:spPr>
          <a:xfrm>
            <a:off x="1464308" y="2466681"/>
            <a:ext cx="254338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C4B5FE-8774-405C-C719-2A8E1B43977F}"/>
              </a:ext>
            </a:extLst>
          </p:cNvPr>
          <p:cNvCxnSpPr/>
          <p:nvPr/>
        </p:nvCxnSpPr>
        <p:spPr>
          <a:xfrm>
            <a:off x="1464308" y="4824325"/>
            <a:ext cx="2543385" cy="0"/>
          </a:xfrm>
          <a:prstGeom prst="line">
            <a:avLst/>
          </a:prstGeom>
          <a:ln w="15875">
            <a:solidFill>
              <a:srgbClr val="00AFAA"/>
            </a:solidFill>
          </a:ln>
        </p:spPr>
        <p:style>
          <a:lnRef idx="1">
            <a:schemeClr val="accent1"/>
          </a:lnRef>
          <a:fillRef idx="0">
            <a:schemeClr val="accent1"/>
          </a:fillRef>
          <a:effectRef idx="0">
            <a:schemeClr val="accent1"/>
          </a:effectRef>
          <a:fontRef idx="minor">
            <a:schemeClr val="tx1"/>
          </a:fontRef>
        </p:style>
      </p:cxnSp>
      <p:sp>
        <p:nvSpPr>
          <p:cNvPr id="16" name="Forme libre 40">
            <a:extLst>
              <a:ext uri="{FF2B5EF4-FFF2-40B4-BE49-F238E27FC236}">
                <a16:creationId xmlns:a16="http://schemas.microsoft.com/office/drawing/2014/main" id="{1832D7ED-3E96-D0FC-CBC3-87D870D0B0C0}"/>
              </a:ext>
            </a:extLst>
          </p:cNvPr>
          <p:cNvSpPr/>
          <p:nvPr/>
        </p:nvSpPr>
        <p:spPr>
          <a:xfrm>
            <a:off x="3896177" y="4333512"/>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Forme libre 41">
            <a:extLst>
              <a:ext uri="{FF2B5EF4-FFF2-40B4-BE49-F238E27FC236}">
                <a16:creationId xmlns:a16="http://schemas.microsoft.com/office/drawing/2014/main" id="{7E758C49-F3B5-EB3A-AF29-03A687753FC1}"/>
              </a:ext>
            </a:extLst>
          </p:cNvPr>
          <p:cNvSpPr/>
          <p:nvPr/>
        </p:nvSpPr>
        <p:spPr>
          <a:xfrm flipV="1">
            <a:off x="3896177" y="4945436"/>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Ellipse 17">
            <a:extLst>
              <a:ext uri="{FF2B5EF4-FFF2-40B4-BE49-F238E27FC236}">
                <a16:creationId xmlns:a16="http://schemas.microsoft.com/office/drawing/2014/main" id="{2A52300A-F065-506A-DC41-3E1DD7342B12}"/>
              </a:ext>
            </a:extLst>
          </p:cNvPr>
          <p:cNvSpPr/>
          <p:nvPr/>
        </p:nvSpPr>
        <p:spPr>
          <a:xfrm>
            <a:off x="4160177" y="4687473"/>
            <a:ext cx="240000" cy="240000"/>
          </a:xfrm>
          <a:prstGeom prst="ellipse">
            <a:avLst/>
          </a:prstGeom>
          <a:solidFill>
            <a:schemeClr val="bg1"/>
          </a:solidFill>
          <a:ln w="28575" cap="flat" cmpd="sng" algn="ctr">
            <a:solidFill>
              <a:srgbClr val="0070C0"/>
            </a:solidFill>
            <a:prstDash val="solid"/>
          </a:ln>
          <a:effectLst/>
        </p:spPr>
        <p:txBody>
          <a:bodyPr lIns="121889" tIns="60945" rIns="121889" bIns="60945" rtlCol="0" anchor="ctr"/>
          <a:lstStyle/>
          <a:p>
            <a:pPr algn="ctr"/>
            <a:r>
              <a:rPr lang="fr-FR" sz="1333" b="1" dirty="0">
                <a:solidFill>
                  <a:srgbClr val="0070C0"/>
                </a:solidFill>
                <a:latin typeface="Segoe UI" panose="020B0502040204020203" pitchFamily="34" charset="0"/>
                <a:cs typeface="Segoe UI" panose="020B0502040204020203" pitchFamily="34" charset="0"/>
              </a:rPr>
              <a:t>X</a:t>
            </a:r>
          </a:p>
        </p:txBody>
      </p:sp>
      <p:sp>
        <p:nvSpPr>
          <p:cNvPr id="19" name="Rectangle à coins arrondis 35">
            <a:extLst>
              <a:ext uri="{FF2B5EF4-FFF2-40B4-BE49-F238E27FC236}">
                <a16:creationId xmlns:a16="http://schemas.microsoft.com/office/drawing/2014/main" id="{0DD78A17-A492-ED62-383F-1F5C53AD5FB4}"/>
              </a:ext>
            </a:extLst>
          </p:cNvPr>
          <p:cNvSpPr/>
          <p:nvPr/>
        </p:nvSpPr>
        <p:spPr>
          <a:xfrm>
            <a:off x="1464308" y="3817613"/>
            <a:ext cx="2543385" cy="2193711"/>
          </a:xfrm>
          <a:prstGeom prst="rect">
            <a:avLst/>
          </a:prstGeom>
          <a:solidFill>
            <a:schemeClr val="bg1"/>
          </a:solidFill>
          <a:ln w="28575" cap="flat" cmpd="sng" algn="ctr">
            <a:solidFill>
              <a:srgbClr val="0070C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Maturité cyber</a:t>
            </a:r>
          </a:p>
          <a:p>
            <a:pPr lvl="0" algn="ctr">
              <a:defRPr/>
            </a:pPr>
            <a:r>
              <a:rPr lang="fr-FR" sz="1333" dirty="0">
                <a:solidFill>
                  <a:srgbClr val="252525"/>
                </a:solidFill>
                <a:latin typeface="Segoe UI" panose="020B0502040204020203" pitchFamily="34" charset="0"/>
                <a:cs typeface="Segoe UI" panose="020B0502040204020203" pitchFamily="34" charset="0"/>
              </a:rPr>
              <a:t>Quelles sont les capacités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de la partie prenante</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en matière de sécurité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Confiance </a:t>
            </a:r>
          </a:p>
          <a:p>
            <a:pPr lvl="0" algn="ctr">
              <a:defRPr/>
            </a:pPr>
            <a:r>
              <a:rPr lang="fr-FR" sz="1333" dirty="0">
                <a:solidFill>
                  <a:srgbClr val="252525"/>
                </a:solidFill>
                <a:latin typeface="Segoe UI" panose="020B0502040204020203" pitchFamily="34" charset="0"/>
                <a:cs typeface="Segoe UI" panose="020B0502040204020203" pitchFamily="34" charset="0"/>
              </a:rPr>
              <a:t>Est-ce que les intentions ou les intérêts de la partie prenante peuvent m’être contraires ?</a:t>
            </a:r>
          </a:p>
        </p:txBody>
      </p:sp>
      <p:cxnSp>
        <p:nvCxnSpPr>
          <p:cNvPr id="20" name="Connecteur droit 19">
            <a:extLst>
              <a:ext uri="{FF2B5EF4-FFF2-40B4-BE49-F238E27FC236}">
                <a16:creationId xmlns:a16="http://schemas.microsoft.com/office/drawing/2014/main" id="{FFE3E6B1-055B-35EA-EF8A-1428345925CF}"/>
              </a:ext>
            </a:extLst>
          </p:cNvPr>
          <p:cNvCxnSpPr/>
          <p:nvPr/>
        </p:nvCxnSpPr>
        <p:spPr>
          <a:xfrm>
            <a:off x="1464308" y="4844387"/>
            <a:ext cx="2543385"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687247F-077B-2F92-BAB2-4CD4FA1B3A58}"/>
              </a:ext>
            </a:extLst>
          </p:cNvPr>
          <p:cNvSpPr/>
          <p:nvPr/>
        </p:nvSpPr>
        <p:spPr>
          <a:xfrm>
            <a:off x="4432663" y="2731222"/>
            <a:ext cx="2308484" cy="167918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0CB52C62-DB2B-0C26-DAA6-96A6141FB158}"/>
              </a:ext>
            </a:extLst>
          </p:cNvPr>
          <p:cNvSpPr/>
          <p:nvPr/>
        </p:nvSpPr>
        <p:spPr>
          <a:xfrm>
            <a:off x="4432662" y="3080037"/>
            <a:ext cx="2308484" cy="1045716"/>
          </a:xfrm>
          <a:prstGeom prst="rect">
            <a:avLst/>
          </a:prstGeom>
          <a:noFill/>
          <a:ln w="25400" cap="flat" cmpd="sng" algn="ctr">
            <a:noFill/>
            <a:prstDash val="solid"/>
          </a:ln>
          <a:effectLst/>
        </p:spPr>
        <p:txBody>
          <a:bodyPr rtlCol="0" anchor="t" anchorCtr="0"/>
          <a:lstStyle/>
          <a:p>
            <a:pPr algn="ctr" defTabSz="1219170">
              <a:spcAft>
                <a:spcPts val="800"/>
              </a:spcAft>
              <a:defRPr/>
            </a:pPr>
            <a:r>
              <a:rPr lang="fr-FR" sz="1333" b="1" dirty="0">
                <a:solidFill>
                  <a:schemeClr val="bg1"/>
                </a:solidFill>
                <a:latin typeface="Segoe UI" panose="020B0502040204020203" pitchFamily="34" charset="0"/>
                <a:cs typeface="Segoe UI" panose="020B0502040204020203" pitchFamily="34" charset="0"/>
              </a:rPr>
              <a:t>Dangerosité =</a:t>
            </a:r>
          </a:p>
          <a:p>
            <a:pPr algn="ctr">
              <a:spcAft>
                <a:spcPts val="1067"/>
              </a:spcAft>
              <a:defRPr/>
            </a:pPr>
            <a:r>
              <a:rPr lang="fr-FR" sz="1333" dirty="0">
                <a:solidFill>
                  <a:schemeClr val="bg1"/>
                </a:solidFill>
                <a:latin typeface="Segoe UI" panose="020B0502040204020203" pitchFamily="34" charset="0"/>
                <a:cs typeface="Segoe UI" panose="020B0502040204020203" pitchFamily="34" charset="0"/>
              </a:rPr>
              <a:t>Pénétration x Dépendance</a:t>
            </a:r>
          </a:p>
          <a:p>
            <a:pPr algn="ctr">
              <a:defRPr/>
            </a:pPr>
            <a:r>
              <a:rPr lang="fr-FR" sz="1333" dirty="0">
                <a:solidFill>
                  <a:schemeClr val="bg1"/>
                </a:solidFill>
                <a:latin typeface="Segoe UI" panose="020B0502040204020203" pitchFamily="34" charset="0"/>
                <a:cs typeface="Segoe UI" panose="020B0502040204020203" pitchFamily="34" charset="0"/>
              </a:rPr>
              <a:t>Maturité cyber x Confiance</a:t>
            </a:r>
          </a:p>
        </p:txBody>
      </p:sp>
      <p:sp>
        <p:nvSpPr>
          <p:cNvPr id="23" name="Forme libre 47">
            <a:extLst>
              <a:ext uri="{FF2B5EF4-FFF2-40B4-BE49-F238E27FC236}">
                <a16:creationId xmlns:a16="http://schemas.microsoft.com/office/drawing/2014/main" id="{B54ECB1E-F442-E43D-911D-4A322166A5CD}"/>
              </a:ext>
            </a:extLst>
          </p:cNvPr>
          <p:cNvSpPr/>
          <p:nvPr/>
        </p:nvSpPr>
        <p:spPr>
          <a:xfrm>
            <a:off x="4414996" y="2395222"/>
            <a:ext cx="1185329"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Forme libre 48">
            <a:extLst>
              <a:ext uri="{FF2B5EF4-FFF2-40B4-BE49-F238E27FC236}">
                <a16:creationId xmlns:a16="http://schemas.microsoft.com/office/drawing/2014/main" id="{DC440413-F67D-7DF1-5124-0EDB7DFE0DF2}"/>
              </a:ext>
            </a:extLst>
          </p:cNvPr>
          <p:cNvSpPr/>
          <p:nvPr/>
        </p:nvSpPr>
        <p:spPr>
          <a:xfrm flipV="1">
            <a:off x="4414996" y="4410398"/>
            <a:ext cx="1185329" cy="384452"/>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5" name="Connecteur droit 24">
            <a:extLst>
              <a:ext uri="{FF2B5EF4-FFF2-40B4-BE49-F238E27FC236}">
                <a16:creationId xmlns:a16="http://schemas.microsoft.com/office/drawing/2014/main" id="{1EE8097A-0739-B8F9-91C3-F951AE3EB5DB}"/>
              </a:ext>
            </a:extLst>
          </p:cNvPr>
          <p:cNvCxnSpPr>
            <a:cxnSpLocks/>
          </p:cNvCxnSpPr>
          <p:nvPr/>
        </p:nvCxnSpPr>
        <p:spPr>
          <a:xfrm>
            <a:off x="4614672" y="3716505"/>
            <a:ext cx="192512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C432DC3-D9AB-8FF5-AE93-9A547D0CDEC6}"/>
              </a:ext>
            </a:extLst>
          </p:cNvPr>
          <p:cNvGrpSpPr/>
          <p:nvPr/>
        </p:nvGrpSpPr>
        <p:grpSpPr>
          <a:xfrm>
            <a:off x="10401008" y="4993071"/>
            <a:ext cx="1341773" cy="1018250"/>
            <a:chOff x="4359611" y="3887073"/>
            <a:chExt cx="1006330" cy="763688"/>
          </a:xfrm>
          <a:solidFill>
            <a:schemeClr val="bg1"/>
          </a:solidFill>
        </p:grpSpPr>
        <p:sp>
          <p:nvSpPr>
            <p:cNvPr id="27" name="Ellipse 26">
              <a:extLst>
                <a:ext uri="{FF2B5EF4-FFF2-40B4-BE49-F238E27FC236}">
                  <a16:creationId xmlns:a16="http://schemas.microsoft.com/office/drawing/2014/main" id="{B97B4100-9360-09EF-341F-92BFFC6B5786}"/>
                </a:ext>
              </a:extLst>
            </p:cNvPr>
            <p:cNvSpPr>
              <a:spLocks noChangeAspect="1"/>
            </p:cNvSpPr>
            <p:nvPr/>
          </p:nvSpPr>
          <p:spPr>
            <a:xfrm>
              <a:off x="4359611" y="3910960"/>
              <a:ext cx="180000" cy="180000"/>
            </a:xfrm>
            <a:prstGeom prst="ellipse">
              <a:avLst/>
            </a:prstGeom>
            <a:grpFill/>
            <a:ln w="38100"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28" name="ZoneTexte 27">
              <a:extLst>
                <a:ext uri="{FF2B5EF4-FFF2-40B4-BE49-F238E27FC236}">
                  <a16:creationId xmlns:a16="http://schemas.microsoft.com/office/drawing/2014/main" id="{62353F9D-AD42-3870-4D03-89F4017DC33A}"/>
                </a:ext>
              </a:extLst>
            </p:cNvPr>
            <p:cNvSpPr txBox="1"/>
            <p:nvPr/>
          </p:nvSpPr>
          <p:spPr>
            <a:xfrm>
              <a:off x="4623750" y="3887073"/>
              <a:ext cx="742191" cy="763688"/>
            </a:xfrm>
            <a:prstGeom prst="rect">
              <a:avLst/>
            </a:prstGeom>
            <a:grpFill/>
          </p:spPr>
          <p:txBody>
            <a:bodyPr wrap="none" lIns="0" tIns="0" rIns="0" bIns="0" rtlCol="0">
              <a:noAutofit/>
            </a:bodyPr>
            <a:lstStyle/>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veille</a:t>
              </a:r>
            </a:p>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contrôle</a:t>
              </a:r>
            </a:p>
            <a:p>
              <a:pPr>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danger</a:t>
              </a:r>
            </a:p>
          </p:txBody>
        </p:sp>
        <p:sp>
          <p:nvSpPr>
            <p:cNvPr id="29" name="Ellipse 28">
              <a:extLst>
                <a:ext uri="{FF2B5EF4-FFF2-40B4-BE49-F238E27FC236}">
                  <a16:creationId xmlns:a16="http://schemas.microsoft.com/office/drawing/2014/main" id="{6440581E-EF31-0F13-E493-D11C2BB2F28F}"/>
                </a:ext>
              </a:extLst>
            </p:cNvPr>
            <p:cNvSpPr>
              <a:spLocks noChangeAspect="1"/>
            </p:cNvSpPr>
            <p:nvPr/>
          </p:nvSpPr>
          <p:spPr>
            <a:xfrm>
              <a:off x="4359611" y="4149397"/>
              <a:ext cx="180000" cy="180000"/>
            </a:xfrm>
            <a:prstGeom prst="ellipse">
              <a:avLst/>
            </a:prstGeom>
            <a:grpFill/>
            <a:ln w="38100"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30" name="Ellipse 29">
              <a:extLst>
                <a:ext uri="{FF2B5EF4-FFF2-40B4-BE49-F238E27FC236}">
                  <a16:creationId xmlns:a16="http://schemas.microsoft.com/office/drawing/2014/main" id="{606A0E8A-53EF-1F4C-3EF7-D1070F46BCB3}"/>
                </a:ext>
              </a:extLst>
            </p:cNvPr>
            <p:cNvSpPr>
              <a:spLocks noChangeAspect="1"/>
            </p:cNvSpPr>
            <p:nvPr/>
          </p:nvSpPr>
          <p:spPr>
            <a:xfrm>
              <a:off x="4359611" y="4392777"/>
              <a:ext cx="180000" cy="180000"/>
            </a:xfrm>
            <a:prstGeom prst="ellipse">
              <a:avLst/>
            </a:prstGeom>
            <a:grpFill/>
            <a:ln w="38100"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sp>
        <p:nvSpPr>
          <p:cNvPr id="167" name="Rectangle 166">
            <a:extLst>
              <a:ext uri="{FF2B5EF4-FFF2-40B4-BE49-F238E27FC236}">
                <a16:creationId xmlns:a16="http://schemas.microsoft.com/office/drawing/2014/main" id="{728A53E7-F9F0-F209-19D8-E3B8C9E9BBDE}"/>
              </a:ext>
            </a:extLst>
          </p:cNvPr>
          <p:cNvSpPr/>
          <p:nvPr/>
        </p:nvSpPr>
        <p:spPr>
          <a:xfrm>
            <a:off x="7305155" y="3470487"/>
            <a:ext cx="1440000" cy="144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b="1" i="1" dirty="0">
                <a:solidFill>
                  <a:schemeClr val="tx1"/>
                </a:solidFill>
                <a:latin typeface="Arial" panose="020B0604020202020204" pitchFamily="34" charset="0"/>
                <a:cs typeface="Arial" panose="020B0604020202020204" pitchFamily="34" charset="0"/>
              </a:rPr>
              <a:t>Dangerosité</a:t>
            </a:r>
            <a:endParaRPr lang="fr-FR" sz="1200" b="1" i="1" dirty="0">
              <a:solidFill>
                <a:schemeClr val="tx1"/>
              </a:solidFill>
              <a:latin typeface="Arial" panose="020B0604020202020204" pitchFamily="34" charset="0"/>
              <a:cs typeface="Arial" panose="020B0604020202020204" pitchFamily="34" charset="0"/>
            </a:endParaRPr>
          </a:p>
        </p:txBody>
      </p:sp>
      <p:sp>
        <p:nvSpPr>
          <p:cNvPr id="3" name="ZoneTexte 2">
            <a:extLst>
              <a:ext uri="{FF2B5EF4-FFF2-40B4-BE49-F238E27FC236}">
                <a16:creationId xmlns:a16="http://schemas.microsoft.com/office/drawing/2014/main" id="{1A2A9F6A-4FE7-376B-F41B-4BAB5D9D456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633670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6" grpId="0" animBg="1"/>
      <p:bldP spid="17" grpId="0" animBg="1"/>
      <p:bldP spid="18" grpId="0" animBg="1"/>
      <p:bldP spid="19" grpId="0" animBg="1"/>
      <p:bldP spid="21" grpId="0" animBg="1"/>
      <p:bldP spid="22" grpId="0"/>
      <p:bldP spid="23" grpId="0" animBg="1"/>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9F4D-CEA5-E8E0-1BF5-22DB847C079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AB1607-6BE1-DE02-9349-24FA8130FA01}"/>
              </a:ext>
            </a:extLst>
          </p:cNvPr>
          <p:cNvSpPr>
            <a:spLocks noGrp="1"/>
          </p:cNvSpPr>
          <p:nvPr>
            <p:ph type="title"/>
          </p:nvPr>
        </p:nvSpPr>
        <p:spPr>
          <a:xfrm>
            <a:off x="1237674" y="365126"/>
            <a:ext cx="10720362" cy="669348"/>
          </a:xfrm>
        </p:spPr>
        <p:txBody>
          <a:bodyPr>
            <a:normAutofit fontScale="90000"/>
          </a:bodyPr>
          <a:lstStyle/>
          <a:p>
            <a:r>
              <a:rPr lang="fr-FR" sz="4000" dirty="0"/>
              <a:t>Comment estimer la dangerosité des parties prenantes ?</a:t>
            </a:r>
            <a:endParaRPr lang="fr-FR" dirty="0"/>
          </a:p>
        </p:txBody>
      </p:sp>
      <p:sp>
        <p:nvSpPr>
          <p:cNvPr id="6" name="Espace réservé du pied de page 5">
            <a:extLst>
              <a:ext uri="{FF2B5EF4-FFF2-40B4-BE49-F238E27FC236}">
                <a16:creationId xmlns:a16="http://schemas.microsoft.com/office/drawing/2014/main" id="{98797F03-666A-B71E-812D-CA0BA7AF0D5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6894F30B-CD7C-6426-24EA-F6B92C703696}"/>
              </a:ext>
            </a:extLst>
          </p:cNvPr>
          <p:cNvSpPr>
            <a:spLocks noGrp="1"/>
          </p:cNvSpPr>
          <p:nvPr>
            <p:ph type="sldNum" sz="quarter" idx="12"/>
          </p:nvPr>
        </p:nvSpPr>
        <p:spPr/>
        <p:txBody>
          <a:bodyPr/>
          <a:lstStyle/>
          <a:p>
            <a:pPr rtl="0"/>
            <a:fld id="{294A09A9-5501-47C1-A89A-A340965A2BE2}" type="slidenum">
              <a:rPr lang="fr-FR" noProof="0" smtClean="0"/>
              <a:t>81</a:t>
            </a:fld>
            <a:endParaRPr lang="fr-FR" noProof="0"/>
          </a:p>
        </p:txBody>
      </p:sp>
      <p:sp>
        <p:nvSpPr>
          <p:cNvPr id="5" name="Espace réservé de la date 4">
            <a:extLst>
              <a:ext uri="{FF2B5EF4-FFF2-40B4-BE49-F238E27FC236}">
                <a16:creationId xmlns:a16="http://schemas.microsoft.com/office/drawing/2014/main" id="{2E10BB3F-66B7-6A36-4885-9D74C836A45A}"/>
              </a:ext>
            </a:extLst>
          </p:cNvPr>
          <p:cNvSpPr>
            <a:spLocks noGrp="1"/>
          </p:cNvSpPr>
          <p:nvPr>
            <p:ph type="dt" sz="half" idx="10"/>
          </p:nvPr>
        </p:nvSpPr>
        <p:spPr/>
        <p:txBody>
          <a:bodyPr/>
          <a:lstStyle/>
          <a:p>
            <a:pPr rtl="0"/>
            <a:r>
              <a:rPr lang="fr-FR" noProof="0"/>
              <a:t>14/10/2025</a:t>
            </a:r>
          </a:p>
        </p:txBody>
      </p:sp>
      <p:sp>
        <p:nvSpPr>
          <p:cNvPr id="10" name="Espace réservé du texte 9">
            <a:extLst>
              <a:ext uri="{FF2B5EF4-FFF2-40B4-BE49-F238E27FC236}">
                <a16:creationId xmlns:a16="http://schemas.microsoft.com/office/drawing/2014/main" id="{4A45D998-5F98-4503-4A0E-FED4D3FF3CBF}"/>
              </a:ext>
            </a:extLst>
          </p:cNvPr>
          <p:cNvSpPr>
            <a:spLocks noGrp="1"/>
          </p:cNvSpPr>
          <p:nvPr>
            <p:ph type="body" sz="quarter" idx="13"/>
          </p:nvPr>
        </p:nvSpPr>
        <p:spPr/>
        <p:txBody>
          <a:bodyPr/>
          <a:lstStyle/>
          <a:p>
            <a:r>
              <a:rPr lang="fr-FR" dirty="0"/>
              <a:t>Exemple d’échelle</a:t>
            </a:r>
          </a:p>
        </p:txBody>
      </p:sp>
      <p:graphicFrame>
        <p:nvGraphicFramePr>
          <p:cNvPr id="3" name="Tableau 2">
            <a:extLst>
              <a:ext uri="{FF2B5EF4-FFF2-40B4-BE49-F238E27FC236}">
                <a16:creationId xmlns:a16="http://schemas.microsoft.com/office/drawing/2014/main" id="{5AA649E4-34AB-5A7C-DD3C-3ACEF5298C3C}"/>
              </a:ext>
            </a:extLst>
          </p:cNvPr>
          <p:cNvGraphicFramePr>
            <a:graphicFrameLocks noGrp="1"/>
          </p:cNvGraphicFramePr>
          <p:nvPr>
            <p:extLst>
              <p:ext uri="{D42A27DB-BD31-4B8C-83A1-F6EECF244321}">
                <p14:modId xmlns:p14="http://schemas.microsoft.com/office/powerpoint/2010/main" val="516641500"/>
              </p:ext>
            </p:extLst>
          </p:nvPr>
        </p:nvGraphicFramePr>
        <p:xfrm>
          <a:off x="978801" y="1998436"/>
          <a:ext cx="10720362" cy="4008731"/>
        </p:xfrm>
        <a:graphic>
          <a:graphicData uri="http://schemas.openxmlformats.org/drawingml/2006/table">
            <a:tbl>
              <a:tblPr firstRow="1" bandRow="1"/>
              <a:tblGrid>
                <a:gridCol w="1118171">
                  <a:extLst>
                    <a:ext uri="{9D8B030D-6E8A-4147-A177-3AD203B41FA5}">
                      <a16:colId xmlns:a16="http://schemas.microsoft.com/office/drawing/2014/main" val="20000"/>
                    </a:ext>
                  </a:extLst>
                </a:gridCol>
                <a:gridCol w="1844864">
                  <a:extLst>
                    <a:ext uri="{9D8B030D-6E8A-4147-A177-3AD203B41FA5}">
                      <a16:colId xmlns:a16="http://schemas.microsoft.com/office/drawing/2014/main" val="20001"/>
                    </a:ext>
                  </a:extLst>
                </a:gridCol>
                <a:gridCol w="3215472">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798655">
                  <a:extLst>
                    <a:ext uri="{9D8B030D-6E8A-4147-A177-3AD203B41FA5}">
                      <a16:colId xmlns:a16="http://schemas.microsoft.com/office/drawing/2014/main" val="20004"/>
                    </a:ext>
                  </a:extLst>
                </a:gridCol>
              </a:tblGrid>
              <a:tr h="351131">
                <a:tc>
                  <a:txBody>
                    <a:bodyPr/>
                    <a:lstStyle/>
                    <a:p>
                      <a:pPr algn="ctr"/>
                      <a:r>
                        <a:rPr lang="fr-FR" sz="1200" b="0" dirty="0">
                          <a:solidFill>
                            <a:schemeClr val="bg1"/>
                          </a:solidFill>
                          <a:latin typeface="+mj-lt"/>
                        </a:rPr>
                        <a:t>Niveau</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Dépendance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Pénétration</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Maturité cyber</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Confiance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37491">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1. Minimale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de lien avec le SI de la partie prenante pour réaliser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d’accès ou accès avec des privilèges de type utilisateur à des terminaux utilisateurs (poste de travail, ordiphone,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Des règles d’hygiène sont appliquées ponctuellement et non formalisées. La capacité de réaction sur incident est incertaine.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ne sont pas connues.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30420">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2. Faible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utile à la réalisation de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terminaux utilisateurs (parc informatique, flotte de terminaux mobiles, etc.) ou accès physique aux bureaux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règles d’hygiène et la réglementation sont prises en compte, sans intégration dans une politique globale. La sécurité numérique est assurée selon un mode réactif.</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considérées comme neutres.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9598">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3. Importante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mais non exclusif (possible substitution).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serveurs  « métier » (serveur de fichiers, bases de données, serveur web, serveur d’application,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Une politique globale est appliquée en matière de sécurité numérique. Celle-ci est assurée selon un mode réactif, avec une recherche de centralisation et d’anticipation sur certains risques.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connues et probablement positives.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088978">
                <a:tc>
                  <a:txBody>
                    <a:bodyPr/>
                    <a:lstStyle/>
                    <a:p>
                      <a:pPr algn="ctr"/>
                      <a:r>
                        <a:rPr lang="fr-FR" sz="1200" b="0" i="0" u="none" strike="noStrike" kern="1200" dirty="0">
                          <a:solidFill>
                            <a:schemeClr val="bg1"/>
                          </a:solidFill>
                          <a:effectLst/>
                          <a:latin typeface="+mj-lt"/>
                          <a:ea typeface="+mn-ea"/>
                          <a:cs typeface="Segoe UI" panose="020B0502040204020203" pitchFamily="34" charset="0"/>
                        </a:rPr>
                        <a:t>4. Maximale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et unique (pas de substitution possible).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équipements d’infrastructure (annuaires d’entreprise, DNS, DHCP, </a:t>
                      </a:r>
                      <a:r>
                        <a:rPr lang="fr-FR" sz="1200" b="0" i="1" u="none" strike="noStrike" kern="1200" dirty="0" err="1">
                          <a:solidFill>
                            <a:srgbClr val="252525"/>
                          </a:solidFill>
                          <a:effectLst/>
                          <a:latin typeface="+mj-lt"/>
                          <a:ea typeface="+mn-ea"/>
                          <a:cs typeface="Segoe UI" panose="020B0502040204020203" pitchFamily="34" charset="0"/>
                        </a:rPr>
                        <a:t>switchs</a:t>
                      </a:r>
                      <a:r>
                        <a:rPr lang="fr-FR" sz="1200" b="0" i="0" u="none" strike="noStrike" kern="1200" dirty="0">
                          <a:solidFill>
                            <a:srgbClr val="252525"/>
                          </a:solidFill>
                          <a:effectLst/>
                          <a:latin typeface="+mj-lt"/>
                          <a:ea typeface="+mn-ea"/>
                          <a:cs typeface="Segoe UI" panose="020B0502040204020203" pitchFamily="34" charset="0"/>
                        </a:rPr>
                        <a:t>, pare-feu, hyperviseurs, baies de stockage, etc.) ou accès physique aux salles serveurs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La partie prenante met en œuvre une politique de management du risque. La politique est intégrée et prend pleinement en compte une dimension proactive.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parfaitement connues et pleinement compatibles avec celles de l’organisation étudiée.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8" name="ZoneTexte 7">
            <a:extLst>
              <a:ext uri="{FF2B5EF4-FFF2-40B4-BE49-F238E27FC236}">
                <a16:creationId xmlns:a16="http://schemas.microsoft.com/office/drawing/2014/main" id="{2FC5F8D0-5044-882C-4F03-0EDDF11BEDE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37722023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C2208-6FB4-93FE-A686-759A18E68FA9}"/>
              </a:ext>
            </a:extLst>
          </p:cNvPr>
          <p:cNvSpPr>
            <a:spLocks noGrp="1"/>
          </p:cNvSpPr>
          <p:nvPr>
            <p:ph type="title"/>
          </p:nvPr>
        </p:nvSpPr>
        <p:spPr/>
        <p:txBody>
          <a:bodyPr>
            <a:normAutofit fontScale="90000"/>
          </a:bodyPr>
          <a:lstStyle/>
          <a:p>
            <a:r>
              <a:rPr lang="fr-FR" dirty="0"/>
              <a:t>Exemple</a:t>
            </a:r>
            <a:endParaRPr lang="fr-FR" sz="6600" dirty="0"/>
          </a:p>
        </p:txBody>
      </p:sp>
      <p:sp>
        <p:nvSpPr>
          <p:cNvPr id="5" name="Espace réservé du pied de page 4">
            <a:extLst>
              <a:ext uri="{FF2B5EF4-FFF2-40B4-BE49-F238E27FC236}">
                <a16:creationId xmlns:a16="http://schemas.microsoft.com/office/drawing/2014/main" id="{0B785131-149F-6E32-F6C5-0928BC9BCB3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6B98E77-69B2-7EE5-A217-FAD766120B15}"/>
              </a:ext>
            </a:extLst>
          </p:cNvPr>
          <p:cNvSpPr>
            <a:spLocks noGrp="1"/>
          </p:cNvSpPr>
          <p:nvPr>
            <p:ph type="sldNum" sz="quarter" idx="12"/>
          </p:nvPr>
        </p:nvSpPr>
        <p:spPr/>
        <p:txBody>
          <a:bodyPr/>
          <a:lstStyle/>
          <a:p>
            <a:fld id="{294A09A9-5501-47C1-A89A-A340965A2BE2}" type="slidenum">
              <a:rPr lang="fr-FR" smtClean="0"/>
              <a:pPr/>
              <a:t>82</a:t>
            </a:fld>
            <a:endParaRPr lang="fr-FR"/>
          </a:p>
        </p:txBody>
      </p:sp>
      <p:sp>
        <p:nvSpPr>
          <p:cNvPr id="4" name="Espace réservé de la date 3">
            <a:extLst>
              <a:ext uri="{FF2B5EF4-FFF2-40B4-BE49-F238E27FC236}">
                <a16:creationId xmlns:a16="http://schemas.microsoft.com/office/drawing/2014/main" id="{42C98680-EECE-738D-F063-446D5084EAAA}"/>
              </a:ext>
            </a:extLst>
          </p:cNvPr>
          <p:cNvSpPr>
            <a:spLocks noGrp="1"/>
          </p:cNvSpPr>
          <p:nvPr>
            <p:ph type="dt" sz="half" idx="10"/>
          </p:nvPr>
        </p:nvSpPr>
        <p:spPr/>
        <p:txBody>
          <a:bodyPr/>
          <a:lstStyle/>
          <a:p>
            <a:r>
              <a:rPr lang="fr-FR"/>
              <a:t>14/10/2025</a:t>
            </a:r>
            <a:endParaRPr lang="fr-FR" dirty="0"/>
          </a:p>
        </p:txBody>
      </p:sp>
      <p:graphicFrame>
        <p:nvGraphicFramePr>
          <p:cNvPr id="7" name="Tableau 6">
            <a:extLst>
              <a:ext uri="{FF2B5EF4-FFF2-40B4-BE49-F238E27FC236}">
                <a16:creationId xmlns:a16="http://schemas.microsoft.com/office/drawing/2014/main" id="{73E6C219-4AC5-51A4-ECA7-811350A9A06F}"/>
              </a:ext>
            </a:extLst>
          </p:cNvPr>
          <p:cNvGraphicFramePr>
            <a:graphicFrameLocks noGrp="1"/>
          </p:cNvGraphicFramePr>
          <p:nvPr>
            <p:extLst>
              <p:ext uri="{D42A27DB-BD31-4B8C-83A1-F6EECF244321}">
                <p14:modId xmlns:p14="http://schemas.microsoft.com/office/powerpoint/2010/main" val="2720695962"/>
              </p:ext>
            </p:extLst>
          </p:nvPr>
        </p:nvGraphicFramePr>
        <p:xfrm>
          <a:off x="1237674" y="1399600"/>
          <a:ext cx="9737650" cy="4363204"/>
        </p:xfrm>
        <a:graphic>
          <a:graphicData uri="http://schemas.openxmlformats.org/drawingml/2006/table">
            <a:tbl>
              <a:tblPr firstRow="1" bandRow="1">
                <a:tableStyleId>{5C22544A-7EE6-4342-B048-85BDC9FD1C3A}</a:tableStyleId>
              </a:tblPr>
              <a:tblGrid>
                <a:gridCol w="1574884">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79152">
                  <a:extLst>
                    <a:ext uri="{9D8B030D-6E8A-4147-A177-3AD203B41FA5}">
                      <a16:colId xmlns:a16="http://schemas.microsoft.com/office/drawing/2014/main" val="20005"/>
                    </a:ext>
                  </a:extLst>
                </a:gridCol>
              </a:tblGrid>
              <a:tr h="284993">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Parties prenantes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Professeur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(3x1) / (1x4)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0,75</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1"/>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Administration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Compilation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 Faible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Accès privilégié pour gérer les informations de l’élève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a:t>
                      </a:r>
                      <a:r>
                        <a:rPr lang="fr-FR" sz="1500" b="1" i="0" u="none" strike="noStrike" kern="1200" dirty="0">
                          <a:solidFill>
                            <a:schemeClr val="tx1"/>
                          </a:solidFill>
                          <a:effectLst/>
                          <a:latin typeface="+mn-lt"/>
                          <a:ea typeface="+mn-ea"/>
                          <a:cs typeface="Segoe UI" panose="020B0502040204020203" pitchFamily="34" charset="0"/>
                        </a:rPr>
                        <a:t>. Faible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 suivi une formation et une sensibilisation obligatoire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(4x2) / (2x4)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n-lt"/>
                          <a:ea typeface="+mn-ea"/>
                          <a:cs typeface="Segoe UI" panose="020B0502040204020203" pitchFamily="34" charset="0"/>
                        </a:rPr>
                        <a:t>1.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3"/>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Parents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4"/>
                  </a:ext>
                </a:extLst>
              </a:tr>
            </a:tbl>
          </a:graphicData>
        </a:graphic>
      </p:graphicFrame>
      <p:pic>
        <p:nvPicPr>
          <p:cNvPr id="8" name="Image 7">
            <a:extLst>
              <a:ext uri="{FF2B5EF4-FFF2-40B4-BE49-F238E27FC236}">
                <a16:creationId xmlns:a16="http://schemas.microsoft.com/office/drawing/2014/main" id="{9EFD7779-B46A-023C-8271-5299929D8D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5204A0CB-C38F-A4FA-96BC-922885EA4FB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68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14575-8EB6-BC69-032A-961283EFD2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1FE7AE-8FF8-A383-788B-0559D60A706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198BECD9-6B7F-3018-75F8-393EFD715B3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C5B61BF-F5E3-3268-9F94-34B4C2263DC2}"/>
              </a:ext>
            </a:extLst>
          </p:cNvPr>
          <p:cNvSpPr>
            <a:spLocks noGrp="1"/>
          </p:cNvSpPr>
          <p:nvPr>
            <p:ph type="sldNum" sz="quarter" idx="12"/>
          </p:nvPr>
        </p:nvSpPr>
        <p:spPr/>
        <p:txBody>
          <a:bodyPr/>
          <a:lstStyle/>
          <a:p>
            <a:pPr rtl="0"/>
            <a:fld id="{294A09A9-5501-47C1-A89A-A340965A2BE2}" type="slidenum">
              <a:rPr lang="fr-FR" noProof="0" smtClean="0"/>
              <a:t>83</a:t>
            </a:fld>
            <a:endParaRPr lang="fr-FR" noProof="0"/>
          </a:p>
        </p:txBody>
      </p:sp>
      <p:sp>
        <p:nvSpPr>
          <p:cNvPr id="4" name="Espace réservé de la date 3">
            <a:extLst>
              <a:ext uri="{FF2B5EF4-FFF2-40B4-BE49-F238E27FC236}">
                <a16:creationId xmlns:a16="http://schemas.microsoft.com/office/drawing/2014/main" id="{9593C614-A167-BB32-40D8-7614D75938DC}"/>
              </a:ext>
            </a:extLst>
          </p:cNvPr>
          <p:cNvSpPr>
            <a:spLocks noGrp="1"/>
          </p:cNvSpPr>
          <p:nvPr>
            <p:ph type="dt" sz="half" idx="10"/>
          </p:nvPr>
        </p:nvSpPr>
        <p:spPr/>
        <p:txBody>
          <a:bodyPr/>
          <a:lstStyle/>
          <a:p>
            <a:pPr rtl="0"/>
            <a:r>
              <a:rPr lang="fr-FR" noProof="0"/>
              <a:t>14/10/2025</a:t>
            </a:r>
          </a:p>
        </p:txBody>
      </p:sp>
      <p:sp>
        <p:nvSpPr>
          <p:cNvPr id="11" name="Espace réservé du texte 10">
            <a:extLst>
              <a:ext uri="{FF2B5EF4-FFF2-40B4-BE49-F238E27FC236}">
                <a16:creationId xmlns:a16="http://schemas.microsoft.com/office/drawing/2014/main" id="{CB7B3341-A259-4F2F-40DE-A03895F5C951}"/>
              </a:ext>
            </a:extLst>
          </p:cNvPr>
          <p:cNvSpPr>
            <a:spLocks noGrp="1"/>
          </p:cNvSpPr>
          <p:nvPr>
            <p:ph type="body" sz="quarter" idx="13"/>
          </p:nvPr>
        </p:nvSpPr>
        <p:spPr/>
        <p:txBody>
          <a:bodyPr/>
          <a:lstStyle/>
          <a:p>
            <a:r>
              <a:rPr lang="fr-FR" dirty="0"/>
              <a:t>Estimez les critères et calculez la dangerosité des parties prenantes</a:t>
            </a:r>
          </a:p>
        </p:txBody>
      </p:sp>
      <p:graphicFrame>
        <p:nvGraphicFramePr>
          <p:cNvPr id="8" name="Tableau 7">
            <a:extLst>
              <a:ext uri="{FF2B5EF4-FFF2-40B4-BE49-F238E27FC236}">
                <a16:creationId xmlns:a16="http://schemas.microsoft.com/office/drawing/2014/main" id="{45A902E0-E612-BE54-2DB7-F5BAB9B2D362}"/>
              </a:ext>
            </a:extLst>
          </p:cNvPr>
          <p:cNvGraphicFramePr>
            <a:graphicFrameLocks noGrp="1"/>
          </p:cNvGraphicFramePr>
          <p:nvPr>
            <p:extLst>
              <p:ext uri="{D42A27DB-BD31-4B8C-83A1-F6EECF244321}">
                <p14:modId xmlns:p14="http://schemas.microsoft.com/office/powerpoint/2010/main" val="2755805801"/>
              </p:ext>
            </p:extLst>
          </p:nvPr>
        </p:nvGraphicFramePr>
        <p:xfrm>
          <a:off x="912000" y="2061972"/>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bg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3D2EC623-7C27-5B7C-6F66-4CC28E856D69}"/>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5155000-0ECB-BD95-5FB8-6D6C8824F75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936944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73D4-D8B8-8362-792D-51BB59E5BAD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AAE9E7-2A39-5556-1DD5-89612DCC409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1425502D-98C6-2C1A-F8B3-0DF7D9DD2E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1BD3245-433E-87F1-673F-FBEA40EDE3CC}"/>
              </a:ext>
            </a:extLst>
          </p:cNvPr>
          <p:cNvSpPr>
            <a:spLocks noGrp="1"/>
          </p:cNvSpPr>
          <p:nvPr>
            <p:ph type="sldNum" sz="quarter" idx="12"/>
          </p:nvPr>
        </p:nvSpPr>
        <p:spPr/>
        <p:txBody>
          <a:bodyPr/>
          <a:lstStyle/>
          <a:p>
            <a:pPr rtl="0"/>
            <a:fld id="{294A09A9-5501-47C1-A89A-A340965A2BE2}" type="slidenum">
              <a:rPr lang="fr-FR" noProof="0" smtClean="0"/>
              <a:t>84</a:t>
            </a:fld>
            <a:endParaRPr lang="fr-FR" noProof="0"/>
          </a:p>
        </p:txBody>
      </p:sp>
      <p:sp>
        <p:nvSpPr>
          <p:cNvPr id="4" name="Espace réservé de la date 3">
            <a:extLst>
              <a:ext uri="{FF2B5EF4-FFF2-40B4-BE49-F238E27FC236}">
                <a16:creationId xmlns:a16="http://schemas.microsoft.com/office/drawing/2014/main" id="{3EEB0FE5-F8C1-F8AD-474E-3551DD3237EA}"/>
              </a:ext>
            </a:extLst>
          </p:cNvPr>
          <p:cNvSpPr>
            <a:spLocks noGrp="1"/>
          </p:cNvSpPr>
          <p:nvPr>
            <p:ph type="dt" sz="half" idx="10"/>
          </p:nvPr>
        </p:nvSpPr>
        <p:spPr/>
        <p:txBody>
          <a:bodyPr/>
          <a:lstStyle/>
          <a:p>
            <a:pPr rtl="0"/>
            <a:r>
              <a:rPr lang="fr-FR" noProof="0"/>
              <a:t>14/10/2025</a:t>
            </a:r>
            <a:endParaRPr lang="fr-FR" noProof="0" dirty="0"/>
          </a:p>
        </p:txBody>
      </p:sp>
      <p:sp>
        <p:nvSpPr>
          <p:cNvPr id="11" name="Espace réservé du texte 10">
            <a:extLst>
              <a:ext uri="{FF2B5EF4-FFF2-40B4-BE49-F238E27FC236}">
                <a16:creationId xmlns:a16="http://schemas.microsoft.com/office/drawing/2014/main" id="{7485FBA8-7411-8AD5-F0C3-4889FE6DA42C}"/>
              </a:ext>
            </a:extLst>
          </p:cNvPr>
          <p:cNvSpPr>
            <a:spLocks noGrp="1"/>
          </p:cNvSpPr>
          <p:nvPr>
            <p:ph type="body" sz="quarter" idx="13"/>
          </p:nvPr>
        </p:nvSpPr>
        <p:spPr/>
        <p:txBody>
          <a:bodyPr/>
          <a:lstStyle/>
          <a:p>
            <a:r>
              <a:rPr lang="fr-FR" dirty="0"/>
              <a:t>À l’issue, on a une liste hiérarchisée de parties prenantes</a:t>
            </a:r>
          </a:p>
        </p:txBody>
      </p:sp>
      <p:graphicFrame>
        <p:nvGraphicFramePr>
          <p:cNvPr id="8" name="Tableau 7">
            <a:extLst>
              <a:ext uri="{FF2B5EF4-FFF2-40B4-BE49-F238E27FC236}">
                <a16:creationId xmlns:a16="http://schemas.microsoft.com/office/drawing/2014/main" id="{3059799B-6050-2DA0-3E2B-D031707B2374}"/>
              </a:ext>
            </a:extLst>
          </p:cNvPr>
          <p:cNvGraphicFramePr>
            <a:graphicFrameLocks noGrp="1"/>
          </p:cNvGraphicFramePr>
          <p:nvPr>
            <p:extLst>
              <p:ext uri="{D42A27DB-BD31-4B8C-83A1-F6EECF244321}">
                <p14:modId xmlns:p14="http://schemas.microsoft.com/office/powerpoint/2010/main" val="4250611832"/>
              </p:ext>
            </p:extLst>
          </p:nvPr>
        </p:nvGraphicFramePr>
        <p:xfrm>
          <a:off x="1024128" y="2025396"/>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782A3D70-A73B-A41D-6D6A-95CCF12207A8}"/>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32F44906-49A2-BFD7-8F7F-F30D454403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0768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89705-B420-DDF9-417C-BA2A9825155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556619-D518-11BA-9920-AD32F3401EC8}"/>
              </a:ext>
            </a:extLst>
          </p:cNvPr>
          <p:cNvSpPr>
            <a:spLocks noGrp="1"/>
          </p:cNvSpPr>
          <p:nvPr>
            <p:ph type="title"/>
          </p:nvPr>
        </p:nvSpPr>
        <p:spPr/>
        <p:txBody>
          <a:bodyPr>
            <a:normAutofit fontScale="90000"/>
          </a:bodyPr>
          <a:lstStyle/>
          <a:p>
            <a:r>
              <a:rPr lang="fr-FR" dirty="0"/>
              <a:t>Correction (suite)</a:t>
            </a:r>
          </a:p>
        </p:txBody>
      </p:sp>
      <p:sp>
        <p:nvSpPr>
          <p:cNvPr id="4" name="Espace réservé de la date 3">
            <a:extLst>
              <a:ext uri="{FF2B5EF4-FFF2-40B4-BE49-F238E27FC236}">
                <a16:creationId xmlns:a16="http://schemas.microsoft.com/office/drawing/2014/main" id="{4BDBAE75-BC59-2E6A-9C89-B82AA72A8636}"/>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55390C74-A09B-1FE5-6C42-603120494D7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4EC0B11-5DF2-00B9-4E5A-B5C59A066B87}"/>
              </a:ext>
            </a:extLst>
          </p:cNvPr>
          <p:cNvSpPr>
            <a:spLocks noGrp="1"/>
          </p:cNvSpPr>
          <p:nvPr>
            <p:ph type="sldNum" sz="quarter" idx="12"/>
          </p:nvPr>
        </p:nvSpPr>
        <p:spPr/>
        <p:txBody>
          <a:bodyPr/>
          <a:lstStyle/>
          <a:p>
            <a:fld id="{294A09A9-5501-47C1-A89A-A340965A2BE2}" type="slidenum">
              <a:rPr lang="fr-FR" smtClean="0"/>
              <a:pPr/>
              <a:t>85</a:t>
            </a:fld>
            <a:endParaRPr lang="fr-FR" dirty="0"/>
          </a:p>
        </p:txBody>
      </p:sp>
      <p:pic>
        <p:nvPicPr>
          <p:cNvPr id="7" name="Image 6">
            <a:extLst>
              <a:ext uri="{FF2B5EF4-FFF2-40B4-BE49-F238E27FC236}">
                <a16:creationId xmlns:a16="http://schemas.microsoft.com/office/drawing/2014/main" id="{E38A46E9-FC60-EC3F-B92F-5B9897CC737B}"/>
              </a:ext>
            </a:extLst>
          </p:cNvPr>
          <p:cNvPicPr>
            <a:picLocks noChangeAspect="1"/>
          </p:cNvPicPr>
          <p:nvPr/>
        </p:nvPicPr>
        <p:blipFill>
          <a:blip r:embed="rId2"/>
          <a:stretch>
            <a:fillRect/>
          </a:stretch>
        </p:blipFill>
        <p:spPr>
          <a:xfrm>
            <a:off x="3396288" y="1080930"/>
            <a:ext cx="6630763" cy="4896000"/>
          </a:xfrm>
          <a:prstGeom prst="rect">
            <a:avLst/>
          </a:prstGeom>
        </p:spPr>
      </p:pic>
      <p:sp>
        <p:nvSpPr>
          <p:cNvPr id="8" name="Ellipse 7">
            <a:extLst>
              <a:ext uri="{FF2B5EF4-FFF2-40B4-BE49-F238E27FC236}">
                <a16:creationId xmlns:a16="http://schemas.microsoft.com/office/drawing/2014/main" id="{38D103D1-4F3B-4806-7D9A-04313840C078}"/>
              </a:ext>
            </a:extLst>
          </p:cNvPr>
          <p:cNvSpPr>
            <a:spLocks noChangeAspect="1"/>
          </p:cNvSpPr>
          <p:nvPr/>
        </p:nvSpPr>
        <p:spPr>
          <a:xfrm>
            <a:off x="4947999" y="3836896"/>
            <a:ext cx="336000" cy="336000"/>
          </a:xfrm>
          <a:prstGeom prst="ellipse">
            <a:avLst/>
          </a:prstGeom>
          <a:solidFill>
            <a:srgbClr val="FFD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Rectangle 8">
            <a:extLst>
              <a:ext uri="{FF2B5EF4-FFF2-40B4-BE49-F238E27FC236}">
                <a16:creationId xmlns:a16="http://schemas.microsoft.com/office/drawing/2014/main" id="{AF172A57-7CAE-D094-F14D-295BE1261FCA}"/>
              </a:ext>
            </a:extLst>
          </p:cNvPr>
          <p:cNvSpPr/>
          <p:nvPr/>
        </p:nvSpPr>
        <p:spPr>
          <a:xfrm>
            <a:off x="9076598" y="1695143"/>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P1 – Universités</a:t>
            </a:r>
          </a:p>
        </p:txBody>
      </p:sp>
      <p:sp>
        <p:nvSpPr>
          <p:cNvPr id="10" name="Rectangle 9">
            <a:extLst>
              <a:ext uri="{FF2B5EF4-FFF2-40B4-BE49-F238E27FC236}">
                <a16:creationId xmlns:a16="http://schemas.microsoft.com/office/drawing/2014/main" id="{6D3257E3-04F5-86C2-A51D-3B718D23AF4E}"/>
              </a:ext>
            </a:extLst>
          </p:cNvPr>
          <p:cNvSpPr/>
          <p:nvPr/>
        </p:nvSpPr>
        <p:spPr>
          <a:xfrm>
            <a:off x="431801" y="216906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C2 • Pharmacies</a:t>
            </a:r>
          </a:p>
        </p:txBody>
      </p:sp>
      <p:sp>
        <p:nvSpPr>
          <p:cNvPr id="11" name="Rectangle 10">
            <a:extLst>
              <a:ext uri="{FF2B5EF4-FFF2-40B4-BE49-F238E27FC236}">
                <a16:creationId xmlns:a16="http://schemas.microsoft.com/office/drawing/2014/main" id="{A5812075-900D-ACB3-7EDC-EA5224ED0972}"/>
              </a:ext>
            </a:extLst>
          </p:cNvPr>
          <p:cNvSpPr/>
          <p:nvPr/>
        </p:nvSpPr>
        <p:spPr>
          <a:xfrm>
            <a:off x="431801" y="278830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C3 • Dépositaires &amp;</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Grossistes répartiteurs</a:t>
            </a:r>
          </a:p>
        </p:txBody>
      </p:sp>
      <p:cxnSp>
        <p:nvCxnSpPr>
          <p:cNvPr id="12" name="Connecteur droit avec flèche 11">
            <a:extLst>
              <a:ext uri="{FF2B5EF4-FFF2-40B4-BE49-F238E27FC236}">
                <a16:creationId xmlns:a16="http://schemas.microsoft.com/office/drawing/2014/main" id="{7EA701AC-7488-8DA3-E009-8A98109679A9}"/>
              </a:ext>
            </a:extLst>
          </p:cNvPr>
          <p:cNvCxnSpPr>
            <a:cxnSpLocks/>
          </p:cNvCxnSpPr>
          <p:nvPr/>
        </p:nvCxnSpPr>
        <p:spPr>
          <a:xfrm>
            <a:off x="3254062" y="4027355"/>
            <a:ext cx="1597857" cy="0"/>
          </a:xfrm>
          <a:prstGeom prst="straightConnector1">
            <a:avLst/>
          </a:prstGeom>
          <a:noFill/>
          <a:ln w="12700">
            <a:solidFill>
              <a:srgbClr val="FFD7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F3C9228-7BC1-1540-077B-0E8B6158448A}"/>
              </a:ext>
            </a:extLst>
          </p:cNvPr>
          <p:cNvSpPr/>
          <p:nvPr/>
        </p:nvSpPr>
        <p:spPr>
          <a:xfrm>
            <a:off x="431801" y="3843098"/>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F3 • Prestataire  informatique</a:t>
            </a:r>
          </a:p>
        </p:txBody>
      </p:sp>
      <p:sp>
        <p:nvSpPr>
          <p:cNvPr id="14" name="Rectangle 13">
            <a:extLst>
              <a:ext uri="{FF2B5EF4-FFF2-40B4-BE49-F238E27FC236}">
                <a16:creationId xmlns:a16="http://schemas.microsoft.com/office/drawing/2014/main" id="{F4E837AD-571E-166E-F1D8-281E4F79BE2E}"/>
              </a:ext>
            </a:extLst>
          </p:cNvPr>
          <p:cNvSpPr/>
          <p:nvPr/>
        </p:nvSpPr>
        <p:spPr>
          <a:xfrm>
            <a:off x="431801" y="4398790"/>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F2 • Fournisseurs de matériel</a:t>
            </a:r>
          </a:p>
        </p:txBody>
      </p:sp>
      <p:sp>
        <p:nvSpPr>
          <p:cNvPr id="15" name="Rectangle 14">
            <a:extLst>
              <a:ext uri="{FF2B5EF4-FFF2-40B4-BE49-F238E27FC236}">
                <a16:creationId xmlns:a16="http://schemas.microsoft.com/office/drawing/2014/main" id="{97F36C3F-FC68-AB44-10C0-EEC310239210}"/>
              </a:ext>
            </a:extLst>
          </p:cNvPr>
          <p:cNvSpPr/>
          <p:nvPr/>
        </p:nvSpPr>
        <p:spPr>
          <a:xfrm>
            <a:off x="431801" y="493788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F1 • Fournisseurs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industriels chimistes</a:t>
            </a:r>
          </a:p>
        </p:txBody>
      </p:sp>
      <p:sp>
        <p:nvSpPr>
          <p:cNvPr id="16" name="Rectangle 15">
            <a:extLst>
              <a:ext uri="{FF2B5EF4-FFF2-40B4-BE49-F238E27FC236}">
                <a16:creationId xmlns:a16="http://schemas.microsoft.com/office/drawing/2014/main" id="{7CC5F467-DEE5-94F1-13B7-89293864E5B0}"/>
              </a:ext>
            </a:extLst>
          </p:cNvPr>
          <p:cNvSpPr/>
          <p:nvPr/>
        </p:nvSpPr>
        <p:spPr>
          <a:xfrm>
            <a:off x="431801" y="161337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C1 • Etablissements de santé</a:t>
            </a:r>
          </a:p>
        </p:txBody>
      </p:sp>
      <p:sp>
        <p:nvSpPr>
          <p:cNvPr id="17" name="Rectangle 16">
            <a:extLst>
              <a:ext uri="{FF2B5EF4-FFF2-40B4-BE49-F238E27FC236}">
                <a16:creationId xmlns:a16="http://schemas.microsoft.com/office/drawing/2014/main" id="{2BF9A86E-E44C-CB1F-035A-49743F802C08}"/>
              </a:ext>
            </a:extLst>
          </p:cNvPr>
          <p:cNvSpPr/>
          <p:nvPr/>
        </p:nvSpPr>
        <p:spPr>
          <a:xfrm>
            <a:off x="9076598" y="216789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P2 – Régulateurs</a:t>
            </a:r>
          </a:p>
        </p:txBody>
      </p:sp>
      <p:sp>
        <p:nvSpPr>
          <p:cNvPr id="18" name="Rectangle 17">
            <a:extLst>
              <a:ext uri="{FF2B5EF4-FFF2-40B4-BE49-F238E27FC236}">
                <a16:creationId xmlns:a16="http://schemas.microsoft.com/office/drawing/2014/main" id="{61517ECF-C9BA-F10F-C76A-25BB4C32E7C3}"/>
              </a:ext>
            </a:extLst>
          </p:cNvPr>
          <p:cNvSpPr/>
          <p:nvPr/>
        </p:nvSpPr>
        <p:spPr>
          <a:xfrm>
            <a:off x="9076598" y="281481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P3 – Laboratoires</a:t>
            </a:r>
          </a:p>
        </p:txBody>
      </p:sp>
      <p:sp>
        <p:nvSpPr>
          <p:cNvPr id="19" name="Rectangle : coins arrondis 18">
            <a:extLst>
              <a:ext uri="{FF2B5EF4-FFF2-40B4-BE49-F238E27FC236}">
                <a16:creationId xmlns:a16="http://schemas.microsoft.com/office/drawing/2014/main" id="{566A420C-E910-E0DE-111F-6A942E8D0F64}"/>
              </a:ext>
            </a:extLst>
          </p:cNvPr>
          <p:cNvSpPr/>
          <p:nvPr/>
        </p:nvSpPr>
        <p:spPr>
          <a:xfrm>
            <a:off x="1699329"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CLIENTS</a:t>
            </a:r>
          </a:p>
        </p:txBody>
      </p:sp>
      <p:sp>
        <p:nvSpPr>
          <p:cNvPr id="20" name="Rectangle : coins arrondis 19">
            <a:extLst>
              <a:ext uri="{FF2B5EF4-FFF2-40B4-BE49-F238E27FC236}">
                <a16:creationId xmlns:a16="http://schemas.microsoft.com/office/drawing/2014/main" id="{3FBD2D70-D857-0DBE-7E25-8ACA6CE2391C}"/>
              </a:ext>
            </a:extLst>
          </p:cNvPr>
          <p:cNvSpPr/>
          <p:nvPr/>
        </p:nvSpPr>
        <p:spPr>
          <a:xfrm>
            <a:off x="9076597"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PARTENAIRES</a:t>
            </a:r>
          </a:p>
        </p:txBody>
      </p:sp>
      <p:sp>
        <p:nvSpPr>
          <p:cNvPr id="21" name="Rectangle : coins arrondis 20">
            <a:extLst>
              <a:ext uri="{FF2B5EF4-FFF2-40B4-BE49-F238E27FC236}">
                <a16:creationId xmlns:a16="http://schemas.microsoft.com/office/drawing/2014/main" id="{751C144E-9C84-A05B-6401-AFDEE878CB17}"/>
              </a:ext>
            </a:extLst>
          </p:cNvPr>
          <p:cNvSpPr/>
          <p:nvPr/>
        </p:nvSpPr>
        <p:spPr>
          <a:xfrm>
            <a:off x="1703917" y="3407547"/>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PRESTATAIRES</a:t>
            </a:r>
          </a:p>
        </p:txBody>
      </p:sp>
      <p:grpSp>
        <p:nvGrpSpPr>
          <p:cNvPr id="38" name="Groupe 37">
            <a:extLst>
              <a:ext uri="{FF2B5EF4-FFF2-40B4-BE49-F238E27FC236}">
                <a16:creationId xmlns:a16="http://schemas.microsoft.com/office/drawing/2014/main" id="{0CD5BF57-7EF5-456C-A865-9677F35E2FE7}"/>
              </a:ext>
            </a:extLst>
          </p:cNvPr>
          <p:cNvGrpSpPr/>
          <p:nvPr/>
        </p:nvGrpSpPr>
        <p:grpSpPr>
          <a:xfrm>
            <a:off x="738604" y="5410976"/>
            <a:ext cx="4108864" cy="444245"/>
            <a:chOff x="255319" y="4386548"/>
            <a:chExt cx="3081648" cy="333184"/>
          </a:xfrm>
        </p:grpSpPr>
        <p:sp>
          <p:nvSpPr>
            <p:cNvPr id="39" name="Rectangle 38">
              <a:extLst>
                <a:ext uri="{FF2B5EF4-FFF2-40B4-BE49-F238E27FC236}">
                  <a16:creationId xmlns:a16="http://schemas.microsoft.com/office/drawing/2014/main" id="{710E9B06-0F9C-28E1-D036-620C454567D0}"/>
                </a:ext>
              </a:extLst>
            </p:cNvPr>
            <p:cNvSpPr/>
            <p:nvPr/>
          </p:nvSpPr>
          <p:spPr>
            <a:xfrm>
              <a:off x="255319" y="4386548"/>
              <a:ext cx="3081648" cy="333184"/>
            </a:xfrm>
            <a:prstGeom prst="rect">
              <a:avLst/>
            </a:prstGeom>
            <a:solidFill>
              <a:schemeClr val="bg1"/>
            </a:solid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grpSp>
          <p:nvGrpSpPr>
            <p:cNvPr id="40" name="Groupe 39">
              <a:extLst>
                <a:ext uri="{FF2B5EF4-FFF2-40B4-BE49-F238E27FC236}">
                  <a16:creationId xmlns:a16="http://schemas.microsoft.com/office/drawing/2014/main" id="{B9770191-B1BA-CD43-3FA4-527C9A1F201F}"/>
                </a:ext>
              </a:extLst>
            </p:cNvPr>
            <p:cNvGrpSpPr/>
            <p:nvPr/>
          </p:nvGrpSpPr>
          <p:grpSpPr>
            <a:xfrm>
              <a:off x="355800" y="4463252"/>
              <a:ext cx="2915390" cy="180000"/>
              <a:chOff x="1655372" y="5328242"/>
              <a:chExt cx="2915390" cy="180000"/>
            </a:xfrm>
          </p:grpSpPr>
          <p:sp>
            <p:nvSpPr>
              <p:cNvPr id="41" name="ZoneTexte 40">
                <a:extLst>
                  <a:ext uri="{FF2B5EF4-FFF2-40B4-BE49-F238E27FC236}">
                    <a16:creationId xmlns:a16="http://schemas.microsoft.com/office/drawing/2014/main" id="{E718732C-314E-B1DF-5B59-81B609B9C72C}"/>
                  </a:ext>
                </a:extLst>
              </p:cNvPr>
              <p:cNvSpPr txBox="1"/>
              <p:nvPr/>
            </p:nvSpPr>
            <p:spPr>
              <a:xfrm>
                <a:off x="3877062" y="5346056"/>
                <a:ext cx="693700"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danger</a:t>
                </a:r>
              </a:p>
            </p:txBody>
          </p:sp>
          <p:sp>
            <p:nvSpPr>
              <p:cNvPr id="42" name="Ellipse 41">
                <a:extLst>
                  <a:ext uri="{FF2B5EF4-FFF2-40B4-BE49-F238E27FC236}">
                    <a16:creationId xmlns:a16="http://schemas.microsoft.com/office/drawing/2014/main" id="{80813EE2-5EFE-D011-5C10-73113CACF4A1}"/>
                  </a:ext>
                </a:extLst>
              </p:cNvPr>
              <p:cNvSpPr>
                <a:spLocks noChangeAspect="1"/>
              </p:cNvSpPr>
              <p:nvPr/>
            </p:nvSpPr>
            <p:spPr>
              <a:xfrm>
                <a:off x="1655372" y="5328242"/>
                <a:ext cx="180000" cy="180000"/>
              </a:xfrm>
              <a:prstGeom prst="ellipse">
                <a:avLst/>
              </a:prstGeom>
              <a:noFill/>
              <a:ln w="41275"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3" name="ZoneTexte 42">
                <a:extLst>
                  <a:ext uri="{FF2B5EF4-FFF2-40B4-BE49-F238E27FC236}">
                    <a16:creationId xmlns:a16="http://schemas.microsoft.com/office/drawing/2014/main" id="{E52CFA8B-0B23-45ED-B7CC-1DB1EA0E800E}"/>
                  </a:ext>
                </a:extLst>
              </p:cNvPr>
              <p:cNvSpPr txBox="1"/>
              <p:nvPr/>
            </p:nvSpPr>
            <p:spPr>
              <a:xfrm>
                <a:off x="1897092" y="5346056"/>
                <a:ext cx="611947"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veille</a:t>
                </a:r>
              </a:p>
            </p:txBody>
          </p:sp>
          <p:sp>
            <p:nvSpPr>
              <p:cNvPr id="44" name="ZoneTexte 43">
                <a:extLst>
                  <a:ext uri="{FF2B5EF4-FFF2-40B4-BE49-F238E27FC236}">
                    <a16:creationId xmlns:a16="http://schemas.microsoft.com/office/drawing/2014/main" id="{E81A8EBE-D10D-0130-D2B4-B130A19F60B5}"/>
                  </a:ext>
                </a:extLst>
              </p:cNvPr>
              <p:cNvSpPr txBox="1"/>
              <p:nvPr/>
            </p:nvSpPr>
            <p:spPr>
              <a:xfrm>
                <a:off x="2819554" y="5346056"/>
                <a:ext cx="742992"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contrôle</a:t>
                </a:r>
              </a:p>
            </p:txBody>
          </p:sp>
          <p:sp>
            <p:nvSpPr>
              <p:cNvPr id="45" name="Ellipse 44">
                <a:extLst>
                  <a:ext uri="{FF2B5EF4-FFF2-40B4-BE49-F238E27FC236}">
                    <a16:creationId xmlns:a16="http://schemas.microsoft.com/office/drawing/2014/main" id="{427462D4-5DC7-78A8-F25C-15C607575ECA}"/>
                  </a:ext>
                </a:extLst>
              </p:cNvPr>
              <p:cNvSpPr>
                <a:spLocks noChangeAspect="1"/>
              </p:cNvSpPr>
              <p:nvPr/>
            </p:nvSpPr>
            <p:spPr>
              <a:xfrm>
                <a:off x="2581643" y="5328242"/>
                <a:ext cx="180000" cy="180000"/>
              </a:xfrm>
              <a:prstGeom prst="ellipse">
                <a:avLst/>
              </a:prstGeom>
              <a:noFill/>
              <a:ln w="41275"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6" name="Ellipse 45">
                <a:extLst>
                  <a:ext uri="{FF2B5EF4-FFF2-40B4-BE49-F238E27FC236}">
                    <a16:creationId xmlns:a16="http://schemas.microsoft.com/office/drawing/2014/main" id="{A17D000F-A717-3CEE-50AB-DC22D66FED35}"/>
                  </a:ext>
                </a:extLst>
              </p:cNvPr>
              <p:cNvSpPr>
                <a:spLocks noChangeAspect="1"/>
              </p:cNvSpPr>
              <p:nvPr/>
            </p:nvSpPr>
            <p:spPr>
              <a:xfrm>
                <a:off x="3620729" y="5328242"/>
                <a:ext cx="180000" cy="180000"/>
              </a:xfrm>
              <a:prstGeom prst="ellipse">
                <a:avLst/>
              </a:prstGeom>
              <a:noFill/>
              <a:ln w="41275"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sp>
        <p:nvSpPr>
          <p:cNvPr id="48" name="Ellipse 47">
            <a:extLst>
              <a:ext uri="{FF2B5EF4-FFF2-40B4-BE49-F238E27FC236}">
                <a16:creationId xmlns:a16="http://schemas.microsoft.com/office/drawing/2014/main" id="{2BA74E01-DF73-C136-B614-B410ADE18B29}"/>
              </a:ext>
            </a:extLst>
          </p:cNvPr>
          <p:cNvSpPr>
            <a:spLocks noChangeAspect="1"/>
          </p:cNvSpPr>
          <p:nvPr/>
        </p:nvSpPr>
        <p:spPr>
          <a:xfrm>
            <a:off x="4855840" y="1676086"/>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9" name="Ellipse 48">
            <a:extLst>
              <a:ext uri="{FF2B5EF4-FFF2-40B4-BE49-F238E27FC236}">
                <a16:creationId xmlns:a16="http://schemas.microsoft.com/office/drawing/2014/main" id="{B3E90244-B86E-742B-6EAE-620D9022D472}"/>
              </a:ext>
            </a:extLst>
          </p:cNvPr>
          <p:cNvSpPr>
            <a:spLocks noChangeAspect="1"/>
          </p:cNvSpPr>
          <p:nvPr/>
        </p:nvSpPr>
        <p:spPr>
          <a:xfrm>
            <a:off x="4275261" y="2244066"/>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0" name="Ellipse 49">
            <a:extLst>
              <a:ext uri="{FF2B5EF4-FFF2-40B4-BE49-F238E27FC236}">
                <a16:creationId xmlns:a16="http://schemas.microsoft.com/office/drawing/2014/main" id="{C9BCC55F-BC5F-DACC-E90C-B5E976782E7C}"/>
              </a:ext>
            </a:extLst>
          </p:cNvPr>
          <p:cNvSpPr>
            <a:spLocks noChangeAspect="1"/>
          </p:cNvSpPr>
          <p:nvPr/>
        </p:nvSpPr>
        <p:spPr>
          <a:xfrm>
            <a:off x="3993543" y="284936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1" name="Connecteur droit avec flèche 50">
            <a:extLst>
              <a:ext uri="{FF2B5EF4-FFF2-40B4-BE49-F238E27FC236}">
                <a16:creationId xmlns:a16="http://schemas.microsoft.com/office/drawing/2014/main" id="{FA522D8D-B0D8-1AEC-5B9D-6D5B5CF054C4}"/>
              </a:ext>
            </a:extLst>
          </p:cNvPr>
          <p:cNvCxnSpPr>
            <a:cxnSpLocks/>
          </p:cNvCxnSpPr>
          <p:nvPr/>
        </p:nvCxnSpPr>
        <p:spPr>
          <a:xfrm>
            <a:off x="3254062" y="2347583"/>
            <a:ext cx="94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2" name="Connecteur droit avec flèche 51">
            <a:extLst>
              <a:ext uri="{FF2B5EF4-FFF2-40B4-BE49-F238E27FC236}">
                <a16:creationId xmlns:a16="http://schemas.microsoft.com/office/drawing/2014/main" id="{CF3E391B-131A-34BE-AEC6-380FEBA94A99}"/>
              </a:ext>
            </a:extLst>
          </p:cNvPr>
          <p:cNvCxnSpPr>
            <a:cxnSpLocks/>
          </p:cNvCxnSpPr>
          <p:nvPr/>
        </p:nvCxnSpPr>
        <p:spPr>
          <a:xfrm>
            <a:off x="3254062" y="2972563"/>
            <a:ext cx="70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5E9C6590-AE4B-0C6E-AFFF-468A8A2199EB}"/>
              </a:ext>
            </a:extLst>
          </p:cNvPr>
          <p:cNvCxnSpPr>
            <a:cxnSpLocks/>
          </p:cNvCxnSpPr>
          <p:nvPr/>
        </p:nvCxnSpPr>
        <p:spPr>
          <a:xfrm>
            <a:off x="3254062" y="1797631"/>
            <a:ext cx="1597857"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4" name="Ellipse 53">
            <a:extLst>
              <a:ext uri="{FF2B5EF4-FFF2-40B4-BE49-F238E27FC236}">
                <a16:creationId xmlns:a16="http://schemas.microsoft.com/office/drawing/2014/main" id="{BB074288-1570-4DC3-8D86-C2EDDAAFABCD}"/>
              </a:ext>
            </a:extLst>
          </p:cNvPr>
          <p:cNvSpPr>
            <a:spLocks noChangeAspect="1"/>
          </p:cNvSpPr>
          <p:nvPr/>
        </p:nvSpPr>
        <p:spPr>
          <a:xfrm>
            <a:off x="4887368" y="4409606"/>
            <a:ext cx="334176" cy="33600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5" name="Ellipse 54">
            <a:extLst>
              <a:ext uri="{FF2B5EF4-FFF2-40B4-BE49-F238E27FC236}">
                <a16:creationId xmlns:a16="http://schemas.microsoft.com/office/drawing/2014/main" id="{85090ABC-C00F-CC5E-FA27-005D18F75EA1}"/>
              </a:ext>
            </a:extLst>
          </p:cNvPr>
          <p:cNvSpPr>
            <a:spLocks noChangeAspect="1"/>
          </p:cNvSpPr>
          <p:nvPr/>
        </p:nvSpPr>
        <p:spPr>
          <a:xfrm>
            <a:off x="5325973" y="499764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6" name="Connecteur droit avec flèche 55">
            <a:extLst>
              <a:ext uri="{FF2B5EF4-FFF2-40B4-BE49-F238E27FC236}">
                <a16:creationId xmlns:a16="http://schemas.microsoft.com/office/drawing/2014/main" id="{263C1AA1-F94B-B1D4-E7C4-A997AF28F1E7}"/>
              </a:ext>
            </a:extLst>
          </p:cNvPr>
          <p:cNvCxnSpPr>
            <a:cxnSpLocks/>
          </p:cNvCxnSpPr>
          <p:nvPr/>
        </p:nvCxnSpPr>
        <p:spPr>
          <a:xfrm>
            <a:off x="3254062" y="4583047"/>
            <a:ext cx="1597857"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7" name="Connecteur droit avec flèche 56">
            <a:extLst>
              <a:ext uri="{FF2B5EF4-FFF2-40B4-BE49-F238E27FC236}">
                <a16:creationId xmlns:a16="http://schemas.microsoft.com/office/drawing/2014/main" id="{58381199-BDD1-D742-8E5F-4D61AF056A71}"/>
              </a:ext>
            </a:extLst>
          </p:cNvPr>
          <p:cNvCxnSpPr>
            <a:cxnSpLocks/>
          </p:cNvCxnSpPr>
          <p:nvPr/>
        </p:nvCxnSpPr>
        <p:spPr>
          <a:xfrm>
            <a:off x="3254062" y="5122142"/>
            <a:ext cx="2071404"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8" name="Ellipse 57">
            <a:extLst>
              <a:ext uri="{FF2B5EF4-FFF2-40B4-BE49-F238E27FC236}">
                <a16:creationId xmlns:a16="http://schemas.microsoft.com/office/drawing/2014/main" id="{32526AC9-A4CE-F306-B48F-36E74196117F}"/>
              </a:ext>
            </a:extLst>
          </p:cNvPr>
          <p:cNvSpPr>
            <a:spLocks noChangeAspect="1"/>
          </p:cNvSpPr>
          <p:nvPr/>
        </p:nvSpPr>
        <p:spPr>
          <a:xfrm>
            <a:off x="6981804" y="1809024"/>
            <a:ext cx="190957" cy="1920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9" name="Ellipse 58">
            <a:extLst>
              <a:ext uri="{FF2B5EF4-FFF2-40B4-BE49-F238E27FC236}">
                <a16:creationId xmlns:a16="http://schemas.microsoft.com/office/drawing/2014/main" id="{1AA42D45-13D4-0E16-9B12-EC51A6F870F2}"/>
              </a:ext>
            </a:extLst>
          </p:cNvPr>
          <p:cNvSpPr>
            <a:spLocks noChangeAspect="1"/>
          </p:cNvSpPr>
          <p:nvPr/>
        </p:nvSpPr>
        <p:spPr>
          <a:xfrm>
            <a:off x="7953350" y="2270912"/>
            <a:ext cx="190957" cy="192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0" name="Ellipse 59">
            <a:extLst>
              <a:ext uri="{FF2B5EF4-FFF2-40B4-BE49-F238E27FC236}">
                <a16:creationId xmlns:a16="http://schemas.microsoft.com/office/drawing/2014/main" id="{D25664F6-E986-33B6-DF8C-325168A425EE}"/>
              </a:ext>
            </a:extLst>
          </p:cNvPr>
          <p:cNvSpPr>
            <a:spLocks noChangeAspect="1"/>
          </p:cNvSpPr>
          <p:nvPr/>
        </p:nvSpPr>
        <p:spPr>
          <a:xfrm>
            <a:off x="7222209" y="2908022"/>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61" name="Connecteur droit avec flèche 60">
            <a:extLst>
              <a:ext uri="{FF2B5EF4-FFF2-40B4-BE49-F238E27FC236}">
                <a16:creationId xmlns:a16="http://schemas.microsoft.com/office/drawing/2014/main" id="{E846C728-545D-D245-A515-152EEE438729}"/>
              </a:ext>
            </a:extLst>
          </p:cNvPr>
          <p:cNvCxnSpPr>
            <a:cxnSpLocks/>
          </p:cNvCxnSpPr>
          <p:nvPr/>
        </p:nvCxnSpPr>
        <p:spPr>
          <a:xfrm flipH="1">
            <a:off x="7214234" y="1886435"/>
            <a:ext cx="1752124"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2" name="Connecteur droit avec flèche 61">
            <a:extLst>
              <a:ext uri="{FF2B5EF4-FFF2-40B4-BE49-F238E27FC236}">
                <a16:creationId xmlns:a16="http://schemas.microsoft.com/office/drawing/2014/main" id="{312E8022-F691-507E-CA73-6C3E5D66770E}"/>
              </a:ext>
            </a:extLst>
          </p:cNvPr>
          <p:cNvCxnSpPr>
            <a:cxnSpLocks/>
          </p:cNvCxnSpPr>
          <p:nvPr/>
        </p:nvCxnSpPr>
        <p:spPr>
          <a:xfrm flipH="1">
            <a:off x="8144307" y="2359186"/>
            <a:ext cx="822051" cy="0"/>
          </a:xfrm>
          <a:prstGeom prst="straightConnector1">
            <a:avLst/>
          </a:prstGeom>
          <a:noFill/>
          <a:ln w="12700">
            <a:solidFill>
              <a:srgbClr val="00AFAA"/>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3" name="Connecteur droit avec flèche 62">
            <a:extLst>
              <a:ext uri="{FF2B5EF4-FFF2-40B4-BE49-F238E27FC236}">
                <a16:creationId xmlns:a16="http://schemas.microsoft.com/office/drawing/2014/main" id="{0F1CBD3B-646B-CAB3-DCF8-25768D54DBFE}"/>
              </a:ext>
            </a:extLst>
          </p:cNvPr>
          <p:cNvCxnSpPr>
            <a:cxnSpLocks/>
          </p:cNvCxnSpPr>
          <p:nvPr/>
        </p:nvCxnSpPr>
        <p:spPr>
          <a:xfrm flipH="1">
            <a:off x="7462210" y="3006108"/>
            <a:ext cx="1504148"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grpSp>
        <p:nvGrpSpPr>
          <p:cNvPr id="68" name="Groupe 67">
            <a:extLst>
              <a:ext uri="{FF2B5EF4-FFF2-40B4-BE49-F238E27FC236}">
                <a16:creationId xmlns:a16="http://schemas.microsoft.com/office/drawing/2014/main" id="{38271317-4202-E1E6-AB5B-ACDE1F200C81}"/>
              </a:ext>
            </a:extLst>
          </p:cNvPr>
          <p:cNvGrpSpPr/>
          <p:nvPr/>
        </p:nvGrpSpPr>
        <p:grpSpPr>
          <a:xfrm>
            <a:off x="9683545" y="4126702"/>
            <a:ext cx="2388584" cy="2220479"/>
            <a:chOff x="9683545" y="4126702"/>
            <a:chExt cx="2388584" cy="2220479"/>
          </a:xfrm>
        </p:grpSpPr>
        <p:grpSp>
          <p:nvGrpSpPr>
            <p:cNvPr id="22" name="Groupe 21">
              <a:extLst>
                <a:ext uri="{FF2B5EF4-FFF2-40B4-BE49-F238E27FC236}">
                  <a16:creationId xmlns:a16="http://schemas.microsoft.com/office/drawing/2014/main" id="{73A016EF-2E30-45DB-7E0A-C751F8D93676}"/>
                </a:ext>
              </a:extLst>
            </p:cNvPr>
            <p:cNvGrpSpPr/>
            <p:nvPr/>
          </p:nvGrpSpPr>
          <p:grpSpPr>
            <a:xfrm>
              <a:off x="9739049" y="4173124"/>
              <a:ext cx="2333080" cy="2012915"/>
              <a:chOff x="7070340" y="3266076"/>
              <a:chExt cx="1749810" cy="1509686"/>
            </a:xfrm>
          </p:grpSpPr>
          <p:sp>
            <p:nvSpPr>
              <p:cNvPr id="23" name="Ellipse 22">
                <a:extLst>
                  <a:ext uri="{FF2B5EF4-FFF2-40B4-BE49-F238E27FC236}">
                    <a16:creationId xmlns:a16="http://schemas.microsoft.com/office/drawing/2014/main" id="{0AE60BDB-6491-1BEE-E85C-4BEA5CAF48FA}"/>
                  </a:ext>
                </a:extLst>
              </p:cNvPr>
              <p:cNvSpPr/>
              <p:nvPr/>
            </p:nvSpPr>
            <p:spPr>
              <a:xfrm>
                <a:off x="7651453" y="3672111"/>
                <a:ext cx="198000" cy="19705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4" name="Ellipse 23">
                <a:extLst>
                  <a:ext uri="{FF2B5EF4-FFF2-40B4-BE49-F238E27FC236}">
                    <a16:creationId xmlns:a16="http://schemas.microsoft.com/office/drawing/2014/main" id="{428BB90B-1F11-ED10-1F23-39B65C5CB08C}"/>
                  </a:ext>
                </a:extLst>
              </p:cNvPr>
              <p:cNvSpPr>
                <a:spLocks noChangeAspect="1"/>
              </p:cNvSpPr>
              <p:nvPr/>
            </p:nvSpPr>
            <p:spPr>
              <a:xfrm>
                <a:off x="7927546" y="3623585"/>
                <a:ext cx="251557" cy="252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5" name="Ellipse 24">
                <a:extLst>
                  <a:ext uri="{FF2B5EF4-FFF2-40B4-BE49-F238E27FC236}">
                    <a16:creationId xmlns:a16="http://schemas.microsoft.com/office/drawing/2014/main" id="{66F7B3EE-2336-6F85-5DE5-1B94A7720C33}"/>
                  </a:ext>
                </a:extLst>
              </p:cNvPr>
              <p:cNvSpPr/>
              <p:nvPr/>
            </p:nvSpPr>
            <p:spPr>
              <a:xfrm>
                <a:off x="7422647" y="3736679"/>
                <a:ext cx="129600" cy="13112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6" name="Ellipse 25">
                <a:extLst>
                  <a:ext uri="{FF2B5EF4-FFF2-40B4-BE49-F238E27FC236}">
                    <a16:creationId xmlns:a16="http://schemas.microsoft.com/office/drawing/2014/main" id="{27D5F355-A94E-1159-1739-A17008FBF4E9}"/>
                  </a:ext>
                </a:extLst>
              </p:cNvPr>
              <p:cNvSpPr/>
              <p:nvPr/>
            </p:nvSpPr>
            <p:spPr>
              <a:xfrm>
                <a:off x="7212315" y="3773845"/>
                <a:ext cx="97200" cy="9834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7" name="ZoneTexte 26">
                <a:extLst>
                  <a:ext uri="{FF2B5EF4-FFF2-40B4-BE49-F238E27FC236}">
                    <a16:creationId xmlns:a16="http://schemas.microsoft.com/office/drawing/2014/main" id="{307EC503-3566-79DF-EB1F-5B0EA16EFCB1}"/>
                  </a:ext>
                </a:extLst>
              </p:cNvPr>
              <p:cNvSpPr txBox="1"/>
              <p:nvPr/>
            </p:nvSpPr>
            <p:spPr>
              <a:xfrm>
                <a:off x="7081293" y="3906153"/>
                <a:ext cx="366440"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&lt;3</a:t>
                </a:r>
              </a:p>
            </p:txBody>
          </p:sp>
          <p:sp>
            <p:nvSpPr>
              <p:cNvPr id="28" name="ZoneTexte 27">
                <a:extLst>
                  <a:ext uri="{FF2B5EF4-FFF2-40B4-BE49-F238E27FC236}">
                    <a16:creationId xmlns:a16="http://schemas.microsoft.com/office/drawing/2014/main" id="{66CB1C20-7347-5992-3D1D-F42F0252AB06}"/>
                  </a:ext>
                </a:extLst>
              </p:cNvPr>
              <p:cNvSpPr txBox="1"/>
              <p:nvPr/>
            </p:nvSpPr>
            <p:spPr>
              <a:xfrm>
                <a:off x="7273058" y="3906153"/>
                <a:ext cx="443114"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3-6</a:t>
                </a:r>
              </a:p>
            </p:txBody>
          </p:sp>
          <p:sp>
            <p:nvSpPr>
              <p:cNvPr id="29" name="ZoneTexte 28">
                <a:extLst>
                  <a:ext uri="{FF2B5EF4-FFF2-40B4-BE49-F238E27FC236}">
                    <a16:creationId xmlns:a16="http://schemas.microsoft.com/office/drawing/2014/main" id="{56FE7795-19C1-27EF-2842-4F7781065BFA}"/>
                  </a:ext>
                </a:extLst>
              </p:cNvPr>
              <p:cNvSpPr txBox="1"/>
              <p:nvPr/>
            </p:nvSpPr>
            <p:spPr>
              <a:xfrm>
                <a:off x="7579905" y="3906153"/>
                <a:ext cx="406835"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7-9</a:t>
                </a:r>
              </a:p>
            </p:txBody>
          </p:sp>
          <p:sp>
            <p:nvSpPr>
              <p:cNvPr id="30" name="ZoneTexte 29">
                <a:extLst>
                  <a:ext uri="{FF2B5EF4-FFF2-40B4-BE49-F238E27FC236}">
                    <a16:creationId xmlns:a16="http://schemas.microsoft.com/office/drawing/2014/main" id="{F5989328-0BC0-5381-7E12-791BE4851535}"/>
                  </a:ext>
                </a:extLst>
              </p:cNvPr>
              <p:cNvSpPr txBox="1"/>
              <p:nvPr/>
            </p:nvSpPr>
            <p:spPr>
              <a:xfrm>
                <a:off x="7883818" y="3906153"/>
                <a:ext cx="403777"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&gt;9</a:t>
                </a:r>
              </a:p>
            </p:txBody>
          </p:sp>
          <p:sp>
            <p:nvSpPr>
              <p:cNvPr id="31" name="ZoneTexte 30">
                <a:extLst>
                  <a:ext uri="{FF2B5EF4-FFF2-40B4-BE49-F238E27FC236}">
                    <a16:creationId xmlns:a16="http://schemas.microsoft.com/office/drawing/2014/main" id="{9C3245D6-00C9-CF29-5FB7-FD7AD0AE711A}"/>
                  </a:ext>
                </a:extLst>
              </p:cNvPr>
              <p:cNvSpPr txBox="1"/>
              <p:nvPr/>
            </p:nvSpPr>
            <p:spPr>
              <a:xfrm>
                <a:off x="7070340" y="3266076"/>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EXPOSITION</a:t>
                </a: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Dépendance x Pénétration</a:t>
                </a:r>
              </a:p>
            </p:txBody>
          </p:sp>
          <p:sp>
            <p:nvSpPr>
              <p:cNvPr id="32" name="Ellipse 31">
                <a:extLst>
                  <a:ext uri="{FF2B5EF4-FFF2-40B4-BE49-F238E27FC236}">
                    <a16:creationId xmlns:a16="http://schemas.microsoft.com/office/drawing/2014/main" id="{E8E299F7-0695-8443-32CA-CBAEE6E5ACCF}"/>
                  </a:ext>
                </a:extLst>
              </p:cNvPr>
              <p:cNvSpPr>
                <a:spLocks noChangeAspect="1"/>
              </p:cNvSpPr>
              <p:nvPr/>
            </p:nvSpPr>
            <p:spPr>
              <a:xfrm>
                <a:off x="7502105" y="4488062"/>
                <a:ext cx="144000" cy="144000"/>
              </a:xfrm>
              <a:prstGeom prst="ellipse">
                <a:avLst/>
              </a:prstGeom>
              <a:solidFill>
                <a:srgbClr val="FFD7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33" name="ZoneTexte 32">
                <a:extLst>
                  <a:ext uri="{FF2B5EF4-FFF2-40B4-BE49-F238E27FC236}">
                    <a16:creationId xmlns:a16="http://schemas.microsoft.com/office/drawing/2014/main" id="{36CE2D27-4CC8-9C2F-13B4-F33F57F56217}"/>
                  </a:ext>
                </a:extLst>
              </p:cNvPr>
              <p:cNvSpPr txBox="1"/>
              <p:nvPr/>
            </p:nvSpPr>
            <p:spPr>
              <a:xfrm>
                <a:off x="7097574" y="4667762"/>
                <a:ext cx="328397"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&lt;4</a:t>
                </a:r>
              </a:p>
            </p:txBody>
          </p:sp>
          <p:sp>
            <p:nvSpPr>
              <p:cNvPr id="34" name="ZoneTexte 33">
                <a:extLst>
                  <a:ext uri="{FF2B5EF4-FFF2-40B4-BE49-F238E27FC236}">
                    <a16:creationId xmlns:a16="http://schemas.microsoft.com/office/drawing/2014/main" id="{3E012B3D-744C-B086-1E2B-A0212CC057E6}"/>
                  </a:ext>
                </a:extLst>
              </p:cNvPr>
              <p:cNvSpPr txBox="1"/>
              <p:nvPr/>
            </p:nvSpPr>
            <p:spPr>
              <a:xfrm>
                <a:off x="7330956" y="4667762"/>
                <a:ext cx="455202"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4-5</a:t>
                </a:r>
              </a:p>
            </p:txBody>
          </p:sp>
          <p:sp>
            <p:nvSpPr>
              <p:cNvPr id="35" name="ZoneTexte 34">
                <a:extLst>
                  <a:ext uri="{FF2B5EF4-FFF2-40B4-BE49-F238E27FC236}">
                    <a16:creationId xmlns:a16="http://schemas.microsoft.com/office/drawing/2014/main" id="{F6104D68-0D16-B426-D020-6247E2593849}"/>
                  </a:ext>
                </a:extLst>
              </p:cNvPr>
              <p:cNvSpPr txBox="1"/>
              <p:nvPr/>
            </p:nvSpPr>
            <p:spPr>
              <a:xfrm>
                <a:off x="7707175" y="4667762"/>
                <a:ext cx="256092"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6-7</a:t>
                </a:r>
              </a:p>
            </p:txBody>
          </p:sp>
          <p:sp>
            <p:nvSpPr>
              <p:cNvPr id="36" name="ZoneTexte 35">
                <a:extLst>
                  <a:ext uri="{FF2B5EF4-FFF2-40B4-BE49-F238E27FC236}">
                    <a16:creationId xmlns:a16="http://schemas.microsoft.com/office/drawing/2014/main" id="{41F6A5F6-96CC-CB6E-95E7-5CD0A4EF925F}"/>
                  </a:ext>
                </a:extLst>
              </p:cNvPr>
              <p:cNvSpPr txBox="1"/>
              <p:nvPr/>
            </p:nvSpPr>
            <p:spPr>
              <a:xfrm>
                <a:off x="7924366" y="4667762"/>
                <a:ext cx="378925"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&gt;7</a:t>
                </a:r>
              </a:p>
            </p:txBody>
          </p:sp>
          <p:sp>
            <p:nvSpPr>
              <p:cNvPr id="37" name="ZoneTexte 36">
                <a:extLst>
                  <a:ext uri="{FF2B5EF4-FFF2-40B4-BE49-F238E27FC236}">
                    <a16:creationId xmlns:a16="http://schemas.microsoft.com/office/drawing/2014/main" id="{0A19D612-F976-8E45-C7C3-8ED0509F34E6}"/>
                  </a:ext>
                </a:extLst>
              </p:cNvPr>
              <p:cNvSpPr txBox="1"/>
              <p:nvPr/>
            </p:nvSpPr>
            <p:spPr>
              <a:xfrm>
                <a:off x="7070340" y="4160802"/>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FIABILITE CYBER</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Maturité cyber x Confiance</a:t>
                </a:r>
              </a:p>
            </p:txBody>
          </p:sp>
        </p:grpSp>
        <p:sp>
          <p:nvSpPr>
            <p:cNvPr id="47" name="Rectangle 46">
              <a:extLst>
                <a:ext uri="{FF2B5EF4-FFF2-40B4-BE49-F238E27FC236}">
                  <a16:creationId xmlns:a16="http://schemas.microsoft.com/office/drawing/2014/main" id="{324F017F-EA20-7506-95D1-694ED787D82F}"/>
                </a:ext>
              </a:extLst>
            </p:cNvPr>
            <p:cNvSpPr/>
            <p:nvPr/>
          </p:nvSpPr>
          <p:spPr>
            <a:xfrm>
              <a:off x="9683545" y="4126702"/>
              <a:ext cx="2067252" cy="2220479"/>
            </a:xfrm>
            <a:prstGeom prst="rect">
              <a:avLst/>
            </a:prstGeom>
            <a:no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4" name="Ellipse 63">
              <a:extLst>
                <a:ext uri="{FF2B5EF4-FFF2-40B4-BE49-F238E27FC236}">
                  <a16:creationId xmlns:a16="http://schemas.microsoft.com/office/drawing/2014/main" id="{3661A6B0-E152-00EB-BAC6-7E529AB43B9A}"/>
                </a:ext>
              </a:extLst>
            </p:cNvPr>
            <p:cNvSpPr>
              <a:spLocks noChangeAspect="1"/>
            </p:cNvSpPr>
            <p:nvPr/>
          </p:nvSpPr>
          <p:spPr>
            <a:xfrm>
              <a:off x="9947119" y="5804492"/>
              <a:ext cx="192000" cy="192000"/>
            </a:xfrm>
            <a:prstGeom prst="ellipse">
              <a:avLst/>
            </a:prstGeom>
            <a:solidFill>
              <a:srgbClr val="C000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5" name="Ellipse 64">
              <a:extLst>
                <a:ext uri="{FF2B5EF4-FFF2-40B4-BE49-F238E27FC236}">
                  <a16:creationId xmlns:a16="http://schemas.microsoft.com/office/drawing/2014/main" id="{272E9785-DE66-C453-E917-E4A6B5BB2DB2}"/>
                </a:ext>
              </a:extLst>
            </p:cNvPr>
            <p:cNvSpPr>
              <a:spLocks noChangeAspect="1"/>
            </p:cNvSpPr>
            <p:nvPr/>
          </p:nvSpPr>
          <p:spPr>
            <a:xfrm>
              <a:off x="10693359" y="5804492"/>
              <a:ext cx="192000" cy="192000"/>
            </a:xfrm>
            <a:prstGeom prst="ellipse">
              <a:avLst/>
            </a:prstGeom>
            <a:solidFill>
              <a:schemeClr val="tx2">
                <a:lumMod val="60000"/>
                <a:lumOff val="40000"/>
              </a:schemeClr>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6" name="Ellipse 65">
              <a:extLst>
                <a:ext uri="{FF2B5EF4-FFF2-40B4-BE49-F238E27FC236}">
                  <a16:creationId xmlns:a16="http://schemas.microsoft.com/office/drawing/2014/main" id="{FE1FFEC2-18CE-6889-7F8B-E080F0948544}"/>
                </a:ext>
              </a:extLst>
            </p:cNvPr>
            <p:cNvSpPr>
              <a:spLocks noChangeAspect="1"/>
            </p:cNvSpPr>
            <p:nvPr/>
          </p:nvSpPr>
          <p:spPr>
            <a:xfrm>
              <a:off x="11066477" y="5804492"/>
              <a:ext cx="192000" cy="192000"/>
            </a:xfrm>
            <a:prstGeom prst="ellipse">
              <a:avLst/>
            </a:prstGeom>
            <a:solidFill>
              <a:srgbClr val="00B05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grpSp>
      <p:pic>
        <p:nvPicPr>
          <p:cNvPr id="3" name="Image 2">
            <a:extLst>
              <a:ext uri="{FF2B5EF4-FFF2-40B4-BE49-F238E27FC236}">
                <a16:creationId xmlns:a16="http://schemas.microsoft.com/office/drawing/2014/main" id="{66E21800-75BF-4F3E-7393-52DEB5AC9D16}"/>
              </a:ext>
            </a:extLst>
          </p:cNvPr>
          <p:cNvPicPr>
            <a:picLocks noChangeAspect="1"/>
          </p:cNvPicPr>
          <p:nvPr/>
        </p:nvPicPr>
        <p:blipFill>
          <a:blip r:embed="rId3"/>
          <a:stretch>
            <a:fillRect/>
          </a:stretch>
        </p:blipFill>
        <p:spPr>
          <a:xfrm>
            <a:off x="11112000" y="0"/>
            <a:ext cx="1080000" cy="1080000"/>
          </a:xfrm>
          <a:prstGeom prst="rect">
            <a:avLst/>
          </a:prstGeom>
        </p:spPr>
      </p:pic>
      <p:sp>
        <p:nvSpPr>
          <p:cNvPr id="67" name="ZoneTexte 66">
            <a:extLst>
              <a:ext uri="{FF2B5EF4-FFF2-40B4-BE49-F238E27FC236}">
                <a16:creationId xmlns:a16="http://schemas.microsoft.com/office/drawing/2014/main" id="{9A176A92-5626-2A46-7BEB-E3BA5B48BCD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806749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63B7C-0A14-20E3-BEB3-E654D6E24CF6}"/>
              </a:ext>
            </a:extLst>
          </p:cNvPr>
          <p:cNvSpPr>
            <a:spLocks noGrp="1"/>
          </p:cNvSpPr>
          <p:nvPr>
            <p:ph type="title"/>
          </p:nvPr>
        </p:nvSpPr>
        <p:spPr/>
        <p:txBody>
          <a:bodyPr>
            <a:normAutofit fontScale="90000"/>
          </a:bodyPr>
          <a:lstStyle/>
          <a:p>
            <a:r>
              <a:rPr lang="fr-FR" dirty="0"/>
              <a:t>Outil 09 – Analyser les scénarios stratégiques</a:t>
            </a:r>
          </a:p>
        </p:txBody>
      </p:sp>
      <p:sp>
        <p:nvSpPr>
          <p:cNvPr id="4" name="Espace réservé de la date 3">
            <a:extLst>
              <a:ext uri="{FF2B5EF4-FFF2-40B4-BE49-F238E27FC236}">
                <a16:creationId xmlns:a16="http://schemas.microsoft.com/office/drawing/2014/main" id="{EFCBDF67-72FD-FF98-848B-05B448FC43E4}"/>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7780C966-1F38-130A-104B-7721C09DDE6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A7E2D0B-FD29-D1DD-2DCC-C605EFA034EF}"/>
              </a:ext>
            </a:extLst>
          </p:cNvPr>
          <p:cNvSpPr>
            <a:spLocks noGrp="1"/>
          </p:cNvSpPr>
          <p:nvPr>
            <p:ph type="sldNum" sz="quarter" idx="12"/>
          </p:nvPr>
        </p:nvSpPr>
        <p:spPr/>
        <p:txBody>
          <a:bodyPr/>
          <a:lstStyle/>
          <a:p>
            <a:fld id="{294A09A9-5501-47C1-A89A-A340965A2BE2}" type="slidenum">
              <a:rPr lang="fr-FR" smtClean="0"/>
              <a:pPr/>
              <a:t>86</a:t>
            </a:fld>
            <a:endParaRPr lang="fr-FR"/>
          </a:p>
        </p:txBody>
      </p:sp>
      <p:sp>
        <p:nvSpPr>
          <p:cNvPr id="3" name="Espace réservé du texte 2">
            <a:extLst>
              <a:ext uri="{FF2B5EF4-FFF2-40B4-BE49-F238E27FC236}">
                <a16:creationId xmlns:a16="http://schemas.microsoft.com/office/drawing/2014/main" id="{C4CCAA26-F056-7835-F29A-FAB748D430B4}"/>
              </a:ext>
            </a:extLst>
          </p:cNvPr>
          <p:cNvSpPr>
            <a:spLocks noGrp="1"/>
          </p:cNvSpPr>
          <p:nvPr>
            <p:ph type="body" sz="quarter" idx="13"/>
          </p:nvPr>
        </p:nvSpPr>
        <p:spPr/>
        <p:txBody>
          <a:bodyPr/>
          <a:lstStyle/>
          <a:p>
            <a:r>
              <a:rPr lang="fr-FR" dirty="0"/>
              <a:t>Quels chemins dans l’écosystème ?</a:t>
            </a:r>
          </a:p>
        </p:txBody>
      </p:sp>
      <p:pic>
        <p:nvPicPr>
          <p:cNvPr id="7" name="Image 6">
            <a:extLst>
              <a:ext uri="{FF2B5EF4-FFF2-40B4-BE49-F238E27FC236}">
                <a16:creationId xmlns:a16="http://schemas.microsoft.com/office/drawing/2014/main" id="{5964DF83-15A1-2ED6-8007-F9DDD214DA46}"/>
              </a:ext>
            </a:extLst>
          </p:cNvPr>
          <p:cNvPicPr>
            <a:picLocks noChangeAspect="1"/>
          </p:cNvPicPr>
          <p:nvPr/>
        </p:nvPicPr>
        <p:blipFill>
          <a:blip r:embed="rId2"/>
          <a:stretch>
            <a:fillRect/>
          </a:stretch>
        </p:blipFill>
        <p:spPr>
          <a:xfrm>
            <a:off x="4762827" y="1235423"/>
            <a:ext cx="5029965" cy="5029965"/>
          </a:xfrm>
          <a:prstGeom prst="rect">
            <a:avLst/>
          </a:prstGeom>
        </p:spPr>
      </p:pic>
      <p:pic>
        <p:nvPicPr>
          <p:cNvPr id="8" name="Image 7">
            <a:extLst>
              <a:ext uri="{FF2B5EF4-FFF2-40B4-BE49-F238E27FC236}">
                <a16:creationId xmlns:a16="http://schemas.microsoft.com/office/drawing/2014/main" id="{972F6E40-A32C-502C-1899-C62C77D9924C}"/>
              </a:ext>
            </a:extLst>
          </p:cNvPr>
          <p:cNvPicPr>
            <a:picLocks noChangeAspect="1"/>
          </p:cNvPicPr>
          <p:nvPr/>
        </p:nvPicPr>
        <p:blipFill>
          <a:blip r:embed="rId3"/>
          <a:stretch>
            <a:fillRect/>
          </a:stretch>
        </p:blipFill>
        <p:spPr>
          <a:xfrm>
            <a:off x="5595091" y="2067687"/>
            <a:ext cx="3365437" cy="3365437"/>
          </a:xfrm>
          <a:prstGeom prst="rect">
            <a:avLst/>
          </a:prstGeom>
        </p:spPr>
      </p:pic>
      <p:sp>
        <p:nvSpPr>
          <p:cNvPr id="9" name="Rectangle à coins arrondis 4">
            <a:extLst>
              <a:ext uri="{FF2B5EF4-FFF2-40B4-BE49-F238E27FC236}">
                <a16:creationId xmlns:a16="http://schemas.microsoft.com/office/drawing/2014/main" id="{76B43752-F3CE-ABCA-B7E6-11B8497A44EE}"/>
              </a:ext>
            </a:extLst>
          </p:cNvPr>
          <p:cNvSpPr/>
          <p:nvPr/>
        </p:nvSpPr>
        <p:spPr>
          <a:xfrm>
            <a:off x="5298540" y="1768379"/>
            <a:ext cx="684456"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0" name="Rectangle à coins arrondis 4">
            <a:extLst>
              <a:ext uri="{FF2B5EF4-FFF2-40B4-BE49-F238E27FC236}">
                <a16:creationId xmlns:a16="http://schemas.microsoft.com/office/drawing/2014/main" id="{2D791F04-A7CD-D232-1C27-C6A0512FA758}"/>
              </a:ext>
            </a:extLst>
          </p:cNvPr>
          <p:cNvSpPr/>
          <p:nvPr/>
        </p:nvSpPr>
        <p:spPr>
          <a:xfrm>
            <a:off x="5918237" y="3509034"/>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1" name="Rectangle à coins arrondis 4">
            <a:extLst>
              <a:ext uri="{FF2B5EF4-FFF2-40B4-BE49-F238E27FC236}">
                <a16:creationId xmlns:a16="http://schemas.microsoft.com/office/drawing/2014/main" id="{AF29538D-E06E-A4BC-D124-09B2F0A8EC43}"/>
              </a:ext>
            </a:extLst>
          </p:cNvPr>
          <p:cNvSpPr/>
          <p:nvPr/>
        </p:nvSpPr>
        <p:spPr>
          <a:xfrm>
            <a:off x="5036681" y="4233931"/>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2" name="Rectangle à coins arrondis 4">
            <a:extLst>
              <a:ext uri="{FF2B5EF4-FFF2-40B4-BE49-F238E27FC236}">
                <a16:creationId xmlns:a16="http://schemas.microsoft.com/office/drawing/2014/main" id="{D3AB223B-07F6-EB1E-7E10-1D3101192BC7}"/>
              </a:ext>
            </a:extLst>
          </p:cNvPr>
          <p:cNvSpPr/>
          <p:nvPr/>
        </p:nvSpPr>
        <p:spPr>
          <a:xfrm>
            <a:off x="8174866" y="4171491"/>
            <a:ext cx="672473"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3" name="Rectangle à coins arrondis 4">
            <a:extLst>
              <a:ext uri="{FF2B5EF4-FFF2-40B4-BE49-F238E27FC236}">
                <a16:creationId xmlns:a16="http://schemas.microsoft.com/office/drawing/2014/main" id="{A6279623-E29B-90FF-68AC-D1E6EB45D2D1}"/>
              </a:ext>
            </a:extLst>
          </p:cNvPr>
          <p:cNvSpPr/>
          <p:nvPr/>
        </p:nvSpPr>
        <p:spPr>
          <a:xfrm>
            <a:off x="8911674" y="4840032"/>
            <a:ext cx="722991"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4" name="Rectangle à coins arrondis 4">
            <a:extLst>
              <a:ext uri="{FF2B5EF4-FFF2-40B4-BE49-F238E27FC236}">
                <a16:creationId xmlns:a16="http://schemas.microsoft.com/office/drawing/2014/main" id="{0489EBE9-6598-F710-1227-C6313FA84385}"/>
              </a:ext>
            </a:extLst>
          </p:cNvPr>
          <p:cNvSpPr/>
          <p:nvPr/>
        </p:nvSpPr>
        <p:spPr>
          <a:xfrm>
            <a:off x="8951218" y="2529416"/>
            <a:ext cx="6834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5" name="Rectangle à coins arrondis 4">
            <a:extLst>
              <a:ext uri="{FF2B5EF4-FFF2-40B4-BE49-F238E27FC236}">
                <a16:creationId xmlns:a16="http://schemas.microsoft.com/office/drawing/2014/main" id="{1EC31929-5018-A53C-4896-6EA669ECAF9F}"/>
              </a:ext>
            </a:extLst>
          </p:cNvPr>
          <p:cNvSpPr/>
          <p:nvPr/>
        </p:nvSpPr>
        <p:spPr>
          <a:xfrm>
            <a:off x="6151977" y="5753687"/>
            <a:ext cx="22197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b="1" dirty="0">
                <a:solidFill>
                  <a:srgbClr val="252525"/>
                </a:solidFill>
                <a:latin typeface="Segoe UI" panose="020B0502040204020203" pitchFamily="34" charset="0"/>
                <a:cs typeface="Segoe UI" panose="020B0502040204020203" pitchFamily="34" charset="0"/>
              </a:rPr>
              <a:t>ÉCOSYSTÈME</a:t>
            </a:r>
          </a:p>
        </p:txBody>
      </p:sp>
      <p:sp>
        <p:nvSpPr>
          <p:cNvPr id="16" name="Rectangle 15">
            <a:extLst>
              <a:ext uri="{FF2B5EF4-FFF2-40B4-BE49-F238E27FC236}">
                <a16:creationId xmlns:a16="http://schemas.microsoft.com/office/drawing/2014/main" id="{3E3DAF98-7591-9722-65D4-AE78AF356A4F}"/>
              </a:ext>
            </a:extLst>
          </p:cNvPr>
          <p:cNvSpPr/>
          <p:nvPr/>
        </p:nvSpPr>
        <p:spPr bwMode="auto">
          <a:xfrm>
            <a:off x="2154300" y="3389052"/>
            <a:ext cx="2112235" cy="779771"/>
          </a:xfrm>
          <a:prstGeom prst="rect">
            <a:avLst/>
          </a:prstGeom>
          <a:noFill/>
          <a:ln w="9525" cap="flat" cmpd="sng" algn="ctr">
            <a:noFill/>
            <a:prstDash val="solid"/>
          </a:ln>
          <a:effectLst/>
        </p:spPr>
        <p:txBody>
          <a:bodyPr lIns="0" tIns="0" rIns="0" bIns="0" anchor="t"/>
          <a:lstStyle/>
          <a:p>
            <a:pPr>
              <a:defRPr/>
            </a:pPr>
            <a:r>
              <a:rPr lang="fr-FR" sz="1067" b="1" i="1" dirty="0">
                <a:solidFill>
                  <a:srgbClr val="252525"/>
                </a:solidFill>
                <a:latin typeface="Segoe UI" panose="020B0502040204020203" pitchFamily="34" charset="0"/>
                <a:cs typeface="Segoe UI" panose="020B0502040204020203" pitchFamily="34" charset="0"/>
              </a:rPr>
              <a:t>Légende</a:t>
            </a:r>
          </a:p>
          <a:p>
            <a:pPr>
              <a:spcAft>
                <a:spcPts val="400"/>
              </a:spcAft>
              <a:defRPr/>
            </a:pPr>
            <a:endParaRPr lang="fr-FR" sz="1067" b="1" i="1" dirty="0">
              <a:solidFill>
                <a:srgbClr val="252525"/>
              </a:solidFill>
              <a:latin typeface="Segoe UI" panose="020B0502040204020203" pitchFamily="34" charset="0"/>
              <a:cs typeface="Segoe UI" panose="020B0502040204020203" pitchFamily="34" charset="0"/>
            </a:endParaRPr>
          </a:p>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directement reliée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au système (1</a:t>
            </a:r>
            <a:r>
              <a:rPr lang="fr-FR" sz="1067" i="1" baseline="30000" dirty="0">
                <a:solidFill>
                  <a:srgbClr val="252525"/>
                </a:solidFill>
                <a:latin typeface="Segoe UI" panose="020B0502040204020203" pitchFamily="34" charset="0"/>
                <a:cs typeface="Segoe UI" panose="020B0502040204020203" pitchFamily="34" charset="0"/>
              </a:rPr>
              <a:t>er</a:t>
            </a:r>
            <a:r>
              <a:rPr lang="fr-FR" sz="1067" i="1" dirty="0">
                <a:solidFill>
                  <a:srgbClr val="252525"/>
                </a:solidFill>
                <a:latin typeface="Segoe UI" panose="020B0502040204020203" pitchFamily="34" charset="0"/>
                <a:cs typeface="Segoe UI" panose="020B0502040204020203" pitchFamily="34" charset="0"/>
              </a:rPr>
              <a:t> niveau de relation)</a:t>
            </a:r>
          </a:p>
        </p:txBody>
      </p:sp>
      <p:pic>
        <p:nvPicPr>
          <p:cNvPr id="17" name="Image 16">
            <a:extLst>
              <a:ext uri="{FF2B5EF4-FFF2-40B4-BE49-F238E27FC236}">
                <a16:creationId xmlns:a16="http://schemas.microsoft.com/office/drawing/2014/main" id="{606CE113-D2D4-3C4C-D78A-9B9688C35E7C}"/>
              </a:ext>
            </a:extLst>
          </p:cNvPr>
          <p:cNvPicPr>
            <a:picLocks noChangeAspect="1"/>
          </p:cNvPicPr>
          <p:nvPr/>
        </p:nvPicPr>
        <p:blipFill>
          <a:blip r:embed="rId4"/>
          <a:stretch>
            <a:fillRect/>
          </a:stretch>
        </p:blipFill>
        <p:spPr>
          <a:xfrm>
            <a:off x="1587164" y="4298713"/>
            <a:ext cx="480000" cy="480000"/>
          </a:xfrm>
          <a:prstGeom prst="rect">
            <a:avLst/>
          </a:prstGeom>
        </p:spPr>
      </p:pic>
      <p:pic>
        <p:nvPicPr>
          <p:cNvPr id="18" name="Image 17">
            <a:extLst>
              <a:ext uri="{FF2B5EF4-FFF2-40B4-BE49-F238E27FC236}">
                <a16:creationId xmlns:a16="http://schemas.microsoft.com/office/drawing/2014/main" id="{D0CE420D-95BD-ED4A-5524-19D8BC4F3781}"/>
              </a:ext>
            </a:extLst>
          </p:cNvPr>
          <p:cNvPicPr>
            <a:picLocks noChangeAspect="1"/>
          </p:cNvPicPr>
          <p:nvPr/>
        </p:nvPicPr>
        <p:blipFill>
          <a:blip r:embed="rId5"/>
          <a:stretch>
            <a:fillRect/>
          </a:stretch>
        </p:blipFill>
        <p:spPr>
          <a:xfrm>
            <a:off x="1587164" y="3688823"/>
            <a:ext cx="505263" cy="480000"/>
          </a:xfrm>
          <a:prstGeom prst="rect">
            <a:avLst/>
          </a:prstGeom>
        </p:spPr>
      </p:pic>
      <p:pic>
        <p:nvPicPr>
          <p:cNvPr id="19" name="Image 18">
            <a:extLst>
              <a:ext uri="{FF2B5EF4-FFF2-40B4-BE49-F238E27FC236}">
                <a16:creationId xmlns:a16="http://schemas.microsoft.com/office/drawing/2014/main" id="{84EC06E0-6CB2-9425-8044-A3208C55FF28}"/>
              </a:ext>
            </a:extLst>
          </p:cNvPr>
          <p:cNvPicPr>
            <a:picLocks noChangeAspect="1"/>
          </p:cNvPicPr>
          <p:nvPr/>
        </p:nvPicPr>
        <p:blipFill>
          <a:blip r:embed="rId6"/>
          <a:stretch>
            <a:fillRect/>
          </a:stretch>
        </p:blipFill>
        <p:spPr>
          <a:xfrm>
            <a:off x="4240621" y="2077587"/>
            <a:ext cx="720000" cy="720000"/>
          </a:xfrm>
          <a:prstGeom prst="rect">
            <a:avLst/>
          </a:prstGeom>
        </p:spPr>
      </p:pic>
      <p:pic>
        <p:nvPicPr>
          <p:cNvPr id="20" name="Image 19">
            <a:extLst>
              <a:ext uri="{FF2B5EF4-FFF2-40B4-BE49-F238E27FC236}">
                <a16:creationId xmlns:a16="http://schemas.microsoft.com/office/drawing/2014/main" id="{83F61318-E5BB-D91E-66C8-A1D4889EC625}"/>
              </a:ext>
            </a:extLst>
          </p:cNvPr>
          <p:cNvPicPr>
            <a:picLocks noChangeAspect="1"/>
          </p:cNvPicPr>
          <p:nvPr/>
        </p:nvPicPr>
        <p:blipFill>
          <a:blip r:embed="rId6"/>
          <a:stretch>
            <a:fillRect/>
          </a:stretch>
        </p:blipFill>
        <p:spPr>
          <a:xfrm>
            <a:off x="9989865" y="3845592"/>
            <a:ext cx="720000" cy="720000"/>
          </a:xfrm>
          <a:prstGeom prst="rect">
            <a:avLst/>
          </a:prstGeom>
        </p:spPr>
      </p:pic>
      <p:pic>
        <p:nvPicPr>
          <p:cNvPr id="21" name="Image 20">
            <a:extLst>
              <a:ext uri="{FF2B5EF4-FFF2-40B4-BE49-F238E27FC236}">
                <a16:creationId xmlns:a16="http://schemas.microsoft.com/office/drawing/2014/main" id="{3D0B9CE2-503A-BA3E-694F-05621F6B0510}"/>
              </a:ext>
            </a:extLst>
          </p:cNvPr>
          <p:cNvPicPr>
            <a:picLocks noChangeAspect="1"/>
          </p:cNvPicPr>
          <p:nvPr/>
        </p:nvPicPr>
        <p:blipFill>
          <a:blip r:embed="rId7"/>
          <a:stretch>
            <a:fillRect/>
          </a:stretch>
        </p:blipFill>
        <p:spPr>
          <a:xfrm>
            <a:off x="5318349" y="2040391"/>
            <a:ext cx="720000" cy="720000"/>
          </a:xfrm>
          <a:prstGeom prst="rect">
            <a:avLst/>
          </a:prstGeom>
        </p:spPr>
      </p:pic>
      <p:pic>
        <p:nvPicPr>
          <p:cNvPr id="22" name="Image 21">
            <a:extLst>
              <a:ext uri="{FF2B5EF4-FFF2-40B4-BE49-F238E27FC236}">
                <a16:creationId xmlns:a16="http://schemas.microsoft.com/office/drawing/2014/main" id="{32094D6D-1BA3-6051-F405-A6C10504A017}"/>
              </a:ext>
            </a:extLst>
          </p:cNvPr>
          <p:cNvPicPr>
            <a:picLocks noChangeAspect="1"/>
          </p:cNvPicPr>
          <p:nvPr/>
        </p:nvPicPr>
        <p:blipFill>
          <a:blip r:embed="rId7"/>
          <a:stretch>
            <a:fillRect/>
          </a:stretch>
        </p:blipFill>
        <p:spPr>
          <a:xfrm>
            <a:off x="8924176" y="2811736"/>
            <a:ext cx="720000" cy="720000"/>
          </a:xfrm>
          <a:prstGeom prst="rect">
            <a:avLst/>
          </a:prstGeom>
        </p:spPr>
      </p:pic>
      <p:pic>
        <p:nvPicPr>
          <p:cNvPr id="23" name="Image 22">
            <a:extLst>
              <a:ext uri="{FF2B5EF4-FFF2-40B4-BE49-F238E27FC236}">
                <a16:creationId xmlns:a16="http://schemas.microsoft.com/office/drawing/2014/main" id="{8E314BC6-3C4C-20C8-AF81-551A1310BAA9}"/>
              </a:ext>
            </a:extLst>
          </p:cNvPr>
          <p:cNvPicPr>
            <a:picLocks noChangeAspect="1"/>
          </p:cNvPicPr>
          <p:nvPr/>
        </p:nvPicPr>
        <p:blipFill>
          <a:blip r:embed="rId7"/>
          <a:stretch>
            <a:fillRect/>
          </a:stretch>
        </p:blipFill>
        <p:spPr>
          <a:xfrm>
            <a:off x="8884197" y="4090675"/>
            <a:ext cx="720000" cy="720000"/>
          </a:xfrm>
          <a:prstGeom prst="rect">
            <a:avLst/>
          </a:prstGeom>
        </p:spPr>
      </p:pic>
      <p:pic>
        <p:nvPicPr>
          <p:cNvPr id="24" name="Image 23">
            <a:extLst>
              <a:ext uri="{FF2B5EF4-FFF2-40B4-BE49-F238E27FC236}">
                <a16:creationId xmlns:a16="http://schemas.microsoft.com/office/drawing/2014/main" id="{81F63B98-B6A5-D35C-3C56-C5A927A4D782}"/>
              </a:ext>
            </a:extLst>
          </p:cNvPr>
          <p:cNvPicPr>
            <a:picLocks noChangeAspect="1"/>
          </p:cNvPicPr>
          <p:nvPr/>
        </p:nvPicPr>
        <p:blipFill>
          <a:blip r:embed="rId8"/>
          <a:stretch>
            <a:fillRect/>
          </a:stretch>
        </p:blipFill>
        <p:spPr>
          <a:xfrm>
            <a:off x="5805582" y="4005723"/>
            <a:ext cx="720000" cy="720000"/>
          </a:xfrm>
          <a:prstGeom prst="rect">
            <a:avLst/>
          </a:prstGeom>
        </p:spPr>
      </p:pic>
      <p:pic>
        <p:nvPicPr>
          <p:cNvPr id="25" name="Image 24">
            <a:extLst>
              <a:ext uri="{FF2B5EF4-FFF2-40B4-BE49-F238E27FC236}">
                <a16:creationId xmlns:a16="http://schemas.microsoft.com/office/drawing/2014/main" id="{FC0C59F3-CA68-E72D-AAB7-0E378F757C0F}"/>
              </a:ext>
            </a:extLst>
          </p:cNvPr>
          <p:cNvPicPr>
            <a:picLocks noChangeAspect="1"/>
          </p:cNvPicPr>
          <p:nvPr/>
        </p:nvPicPr>
        <p:blipFill>
          <a:blip r:embed="rId8"/>
          <a:stretch>
            <a:fillRect/>
          </a:stretch>
        </p:blipFill>
        <p:spPr>
          <a:xfrm>
            <a:off x="8132218" y="3427443"/>
            <a:ext cx="720000" cy="720000"/>
          </a:xfrm>
          <a:prstGeom prst="rect">
            <a:avLst/>
          </a:prstGeom>
        </p:spPr>
      </p:pic>
      <p:pic>
        <p:nvPicPr>
          <p:cNvPr id="26" name="Image 25">
            <a:extLst>
              <a:ext uri="{FF2B5EF4-FFF2-40B4-BE49-F238E27FC236}">
                <a16:creationId xmlns:a16="http://schemas.microsoft.com/office/drawing/2014/main" id="{4221BA11-8F34-1B9C-6F65-949E6DDA073B}"/>
              </a:ext>
            </a:extLst>
          </p:cNvPr>
          <p:cNvPicPr>
            <a:picLocks noChangeAspect="1"/>
          </p:cNvPicPr>
          <p:nvPr/>
        </p:nvPicPr>
        <p:blipFill>
          <a:blip r:embed="rId9"/>
          <a:stretch>
            <a:fillRect/>
          </a:stretch>
        </p:blipFill>
        <p:spPr>
          <a:xfrm>
            <a:off x="10208445" y="2380976"/>
            <a:ext cx="833221" cy="833221"/>
          </a:xfrm>
          <a:prstGeom prst="rect">
            <a:avLst/>
          </a:prstGeom>
        </p:spPr>
      </p:pic>
      <p:pic>
        <p:nvPicPr>
          <p:cNvPr id="27" name="Image 26">
            <a:extLst>
              <a:ext uri="{FF2B5EF4-FFF2-40B4-BE49-F238E27FC236}">
                <a16:creationId xmlns:a16="http://schemas.microsoft.com/office/drawing/2014/main" id="{4B58B2D1-A6AE-C5D9-6E21-650810EE7D7C}"/>
              </a:ext>
            </a:extLst>
          </p:cNvPr>
          <p:cNvPicPr>
            <a:picLocks noChangeAspect="1"/>
          </p:cNvPicPr>
          <p:nvPr/>
        </p:nvPicPr>
        <p:blipFill>
          <a:blip r:embed="rId9"/>
          <a:stretch>
            <a:fillRect/>
          </a:stretch>
        </p:blipFill>
        <p:spPr>
          <a:xfrm>
            <a:off x="4633444" y="5447079"/>
            <a:ext cx="833221" cy="833221"/>
          </a:xfrm>
          <a:prstGeom prst="rect">
            <a:avLst/>
          </a:prstGeom>
        </p:spPr>
      </p:pic>
      <p:pic>
        <p:nvPicPr>
          <p:cNvPr id="28" name="Image 27">
            <a:extLst>
              <a:ext uri="{FF2B5EF4-FFF2-40B4-BE49-F238E27FC236}">
                <a16:creationId xmlns:a16="http://schemas.microsoft.com/office/drawing/2014/main" id="{721864E5-5D2B-5E25-490A-86C99C8CFC79}"/>
              </a:ext>
            </a:extLst>
          </p:cNvPr>
          <p:cNvPicPr>
            <a:picLocks noChangeAspect="1"/>
          </p:cNvPicPr>
          <p:nvPr/>
        </p:nvPicPr>
        <p:blipFill>
          <a:blip r:embed="rId10"/>
          <a:stretch>
            <a:fillRect/>
          </a:stretch>
        </p:blipFill>
        <p:spPr>
          <a:xfrm>
            <a:off x="4950201" y="2394296"/>
            <a:ext cx="329689" cy="86585"/>
          </a:xfrm>
          <a:prstGeom prst="rect">
            <a:avLst/>
          </a:prstGeom>
        </p:spPr>
      </p:pic>
      <p:pic>
        <p:nvPicPr>
          <p:cNvPr id="29" name="Image 28">
            <a:extLst>
              <a:ext uri="{FF2B5EF4-FFF2-40B4-BE49-F238E27FC236}">
                <a16:creationId xmlns:a16="http://schemas.microsoft.com/office/drawing/2014/main" id="{335CCD50-BA86-8E6F-40AC-B2A69440825F}"/>
              </a:ext>
            </a:extLst>
          </p:cNvPr>
          <p:cNvPicPr>
            <a:picLocks noChangeAspect="1"/>
          </p:cNvPicPr>
          <p:nvPr/>
        </p:nvPicPr>
        <p:blipFill>
          <a:blip r:embed="rId11"/>
          <a:stretch>
            <a:fillRect/>
          </a:stretch>
        </p:blipFill>
        <p:spPr>
          <a:xfrm>
            <a:off x="5866990" y="2719709"/>
            <a:ext cx="188855" cy="175036"/>
          </a:xfrm>
          <a:prstGeom prst="rect">
            <a:avLst/>
          </a:prstGeom>
        </p:spPr>
      </p:pic>
      <p:pic>
        <p:nvPicPr>
          <p:cNvPr id="30" name="Image 29">
            <a:extLst>
              <a:ext uri="{FF2B5EF4-FFF2-40B4-BE49-F238E27FC236}">
                <a16:creationId xmlns:a16="http://schemas.microsoft.com/office/drawing/2014/main" id="{B496547C-BC6F-DFEE-CE5D-75956BE964FB}"/>
              </a:ext>
            </a:extLst>
          </p:cNvPr>
          <p:cNvPicPr>
            <a:picLocks noChangeAspect="1"/>
          </p:cNvPicPr>
          <p:nvPr/>
        </p:nvPicPr>
        <p:blipFill>
          <a:blip r:embed="rId12"/>
          <a:stretch>
            <a:fillRect/>
          </a:stretch>
        </p:blipFill>
        <p:spPr>
          <a:xfrm>
            <a:off x="9535473" y="3446927"/>
            <a:ext cx="523037" cy="533568"/>
          </a:xfrm>
          <a:prstGeom prst="rect">
            <a:avLst/>
          </a:prstGeom>
        </p:spPr>
      </p:pic>
      <p:sp>
        <p:nvSpPr>
          <p:cNvPr id="31" name="Rectangle à coins arrondis 4">
            <a:extLst>
              <a:ext uri="{FF2B5EF4-FFF2-40B4-BE49-F238E27FC236}">
                <a16:creationId xmlns:a16="http://schemas.microsoft.com/office/drawing/2014/main" id="{7E466565-D3E6-F212-87CD-72CCFFDB63A7}"/>
              </a:ext>
            </a:extLst>
          </p:cNvPr>
          <p:cNvSpPr/>
          <p:nvPr/>
        </p:nvSpPr>
        <p:spPr>
          <a:xfrm>
            <a:off x="4008049" y="5583107"/>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sp>
        <p:nvSpPr>
          <p:cNvPr id="32" name="Rectangle à coins arrondis 4">
            <a:extLst>
              <a:ext uri="{FF2B5EF4-FFF2-40B4-BE49-F238E27FC236}">
                <a16:creationId xmlns:a16="http://schemas.microsoft.com/office/drawing/2014/main" id="{11E42524-9279-894C-9267-A7F43CFA1989}"/>
              </a:ext>
            </a:extLst>
          </p:cNvPr>
          <p:cNvSpPr/>
          <p:nvPr/>
        </p:nvSpPr>
        <p:spPr>
          <a:xfrm>
            <a:off x="10915261" y="2544799"/>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pic>
        <p:nvPicPr>
          <p:cNvPr id="33" name="Image 32">
            <a:extLst>
              <a:ext uri="{FF2B5EF4-FFF2-40B4-BE49-F238E27FC236}">
                <a16:creationId xmlns:a16="http://schemas.microsoft.com/office/drawing/2014/main" id="{BEC30002-5361-3C37-0F12-788FB74432CC}"/>
              </a:ext>
            </a:extLst>
          </p:cNvPr>
          <p:cNvPicPr>
            <a:picLocks noChangeAspect="1"/>
          </p:cNvPicPr>
          <p:nvPr/>
        </p:nvPicPr>
        <p:blipFill>
          <a:blip r:embed="rId13"/>
          <a:stretch>
            <a:fillRect/>
          </a:stretch>
        </p:blipFill>
        <p:spPr>
          <a:xfrm>
            <a:off x="6585660" y="2943957"/>
            <a:ext cx="1384300" cy="1612900"/>
          </a:xfrm>
          <a:prstGeom prst="rect">
            <a:avLst/>
          </a:prstGeom>
        </p:spPr>
      </p:pic>
      <p:sp>
        <p:nvSpPr>
          <p:cNvPr id="34" name="Rectangle à coins arrondis 4">
            <a:extLst>
              <a:ext uri="{FF2B5EF4-FFF2-40B4-BE49-F238E27FC236}">
                <a16:creationId xmlns:a16="http://schemas.microsoft.com/office/drawing/2014/main" id="{4F28F4B6-9F93-344F-BD3A-5983B81DB532}"/>
              </a:ext>
            </a:extLst>
          </p:cNvPr>
          <p:cNvSpPr/>
          <p:nvPr/>
        </p:nvSpPr>
        <p:spPr>
          <a:xfrm>
            <a:off x="6638342" y="4069787"/>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933" b="1" dirty="0">
                <a:solidFill>
                  <a:srgbClr val="252525"/>
                </a:solidFill>
                <a:latin typeface="Segoe UI" panose="020B0502040204020203" pitchFamily="34" charset="0"/>
                <a:cs typeface="Segoe UI" panose="020B0502040204020203" pitchFamily="34" charset="0"/>
              </a:rPr>
              <a:t>OBJET DE L’ÉTUDE</a:t>
            </a:r>
          </a:p>
        </p:txBody>
      </p:sp>
      <p:sp>
        <p:nvSpPr>
          <p:cNvPr id="35" name="Rectangle à coins arrondis 4">
            <a:extLst>
              <a:ext uri="{FF2B5EF4-FFF2-40B4-BE49-F238E27FC236}">
                <a16:creationId xmlns:a16="http://schemas.microsoft.com/office/drawing/2014/main" id="{82629880-010D-18CC-375E-E3EE4EE2CAE8}"/>
              </a:ext>
            </a:extLst>
          </p:cNvPr>
          <p:cNvSpPr/>
          <p:nvPr/>
        </p:nvSpPr>
        <p:spPr>
          <a:xfrm>
            <a:off x="6638342" y="3810564"/>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dirty="0">
                <a:solidFill>
                  <a:srgbClr val="252525"/>
                </a:solidFill>
                <a:latin typeface="Segoe UI" panose="020B0502040204020203" pitchFamily="34" charset="0"/>
                <a:cs typeface="Segoe UI" panose="020B0502040204020203" pitchFamily="34" charset="0"/>
              </a:rPr>
              <a:t>Valeurs métier</a:t>
            </a:r>
          </a:p>
          <a:p>
            <a:pPr algn="ctr">
              <a:lnSpc>
                <a:spcPts val="1067"/>
              </a:lnSpc>
            </a:pPr>
            <a:r>
              <a:rPr lang="fr-FR" sz="1067" dirty="0">
                <a:solidFill>
                  <a:srgbClr val="252525"/>
                </a:solidFill>
                <a:latin typeface="Segoe UI" panose="020B0502040204020203" pitchFamily="34" charset="0"/>
                <a:cs typeface="Segoe UI" panose="020B0502040204020203" pitchFamily="34" charset="0"/>
              </a:rPr>
              <a:t>Biens supports</a:t>
            </a:r>
          </a:p>
        </p:txBody>
      </p:sp>
      <p:pic>
        <p:nvPicPr>
          <p:cNvPr id="36" name="Image 35">
            <a:extLst>
              <a:ext uri="{FF2B5EF4-FFF2-40B4-BE49-F238E27FC236}">
                <a16:creationId xmlns:a16="http://schemas.microsoft.com/office/drawing/2014/main" id="{252AB2E5-6057-2923-8773-6D7DDB1C8A3A}"/>
              </a:ext>
            </a:extLst>
          </p:cNvPr>
          <p:cNvPicPr>
            <a:picLocks noChangeAspect="1"/>
          </p:cNvPicPr>
          <p:nvPr/>
        </p:nvPicPr>
        <p:blipFill>
          <a:blip r:embed="rId14"/>
          <a:stretch>
            <a:fillRect/>
          </a:stretch>
        </p:blipFill>
        <p:spPr>
          <a:xfrm>
            <a:off x="6557490" y="3335619"/>
            <a:ext cx="161704" cy="149872"/>
          </a:xfrm>
          <a:prstGeom prst="rect">
            <a:avLst/>
          </a:prstGeom>
        </p:spPr>
      </p:pic>
      <p:pic>
        <p:nvPicPr>
          <p:cNvPr id="37" name="Image 36">
            <a:extLst>
              <a:ext uri="{FF2B5EF4-FFF2-40B4-BE49-F238E27FC236}">
                <a16:creationId xmlns:a16="http://schemas.microsoft.com/office/drawing/2014/main" id="{F3A179D3-BED4-9CE6-7136-CD20886BA9CD}"/>
              </a:ext>
            </a:extLst>
          </p:cNvPr>
          <p:cNvPicPr>
            <a:picLocks noChangeAspect="1"/>
          </p:cNvPicPr>
          <p:nvPr/>
        </p:nvPicPr>
        <p:blipFill>
          <a:blip r:embed="rId15"/>
          <a:stretch>
            <a:fillRect/>
          </a:stretch>
        </p:blipFill>
        <p:spPr>
          <a:xfrm>
            <a:off x="6482131" y="4108270"/>
            <a:ext cx="169631" cy="131935"/>
          </a:xfrm>
          <a:prstGeom prst="rect">
            <a:avLst/>
          </a:prstGeom>
        </p:spPr>
      </p:pic>
      <p:sp>
        <p:nvSpPr>
          <p:cNvPr id="38" name="Rectangle 37">
            <a:extLst>
              <a:ext uri="{FF2B5EF4-FFF2-40B4-BE49-F238E27FC236}">
                <a16:creationId xmlns:a16="http://schemas.microsoft.com/office/drawing/2014/main" id="{D7698480-7E46-6315-B6A6-DC1507F30046}"/>
              </a:ext>
            </a:extLst>
          </p:cNvPr>
          <p:cNvSpPr/>
          <p:nvPr/>
        </p:nvSpPr>
        <p:spPr bwMode="auto">
          <a:xfrm>
            <a:off x="2157336" y="4298713"/>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(2</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a:t>
            </a:r>
            <a:endParaRPr lang="en-GB" sz="1067" i="1" dirty="0">
              <a:solidFill>
                <a:srgbClr val="252525"/>
              </a:solidFill>
              <a:latin typeface="Segoe UI" panose="020B0502040204020203" pitchFamily="34" charset="0"/>
              <a:cs typeface="Segoe UI" panose="020B0502040204020203" pitchFamily="34" charset="0"/>
            </a:endParaRPr>
          </a:p>
        </p:txBody>
      </p:sp>
      <p:pic>
        <p:nvPicPr>
          <p:cNvPr id="39" name="Image 38">
            <a:extLst>
              <a:ext uri="{FF2B5EF4-FFF2-40B4-BE49-F238E27FC236}">
                <a16:creationId xmlns:a16="http://schemas.microsoft.com/office/drawing/2014/main" id="{A4FACCEB-B048-0E61-1D5F-2B807B7B0663}"/>
              </a:ext>
            </a:extLst>
          </p:cNvPr>
          <p:cNvPicPr>
            <a:picLocks noChangeAspect="1"/>
          </p:cNvPicPr>
          <p:nvPr/>
        </p:nvPicPr>
        <p:blipFill>
          <a:blip r:embed="rId8"/>
          <a:stretch>
            <a:fillRect/>
          </a:stretch>
        </p:blipFill>
        <p:spPr>
          <a:xfrm>
            <a:off x="5918342" y="2783285"/>
            <a:ext cx="720000" cy="720000"/>
          </a:xfrm>
          <a:prstGeom prst="rect">
            <a:avLst/>
          </a:prstGeom>
        </p:spPr>
      </p:pic>
      <p:pic>
        <p:nvPicPr>
          <p:cNvPr id="40" name="Image 39">
            <a:extLst>
              <a:ext uri="{FF2B5EF4-FFF2-40B4-BE49-F238E27FC236}">
                <a16:creationId xmlns:a16="http://schemas.microsoft.com/office/drawing/2014/main" id="{06F126C4-51B7-7263-95D1-65454F900879}"/>
              </a:ext>
            </a:extLst>
          </p:cNvPr>
          <p:cNvPicPr>
            <a:picLocks noChangeAspect="1"/>
          </p:cNvPicPr>
          <p:nvPr/>
        </p:nvPicPr>
        <p:blipFill>
          <a:blip r:embed="rId15"/>
          <a:stretch>
            <a:fillRect/>
          </a:stretch>
        </p:blipFill>
        <p:spPr>
          <a:xfrm rot="1933674">
            <a:off x="7983123" y="3785475"/>
            <a:ext cx="169631" cy="131935"/>
          </a:xfrm>
          <a:prstGeom prst="rect">
            <a:avLst/>
          </a:prstGeom>
        </p:spPr>
      </p:pic>
      <p:pic>
        <p:nvPicPr>
          <p:cNvPr id="41" name="Image 40">
            <a:extLst>
              <a:ext uri="{FF2B5EF4-FFF2-40B4-BE49-F238E27FC236}">
                <a16:creationId xmlns:a16="http://schemas.microsoft.com/office/drawing/2014/main" id="{FDE90BDB-801F-30E9-CC8C-1FCE2497772B}"/>
              </a:ext>
            </a:extLst>
          </p:cNvPr>
          <p:cNvPicPr>
            <a:picLocks noChangeAspect="1"/>
          </p:cNvPicPr>
          <p:nvPr/>
        </p:nvPicPr>
        <p:blipFill>
          <a:blip r:embed="rId11"/>
          <a:stretch>
            <a:fillRect/>
          </a:stretch>
        </p:blipFill>
        <p:spPr>
          <a:xfrm rot="16836322">
            <a:off x="8786434" y="3406812"/>
            <a:ext cx="231000" cy="214097"/>
          </a:xfrm>
          <a:prstGeom prst="rect">
            <a:avLst/>
          </a:prstGeom>
        </p:spPr>
      </p:pic>
      <p:pic>
        <p:nvPicPr>
          <p:cNvPr id="42" name="Image 41">
            <a:extLst>
              <a:ext uri="{FF2B5EF4-FFF2-40B4-BE49-F238E27FC236}">
                <a16:creationId xmlns:a16="http://schemas.microsoft.com/office/drawing/2014/main" id="{F536F3A8-F315-6EFC-E270-501C7F662C9B}"/>
              </a:ext>
            </a:extLst>
          </p:cNvPr>
          <p:cNvPicPr>
            <a:picLocks noChangeAspect="1"/>
          </p:cNvPicPr>
          <p:nvPr/>
        </p:nvPicPr>
        <p:blipFill>
          <a:blip r:embed="rId11"/>
          <a:stretch>
            <a:fillRect/>
          </a:stretch>
        </p:blipFill>
        <p:spPr>
          <a:xfrm rot="4763678" flipV="1">
            <a:off x="8760264" y="4001221"/>
            <a:ext cx="231000" cy="214097"/>
          </a:xfrm>
          <a:prstGeom prst="rect">
            <a:avLst/>
          </a:prstGeom>
        </p:spPr>
      </p:pic>
      <p:cxnSp>
        <p:nvCxnSpPr>
          <p:cNvPr id="43" name="Connecteur droit avec flèche 42">
            <a:extLst>
              <a:ext uri="{FF2B5EF4-FFF2-40B4-BE49-F238E27FC236}">
                <a16:creationId xmlns:a16="http://schemas.microsoft.com/office/drawing/2014/main" id="{B09153A9-C923-48DA-15CC-90A217C14191}"/>
              </a:ext>
            </a:extLst>
          </p:cNvPr>
          <p:cNvCxnSpPr>
            <a:cxnSpLocks/>
          </p:cNvCxnSpPr>
          <p:nvPr/>
        </p:nvCxnSpPr>
        <p:spPr>
          <a:xfrm flipV="1">
            <a:off x="5327695" y="4425936"/>
            <a:ext cx="1566343" cy="1312840"/>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FCB870F3-E933-771F-C154-E944FAE4D4DA}"/>
              </a:ext>
            </a:extLst>
          </p:cNvPr>
          <p:cNvCxnSpPr>
            <a:cxnSpLocks/>
          </p:cNvCxnSpPr>
          <p:nvPr/>
        </p:nvCxnSpPr>
        <p:spPr>
          <a:xfrm flipV="1">
            <a:off x="5154591" y="4590081"/>
            <a:ext cx="763645" cy="954156"/>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7A9C0C1F-A74F-4343-4EE9-C56490506EA9}"/>
              </a:ext>
            </a:extLst>
          </p:cNvPr>
          <p:cNvCxnSpPr>
            <a:cxnSpLocks/>
            <a:stCxn id="22" idx="3"/>
          </p:cNvCxnSpPr>
          <p:nvPr/>
        </p:nvCxnSpPr>
        <p:spPr>
          <a:xfrm flipV="1">
            <a:off x="9644177" y="2942258"/>
            <a:ext cx="705689" cy="229479"/>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6" name="Connecteur droit avec flèche 45">
            <a:extLst>
              <a:ext uri="{FF2B5EF4-FFF2-40B4-BE49-F238E27FC236}">
                <a16:creationId xmlns:a16="http://schemas.microsoft.com/office/drawing/2014/main" id="{02423444-2619-39CE-E381-F149B08A54A3}"/>
              </a:ext>
            </a:extLst>
          </p:cNvPr>
          <p:cNvCxnSpPr>
            <a:cxnSpLocks/>
            <a:stCxn id="20" idx="0"/>
          </p:cNvCxnSpPr>
          <p:nvPr/>
        </p:nvCxnSpPr>
        <p:spPr>
          <a:xfrm flipV="1">
            <a:off x="10349866" y="3076626"/>
            <a:ext cx="157700" cy="768967"/>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pic>
        <p:nvPicPr>
          <p:cNvPr id="47" name="Image 46">
            <a:extLst>
              <a:ext uri="{FF2B5EF4-FFF2-40B4-BE49-F238E27FC236}">
                <a16:creationId xmlns:a16="http://schemas.microsoft.com/office/drawing/2014/main" id="{4CEE6332-033F-4342-9BFC-718935D38FEF}"/>
              </a:ext>
            </a:extLst>
          </p:cNvPr>
          <p:cNvPicPr>
            <a:picLocks noChangeAspect="1"/>
          </p:cNvPicPr>
          <p:nvPr/>
        </p:nvPicPr>
        <p:blipFill>
          <a:blip r:embed="rId6"/>
          <a:stretch>
            <a:fillRect/>
          </a:stretch>
        </p:blipFill>
        <p:spPr>
          <a:xfrm>
            <a:off x="1592117" y="4908604"/>
            <a:ext cx="500309" cy="500309"/>
          </a:xfrm>
          <a:prstGeom prst="rect">
            <a:avLst/>
          </a:prstGeom>
        </p:spPr>
      </p:pic>
      <p:sp>
        <p:nvSpPr>
          <p:cNvPr id="48" name="Rectangle 47">
            <a:extLst>
              <a:ext uri="{FF2B5EF4-FFF2-40B4-BE49-F238E27FC236}">
                <a16:creationId xmlns:a16="http://schemas.microsoft.com/office/drawing/2014/main" id="{C9B6FAD0-0FBE-1B8B-7A25-26B5DCA5D26B}"/>
              </a:ext>
            </a:extLst>
          </p:cNvPr>
          <p:cNvSpPr/>
          <p:nvPr/>
        </p:nvSpPr>
        <p:spPr bwMode="auto">
          <a:xfrm>
            <a:off x="2154300" y="4854477"/>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(3</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 ou plus)</a:t>
            </a:r>
            <a:endParaRPr lang="en-GB" sz="1067" i="1" dirty="0">
              <a:solidFill>
                <a:srgbClr val="252525"/>
              </a:solidFill>
              <a:latin typeface="Segoe UI" panose="020B0502040204020203" pitchFamily="34" charset="0"/>
              <a:cs typeface="Segoe UI" panose="020B0502040204020203" pitchFamily="34" charset="0"/>
            </a:endParaRPr>
          </a:p>
        </p:txBody>
      </p:sp>
      <p:sp>
        <p:nvSpPr>
          <p:cNvPr id="50" name="ZoneTexte 49">
            <a:extLst>
              <a:ext uri="{FF2B5EF4-FFF2-40B4-BE49-F238E27FC236}">
                <a16:creationId xmlns:a16="http://schemas.microsoft.com/office/drawing/2014/main" id="{F7EDE251-D94A-2BAC-133E-E06ED8F6C7B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43628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5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wipe(left)">
                                      <p:cBhvr>
                                        <p:cTn id="32" dur="500"/>
                                        <p:tgtEl>
                                          <p:spTgt spid="36"/>
                                        </p:tgtEl>
                                      </p:cBhvr>
                                    </p:animEffect>
                                  </p:childTnLst>
                                </p:cTn>
                              </p:par>
                              <p:par>
                                <p:cTn id="33" presetID="22" presetClass="entr" presetSubtype="8" fill="hold"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wipe(left)">
                                      <p:cBhvr>
                                        <p:cTn id="35" dur="500"/>
                                        <p:tgtEl>
                                          <p:spTgt spid="37"/>
                                        </p:tgtEl>
                                      </p:cBhvr>
                                    </p:animEffect>
                                  </p:childTnLst>
                                </p:cTn>
                              </p:par>
                              <p:par>
                                <p:cTn id="36" presetID="22" presetClass="entr" presetSubtype="2" fill="hold"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wipe(right)">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childTnLst>
                          </p:cTn>
                        </p:par>
                        <p:par>
                          <p:cTn id="65" fill="hold">
                            <p:stCondLst>
                              <p:cond delay="500"/>
                            </p:stCondLst>
                            <p:childTnLst>
                              <p:par>
                                <p:cTn id="66" presetID="22" presetClass="entr" presetSubtype="2" fill="hold" nodeType="after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wipe(right)">
                                      <p:cBhvr>
                                        <p:cTn id="68" dur="500"/>
                                        <p:tgtEl>
                                          <p:spTgt spid="42"/>
                                        </p:tgtEl>
                                      </p:cBhvr>
                                    </p:animEffect>
                                  </p:childTnLst>
                                </p:cTn>
                              </p:par>
                              <p:par>
                                <p:cTn id="69" presetID="22" presetClass="entr" presetSubtype="2" fill="hold" nodeType="with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right)">
                                      <p:cBhvr>
                                        <p:cTn id="71" dur="50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50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500"/>
                                        <p:tgtEl>
                                          <p:spTgt spid="48"/>
                                        </p:tgtEl>
                                      </p:cBhvr>
                                    </p:animEffect>
                                  </p:childTnLst>
                                </p:cTn>
                              </p:par>
                            </p:childTnLst>
                          </p:cTn>
                        </p:par>
                        <p:par>
                          <p:cTn id="89" fill="hold">
                            <p:stCondLst>
                              <p:cond delay="500"/>
                            </p:stCondLst>
                            <p:childTnLst>
                              <p:par>
                                <p:cTn id="90" presetID="16" presetClass="entr" presetSubtype="37" fill="hold" nodeType="after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barn(outVertical)">
                                      <p:cBhvr>
                                        <p:cTn id="92" dur="500"/>
                                        <p:tgtEl>
                                          <p:spTgt spid="30"/>
                                        </p:tgtEl>
                                      </p:cBhvr>
                                    </p:animEffect>
                                  </p:childTnLst>
                                </p:cTn>
                              </p:par>
                              <p:par>
                                <p:cTn id="93" presetID="16" presetClass="entr" presetSubtype="37" fill="hold"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barn(outVertical)">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nodeType="with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6" presetClass="entr" presetSubtype="37" fill="hold"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barn(outVertical)">
                                      <p:cBhvr>
                                        <p:cTn id="114" dur="500"/>
                                        <p:tgtEl>
                                          <p:spTgt spid="43"/>
                                        </p:tgtEl>
                                      </p:cBhvr>
                                    </p:animEffect>
                                  </p:childTnLst>
                                </p:cTn>
                              </p:par>
                            </p:childTnLst>
                          </p:cTn>
                        </p:par>
                        <p:par>
                          <p:cTn id="115" fill="hold">
                            <p:stCondLst>
                              <p:cond delay="500"/>
                            </p:stCondLst>
                            <p:childTnLst>
                              <p:par>
                                <p:cTn id="116" presetID="16" presetClass="entr" presetSubtype="37" fill="hold" nodeType="afterEffect">
                                  <p:stCondLst>
                                    <p:cond delay="1000"/>
                                  </p:stCondLst>
                                  <p:childTnLst>
                                    <p:set>
                                      <p:cBhvr>
                                        <p:cTn id="117" dur="1" fill="hold">
                                          <p:stCondLst>
                                            <p:cond delay="0"/>
                                          </p:stCondLst>
                                        </p:cTn>
                                        <p:tgtEl>
                                          <p:spTgt spid="44"/>
                                        </p:tgtEl>
                                        <p:attrNameLst>
                                          <p:attrName>style.visibility</p:attrName>
                                        </p:attrNameLst>
                                      </p:cBhvr>
                                      <p:to>
                                        <p:strVal val="visible"/>
                                      </p:to>
                                    </p:set>
                                    <p:animEffect transition="in" filter="barn(outVertical)">
                                      <p:cBhvr>
                                        <p:cTn id="118" dur="500"/>
                                        <p:tgtEl>
                                          <p:spTgt spid="44"/>
                                        </p:tgtEl>
                                      </p:cBhvr>
                                    </p:animEffect>
                                  </p:childTnLst>
                                </p:cTn>
                              </p:par>
                            </p:childTnLst>
                          </p:cTn>
                        </p:par>
                        <p:par>
                          <p:cTn id="119" fill="hold">
                            <p:stCondLst>
                              <p:cond delay="2000"/>
                            </p:stCondLst>
                            <p:childTnLst>
                              <p:par>
                                <p:cTn id="120" presetID="16" presetClass="entr" presetSubtype="37" fill="hold" nodeType="afterEffect">
                                  <p:stCondLst>
                                    <p:cond delay="1000"/>
                                  </p:stCondLst>
                                  <p:childTnLst>
                                    <p:set>
                                      <p:cBhvr>
                                        <p:cTn id="121" dur="1" fill="hold">
                                          <p:stCondLst>
                                            <p:cond delay="0"/>
                                          </p:stCondLst>
                                        </p:cTn>
                                        <p:tgtEl>
                                          <p:spTgt spid="45"/>
                                        </p:tgtEl>
                                        <p:attrNameLst>
                                          <p:attrName>style.visibility</p:attrName>
                                        </p:attrNameLst>
                                      </p:cBhvr>
                                      <p:to>
                                        <p:strVal val="visible"/>
                                      </p:to>
                                    </p:set>
                                    <p:animEffect transition="in" filter="barn(outVertical)">
                                      <p:cBhvr>
                                        <p:cTn id="122" dur="500"/>
                                        <p:tgtEl>
                                          <p:spTgt spid="45"/>
                                        </p:tgtEl>
                                      </p:cBhvr>
                                    </p:animEffect>
                                  </p:childTnLst>
                                </p:cTn>
                              </p:par>
                            </p:childTnLst>
                          </p:cTn>
                        </p:par>
                        <p:par>
                          <p:cTn id="123" fill="hold">
                            <p:stCondLst>
                              <p:cond delay="3500"/>
                            </p:stCondLst>
                            <p:childTnLst>
                              <p:par>
                                <p:cTn id="124" presetID="16" presetClass="entr" presetSubtype="42" fill="hold" nodeType="afterEffect">
                                  <p:stCondLst>
                                    <p:cond delay="1000"/>
                                  </p:stCondLst>
                                  <p:childTnLst>
                                    <p:set>
                                      <p:cBhvr>
                                        <p:cTn id="125" dur="1" fill="hold">
                                          <p:stCondLst>
                                            <p:cond delay="0"/>
                                          </p:stCondLst>
                                        </p:cTn>
                                        <p:tgtEl>
                                          <p:spTgt spid="46"/>
                                        </p:tgtEl>
                                        <p:attrNameLst>
                                          <p:attrName>style.visibility</p:attrName>
                                        </p:attrNameLst>
                                      </p:cBhvr>
                                      <p:to>
                                        <p:strVal val="visible"/>
                                      </p:to>
                                    </p:set>
                                    <p:animEffect transition="in" filter="barn(outHorizontal)">
                                      <p:cBhvr>
                                        <p:cTn id="126"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P spid="14" grpId="0"/>
      <p:bldP spid="16" grpId="0"/>
      <p:bldP spid="31" grpId="0"/>
      <p:bldP spid="32" grpId="0"/>
      <p:bldP spid="38" grpId="0"/>
      <p:bldP spid="48"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35ED4E-3EE4-E266-7D35-4214D3DE623C}"/>
              </a:ext>
            </a:extLst>
          </p:cNvPr>
          <p:cNvSpPr>
            <a:spLocks noGrp="1"/>
          </p:cNvSpPr>
          <p:nvPr>
            <p:ph type="title"/>
          </p:nvPr>
        </p:nvSpPr>
        <p:spPr/>
        <p:txBody>
          <a:bodyPr>
            <a:normAutofit fontScale="90000"/>
          </a:bodyPr>
          <a:lstStyle/>
          <a:p>
            <a:r>
              <a:rPr lang="fr-FR" dirty="0"/>
              <a:t>La démarche</a:t>
            </a:r>
          </a:p>
        </p:txBody>
      </p:sp>
      <p:sp>
        <p:nvSpPr>
          <p:cNvPr id="58" name="Espace réservé du contenu 57">
            <a:extLst>
              <a:ext uri="{FF2B5EF4-FFF2-40B4-BE49-F238E27FC236}">
                <a16:creationId xmlns:a16="http://schemas.microsoft.com/office/drawing/2014/main" id="{D525CAA0-E79A-23A1-D73A-38093443BF96}"/>
              </a:ext>
            </a:extLst>
          </p:cNvPr>
          <p:cNvSpPr>
            <a:spLocks noGrp="1"/>
          </p:cNvSpPr>
          <p:nvPr>
            <p:ph idx="1"/>
          </p:nvPr>
        </p:nvSpPr>
        <p:spPr>
          <a:xfrm>
            <a:off x="838200" y="1825625"/>
            <a:ext cx="6577576" cy="4351338"/>
          </a:xfrm>
        </p:spPr>
        <p:txBody>
          <a:bodyPr>
            <a:normAutofit fontScale="92500" lnSpcReduction="20000"/>
          </a:bodyPr>
          <a:lstStyle/>
          <a:p>
            <a:r>
              <a:rPr lang="fr-FR" dirty="0"/>
              <a:t>Pour chaque source de risques, on crée un scénario stratégique :</a:t>
            </a:r>
          </a:p>
          <a:p>
            <a:pPr lvl="1"/>
            <a:r>
              <a:rPr lang="fr-FR" dirty="0"/>
              <a:t>Quel est son objectif visé ?</a:t>
            </a:r>
          </a:p>
          <a:p>
            <a:pPr lvl="1"/>
            <a:r>
              <a:rPr lang="fr-FR" dirty="0"/>
              <a:t>Pour l’atteindre, la source de risque peut-elle :</a:t>
            </a:r>
          </a:p>
          <a:p>
            <a:pPr lvl="2"/>
            <a:r>
              <a:rPr lang="fr-FR" dirty="0"/>
              <a:t>s’attaquer directement à l’objet de l’étude ?</a:t>
            </a:r>
          </a:p>
          <a:p>
            <a:pPr lvl="2"/>
            <a:r>
              <a:rPr lang="fr-FR" dirty="0"/>
              <a:t>s’attaquer à une partie prenante qui détient une partie des valeurs métier ?</a:t>
            </a:r>
          </a:p>
          <a:p>
            <a:pPr lvl="2"/>
            <a:r>
              <a:rPr lang="fr-FR" dirty="0"/>
              <a:t>passer par une ou plusieurs parties prenantes pour s’attaquer à l’objet de l’étude ?</a:t>
            </a:r>
          </a:p>
          <a:p>
            <a:pPr lvl="1"/>
            <a:r>
              <a:rPr lang="fr-FR" dirty="0"/>
              <a:t>On ajoute autant de chemins d’attaques que de cas envisagés</a:t>
            </a:r>
          </a:p>
          <a:p>
            <a:pPr lvl="1"/>
            <a:r>
              <a:rPr lang="fr-FR" dirty="0"/>
              <a:t>Quels sont les événements redoutés concernés ?</a:t>
            </a:r>
          </a:p>
          <a:p>
            <a:r>
              <a:rPr lang="fr-FR" dirty="0"/>
              <a:t>On peut utilement scinder ou fusionner ou regrouper des scénarios stratégiques</a:t>
            </a:r>
          </a:p>
        </p:txBody>
      </p:sp>
      <p:sp>
        <p:nvSpPr>
          <p:cNvPr id="5" name="Espace réservé du pied de page 4">
            <a:extLst>
              <a:ext uri="{FF2B5EF4-FFF2-40B4-BE49-F238E27FC236}">
                <a16:creationId xmlns:a16="http://schemas.microsoft.com/office/drawing/2014/main" id="{C86513DD-7B7E-6AD8-5A79-77BEF20FED7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2F47133-87D6-F269-4772-436317246AB2}"/>
              </a:ext>
            </a:extLst>
          </p:cNvPr>
          <p:cNvSpPr>
            <a:spLocks noGrp="1"/>
          </p:cNvSpPr>
          <p:nvPr>
            <p:ph type="sldNum" sz="quarter" idx="12"/>
          </p:nvPr>
        </p:nvSpPr>
        <p:spPr/>
        <p:txBody>
          <a:bodyPr/>
          <a:lstStyle/>
          <a:p>
            <a:pPr rtl="0"/>
            <a:fld id="{294A09A9-5501-47C1-A89A-A340965A2BE2}" type="slidenum">
              <a:rPr lang="fr-FR" noProof="0" smtClean="0"/>
              <a:t>87</a:t>
            </a:fld>
            <a:endParaRPr lang="fr-FR" noProof="0"/>
          </a:p>
        </p:txBody>
      </p:sp>
      <p:sp>
        <p:nvSpPr>
          <p:cNvPr id="4" name="Espace réservé de la date 3">
            <a:extLst>
              <a:ext uri="{FF2B5EF4-FFF2-40B4-BE49-F238E27FC236}">
                <a16:creationId xmlns:a16="http://schemas.microsoft.com/office/drawing/2014/main" id="{1871E24A-6F0C-836B-6189-0C884F3F3B24}"/>
              </a:ext>
            </a:extLst>
          </p:cNvPr>
          <p:cNvSpPr>
            <a:spLocks noGrp="1"/>
          </p:cNvSpPr>
          <p:nvPr>
            <p:ph type="dt" sz="half" idx="10"/>
          </p:nvPr>
        </p:nvSpPr>
        <p:spPr/>
        <p:txBody>
          <a:bodyPr/>
          <a:lstStyle/>
          <a:p>
            <a:pPr rtl="0"/>
            <a:r>
              <a:rPr lang="fr-FR" noProof="0"/>
              <a:t>14/10/2025</a:t>
            </a:r>
            <a:endParaRPr lang="fr-FR" noProof="0" dirty="0"/>
          </a:p>
        </p:txBody>
      </p:sp>
      <p:pic>
        <p:nvPicPr>
          <p:cNvPr id="19" name="Image 18">
            <a:extLst>
              <a:ext uri="{FF2B5EF4-FFF2-40B4-BE49-F238E27FC236}">
                <a16:creationId xmlns:a16="http://schemas.microsoft.com/office/drawing/2014/main" id="{39F1E264-99FC-8E5B-0EF8-48F5C0E1362A}"/>
              </a:ext>
            </a:extLst>
          </p:cNvPr>
          <p:cNvPicPr>
            <a:picLocks noChangeAspect="1"/>
          </p:cNvPicPr>
          <p:nvPr/>
        </p:nvPicPr>
        <p:blipFill>
          <a:blip r:embed="rId2"/>
          <a:stretch>
            <a:fillRect/>
          </a:stretch>
        </p:blipFill>
        <p:spPr>
          <a:xfrm>
            <a:off x="7518387" y="735417"/>
            <a:ext cx="720000" cy="720000"/>
          </a:xfrm>
          <a:prstGeom prst="rect">
            <a:avLst/>
          </a:prstGeom>
        </p:spPr>
      </p:pic>
      <p:grpSp>
        <p:nvGrpSpPr>
          <p:cNvPr id="80" name="Groupe 79">
            <a:extLst>
              <a:ext uri="{FF2B5EF4-FFF2-40B4-BE49-F238E27FC236}">
                <a16:creationId xmlns:a16="http://schemas.microsoft.com/office/drawing/2014/main" id="{1DF008F2-DA08-0D9A-7446-4BACF05D837A}"/>
              </a:ext>
            </a:extLst>
          </p:cNvPr>
          <p:cNvGrpSpPr/>
          <p:nvPr/>
        </p:nvGrpSpPr>
        <p:grpSpPr>
          <a:xfrm>
            <a:off x="7878387" y="1455417"/>
            <a:ext cx="2518442" cy="2429910"/>
            <a:chOff x="7411006" y="1934565"/>
            <a:chExt cx="2518442" cy="2429910"/>
          </a:xfrm>
        </p:grpSpPr>
        <p:cxnSp>
          <p:nvCxnSpPr>
            <p:cNvPr id="30" name="Connecteur : en angle 29">
              <a:extLst>
                <a:ext uri="{FF2B5EF4-FFF2-40B4-BE49-F238E27FC236}">
                  <a16:creationId xmlns:a16="http://schemas.microsoft.com/office/drawing/2014/main" id="{1EE4B0B6-1BED-629C-4655-9B53F8837EA6}"/>
                </a:ext>
              </a:extLst>
            </p:cNvPr>
            <p:cNvCxnSpPr>
              <a:cxnSpLocks/>
              <a:stCxn id="19" idx="2"/>
              <a:endCxn id="33" idx="0"/>
            </p:cNvCxnSpPr>
            <p:nvPr/>
          </p:nvCxnSpPr>
          <p:spPr>
            <a:xfrm rot="16200000" flipH="1">
              <a:off x="8062315" y="1283256"/>
              <a:ext cx="855824" cy="215844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33" name="Image 32">
              <a:extLst>
                <a:ext uri="{FF2B5EF4-FFF2-40B4-BE49-F238E27FC236}">
                  <a16:creationId xmlns:a16="http://schemas.microsoft.com/office/drawing/2014/main" id="{EEB8BF45-2314-BA20-64BD-628638B48FFE}"/>
                </a:ext>
              </a:extLst>
            </p:cNvPr>
            <p:cNvPicPr>
              <a:picLocks noChangeAspect="1"/>
            </p:cNvPicPr>
            <p:nvPr/>
          </p:nvPicPr>
          <p:blipFill>
            <a:blip r:embed="rId3"/>
            <a:stretch>
              <a:fillRect/>
            </a:stretch>
          </p:blipFill>
          <p:spPr>
            <a:xfrm>
              <a:off x="9209448" y="2790389"/>
              <a:ext cx="720000" cy="720000"/>
            </a:xfrm>
            <a:prstGeom prst="rect">
              <a:avLst/>
            </a:prstGeom>
          </p:spPr>
        </p:pic>
        <p:cxnSp>
          <p:nvCxnSpPr>
            <p:cNvPr id="36" name="Connecteur : en angle 35">
              <a:extLst>
                <a:ext uri="{FF2B5EF4-FFF2-40B4-BE49-F238E27FC236}">
                  <a16:creationId xmlns:a16="http://schemas.microsoft.com/office/drawing/2014/main" id="{B07E2E1C-936B-A416-A04A-C25716847BF5}"/>
                </a:ext>
              </a:extLst>
            </p:cNvPr>
            <p:cNvCxnSpPr>
              <a:cxnSpLocks/>
              <a:stCxn id="33" idx="2"/>
              <a:endCxn id="22" idx="3"/>
            </p:cNvCxnSpPr>
            <p:nvPr/>
          </p:nvCxnSpPr>
          <p:spPr>
            <a:xfrm rot="5400000">
              <a:off x="8243184" y="3038211"/>
              <a:ext cx="854087" cy="179844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grpSp>
      <p:grpSp>
        <p:nvGrpSpPr>
          <p:cNvPr id="81" name="Groupe 80">
            <a:extLst>
              <a:ext uri="{FF2B5EF4-FFF2-40B4-BE49-F238E27FC236}">
                <a16:creationId xmlns:a16="http://schemas.microsoft.com/office/drawing/2014/main" id="{F835E7E6-B551-FF66-29F5-550D5FB7ED3E}"/>
              </a:ext>
            </a:extLst>
          </p:cNvPr>
          <p:cNvGrpSpPr/>
          <p:nvPr/>
        </p:nvGrpSpPr>
        <p:grpSpPr>
          <a:xfrm>
            <a:off x="7878387" y="1455417"/>
            <a:ext cx="3597662" cy="1575824"/>
            <a:chOff x="7411006" y="1934565"/>
            <a:chExt cx="3597662" cy="1575824"/>
          </a:xfrm>
        </p:grpSpPr>
        <p:pic>
          <p:nvPicPr>
            <p:cNvPr id="40" name="Image 39">
              <a:extLst>
                <a:ext uri="{FF2B5EF4-FFF2-40B4-BE49-F238E27FC236}">
                  <a16:creationId xmlns:a16="http://schemas.microsoft.com/office/drawing/2014/main" id="{1C8F078B-8AF5-EEFC-2CA8-ADC718E2F5A7}"/>
                </a:ext>
              </a:extLst>
            </p:cNvPr>
            <p:cNvPicPr>
              <a:picLocks noChangeAspect="1"/>
            </p:cNvPicPr>
            <p:nvPr/>
          </p:nvPicPr>
          <p:blipFill>
            <a:blip r:embed="rId3"/>
            <a:stretch>
              <a:fillRect/>
            </a:stretch>
          </p:blipFill>
          <p:spPr>
            <a:xfrm>
              <a:off x="10288668" y="2790389"/>
              <a:ext cx="720000" cy="720000"/>
            </a:xfrm>
            <a:prstGeom prst="rect">
              <a:avLst/>
            </a:prstGeom>
          </p:spPr>
        </p:pic>
        <p:cxnSp>
          <p:nvCxnSpPr>
            <p:cNvPr id="41" name="Connecteur : en angle 40">
              <a:extLst>
                <a:ext uri="{FF2B5EF4-FFF2-40B4-BE49-F238E27FC236}">
                  <a16:creationId xmlns:a16="http://schemas.microsoft.com/office/drawing/2014/main" id="{53D73E6A-B6B8-ECC2-080A-EBE442CDD27D}"/>
                </a:ext>
              </a:extLst>
            </p:cNvPr>
            <p:cNvCxnSpPr>
              <a:cxnSpLocks/>
              <a:stCxn id="19" idx="2"/>
              <a:endCxn id="40" idx="0"/>
            </p:cNvCxnSpPr>
            <p:nvPr/>
          </p:nvCxnSpPr>
          <p:spPr>
            <a:xfrm rot="16200000" flipH="1">
              <a:off x="8601925" y="743646"/>
              <a:ext cx="855824" cy="323766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5" name="Connecteur : en angle 25">
              <a:extLst>
                <a:ext uri="{FF2B5EF4-FFF2-40B4-BE49-F238E27FC236}">
                  <a16:creationId xmlns:a16="http://schemas.microsoft.com/office/drawing/2014/main" id="{213A3A38-2D97-87C4-8838-76D8ABC0492E}"/>
                </a:ext>
              </a:extLst>
            </p:cNvPr>
            <p:cNvCxnSpPr>
              <a:cxnSpLocks/>
              <a:stCxn id="40" idx="1"/>
              <a:endCxn id="33" idx="3"/>
            </p:cNvCxnSpPr>
            <p:nvPr/>
          </p:nvCxnSpPr>
          <p:spPr>
            <a:xfrm flipH="1">
              <a:off x="9929448" y="3150389"/>
              <a:ext cx="35922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pic>
        <p:nvPicPr>
          <p:cNvPr id="48" name="Image 47">
            <a:extLst>
              <a:ext uri="{FF2B5EF4-FFF2-40B4-BE49-F238E27FC236}">
                <a16:creationId xmlns:a16="http://schemas.microsoft.com/office/drawing/2014/main" id="{E7029B78-B59C-23F1-157E-C086988495D5}"/>
              </a:ext>
            </a:extLst>
          </p:cNvPr>
          <p:cNvPicPr>
            <a:picLocks noChangeAspect="1"/>
          </p:cNvPicPr>
          <p:nvPr/>
        </p:nvPicPr>
        <p:blipFill>
          <a:blip r:embed="rId4"/>
          <a:stretch>
            <a:fillRect/>
          </a:stretch>
        </p:blipFill>
        <p:spPr>
          <a:xfrm>
            <a:off x="7518387" y="5040845"/>
            <a:ext cx="720000" cy="720000"/>
          </a:xfrm>
          <a:prstGeom prst="rect">
            <a:avLst/>
          </a:prstGeom>
        </p:spPr>
      </p:pic>
      <p:grpSp>
        <p:nvGrpSpPr>
          <p:cNvPr id="73" name="Groupe 72">
            <a:extLst>
              <a:ext uri="{FF2B5EF4-FFF2-40B4-BE49-F238E27FC236}">
                <a16:creationId xmlns:a16="http://schemas.microsoft.com/office/drawing/2014/main" id="{4CB48583-09B1-75E3-3517-E4B5DFC2A8BB}"/>
              </a:ext>
            </a:extLst>
          </p:cNvPr>
          <p:cNvGrpSpPr/>
          <p:nvPr/>
        </p:nvGrpSpPr>
        <p:grpSpPr>
          <a:xfrm>
            <a:off x="7518387" y="1455417"/>
            <a:ext cx="720000" cy="3585428"/>
            <a:chOff x="7051006" y="1934565"/>
            <a:chExt cx="720000" cy="3585428"/>
          </a:xfrm>
        </p:grpSpPr>
        <p:pic>
          <p:nvPicPr>
            <p:cNvPr id="22" name="Graphique 21" descr="Diamant avec un remplissage uni">
              <a:extLst>
                <a:ext uri="{FF2B5EF4-FFF2-40B4-BE49-F238E27FC236}">
                  <a16:creationId xmlns:a16="http://schemas.microsoft.com/office/drawing/2014/main" id="{4CA2E062-1577-781F-B608-E4AB7ECDD7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51006" y="4004476"/>
              <a:ext cx="720000" cy="720000"/>
            </a:xfrm>
            <a:prstGeom prst="rect">
              <a:avLst/>
            </a:prstGeom>
          </p:spPr>
        </p:pic>
        <p:cxnSp>
          <p:nvCxnSpPr>
            <p:cNvPr id="26" name="Connecteur : en angle 25">
              <a:extLst>
                <a:ext uri="{FF2B5EF4-FFF2-40B4-BE49-F238E27FC236}">
                  <a16:creationId xmlns:a16="http://schemas.microsoft.com/office/drawing/2014/main" id="{E9D9E0F6-ABF9-6F6A-D756-7EB40912F215}"/>
                </a:ext>
              </a:extLst>
            </p:cNvPr>
            <p:cNvCxnSpPr>
              <a:cxnSpLocks/>
              <a:stCxn id="19" idx="2"/>
              <a:endCxn id="22" idx="0"/>
            </p:cNvCxnSpPr>
            <p:nvPr/>
          </p:nvCxnSpPr>
          <p:spPr>
            <a:xfrm>
              <a:off x="7411006" y="1934565"/>
              <a:ext cx="0" cy="206991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Connecteur : en angle 25">
              <a:extLst>
                <a:ext uri="{FF2B5EF4-FFF2-40B4-BE49-F238E27FC236}">
                  <a16:creationId xmlns:a16="http://schemas.microsoft.com/office/drawing/2014/main" id="{1248D8BA-EEA3-DCA2-436E-783BC1A84968}"/>
                </a:ext>
              </a:extLst>
            </p:cNvPr>
            <p:cNvCxnSpPr>
              <a:cxnSpLocks/>
              <a:stCxn id="22" idx="2"/>
              <a:endCxn id="48" idx="0"/>
            </p:cNvCxnSpPr>
            <p:nvPr/>
          </p:nvCxnSpPr>
          <p:spPr>
            <a:xfrm>
              <a:off x="7411006" y="4724476"/>
              <a:ext cx="0" cy="79551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82" name="Groupe 81">
            <a:extLst>
              <a:ext uri="{FF2B5EF4-FFF2-40B4-BE49-F238E27FC236}">
                <a16:creationId xmlns:a16="http://schemas.microsoft.com/office/drawing/2014/main" id="{78781FE8-ED02-1F05-06AA-A90151C271E8}"/>
              </a:ext>
            </a:extLst>
          </p:cNvPr>
          <p:cNvGrpSpPr/>
          <p:nvPr/>
        </p:nvGrpSpPr>
        <p:grpSpPr>
          <a:xfrm>
            <a:off x="7878387" y="3408137"/>
            <a:ext cx="2811886" cy="2333958"/>
            <a:chOff x="7411006" y="3887285"/>
            <a:chExt cx="2811886" cy="2333958"/>
          </a:xfrm>
        </p:grpSpPr>
        <p:pic>
          <p:nvPicPr>
            <p:cNvPr id="23" name="Image 22" descr="noun_Danger_228845.png">
              <a:extLst>
                <a:ext uri="{FF2B5EF4-FFF2-40B4-BE49-F238E27FC236}">
                  <a16:creationId xmlns:a16="http://schemas.microsoft.com/office/drawing/2014/main" id="{66EB56C3-7711-36C9-FB27-643224FB9EF9}"/>
                </a:ext>
              </a:extLst>
            </p:cNvPr>
            <p:cNvPicPr>
              <a:picLocks noChangeAspect="1"/>
            </p:cNvPicPr>
            <p:nvPr/>
          </p:nvPicPr>
          <p:blipFill>
            <a:blip r:embed="rId7" cstate="print"/>
            <a:srcRect l="9184" t="5382" r="8981" b="19633"/>
            <a:stretch>
              <a:fillRect/>
            </a:stretch>
          </p:blipFill>
          <p:spPr>
            <a:xfrm>
              <a:off x="9437121" y="5501243"/>
              <a:ext cx="785771" cy="720000"/>
            </a:xfrm>
            <a:prstGeom prst="rect">
              <a:avLst/>
            </a:prstGeom>
          </p:spPr>
        </p:pic>
        <p:cxnSp>
          <p:nvCxnSpPr>
            <p:cNvPr id="61" name="Connecteur : en angle 25">
              <a:extLst>
                <a:ext uri="{FF2B5EF4-FFF2-40B4-BE49-F238E27FC236}">
                  <a16:creationId xmlns:a16="http://schemas.microsoft.com/office/drawing/2014/main" id="{CEFD50B7-E3B3-75B1-32C7-DF58818872C6}"/>
                </a:ext>
              </a:extLst>
            </p:cNvPr>
            <p:cNvCxnSpPr>
              <a:cxnSpLocks/>
              <a:stCxn id="56" idx="2"/>
              <a:endCxn id="23" idx="0"/>
            </p:cNvCxnSpPr>
            <p:nvPr/>
          </p:nvCxnSpPr>
          <p:spPr>
            <a:xfrm>
              <a:off x="8746841" y="3887285"/>
              <a:ext cx="1083166" cy="1613958"/>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pic>
          <p:nvPicPr>
            <p:cNvPr id="65" name="Image 64" descr="noun_Danger_228845.png">
              <a:extLst>
                <a:ext uri="{FF2B5EF4-FFF2-40B4-BE49-F238E27FC236}">
                  <a16:creationId xmlns:a16="http://schemas.microsoft.com/office/drawing/2014/main" id="{53BD5530-22C2-5E6F-DC44-AE2D8E33ADDB}"/>
                </a:ext>
              </a:extLst>
            </p:cNvPr>
            <p:cNvPicPr>
              <a:picLocks noChangeAspect="1"/>
            </p:cNvPicPr>
            <p:nvPr/>
          </p:nvPicPr>
          <p:blipFill>
            <a:blip r:embed="rId7" cstate="print"/>
            <a:srcRect l="9184" t="5382" r="8981" b="19633"/>
            <a:stretch>
              <a:fillRect/>
            </a:stretch>
          </p:blipFill>
          <p:spPr>
            <a:xfrm>
              <a:off x="8490227" y="5501243"/>
              <a:ext cx="785771" cy="720000"/>
            </a:xfrm>
            <a:prstGeom prst="rect">
              <a:avLst/>
            </a:prstGeom>
          </p:spPr>
        </p:pic>
        <p:cxnSp>
          <p:nvCxnSpPr>
            <p:cNvPr id="66" name="Connecteur : en angle 25">
              <a:extLst>
                <a:ext uri="{FF2B5EF4-FFF2-40B4-BE49-F238E27FC236}">
                  <a16:creationId xmlns:a16="http://schemas.microsoft.com/office/drawing/2014/main" id="{33D4E3FD-74AD-EF2A-FF2E-0E5017B5193B}"/>
                </a:ext>
              </a:extLst>
            </p:cNvPr>
            <p:cNvCxnSpPr>
              <a:cxnSpLocks/>
              <a:stCxn id="22" idx="2"/>
              <a:endCxn id="65" idx="0"/>
            </p:cNvCxnSpPr>
            <p:nvPr/>
          </p:nvCxnSpPr>
          <p:spPr>
            <a:xfrm>
              <a:off x="7411006" y="4724476"/>
              <a:ext cx="1472107" cy="776767"/>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grpSp>
        <p:nvGrpSpPr>
          <p:cNvPr id="79" name="Groupe 78">
            <a:extLst>
              <a:ext uri="{FF2B5EF4-FFF2-40B4-BE49-F238E27FC236}">
                <a16:creationId xmlns:a16="http://schemas.microsoft.com/office/drawing/2014/main" id="{2123ADB6-0B48-4873-88D5-0D29D037B707}"/>
              </a:ext>
            </a:extLst>
          </p:cNvPr>
          <p:cNvGrpSpPr/>
          <p:nvPr/>
        </p:nvGrpSpPr>
        <p:grpSpPr>
          <a:xfrm>
            <a:off x="7878386" y="1455417"/>
            <a:ext cx="1695836" cy="3585429"/>
            <a:chOff x="7411005" y="1934565"/>
            <a:chExt cx="1695836" cy="3585429"/>
          </a:xfrm>
        </p:grpSpPr>
        <p:pic>
          <p:nvPicPr>
            <p:cNvPr id="18" name="Image 17">
              <a:extLst>
                <a:ext uri="{FF2B5EF4-FFF2-40B4-BE49-F238E27FC236}">
                  <a16:creationId xmlns:a16="http://schemas.microsoft.com/office/drawing/2014/main" id="{2558E9FB-724D-65D4-FDC6-D9DA04884112}"/>
                </a:ext>
              </a:extLst>
            </p:cNvPr>
            <p:cNvPicPr>
              <a:picLocks noChangeAspect="1"/>
            </p:cNvPicPr>
            <p:nvPr/>
          </p:nvPicPr>
          <p:blipFill>
            <a:blip r:embed="rId3"/>
            <a:stretch>
              <a:fillRect/>
            </a:stretch>
          </p:blipFill>
          <p:spPr>
            <a:xfrm>
              <a:off x="8130227" y="2790389"/>
              <a:ext cx="720000" cy="720000"/>
            </a:xfrm>
            <a:prstGeom prst="rect">
              <a:avLst/>
            </a:prstGeom>
          </p:spPr>
        </p:pic>
        <p:cxnSp>
          <p:nvCxnSpPr>
            <p:cNvPr id="27" name="Connecteur : en angle 26">
              <a:extLst>
                <a:ext uri="{FF2B5EF4-FFF2-40B4-BE49-F238E27FC236}">
                  <a16:creationId xmlns:a16="http://schemas.microsoft.com/office/drawing/2014/main" id="{35757731-B8A8-F774-4F84-389B4431BFE0}"/>
                </a:ext>
              </a:extLst>
            </p:cNvPr>
            <p:cNvCxnSpPr>
              <a:cxnSpLocks/>
              <a:stCxn id="19" idx="2"/>
              <a:endCxn id="18" idx="0"/>
            </p:cNvCxnSpPr>
            <p:nvPr/>
          </p:nvCxnSpPr>
          <p:spPr>
            <a:xfrm rot="16200000" flipH="1">
              <a:off x="7522704" y="1822866"/>
              <a:ext cx="855824" cy="107922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56" name="Graphique 55" descr="Diamant avec un remplissage uni">
              <a:extLst>
                <a:ext uri="{FF2B5EF4-FFF2-40B4-BE49-F238E27FC236}">
                  <a16:creationId xmlns:a16="http://schemas.microsoft.com/office/drawing/2014/main" id="{BC04F6EE-C450-D7A8-B905-ED881B32335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6841" y="3167285"/>
              <a:ext cx="720000" cy="720000"/>
            </a:xfrm>
            <a:prstGeom prst="rect">
              <a:avLst/>
            </a:prstGeom>
          </p:spPr>
        </p:pic>
        <p:cxnSp>
          <p:nvCxnSpPr>
            <p:cNvPr id="75" name="Connecteur : en angle 74">
              <a:extLst>
                <a:ext uri="{FF2B5EF4-FFF2-40B4-BE49-F238E27FC236}">
                  <a16:creationId xmlns:a16="http://schemas.microsoft.com/office/drawing/2014/main" id="{0E37F8DD-08F2-D4EF-082B-C435517EDC23}"/>
                </a:ext>
              </a:extLst>
            </p:cNvPr>
            <p:cNvCxnSpPr>
              <a:cxnSpLocks/>
              <a:stCxn id="56" idx="2"/>
              <a:endCxn id="48" idx="0"/>
            </p:cNvCxnSpPr>
            <p:nvPr/>
          </p:nvCxnSpPr>
          <p:spPr>
            <a:xfrm rot="5400000">
              <a:off x="7262570" y="4035722"/>
              <a:ext cx="1632708" cy="1335835"/>
            </a:xfrm>
            <a:prstGeom prst="bentConnector3">
              <a:avLst>
                <a:gd name="adj1" fmla="val 70925"/>
              </a:avLst>
            </a:prstGeom>
            <a:ln>
              <a:tailEnd type="triangle"/>
            </a:ln>
          </p:spPr>
          <p:style>
            <a:lnRef idx="2">
              <a:schemeClr val="dk1"/>
            </a:lnRef>
            <a:fillRef idx="0">
              <a:schemeClr val="dk1"/>
            </a:fillRef>
            <a:effectRef idx="1">
              <a:schemeClr val="dk1"/>
            </a:effectRef>
            <a:fontRef idx="minor">
              <a:schemeClr val="tx1"/>
            </a:fontRef>
          </p:style>
        </p:cxnSp>
      </p:grpSp>
      <p:sp>
        <p:nvSpPr>
          <p:cNvPr id="3" name="ZoneTexte 2">
            <a:extLst>
              <a:ext uri="{FF2B5EF4-FFF2-40B4-BE49-F238E27FC236}">
                <a16:creationId xmlns:a16="http://schemas.microsoft.com/office/drawing/2014/main" id="{396D4B6D-0BAF-EE18-49B7-85A25E8F7D4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67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wipe(up)">
                                      <p:cBhvr>
                                        <p:cTn id="15" dur="500"/>
                                        <p:tgtEl>
                                          <p:spTgt spid="7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wipe(up)">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80"/>
                                        </p:tgtEl>
                                        <p:attrNameLst>
                                          <p:attrName>style.visibility</p:attrName>
                                        </p:attrNameLst>
                                      </p:cBhvr>
                                      <p:to>
                                        <p:strVal val="visible"/>
                                      </p:to>
                                    </p:set>
                                    <p:animEffect transition="in" filter="wipe(up)">
                                      <p:cBhvr>
                                        <p:cTn id="25" dur="500"/>
                                        <p:tgtEl>
                                          <p:spTgt spid="8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81"/>
                                        </p:tgtEl>
                                        <p:attrNameLst>
                                          <p:attrName>style.visibility</p:attrName>
                                        </p:attrNameLst>
                                      </p:cBhvr>
                                      <p:to>
                                        <p:strVal val="visible"/>
                                      </p:to>
                                    </p:set>
                                    <p:animEffect transition="in" filter="wipe(up)">
                                      <p:cBhvr>
                                        <p:cTn id="30" dur="500"/>
                                        <p:tgtEl>
                                          <p:spTgt spid="8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82"/>
                                        </p:tgtEl>
                                        <p:attrNameLst>
                                          <p:attrName>style.visibility</p:attrName>
                                        </p:attrNameLst>
                                      </p:cBhvr>
                                      <p:to>
                                        <p:strVal val="visible"/>
                                      </p:to>
                                    </p:set>
                                    <p:animEffect transition="in" filter="wipe(up)">
                                      <p:cBhvr>
                                        <p:cTn id="3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4A4E-E83B-0585-1350-40043A9C462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1D0BC7-B535-E9FF-292E-49A871F81B7A}"/>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2402883-D316-968D-861B-CF14B082F5EE}"/>
              </a:ext>
            </a:extLst>
          </p:cNvPr>
          <p:cNvSpPr>
            <a:spLocks noGrp="1"/>
          </p:cNvSpPr>
          <p:nvPr>
            <p:ph type="dt" sz="half" idx="10"/>
          </p:nvPr>
        </p:nvSpPr>
        <p:spPr/>
        <p:txBody>
          <a:bodyPr/>
          <a:lstStyle/>
          <a:p>
            <a:pPr rtl="0"/>
            <a:r>
              <a:rPr lang="fr-FR" noProof="0"/>
              <a:t>14/10/2025</a:t>
            </a:r>
            <a:endParaRPr lang="fr-FR" noProof="0" dirty="0"/>
          </a:p>
        </p:txBody>
      </p:sp>
      <p:sp>
        <p:nvSpPr>
          <p:cNvPr id="5" name="Espace réservé du pied de page 4">
            <a:extLst>
              <a:ext uri="{FF2B5EF4-FFF2-40B4-BE49-F238E27FC236}">
                <a16:creationId xmlns:a16="http://schemas.microsoft.com/office/drawing/2014/main" id="{E741BE5B-B656-E3B5-6BB3-9F1D113E127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40FDC19-EECE-F8F6-04C7-38F40252F99C}"/>
              </a:ext>
            </a:extLst>
          </p:cNvPr>
          <p:cNvSpPr>
            <a:spLocks noGrp="1"/>
          </p:cNvSpPr>
          <p:nvPr>
            <p:ph type="sldNum" sz="quarter" idx="12"/>
          </p:nvPr>
        </p:nvSpPr>
        <p:spPr/>
        <p:txBody>
          <a:bodyPr/>
          <a:lstStyle/>
          <a:p>
            <a:pPr rtl="0"/>
            <a:fld id="{294A09A9-5501-47C1-A89A-A340965A2BE2}" type="slidenum">
              <a:rPr lang="fr-FR" noProof="0" smtClean="0"/>
              <a:t>88</a:t>
            </a:fld>
            <a:endParaRPr lang="fr-FR" noProof="0"/>
          </a:p>
        </p:txBody>
      </p:sp>
      <p:sp>
        <p:nvSpPr>
          <p:cNvPr id="8" name="Rectangle 7">
            <a:extLst>
              <a:ext uri="{FF2B5EF4-FFF2-40B4-BE49-F238E27FC236}">
                <a16:creationId xmlns:a16="http://schemas.microsoft.com/office/drawing/2014/main" id="{A4EFA501-F874-A223-A18F-02CE682699FB}"/>
              </a:ext>
            </a:extLst>
          </p:cNvPr>
          <p:cNvSpPr/>
          <p:nvPr/>
        </p:nvSpPr>
        <p:spPr>
          <a:xfrm>
            <a:off x="2736001" y="1503620"/>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267"/>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Élève</a:t>
            </a:r>
          </a:p>
          <a:p>
            <a:pPr>
              <a:spcAft>
                <a:spcPts val="267"/>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Modifier ses notes</a:t>
            </a:r>
          </a:p>
          <a:p>
            <a:pPr>
              <a:spcAft>
                <a:spcPts val="267"/>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Les résultats scolaires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d’un ou plusieurs collégiens sont erronés</a:t>
            </a:r>
          </a:p>
        </p:txBody>
      </p:sp>
      <p:sp>
        <p:nvSpPr>
          <p:cNvPr id="9" name="Rectangle 8">
            <a:extLst>
              <a:ext uri="{FF2B5EF4-FFF2-40B4-BE49-F238E27FC236}">
                <a16:creationId xmlns:a16="http://schemas.microsoft.com/office/drawing/2014/main" id="{8543BBBF-9C8E-4206-945A-05912EBD1102}"/>
              </a:ext>
            </a:extLst>
          </p:cNvPr>
          <p:cNvSpPr/>
          <p:nvPr/>
        </p:nvSpPr>
        <p:spPr>
          <a:xfrm>
            <a:off x="1871135" y="2885434"/>
            <a:ext cx="2755795" cy="321472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defRPr/>
            </a:pPr>
            <a:r>
              <a:rPr lang="fr-FR" sz="1600" b="1" dirty="0">
                <a:solidFill>
                  <a:srgbClr val="252525"/>
                </a:solidFill>
                <a:latin typeface="+mj-lt"/>
                <a:cs typeface="Segoe UI" panose="020B0502040204020203" pitchFamily="34" charset="0"/>
              </a:rPr>
              <a:t>Source de risque</a:t>
            </a:r>
            <a:endParaRPr lang="fr-FR" sz="1600" dirty="0">
              <a:solidFill>
                <a:srgbClr val="252525"/>
              </a:solidFill>
              <a:latin typeface="+mj-lt"/>
              <a:cs typeface="Segoe UI" panose="020B0502040204020203" pitchFamily="34" charset="0"/>
            </a:endParaRPr>
          </a:p>
        </p:txBody>
      </p:sp>
      <p:sp>
        <p:nvSpPr>
          <p:cNvPr id="10" name="Rectangle 9">
            <a:extLst>
              <a:ext uri="{FF2B5EF4-FFF2-40B4-BE49-F238E27FC236}">
                <a16:creationId xmlns:a16="http://schemas.microsoft.com/office/drawing/2014/main" id="{CF9FB687-ACBC-302D-EEF9-B1D27BDDBD5B}"/>
              </a:ext>
            </a:extLst>
          </p:cNvPr>
          <p:cNvSpPr/>
          <p:nvPr/>
        </p:nvSpPr>
        <p:spPr>
          <a:xfrm>
            <a:off x="4935319" y="2885434"/>
            <a:ext cx="2755795" cy="321472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11" name="Rectangle 10">
            <a:extLst>
              <a:ext uri="{FF2B5EF4-FFF2-40B4-BE49-F238E27FC236}">
                <a16:creationId xmlns:a16="http://schemas.microsoft.com/office/drawing/2014/main" id="{3BEC4C77-B40F-270D-3805-22DB7CECA87A}"/>
              </a:ext>
            </a:extLst>
          </p:cNvPr>
          <p:cNvSpPr/>
          <p:nvPr/>
        </p:nvSpPr>
        <p:spPr>
          <a:xfrm>
            <a:off x="8000761" y="2885434"/>
            <a:ext cx="2755795" cy="321472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SI du collège</a:t>
            </a:r>
          </a:p>
        </p:txBody>
      </p:sp>
      <p:cxnSp>
        <p:nvCxnSpPr>
          <p:cNvPr id="12" name="Connecteur droit avec flèche 11">
            <a:extLst>
              <a:ext uri="{FF2B5EF4-FFF2-40B4-BE49-F238E27FC236}">
                <a16:creationId xmlns:a16="http://schemas.microsoft.com/office/drawing/2014/main" id="{200F6A3B-5BEE-8CFB-FCDB-D15912268440}"/>
              </a:ext>
            </a:extLst>
          </p:cNvPr>
          <p:cNvCxnSpPr>
            <a:cxnSpLocks/>
          </p:cNvCxnSpPr>
          <p:nvPr/>
        </p:nvCxnSpPr>
        <p:spPr>
          <a:xfrm>
            <a:off x="4027050" y="4946244"/>
            <a:ext cx="1388269"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3" name="Forme libre 20">
            <a:extLst>
              <a:ext uri="{FF2B5EF4-FFF2-40B4-BE49-F238E27FC236}">
                <a16:creationId xmlns:a16="http://schemas.microsoft.com/office/drawing/2014/main" id="{E37EDF9D-805E-F5DE-77C9-53123CE69DAE}"/>
              </a:ext>
            </a:extLst>
          </p:cNvPr>
          <p:cNvSpPr/>
          <p:nvPr/>
        </p:nvSpPr>
        <p:spPr>
          <a:xfrm>
            <a:off x="3264450" y="3402297"/>
            <a:ext cx="6162764"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Ellipse 13">
            <a:extLst>
              <a:ext uri="{FF2B5EF4-FFF2-40B4-BE49-F238E27FC236}">
                <a16:creationId xmlns:a16="http://schemas.microsoft.com/office/drawing/2014/main" id="{58BA63E2-8CEC-A964-7503-4927E52CDB5C}"/>
              </a:ext>
            </a:extLst>
          </p:cNvPr>
          <p:cNvSpPr>
            <a:spLocks noChangeAspect="1"/>
          </p:cNvSpPr>
          <p:nvPr/>
        </p:nvSpPr>
        <p:spPr>
          <a:xfrm>
            <a:off x="4541124" y="3155099"/>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sp>
        <p:nvSpPr>
          <p:cNvPr id="15" name="Ellipse 14">
            <a:extLst>
              <a:ext uri="{FF2B5EF4-FFF2-40B4-BE49-F238E27FC236}">
                <a16:creationId xmlns:a16="http://schemas.microsoft.com/office/drawing/2014/main" id="{A3E5AFAB-6A98-FFB2-2917-053DB050DEDA}"/>
              </a:ext>
            </a:extLst>
          </p:cNvPr>
          <p:cNvSpPr>
            <a:spLocks noChangeAspect="1"/>
          </p:cNvSpPr>
          <p:nvPr/>
        </p:nvSpPr>
        <p:spPr>
          <a:xfrm>
            <a:off x="4551212" y="470667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pic>
        <p:nvPicPr>
          <p:cNvPr id="16" name="Image 15">
            <a:extLst>
              <a:ext uri="{FF2B5EF4-FFF2-40B4-BE49-F238E27FC236}">
                <a16:creationId xmlns:a16="http://schemas.microsoft.com/office/drawing/2014/main" id="{0587A194-609F-0B31-701B-8F133E61B7F4}"/>
              </a:ext>
            </a:extLst>
          </p:cNvPr>
          <p:cNvPicPr>
            <a:picLocks noChangeAspect="1"/>
          </p:cNvPicPr>
          <p:nvPr/>
        </p:nvPicPr>
        <p:blipFill>
          <a:blip r:embed="rId2"/>
          <a:stretch>
            <a:fillRect/>
          </a:stretch>
        </p:blipFill>
        <p:spPr>
          <a:xfrm>
            <a:off x="2548558" y="3771968"/>
            <a:ext cx="1432239" cy="1709057"/>
          </a:xfrm>
          <a:prstGeom prst="rect">
            <a:avLst/>
          </a:prstGeom>
        </p:spPr>
      </p:pic>
      <p:sp>
        <p:nvSpPr>
          <p:cNvPr id="17" name="Rectangle : coins arrondis 16">
            <a:extLst>
              <a:ext uri="{FF2B5EF4-FFF2-40B4-BE49-F238E27FC236}">
                <a16:creationId xmlns:a16="http://schemas.microsoft.com/office/drawing/2014/main" id="{AC026C4D-CDB9-ACBB-2A37-E67ADE20BE80}"/>
              </a:ext>
            </a:extLst>
          </p:cNvPr>
          <p:cNvSpPr/>
          <p:nvPr/>
        </p:nvSpPr>
        <p:spPr>
          <a:xfrm>
            <a:off x="2334632" y="5623169"/>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cxnSp>
        <p:nvCxnSpPr>
          <p:cNvPr id="18" name="Connecteur droit 17">
            <a:extLst>
              <a:ext uri="{FF2B5EF4-FFF2-40B4-BE49-F238E27FC236}">
                <a16:creationId xmlns:a16="http://schemas.microsoft.com/office/drawing/2014/main" id="{F8EE34BB-49CC-0B8C-ECBA-7759C3E2347D}"/>
              </a:ext>
            </a:extLst>
          </p:cNvPr>
          <p:cNvCxnSpPr>
            <a:cxnSpLocks/>
          </p:cNvCxnSpPr>
          <p:nvPr/>
        </p:nvCxnSpPr>
        <p:spPr>
          <a:xfrm>
            <a:off x="7161545" y="1503622"/>
            <a:ext cx="0" cy="1199999"/>
          </a:xfrm>
          <a:prstGeom prst="line">
            <a:avLst/>
          </a:prstGeom>
          <a:ln/>
        </p:spPr>
        <p:style>
          <a:lnRef idx="2">
            <a:schemeClr val="dk1"/>
          </a:lnRef>
          <a:fillRef idx="1">
            <a:schemeClr val="lt1"/>
          </a:fillRef>
          <a:effectRef idx="0">
            <a:schemeClr val="dk1"/>
          </a:effectRef>
          <a:fontRef idx="minor">
            <a:schemeClr val="dk1"/>
          </a:fontRef>
        </p:style>
      </p:cxnSp>
      <p:sp>
        <p:nvSpPr>
          <p:cNvPr id="19" name="Rectangle 18">
            <a:extLst>
              <a:ext uri="{FF2B5EF4-FFF2-40B4-BE49-F238E27FC236}">
                <a16:creationId xmlns:a16="http://schemas.microsoft.com/office/drawing/2014/main" id="{8BDCC56F-6991-2F3D-21AB-3DF132876EE2}"/>
              </a:ext>
            </a:extLst>
          </p:cNvPr>
          <p:cNvSpPr/>
          <p:nvPr/>
        </p:nvSpPr>
        <p:spPr>
          <a:xfrm>
            <a:off x="6296680" y="352831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333" i="1" dirty="0">
                <a:solidFill>
                  <a:srgbClr val="252525"/>
                </a:solidFill>
                <a:latin typeface="+mj-lt"/>
                <a:cs typeface="Segoe UI" panose="020B0502040204020203" pitchFamily="34" charset="0"/>
              </a:rPr>
              <a:t>Identifiants</a:t>
            </a:r>
          </a:p>
        </p:txBody>
      </p:sp>
      <p:pic>
        <p:nvPicPr>
          <p:cNvPr id="20" name="Image 19">
            <a:extLst>
              <a:ext uri="{FF2B5EF4-FFF2-40B4-BE49-F238E27FC236}">
                <a16:creationId xmlns:a16="http://schemas.microsoft.com/office/drawing/2014/main" id="{AC93457D-1442-342E-9213-76EC9FD109C6}"/>
              </a:ext>
            </a:extLst>
          </p:cNvPr>
          <p:cNvPicPr>
            <a:picLocks noChangeAspect="1"/>
          </p:cNvPicPr>
          <p:nvPr/>
        </p:nvPicPr>
        <p:blipFill>
          <a:blip r:embed="rId3"/>
          <a:stretch>
            <a:fillRect/>
          </a:stretch>
        </p:blipFill>
        <p:spPr>
          <a:xfrm>
            <a:off x="5361181" y="3814998"/>
            <a:ext cx="1942489" cy="1659945"/>
          </a:xfrm>
          <a:prstGeom prst="rect">
            <a:avLst/>
          </a:prstGeom>
        </p:spPr>
      </p:pic>
      <p:cxnSp>
        <p:nvCxnSpPr>
          <p:cNvPr id="21" name="Connecteur droit avec flèche 20">
            <a:extLst>
              <a:ext uri="{FF2B5EF4-FFF2-40B4-BE49-F238E27FC236}">
                <a16:creationId xmlns:a16="http://schemas.microsoft.com/office/drawing/2014/main" id="{B3FF441C-872C-5446-A732-AF29CFF5CD26}"/>
              </a:ext>
            </a:extLst>
          </p:cNvPr>
          <p:cNvCxnSpPr>
            <a:cxnSpLocks/>
          </p:cNvCxnSpPr>
          <p:nvPr/>
        </p:nvCxnSpPr>
        <p:spPr>
          <a:xfrm>
            <a:off x="6540427" y="4946244"/>
            <a:ext cx="2178903"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22" name="Image 21">
            <a:extLst>
              <a:ext uri="{FF2B5EF4-FFF2-40B4-BE49-F238E27FC236}">
                <a16:creationId xmlns:a16="http://schemas.microsoft.com/office/drawing/2014/main" id="{FD344352-82AC-4FAF-6FC9-B6C5783934FB}"/>
              </a:ext>
            </a:extLst>
          </p:cNvPr>
          <p:cNvPicPr>
            <a:picLocks noChangeAspect="1"/>
          </p:cNvPicPr>
          <p:nvPr/>
        </p:nvPicPr>
        <p:blipFill>
          <a:blip r:embed="rId4"/>
          <a:stretch>
            <a:fillRect/>
          </a:stretch>
        </p:blipFill>
        <p:spPr>
          <a:xfrm>
            <a:off x="8719330" y="3775485"/>
            <a:ext cx="1445013" cy="1759148"/>
          </a:xfrm>
          <a:prstGeom prst="rect">
            <a:avLst/>
          </a:prstGeom>
        </p:spPr>
      </p:pic>
      <p:sp>
        <p:nvSpPr>
          <p:cNvPr id="23" name="Rectangle : coins arrondis 22">
            <a:extLst>
              <a:ext uri="{FF2B5EF4-FFF2-40B4-BE49-F238E27FC236}">
                <a16:creationId xmlns:a16="http://schemas.microsoft.com/office/drawing/2014/main" id="{43C51592-16CB-31BD-D11E-7130F32D1947}"/>
              </a:ext>
            </a:extLst>
          </p:cNvPr>
          <p:cNvSpPr/>
          <p:nvPr/>
        </p:nvSpPr>
        <p:spPr>
          <a:xfrm>
            <a:off x="5398816" y="5623169"/>
            <a:ext cx="18288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24" name="Rectangle : coins arrondis 23">
            <a:extLst>
              <a:ext uri="{FF2B5EF4-FFF2-40B4-BE49-F238E27FC236}">
                <a16:creationId xmlns:a16="http://schemas.microsoft.com/office/drawing/2014/main" id="{771788C3-95A9-C609-E3C6-CD410DB87EA8}"/>
              </a:ext>
            </a:extLst>
          </p:cNvPr>
          <p:cNvSpPr/>
          <p:nvPr/>
        </p:nvSpPr>
        <p:spPr>
          <a:xfrm>
            <a:off x="8464259" y="5623169"/>
            <a:ext cx="1828800"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Notes de l’élève</a:t>
            </a:r>
          </a:p>
        </p:txBody>
      </p:sp>
      <p:sp>
        <p:nvSpPr>
          <p:cNvPr id="25" name="Rectangle 24">
            <a:extLst>
              <a:ext uri="{FF2B5EF4-FFF2-40B4-BE49-F238E27FC236}">
                <a16:creationId xmlns:a16="http://schemas.microsoft.com/office/drawing/2014/main" id="{3FE0C88A-FD64-309C-6F42-7CFE47A6A5CB}"/>
              </a:ext>
            </a:extLst>
          </p:cNvPr>
          <p:cNvSpPr/>
          <p:nvPr/>
        </p:nvSpPr>
        <p:spPr>
          <a:xfrm>
            <a:off x="7444225" y="2111011"/>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26" name="Image 25">
            <a:extLst>
              <a:ext uri="{FF2B5EF4-FFF2-40B4-BE49-F238E27FC236}">
                <a16:creationId xmlns:a16="http://schemas.microsoft.com/office/drawing/2014/main" id="{E019C047-F7D1-1FC0-3E0D-DD6D5FE01F0A}"/>
              </a:ext>
            </a:extLst>
          </p:cNvPr>
          <p:cNvPicPr>
            <a:picLocks noChangeAspect="1"/>
          </p:cNvPicPr>
          <p:nvPr/>
        </p:nvPicPr>
        <p:blipFill>
          <a:blip r:embed="rId5"/>
          <a:stretch>
            <a:fillRect/>
          </a:stretch>
        </p:blipFill>
        <p:spPr>
          <a:xfrm>
            <a:off x="7442999" y="1587605"/>
            <a:ext cx="999575" cy="552396"/>
          </a:xfrm>
          <a:prstGeom prst="rect">
            <a:avLst/>
          </a:prstGeom>
        </p:spPr>
      </p:pic>
      <p:sp>
        <p:nvSpPr>
          <p:cNvPr id="27" name="Organigramme : Alternative 26">
            <a:extLst>
              <a:ext uri="{FF2B5EF4-FFF2-40B4-BE49-F238E27FC236}">
                <a16:creationId xmlns:a16="http://schemas.microsoft.com/office/drawing/2014/main" id="{2470487B-90BB-1528-6A76-58BCDDA6D98C}"/>
              </a:ext>
            </a:extLst>
          </p:cNvPr>
          <p:cNvSpPr/>
          <p:nvPr/>
        </p:nvSpPr>
        <p:spPr>
          <a:xfrm>
            <a:off x="8915741" y="1527295"/>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2 chaînes d’attaque</a:t>
            </a:r>
          </a:p>
        </p:txBody>
      </p:sp>
      <p:pic>
        <p:nvPicPr>
          <p:cNvPr id="28" name="Image 27">
            <a:extLst>
              <a:ext uri="{FF2B5EF4-FFF2-40B4-BE49-F238E27FC236}">
                <a16:creationId xmlns:a16="http://schemas.microsoft.com/office/drawing/2014/main" id="{15FB7E26-37F4-E615-9280-9FEE700CEC9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9ECB8C69-B8AA-CEF1-B4ED-80B71A4A140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2676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9" grpId="0"/>
      <p:bldP spid="23" grpId="0" animBg="1"/>
      <p:bldP spid="24" grpId="0" animBg="1"/>
      <p:bldP spid="27"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313F5-2246-6624-E5FA-D38CFFB75F0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6DD837A-751D-01CA-A3DF-A29A60E7ACCF}"/>
              </a:ext>
            </a:extLst>
          </p:cNvPr>
          <p:cNvSpPr>
            <a:spLocks noGrp="1"/>
          </p:cNvSpPr>
          <p:nvPr>
            <p:ph type="title"/>
          </p:nvPr>
        </p:nvSpPr>
        <p:spPr/>
        <p:txBody>
          <a:bodyPr>
            <a:normAutofit fontScale="90000"/>
          </a:bodyPr>
          <a:lstStyle/>
          <a:p>
            <a:r>
              <a:rPr lang="fr-FR" dirty="0"/>
              <a:t>Exercice collégial</a:t>
            </a:r>
          </a:p>
        </p:txBody>
      </p:sp>
      <p:sp>
        <p:nvSpPr>
          <p:cNvPr id="4" name="Espace réservé de la date 3">
            <a:extLst>
              <a:ext uri="{FF2B5EF4-FFF2-40B4-BE49-F238E27FC236}">
                <a16:creationId xmlns:a16="http://schemas.microsoft.com/office/drawing/2014/main" id="{5F156F55-5A23-1B77-3D4F-27583C1E45C2}"/>
              </a:ext>
            </a:extLst>
          </p:cNvPr>
          <p:cNvSpPr>
            <a:spLocks noGrp="1"/>
          </p:cNvSpPr>
          <p:nvPr>
            <p:ph type="dt" sz="half" idx="10"/>
          </p:nvPr>
        </p:nvSpPr>
        <p:spPr/>
        <p:txBody>
          <a:bodyPr/>
          <a:lstStyle/>
          <a:p>
            <a:pPr rtl="0"/>
            <a:r>
              <a:rPr lang="fr-FR" noProof="0"/>
              <a:t>14/10/2025</a:t>
            </a:r>
            <a:endParaRPr lang="fr-FR" noProof="0" dirty="0"/>
          </a:p>
        </p:txBody>
      </p:sp>
      <p:sp>
        <p:nvSpPr>
          <p:cNvPr id="5" name="Espace réservé du pied de page 4">
            <a:extLst>
              <a:ext uri="{FF2B5EF4-FFF2-40B4-BE49-F238E27FC236}">
                <a16:creationId xmlns:a16="http://schemas.microsoft.com/office/drawing/2014/main" id="{C5438AC4-573A-BFFA-D8BD-7A178DE255C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D1F7A0D-5CE5-4276-AA52-DF2ACAAC8007}"/>
              </a:ext>
            </a:extLst>
          </p:cNvPr>
          <p:cNvSpPr>
            <a:spLocks noGrp="1"/>
          </p:cNvSpPr>
          <p:nvPr>
            <p:ph type="sldNum" sz="quarter" idx="12"/>
          </p:nvPr>
        </p:nvSpPr>
        <p:spPr/>
        <p:txBody>
          <a:bodyPr/>
          <a:lstStyle/>
          <a:p>
            <a:pPr rtl="0"/>
            <a:fld id="{294A09A9-5501-47C1-A89A-A340965A2BE2}" type="slidenum">
              <a:rPr lang="fr-FR" noProof="0" smtClean="0"/>
              <a:t>89</a:t>
            </a:fld>
            <a:endParaRPr lang="fr-FR" noProof="0"/>
          </a:p>
        </p:txBody>
      </p:sp>
      <p:sp>
        <p:nvSpPr>
          <p:cNvPr id="9" name="Espace réservé du texte 8">
            <a:extLst>
              <a:ext uri="{FF2B5EF4-FFF2-40B4-BE49-F238E27FC236}">
                <a16:creationId xmlns:a16="http://schemas.microsoft.com/office/drawing/2014/main" id="{0D19386D-6F43-BC32-7861-17829E0C8C97}"/>
              </a:ext>
            </a:extLst>
          </p:cNvPr>
          <p:cNvSpPr>
            <a:spLocks noGrp="1"/>
          </p:cNvSpPr>
          <p:nvPr>
            <p:ph type="body" sz="quarter" idx="13"/>
          </p:nvPr>
        </p:nvSpPr>
        <p:spPr/>
        <p:txBody>
          <a:bodyPr/>
          <a:lstStyle/>
          <a:p>
            <a:r>
              <a:rPr lang="fr-FR" dirty="0"/>
              <a:t>Analysez les chemins d’attaques de la source de risques</a:t>
            </a:r>
          </a:p>
        </p:txBody>
      </p:sp>
      <p:sp>
        <p:nvSpPr>
          <p:cNvPr id="3" name="Rectangle 2">
            <a:extLst>
              <a:ext uri="{FF2B5EF4-FFF2-40B4-BE49-F238E27FC236}">
                <a16:creationId xmlns:a16="http://schemas.microsoft.com/office/drawing/2014/main" id="{82561657-AA0E-87D7-7F32-39264593BC8B}"/>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2618C9C4-2967-96CE-8821-7CB5F67EE164}"/>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BECBD5B6-E8C1-7F1A-1469-C8C2AC15B5B4}"/>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pic>
        <p:nvPicPr>
          <p:cNvPr id="32" name="Image 31">
            <a:extLst>
              <a:ext uri="{FF2B5EF4-FFF2-40B4-BE49-F238E27FC236}">
                <a16:creationId xmlns:a16="http://schemas.microsoft.com/office/drawing/2014/main" id="{739797B1-2F99-0FFD-FE74-C76920252709}"/>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8" name="Rectangle : coins arrondis 37">
            <a:extLst>
              <a:ext uri="{FF2B5EF4-FFF2-40B4-BE49-F238E27FC236}">
                <a16:creationId xmlns:a16="http://schemas.microsoft.com/office/drawing/2014/main" id="{2DBCEB32-3501-0376-69F9-533CE5CF9B3F}"/>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804D3319-C76A-1265-A07B-F21914131038}"/>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E4C8F7A3-238D-0682-B542-6AE7CB7112B0}"/>
              </a:ext>
            </a:extLst>
          </p:cNvPr>
          <p:cNvPicPr>
            <a:picLocks noChangeAspect="1"/>
          </p:cNvPicPr>
          <p:nvPr/>
        </p:nvPicPr>
        <p:blipFill>
          <a:blip r:embed="rId3"/>
          <a:stretch>
            <a:fillRect/>
          </a:stretch>
        </p:blipFill>
        <p:spPr>
          <a:xfrm>
            <a:off x="8768853" y="3710048"/>
            <a:ext cx="1322708" cy="1233336"/>
          </a:xfrm>
          <a:prstGeom prst="rect">
            <a:avLst/>
          </a:prstGeom>
        </p:spPr>
      </p:pic>
      <p:sp>
        <p:nvSpPr>
          <p:cNvPr id="48" name="Rectangle 47">
            <a:extLst>
              <a:ext uri="{FF2B5EF4-FFF2-40B4-BE49-F238E27FC236}">
                <a16:creationId xmlns:a16="http://schemas.microsoft.com/office/drawing/2014/main" id="{4CF3F8A1-694C-2312-90A9-064AEE27E02B}"/>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1B3DC357-ABA4-FCA7-89C3-E6962AAEF035}"/>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211767F3-6875-E5B9-10E0-E831243FE636}"/>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5BE25564-95BE-8F4A-BE93-9ACBF78DB74B}"/>
              </a:ext>
            </a:extLst>
          </p:cNvPr>
          <p:cNvPicPr>
            <a:picLocks noChangeAspect="1"/>
          </p:cNvPicPr>
          <p:nvPr/>
        </p:nvPicPr>
        <p:blipFill>
          <a:blip r:embed="rId4"/>
          <a:stretch>
            <a:fillRect/>
          </a:stretch>
        </p:blipFill>
        <p:spPr>
          <a:xfrm>
            <a:off x="7423449" y="1600342"/>
            <a:ext cx="999575" cy="552396"/>
          </a:xfrm>
          <a:prstGeom prst="rect">
            <a:avLst/>
          </a:prstGeom>
        </p:spPr>
      </p:pic>
      <p:pic>
        <p:nvPicPr>
          <p:cNvPr id="54" name="Image 53">
            <a:extLst>
              <a:ext uri="{FF2B5EF4-FFF2-40B4-BE49-F238E27FC236}">
                <a16:creationId xmlns:a16="http://schemas.microsoft.com/office/drawing/2014/main" id="{CE06C219-545E-0642-5862-4CC72D747598}"/>
              </a:ext>
            </a:extLst>
          </p:cNvPr>
          <p:cNvPicPr>
            <a:picLocks noChangeAspect="1"/>
          </p:cNvPicPr>
          <p:nvPr/>
        </p:nvPicPr>
        <p:blipFill>
          <a:blip r:embed="rId5"/>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19999AF-7A7A-4BBE-6EFC-773E108212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89408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38" grpId="0" animBg="1"/>
      <p:bldP spid="3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3B611-8416-328C-B83D-10017D7823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5A149B-001A-6C0D-CE61-9B9C05C048AB}"/>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14C676B6-6645-9C67-9451-B2AF00DE9D26}"/>
              </a:ext>
            </a:extLst>
          </p:cNvPr>
          <p:cNvSpPr>
            <a:spLocks noGrp="1"/>
          </p:cNvSpPr>
          <p:nvPr>
            <p:ph type="dt" sz="half" idx="10"/>
          </p:nvPr>
        </p:nvSpPr>
        <p:spPr/>
        <p:txBody>
          <a:bodyPr/>
          <a:lstStyle/>
          <a:p>
            <a:pPr rtl="0"/>
            <a:r>
              <a:rPr lang="fr-FR" noProof="0"/>
              <a:t>14/10/2025</a:t>
            </a:r>
            <a:endParaRPr lang="fr-FR" noProof="0" dirty="0"/>
          </a:p>
        </p:txBody>
      </p:sp>
      <p:sp>
        <p:nvSpPr>
          <p:cNvPr id="5" name="Espace réservé du pied de page 4">
            <a:extLst>
              <a:ext uri="{FF2B5EF4-FFF2-40B4-BE49-F238E27FC236}">
                <a16:creationId xmlns:a16="http://schemas.microsoft.com/office/drawing/2014/main" id="{CD6C48F3-638A-ADA0-B173-93879BB82EF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55D3DD5-F644-7CFB-C6DC-1255B114ADF4}"/>
              </a:ext>
            </a:extLst>
          </p:cNvPr>
          <p:cNvSpPr>
            <a:spLocks noGrp="1"/>
          </p:cNvSpPr>
          <p:nvPr>
            <p:ph type="sldNum" sz="quarter" idx="12"/>
          </p:nvPr>
        </p:nvSpPr>
        <p:spPr/>
        <p:txBody>
          <a:bodyPr/>
          <a:lstStyle/>
          <a:p>
            <a:pPr rtl="0"/>
            <a:fld id="{294A09A9-5501-47C1-A89A-A340965A2BE2}" type="slidenum">
              <a:rPr lang="fr-FR" noProof="0" smtClean="0"/>
              <a:t>90</a:t>
            </a:fld>
            <a:endParaRPr lang="fr-FR" noProof="0"/>
          </a:p>
        </p:txBody>
      </p:sp>
      <p:sp>
        <p:nvSpPr>
          <p:cNvPr id="3" name="Rectangle 2">
            <a:extLst>
              <a:ext uri="{FF2B5EF4-FFF2-40B4-BE49-F238E27FC236}">
                <a16:creationId xmlns:a16="http://schemas.microsoft.com/office/drawing/2014/main" id="{EFD43319-CD7D-BD44-F366-F48366D4A435}"/>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8D9D556F-E51B-B9E8-E196-4FF0F29C3B56}"/>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3B46D668-60C7-CF1A-756F-A2E7CB5CFFEB}"/>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grpSp>
        <p:nvGrpSpPr>
          <p:cNvPr id="8" name="Groupe 7">
            <a:extLst>
              <a:ext uri="{FF2B5EF4-FFF2-40B4-BE49-F238E27FC236}">
                <a16:creationId xmlns:a16="http://schemas.microsoft.com/office/drawing/2014/main" id="{9C13FE24-764C-B50B-6357-AF6E2DB0733C}"/>
              </a:ext>
            </a:extLst>
          </p:cNvPr>
          <p:cNvGrpSpPr/>
          <p:nvPr/>
        </p:nvGrpSpPr>
        <p:grpSpPr>
          <a:xfrm>
            <a:off x="3264451" y="3064708"/>
            <a:ext cx="6110211" cy="585466"/>
            <a:chOff x="3264451" y="3186628"/>
            <a:chExt cx="6110211" cy="585466"/>
          </a:xfrm>
        </p:grpSpPr>
        <p:sp>
          <p:nvSpPr>
            <p:cNvPr id="30" name="Forme libre 20">
              <a:extLst>
                <a:ext uri="{FF2B5EF4-FFF2-40B4-BE49-F238E27FC236}">
                  <a16:creationId xmlns:a16="http://schemas.microsoft.com/office/drawing/2014/main" id="{14829A76-05CD-B124-AE1F-038060800318}"/>
                </a:ext>
              </a:extLst>
            </p:cNvPr>
            <p:cNvSpPr/>
            <p:nvPr/>
          </p:nvSpPr>
          <p:spPr>
            <a:xfrm>
              <a:off x="3264451" y="3433827"/>
              <a:ext cx="6110211"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1" name="Ellipse 30">
              <a:extLst>
                <a:ext uri="{FF2B5EF4-FFF2-40B4-BE49-F238E27FC236}">
                  <a16:creationId xmlns:a16="http://schemas.microsoft.com/office/drawing/2014/main" id="{C7EC2717-3FAF-5458-7A17-0C6732FEA698}"/>
                </a:ext>
              </a:extLst>
            </p:cNvPr>
            <p:cNvSpPr>
              <a:spLocks noChangeAspect="1"/>
            </p:cNvSpPr>
            <p:nvPr/>
          </p:nvSpPr>
          <p:spPr>
            <a:xfrm>
              <a:off x="4541124" y="318662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grpSp>
      <p:pic>
        <p:nvPicPr>
          <p:cNvPr id="32" name="Image 31">
            <a:extLst>
              <a:ext uri="{FF2B5EF4-FFF2-40B4-BE49-F238E27FC236}">
                <a16:creationId xmlns:a16="http://schemas.microsoft.com/office/drawing/2014/main" id="{B51EA99B-C82A-D706-867D-6935A3468C6E}"/>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3" name="Rectangle 32">
            <a:extLst>
              <a:ext uri="{FF2B5EF4-FFF2-40B4-BE49-F238E27FC236}">
                <a16:creationId xmlns:a16="http://schemas.microsoft.com/office/drawing/2014/main" id="{B7BE111E-3148-8544-5B65-B536444EDD73}"/>
              </a:ext>
            </a:extLst>
          </p:cNvPr>
          <p:cNvSpPr/>
          <p:nvPr/>
        </p:nvSpPr>
        <p:spPr>
          <a:xfrm>
            <a:off x="1871133" y="5271227"/>
            <a:ext cx="2755795" cy="338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600" dirty="0">
              <a:solidFill>
                <a:srgbClr val="252525"/>
              </a:solidFill>
              <a:latin typeface="Segoe UI" panose="020B0502040204020203" pitchFamily="34" charset="0"/>
              <a:cs typeface="Segoe UI" panose="020B0502040204020203" pitchFamily="34" charset="0"/>
            </a:endParaRPr>
          </a:p>
        </p:txBody>
      </p:sp>
      <p:sp>
        <p:nvSpPr>
          <p:cNvPr id="34" name="Rectangle 33">
            <a:extLst>
              <a:ext uri="{FF2B5EF4-FFF2-40B4-BE49-F238E27FC236}">
                <a16:creationId xmlns:a16="http://schemas.microsoft.com/office/drawing/2014/main" id="{C2193CA1-0B39-2482-BC9B-8A8020C0BFE2}"/>
              </a:ext>
            </a:extLst>
          </p:cNvPr>
          <p:cNvSpPr/>
          <p:nvPr/>
        </p:nvSpPr>
        <p:spPr>
          <a:xfrm>
            <a:off x="8015058" y="5116927"/>
            <a:ext cx="2734215" cy="42178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467" dirty="0">
              <a:solidFill>
                <a:schemeClr val="bg1"/>
              </a:solidFill>
              <a:latin typeface="Segoe UI" panose="020B0502040204020203" pitchFamily="34"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14B0FB17-3ADF-722A-67DA-C7E3913192EB}"/>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BF244117-0D90-8E65-CCF0-6CF977B17CC4}"/>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6EA23CDB-6368-AD19-CDCA-FF43AF8EB2AE}"/>
              </a:ext>
            </a:extLst>
          </p:cNvPr>
          <p:cNvPicPr>
            <a:picLocks noChangeAspect="1"/>
          </p:cNvPicPr>
          <p:nvPr/>
        </p:nvPicPr>
        <p:blipFill>
          <a:blip r:embed="rId3"/>
          <a:stretch>
            <a:fillRect/>
          </a:stretch>
        </p:blipFill>
        <p:spPr>
          <a:xfrm>
            <a:off x="8768853" y="3710048"/>
            <a:ext cx="1322708" cy="1233336"/>
          </a:xfrm>
          <a:prstGeom prst="rect">
            <a:avLst/>
          </a:prstGeom>
        </p:spPr>
      </p:pic>
      <p:grpSp>
        <p:nvGrpSpPr>
          <p:cNvPr id="9" name="Groupe 8">
            <a:extLst>
              <a:ext uri="{FF2B5EF4-FFF2-40B4-BE49-F238E27FC236}">
                <a16:creationId xmlns:a16="http://schemas.microsoft.com/office/drawing/2014/main" id="{163681B7-D908-B00C-3E66-8D9E3FE1CC16}"/>
              </a:ext>
            </a:extLst>
          </p:cNvPr>
          <p:cNvGrpSpPr/>
          <p:nvPr/>
        </p:nvGrpSpPr>
        <p:grpSpPr>
          <a:xfrm>
            <a:off x="3682314" y="3433014"/>
            <a:ext cx="3804055" cy="1521605"/>
            <a:chOff x="3682314" y="3554934"/>
            <a:chExt cx="3804055" cy="1521605"/>
          </a:xfrm>
        </p:grpSpPr>
        <p:cxnSp>
          <p:nvCxnSpPr>
            <p:cNvPr id="29" name="Connecteur droit avec flèche 28">
              <a:extLst>
                <a:ext uri="{FF2B5EF4-FFF2-40B4-BE49-F238E27FC236}">
                  <a16:creationId xmlns:a16="http://schemas.microsoft.com/office/drawing/2014/main" id="{2CF1C561-C80B-1C8F-076F-B1662F13F388}"/>
                </a:ext>
              </a:extLst>
            </p:cNvPr>
            <p:cNvCxnSpPr>
              <a:cxnSpLocks/>
            </p:cNvCxnSpPr>
            <p:nvPr/>
          </p:nvCxnSpPr>
          <p:spPr>
            <a:xfrm>
              <a:off x="3682314" y="4369620"/>
              <a:ext cx="2150076"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35" name="Image 34">
              <a:extLst>
                <a:ext uri="{FF2B5EF4-FFF2-40B4-BE49-F238E27FC236}">
                  <a16:creationId xmlns:a16="http://schemas.microsoft.com/office/drawing/2014/main" id="{7F78ED1D-2727-DAEA-D014-26CB1DC9B35D}"/>
                </a:ext>
              </a:extLst>
            </p:cNvPr>
            <p:cNvPicPr>
              <a:picLocks noChangeAspect="1"/>
            </p:cNvPicPr>
            <p:nvPr/>
          </p:nvPicPr>
          <p:blipFill>
            <a:blip r:embed="rId4"/>
            <a:stretch>
              <a:fillRect/>
            </a:stretch>
          </p:blipFill>
          <p:spPr>
            <a:xfrm>
              <a:off x="5589548" y="3625509"/>
              <a:ext cx="815445" cy="1054112"/>
            </a:xfrm>
            <a:prstGeom prst="rect">
              <a:avLst/>
            </a:prstGeom>
          </p:spPr>
        </p:pic>
        <p:pic>
          <p:nvPicPr>
            <p:cNvPr id="37" name="Image 36">
              <a:extLst>
                <a:ext uri="{FF2B5EF4-FFF2-40B4-BE49-F238E27FC236}">
                  <a16:creationId xmlns:a16="http://schemas.microsoft.com/office/drawing/2014/main" id="{69A29666-72CE-7C36-3975-E0FC8AB1131A}"/>
                </a:ext>
              </a:extLst>
            </p:cNvPr>
            <p:cNvPicPr>
              <a:picLocks noChangeAspect="1"/>
            </p:cNvPicPr>
            <p:nvPr/>
          </p:nvPicPr>
          <p:blipFill>
            <a:blip r:embed="rId5"/>
            <a:stretch>
              <a:fillRect/>
            </a:stretch>
          </p:blipFill>
          <p:spPr>
            <a:xfrm>
              <a:off x="6523113" y="3554934"/>
              <a:ext cx="926276" cy="510039"/>
            </a:xfrm>
            <a:prstGeom prst="rect">
              <a:avLst/>
            </a:prstGeom>
          </p:spPr>
        </p:pic>
        <p:sp>
          <p:nvSpPr>
            <p:cNvPr id="43" name="Rectangle : coins arrondis 42">
              <a:extLst>
                <a:ext uri="{FF2B5EF4-FFF2-40B4-BE49-F238E27FC236}">
                  <a16:creationId xmlns:a16="http://schemas.microsoft.com/office/drawing/2014/main" id="{05B74FC4-EE8D-04B2-C6AD-1E6FFCD0E589}"/>
                </a:ext>
              </a:extLst>
            </p:cNvPr>
            <p:cNvSpPr/>
            <p:nvPr/>
          </p:nvSpPr>
          <p:spPr>
            <a:xfrm>
              <a:off x="5353216" y="4738272"/>
              <a:ext cx="19200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Laboratoire (P3)</a:t>
              </a:r>
            </a:p>
          </p:txBody>
        </p:sp>
        <p:sp>
          <p:nvSpPr>
            <p:cNvPr id="44" name="Rectangle 43">
              <a:extLst>
                <a:ext uri="{FF2B5EF4-FFF2-40B4-BE49-F238E27FC236}">
                  <a16:creationId xmlns:a16="http://schemas.microsoft.com/office/drawing/2014/main" id="{EF22E2DD-4783-C267-9B62-AF4B4E532D5F}"/>
                </a:ext>
              </a:extLst>
            </p:cNvPr>
            <p:cNvSpPr/>
            <p:nvPr/>
          </p:nvSpPr>
          <p:spPr>
            <a:xfrm>
              <a:off x="6486129" y="419493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200" i="1" dirty="0">
                  <a:solidFill>
                    <a:srgbClr val="252525"/>
                  </a:solidFill>
                  <a:latin typeface="+mj-lt"/>
                  <a:cs typeface="Segoe UI" panose="020B0502040204020203" pitchFamily="34" charset="0"/>
                </a:rPr>
                <a:t>Une partie des informations de R&amp;D</a:t>
              </a:r>
            </a:p>
          </p:txBody>
        </p:sp>
        <p:sp>
          <p:nvSpPr>
            <p:cNvPr id="46" name="Ellipse 45">
              <a:extLst>
                <a:ext uri="{FF2B5EF4-FFF2-40B4-BE49-F238E27FC236}">
                  <a16:creationId xmlns:a16="http://schemas.microsoft.com/office/drawing/2014/main" id="{BC30AB59-0119-BDA4-98E3-E4EF23B4BD17}"/>
                </a:ext>
              </a:extLst>
            </p:cNvPr>
            <p:cNvSpPr>
              <a:spLocks noChangeAspect="1"/>
            </p:cNvSpPr>
            <p:nvPr/>
          </p:nvSpPr>
          <p:spPr>
            <a:xfrm>
              <a:off x="4551212" y="4130054"/>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grpSp>
      <p:grpSp>
        <p:nvGrpSpPr>
          <p:cNvPr id="10" name="Groupe 9">
            <a:extLst>
              <a:ext uri="{FF2B5EF4-FFF2-40B4-BE49-F238E27FC236}">
                <a16:creationId xmlns:a16="http://schemas.microsoft.com/office/drawing/2014/main" id="{084B76B9-19A7-49B9-2996-BF9702672736}"/>
              </a:ext>
            </a:extLst>
          </p:cNvPr>
          <p:cNvGrpSpPr/>
          <p:nvPr/>
        </p:nvGrpSpPr>
        <p:grpSpPr>
          <a:xfrm>
            <a:off x="3264451" y="5151535"/>
            <a:ext cx="6118363" cy="1104624"/>
            <a:chOff x="3264451" y="5273455"/>
            <a:chExt cx="6118363" cy="1104624"/>
          </a:xfrm>
        </p:grpSpPr>
        <p:pic>
          <p:nvPicPr>
            <p:cNvPr id="36" name="Image 35">
              <a:extLst>
                <a:ext uri="{FF2B5EF4-FFF2-40B4-BE49-F238E27FC236}">
                  <a16:creationId xmlns:a16="http://schemas.microsoft.com/office/drawing/2014/main" id="{AF7BCA2C-FFF4-4B15-BECC-959A8B45A8BF}"/>
                </a:ext>
              </a:extLst>
            </p:cNvPr>
            <p:cNvPicPr>
              <a:picLocks noChangeAspect="1"/>
            </p:cNvPicPr>
            <p:nvPr/>
          </p:nvPicPr>
          <p:blipFill>
            <a:blip r:embed="rId6"/>
            <a:stretch>
              <a:fillRect/>
            </a:stretch>
          </p:blipFill>
          <p:spPr>
            <a:xfrm>
              <a:off x="5960541" y="5273455"/>
              <a:ext cx="705353" cy="542131"/>
            </a:xfrm>
            <a:prstGeom prst="rect">
              <a:avLst/>
            </a:prstGeom>
          </p:spPr>
        </p:pic>
        <p:sp>
          <p:nvSpPr>
            <p:cNvPr id="40" name="Rectangle : coins arrondis 39">
              <a:extLst>
                <a:ext uri="{FF2B5EF4-FFF2-40B4-BE49-F238E27FC236}">
                  <a16:creationId xmlns:a16="http://schemas.microsoft.com/office/drawing/2014/main" id="{7D8F7D65-B8B1-C599-2E40-9D93B036D530}"/>
                </a:ext>
              </a:extLst>
            </p:cNvPr>
            <p:cNvSpPr/>
            <p:nvPr/>
          </p:nvSpPr>
          <p:spPr>
            <a:xfrm>
              <a:off x="5304786" y="5862406"/>
              <a:ext cx="2016861" cy="515673"/>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Prestataire</a:t>
              </a:r>
            </a:p>
            <a:p>
              <a:pPr algn="ctr"/>
              <a:r>
                <a:rPr lang="fr-FR" sz="1400" dirty="0">
                  <a:solidFill>
                    <a:schemeClr val="bg1"/>
                  </a:solidFill>
                  <a:latin typeface="+mj-lt"/>
                  <a:cs typeface="Segoe UI" panose="020B0502040204020203" pitchFamily="34" charset="0"/>
                </a:rPr>
                <a:t>informatique (F3)</a:t>
              </a:r>
            </a:p>
          </p:txBody>
        </p:sp>
        <p:sp>
          <p:nvSpPr>
            <p:cNvPr id="41" name="Forme libre 45">
              <a:extLst>
                <a:ext uri="{FF2B5EF4-FFF2-40B4-BE49-F238E27FC236}">
                  <a16:creationId xmlns:a16="http://schemas.microsoft.com/office/drawing/2014/main" id="{B47EAEAC-E5EC-A453-67A7-D569499FB375}"/>
                </a:ext>
              </a:extLst>
            </p:cNvPr>
            <p:cNvSpPr/>
            <p:nvPr/>
          </p:nvSpPr>
          <p:spPr>
            <a:xfrm>
              <a:off x="7322427" y="5451122"/>
              <a:ext cx="2060387" cy="683220"/>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2" name="Forme libre 46">
              <a:extLst>
                <a:ext uri="{FF2B5EF4-FFF2-40B4-BE49-F238E27FC236}">
                  <a16:creationId xmlns:a16="http://schemas.microsoft.com/office/drawing/2014/main" id="{E06F3758-E027-68E8-74B3-A08F32944098}"/>
                </a:ext>
              </a:extLst>
            </p:cNvPr>
            <p:cNvSpPr/>
            <p:nvPr/>
          </p:nvSpPr>
          <p:spPr>
            <a:xfrm flipH="1">
              <a:off x="3264451" y="5410807"/>
              <a:ext cx="2048471" cy="701772"/>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7" name="Ellipse 46">
              <a:extLst>
                <a:ext uri="{FF2B5EF4-FFF2-40B4-BE49-F238E27FC236}">
                  <a16:creationId xmlns:a16="http://schemas.microsoft.com/office/drawing/2014/main" id="{EAE5655A-41AA-EA17-1100-696BACB29F02}"/>
                </a:ext>
              </a:extLst>
            </p:cNvPr>
            <p:cNvSpPr>
              <a:spLocks noChangeAspect="1"/>
            </p:cNvSpPr>
            <p:nvPr/>
          </p:nvSpPr>
          <p:spPr>
            <a:xfrm>
              <a:off x="4551212" y="5873012"/>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3</a:t>
              </a:r>
            </a:p>
          </p:txBody>
        </p:sp>
      </p:grpSp>
      <p:sp>
        <p:nvSpPr>
          <p:cNvPr id="48" name="Rectangle 47">
            <a:extLst>
              <a:ext uri="{FF2B5EF4-FFF2-40B4-BE49-F238E27FC236}">
                <a16:creationId xmlns:a16="http://schemas.microsoft.com/office/drawing/2014/main" id="{92A7EEA2-2D6F-B2E4-71EF-C23042152860}"/>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74867575-D868-64A0-D504-D2D7ECD988E9}"/>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485C03AA-5286-98FA-B76D-2DF9785F68BF}"/>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E04F7249-D967-8FB0-2AFD-DC2F281F7776}"/>
              </a:ext>
            </a:extLst>
          </p:cNvPr>
          <p:cNvPicPr>
            <a:picLocks noChangeAspect="1"/>
          </p:cNvPicPr>
          <p:nvPr/>
        </p:nvPicPr>
        <p:blipFill>
          <a:blip r:embed="rId7"/>
          <a:stretch>
            <a:fillRect/>
          </a:stretch>
        </p:blipFill>
        <p:spPr>
          <a:xfrm>
            <a:off x="7423449" y="1600342"/>
            <a:ext cx="999575" cy="552396"/>
          </a:xfrm>
          <a:prstGeom prst="rect">
            <a:avLst/>
          </a:prstGeom>
        </p:spPr>
      </p:pic>
      <p:sp>
        <p:nvSpPr>
          <p:cNvPr id="53" name="Organigramme : Alternative 52">
            <a:extLst>
              <a:ext uri="{FF2B5EF4-FFF2-40B4-BE49-F238E27FC236}">
                <a16:creationId xmlns:a16="http://schemas.microsoft.com/office/drawing/2014/main" id="{8593D476-BB09-F736-EDF0-D9A68B6C162E}"/>
              </a:ext>
            </a:extLst>
          </p:cNvPr>
          <p:cNvSpPr/>
          <p:nvPr/>
        </p:nvSpPr>
        <p:spPr>
          <a:xfrm>
            <a:off x="8915741" y="1540031"/>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3 chemins d’attaque</a:t>
            </a:r>
          </a:p>
        </p:txBody>
      </p:sp>
      <p:pic>
        <p:nvPicPr>
          <p:cNvPr id="54" name="Image 53">
            <a:extLst>
              <a:ext uri="{FF2B5EF4-FFF2-40B4-BE49-F238E27FC236}">
                <a16:creationId xmlns:a16="http://schemas.microsoft.com/office/drawing/2014/main" id="{082DCE01-BDE8-E36C-FD08-B43995DB91C8}"/>
              </a:ext>
            </a:extLst>
          </p:cNvPr>
          <p:cNvPicPr>
            <a:picLocks noChangeAspect="1"/>
          </p:cNvPicPr>
          <p:nvPr/>
        </p:nvPicPr>
        <p:blipFill>
          <a:blip r:embed="rId8"/>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9F157681-0D7E-C68E-FC7A-7A0A9C4BC93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09534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98D8F-8BCA-FBDC-7726-B7711B4896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04E596-A55E-3B7F-D6EB-8FA93266F229}"/>
              </a:ext>
            </a:extLst>
          </p:cNvPr>
          <p:cNvSpPr>
            <a:spLocks noGrp="1"/>
          </p:cNvSpPr>
          <p:nvPr>
            <p:ph type="title"/>
          </p:nvPr>
        </p:nvSpPr>
        <p:spPr/>
        <p:txBody>
          <a:bodyPr>
            <a:normAutofit fontScale="90000"/>
          </a:bodyPr>
          <a:lstStyle/>
          <a:p>
            <a:r>
              <a:rPr lang="fr-FR" sz="4900" dirty="0"/>
              <a:t>Mesures</a:t>
            </a:r>
            <a:endParaRPr lang="fr-FR" dirty="0"/>
          </a:p>
        </p:txBody>
      </p:sp>
      <p:sp>
        <p:nvSpPr>
          <p:cNvPr id="3" name="Espace réservé du contenu 2">
            <a:extLst>
              <a:ext uri="{FF2B5EF4-FFF2-40B4-BE49-F238E27FC236}">
                <a16:creationId xmlns:a16="http://schemas.microsoft.com/office/drawing/2014/main" id="{3F94679F-EEE7-0E39-E407-A88813AB330B}"/>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E8CBA0B2-CE0A-E1A7-EFB3-B41534139008}"/>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61731B4-2E0D-37BE-A350-F07B07EB1F52}"/>
              </a:ext>
            </a:extLst>
          </p:cNvPr>
          <p:cNvSpPr>
            <a:spLocks noGrp="1"/>
          </p:cNvSpPr>
          <p:nvPr>
            <p:ph type="sldNum" sz="quarter" idx="12"/>
          </p:nvPr>
        </p:nvSpPr>
        <p:spPr/>
        <p:txBody>
          <a:bodyPr/>
          <a:lstStyle/>
          <a:p>
            <a:pPr rtl="0"/>
            <a:fld id="{294A09A9-5501-47C1-A89A-A340965A2BE2}" type="slidenum">
              <a:rPr lang="fr-FR" noProof="0" smtClean="0"/>
              <a:t>91</a:t>
            </a:fld>
            <a:endParaRPr lang="fr-FR" noProof="0"/>
          </a:p>
        </p:txBody>
      </p:sp>
      <p:sp>
        <p:nvSpPr>
          <p:cNvPr id="4" name="Espace réservé de la date 3">
            <a:extLst>
              <a:ext uri="{FF2B5EF4-FFF2-40B4-BE49-F238E27FC236}">
                <a16:creationId xmlns:a16="http://schemas.microsoft.com/office/drawing/2014/main" id="{531FF7A3-F026-C70E-8C91-97A0ECD8825B}"/>
              </a:ext>
            </a:extLst>
          </p:cNvPr>
          <p:cNvSpPr>
            <a:spLocks noGrp="1"/>
          </p:cNvSpPr>
          <p:nvPr>
            <p:ph type="dt" sz="half" idx="10"/>
          </p:nvPr>
        </p:nvSpPr>
        <p:spPr/>
        <p:txBody>
          <a:bodyPr/>
          <a:lstStyle/>
          <a:p>
            <a:pPr rtl="0"/>
            <a:r>
              <a:rPr lang="fr-FR" noProof="0"/>
              <a:t>14/10/2025</a:t>
            </a:r>
          </a:p>
        </p:txBody>
      </p:sp>
      <p:sp>
        <p:nvSpPr>
          <p:cNvPr id="10" name="Espace réservé du texte 9">
            <a:extLst>
              <a:ext uri="{FF2B5EF4-FFF2-40B4-BE49-F238E27FC236}">
                <a16:creationId xmlns:a16="http://schemas.microsoft.com/office/drawing/2014/main" id="{46416AF7-48FA-0B0D-0630-D93BCCBE0BF3}"/>
              </a:ext>
            </a:extLst>
          </p:cNvPr>
          <p:cNvSpPr>
            <a:spLocks noGrp="1"/>
          </p:cNvSpPr>
          <p:nvPr>
            <p:ph type="body" sz="quarter" idx="13"/>
          </p:nvPr>
        </p:nvSpPr>
        <p:spPr/>
        <p:txBody>
          <a:bodyPr/>
          <a:lstStyle/>
          <a:p>
            <a:r>
              <a:rPr lang="fr-FR" dirty="0"/>
              <a:t>Peut-on déterminer des mesures sur les parties prenantes ?</a:t>
            </a:r>
          </a:p>
        </p:txBody>
      </p:sp>
      <p:pic>
        <p:nvPicPr>
          <p:cNvPr id="7" name="Image 6">
            <a:extLst>
              <a:ext uri="{FF2B5EF4-FFF2-40B4-BE49-F238E27FC236}">
                <a16:creationId xmlns:a16="http://schemas.microsoft.com/office/drawing/2014/main" id="{822BD73C-392E-4C1A-D6E1-65E78B237FD0}"/>
              </a:ext>
            </a:extLst>
          </p:cNvPr>
          <p:cNvPicPr>
            <a:picLocks noChangeAspect="1"/>
          </p:cNvPicPr>
          <p:nvPr/>
        </p:nvPicPr>
        <p:blipFill>
          <a:blip r:embed="rId3">
            <a:extLst>
              <a:ext uri="{BEBA8EAE-BF5A-486C-A8C5-ECC9F3942E4B}">
                <a14:imgProps xmlns:a14="http://schemas.microsoft.com/office/drawing/2010/main">
                  <a14:imgLayer r:embed="rId4">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62ABC658-CFC0-F6A8-4D99-88541E5B21D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935F898F-AC31-282F-BFEB-61B9AB1051D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978239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2690-208A-AE66-277C-AABEF5BFAF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FB30CCA-2EA4-5C1E-73CC-345C4F5DAC2B}"/>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E1856432-1DFE-C814-DC06-80EEC63363DC}"/>
              </a:ext>
            </a:extLst>
          </p:cNvPr>
          <p:cNvSpPr>
            <a:spLocks noGrp="1"/>
          </p:cNvSpPr>
          <p:nvPr>
            <p:ph type="dt" sz="half" idx="10"/>
          </p:nvPr>
        </p:nvSpPr>
        <p:spPr/>
        <p:txBody>
          <a:bodyPr/>
          <a:lstStyle/>
          <a:p>
            <a:pPr rtl="0"/>
            <a:r>
              <a:rPr lang="fr-FR" noProof="0"/>
              <a:t>14/10/2025</a:t>
            </a:r>
            <a:endParaRPr lang="fr-FR" noProof="0" dirty="0"/>
          </a:p>
        </p:txBody>
      </p:sp>
      <p:sp>
        <p:nvSpPr>
          <p:cNvPr id="5" name="Espace réservé du pied de page 4">
            <a:extLst>
              <a:ext uri="{FF2B5EF4-FFF2-40B4-BE49-F238E27FC236}">
                <a16:creationId xmlns:a16="http://schemas.microsoft.com/office/drawing/2014/main" id="{08C82E4F-E118-981C-4439-53D959708B1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8B871583-1A07-2484-F2AC-8F42D58ECE78}"/>
              </a:ext>
            </a:extLst>
          </p:cNvPr>
          <p:cNvSpPr>
            <a:spLocks noGrp="1"/>
          </p:cNvSpPr>
          <p:nvPr>
            <p:ph type="sldNum" sz="quarter" idx="12"/>
          </p:nvPr>
        </p:nvSpPr>
        <p:spPr/>
        <p:txBody>
          <a:bodyPr/>
          <a:lstStyle/>
          <a:p>
            <a:pPr rtl="0"/>
            <a:fld id="{294A09A9-5501-47C1-A89A-A340965A2BE2}" type="slidenum">
              <a:rPr lang="fr-FR" noProof="0" smtClean="0"/>
              <a:t>92</a:t>
            </a:fld>
            <a:endParaRPr lang="fr-FR" noProof="0"/>
          </a:p>
        </p:txBody>
      </p:sp>
      <p:pic>
        <p:nvPicPr>
          <p:cNvPr id="28" name="Image 27">
            <a:extLst>
              <a:ext uri="{FF2B5EF4-FFF2-40B4-BE49-F238E27FC236}">
                <a16:creationId xmlns:a16="http://schemas.microsoft.com/office/drawing/2014/main" id="{0EFA4191-2FD2-F990-FD9D-9B745B53E4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graphicFrame>
        <p:nvGraphicFramePr>
          <p:cNvPr id="3" name="Tableau 2">
            <a:extLst>
              <a:ext uri="{FF2B5EF4-FFF2-40B4-BE49-F238E27FC236}">
                <a16:creationId xmlns:a16="http://schemas.microsoft.com/office/drawing/2014/main" id="{98C4D67A-C4DC-B5B0-6B02-1C1B20056AF7}"/>
              </a:ext>
            </a:extLst>
          </p:cNvPr>
          <p:cNvGraphicFramePr>
            <a:graphicFrameLocks noGrp="1"/>
          </p:cNvGraphicFramePr>
          <p:nvPr>
            <p:extLst>
              <p:ext uri="{D42A27DB-BD31-4B8C-83A1-F6EECF244321}">
                <p14:modId xmlns:p14="http://schemas.microsoft.com/office/powerpoint/2010/main" val="3089358078"/>
              </p:ext>
            </p:extLst>
          </p:nvPr>
        </p:nvGraphicFramePr>
        <p:xfrm>
          <a:off x="1349334" y="1338191"/>
          <a:ext cx="9651121" cy="1722616"/>
        </p:xfrm>
        <a:graphic>
          <a:graphicData uri="http://schemas.openxmlformats.org/drawingml/2006/table">
            <a:tbl>
              <a:tblPr firstRow="1" bandRow="1">
                <a:tableStyleId>{5C22544A-7EE6-4342-B048-85BDC9FD1C3A}</a:tableStyleId>
              </a:tblPr>
              <a:tblGrid>
                <a:gridCol w="1484795">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82712">
                  <a:extLst>
                    <a:ext uri="{9D8B030D-6E8A-4147-A177-3AD203B41FA5}">
                      <a16:colId xmlns:a16="http://schemas.microsoft.com/office/drawing/2014/main" val="20005"/>
                    </a:ext>
                  </a:extLst>
                </a:gridCol>
              </a:tblGrid>
              <a:tr h="570616">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 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29" name="Tableau 28">
            <a:extLst>
              <a:ext uri="{FF2B5EF4-FFF2-40B4-BE49-F238E27FC236}">
                <a16:creationId xmlns:a16="http://schemas.microsoft.com/office/drawing/2014/main" id="{912A6899-C04C-E1AD-4041-19AD1B7D63A7}"/>
              </a:ext>
            </a:extLst>
          </p:cNvPr>
          <p:cNvGraphicFramePr>
            <a:graphicFrameLocks noGrp="1"/>
          </p:cNvGraphicFramePr>
          <p:nvPr>
            <p:extLst>
              <p:ext uri="{D42A27DB-BD31-4B8C-83A1-F6EECF244321}">
                <p14:modId xmlns:p14="http://schemas.microsoft.com/office/powerpoint/2010/main" val="3846914608"/>
              </p:ext>
            </p:extLst>
          </p:nvPr>
        </p:nvGraphicFramePr>
        <p:xfrm>
          <a:off x="1349333" y="3751539"/>
          <a:ext cx="9628820" cy="2251285"/>
        </p:xfrm>
        <a:graphic>
          <a:graphicData uri="http://schemas.openxmlformats.org/drawingml/2006/table">
            <a:tbl>
              <a:tblPr firstRow="1" bandRow="1">
                <a:tableStyleId>{5C22544A-7EE6-4342-B048-85BDC9FD1C3A}</a:tableStyleId>
              </a:tblPr>
              <a:tblGrid>
                <a:gridCol w="1139633">
                  <a:extLst>
                    <a:ext uri="{9D8B030D-6E8A-4147-A177-3AD203B41FA5}">
                      <a16:colId xmlns:a16="http://schemas.microsoft.com/office/drawing/2014/main" val="20000"/>
                    </a:ext>
                  </a:extLst>
                </a:gridCol>
                <a:gridCol w="1374709">
                  <a:extLst>
                    <a:ext uri="{9D8B030D-6E8A-4147-A177-3AD203B41FA5}">
                      <a16:colId xmlns:a16="http://schemas.microsoft.com/office/drawing/2014/main" val="20001"/>
                    </a:ext>
                  </a:extLst>
                </a:gridCol>
                <a:gridCol w="4741278">
                  <a:extLst>
                    <a:ext uri="{9D8B030D-6E8A-4147-A177-3AD203B41FA5}">
                      <a16:colId xmlns:a16="http://schemas.microsoft.com/office/drawing/2014/main" val="20002"/>
                    </a:ext>
                  </a:extLst>
                </a:gridCol>
                <a:gridCol w="1146565">
                  <a:extLst>
                    <a:ext uri="{9D8B030D-6E8A-4147-A177-3AD203B41FA5}">
                      <a16:colId xmlns:a16="http://schemas.microsoft.com/office/drawing/2014/main" val="20004"/>
                    </a:ext>
                  </a:extLst>
                </a:gridCol>
                <a:gridCol w="1226635">
                  <a:extLst>
                    <a:ext uri="{9D8B030D-6E8A-4147-A177-3AD203B41FA5}">
                      <a16:colId xmlns:a16="http://schemas.microsoft.com/office/drawing/2014/main" val="20005"/>
                    </a:ext>
                  </a:extLst>
                </a:gridCol>
              </a:tblGrid>
              <a:tr h="621689">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a:t>
                      </a:r>
                    </a:p>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algn="ctr"/>
                      <a:r>
                        <a:rPr lang="fr-FR" sz="1500" b="0" i="0" u="none" strike="noStrike" kern="1200" dirty="0">
                          <a:solidFill>
                            <a:schemeClr val="bg1"/>
                          </a:solidFill>
                          <a:effectLst/>
                          <a:latin typeface="+mj-lt"/>
                          <a:ea typeface="+mn-ea"/>
                          <a:cs typeface="Segoe UI" panose="020B0502040204020203" pitchFamily="34" charset="0"/>
                        </a:rPr>
                        <a:t>Chemin(s) d’attaque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Mesure de sécurité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initiale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résiduelle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629596">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N°2</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l"/>
                      <a:r>
                        <a:rPr lang="fr-FR" sz="1500" b="1" i="0" u="none" strike="noStrike" kern="1200" dirty="0">
                          <a:solidFill>
                            <a:schemeClr val="tx1"/>
                          </a:solidFill>
                          <a:effectLst/>
                          <a:latin typeface="+mj-lt"/>
                          <a:ea typeface="+mn-ea"/>
                          <a:cs typeface="Segoe UI" panose="020B0502040204020203" pitchFamily="34" charset="0"/>
                        </a:rPr>
                        <a:t>Pénétration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➜1</a:t>
                      </a:r>
                      <a:r>
                        <a:rPr lang="fr-FR" sz="1500" b="1" i="0" u="none" strike="noStrike" kern="1200" dirty="0">
                          <a:solidFill>
                            <a:schemeClr val="tx1"/>
                          </a:solidFill>
                          <a:effectLst/>
                          <a:latin typeface="+mj-lt"/>
                          <a:ea typeface="+mn-ea"/>
                          <a:cs typeface="Segoe UI" panose="020B0502040204020203" pitchFamily="34" charset="0"/>
                        </a:rPr>
                        <a:t>) </a:t>
                      </a:r>
                    </a:p>
                    <a:p>
                      <a:pPr algn="l">
                        <a:spcAft>
                          <a:spcPts val="300"/>
                        </a:spcAft>
                      </a:pPr>
                      <a:r>
                        <a:rPr lang="fr-FR" sz="1500" b="0" i="0" u="none" strike="noStrike" kern="1200" dirty="0">
                          <a:solidFill>
                            <a:schemeClr val="tx1"/>
                          </a:solidFill>
                          <a:effectLst/>
                          <a:latin typeface="+mj-lt"/>
                          <a:ea typeface="+mn-ea"/>
                          <a:cs typeface="Segoe UI" panose="020B0502040204020203" pitchFamily="34" charset="0"/>
                        </a:rPr>
                        <a:t>Limiter les droits en édition aux seuls élèves du professeur et dans la matière qu’il enseigne</a:t>
                      </a:r>
                    </a:p>
                    <a:p>
                      <a:pPr algn="l"/>
                      <a:r>
                        <a:rPr lang="fr-FR" sz="1500" b="1" i="0" u="none" strike="noStrike" kern="1200" dirty="0">
                          <a:solidFill>
                            <a:schemeClr val="tx1"/>
                          </a:solidFill>
                          <a:effectLst/>
                          <a:latin typeface="+mj-lt"/>
                          <a:ea typeface="+mn-ea"/>
                          <a:cs typeface="Segoe UI" panose="020B0502040204020203" pitchFamily="34" charset="0"/>
                        </a:rPr>
                        <a:t>Maturité cyber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a:t>
                      </a:r>
                      <a:r>
                        <a:rPr lang="fr-FR" sz="1500" b="1" i="0" u="none" strike="noStrike" kern="1200" dirty="0">
                          <a:solidFill>
                            <a:schemeClr val="tx1"/>
                          </a:solidFill>
                          <a:effectLst/>
                          <a:latin typeface="+mj-lt"/>
                          <a:ea typeface="+mn-ea"/>
                          <a:cs typeface="Segoe UI" panose="020B0502040204020203" pitchFamily="34" charset="0"/>
                        </a:rPr>
                        <a:t>2)</a:t>
                      </a:r>
                      <a:br>
                        <a:rPr lang="fr-FR" sz="1500" b="1" i="0" u="none" strike="noStrike" kern="1200" dirty="0">
                          <a:solidFill>
                            <a:schemeClr val="tx1"/>
                          </a:solidFill>
                          <a:effectLst/>
                          <a:latin typeface="+mj-lt"/>
                          <a:ea typeface="+mn-ea"/>
                          <a:cs typeface="Segoe UI" panose="020B0502040204020203" pitchFamily="34" charset="0"/>
                        </a:rPr>
                      </a:br>
                      <a:r>
                        <a:rPr lang="fr-FR" sz="1500" b="0" i="0" u="none" strike="noStrike" kern="1200" dirty="0">
                          <a:solidFill>
                            <a:schemeClr val="tx1"/>
                          </a:solidFill>
                          <a:effectLst/>
                          <a:latin typeface="+mj-lt"/>
                          <a:ea typeface="+mn-ea"/>
                          <a:cs typeface="Segoe UI" panose="020B0502040204020203" pitchFamily="34" charset="0"/>
                        </a:rPr>
                        <a:t>Sensibiliser régulièrement sur l’hygiène informatique et l’ingénierie sociale</a:t>
                      </a:r>
                    </a:p>
                  </a:txBody>
                  <a:tcPr marL="151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0,375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2" name="Organigramme : Alternative 31">
            <a:extLst>
              <a:ext uri="{FF2B5EF4-FFF2-40B4-BE49-F238E27FC236}">
                <a16:creationId xmlns:a16="http://schemas.microsoft.com/office/drawing/2014/main" id="{62D177CB-2268-A176-E98C-EF34E08D8DD7}"/>
              </a:ext>
            </a:extLst>
          </p:cNvPr>
          <p:cNvSpPr/>
          <p:nvPr/>
        </p:nvSpPr>
        <p:spPr>
          <a:xfrm>
            <a:off x="1349333" y="3163072"/>
            <a:ext cx="9651120" cy="49641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cs typeface="Segoe UI" panose="020B0502040204020203" pitchFamily="34" charset="0"/>
              </a:rPr>
              <a:t>Afin de limiter la criticité du professeur, il conviendrait de baisser son niveau d’exposition (dépendance et/ou pénétration) et/ou d’augmenter son niveau de fiabilité cyber (maturité cyber et/ou confiance).</a:t>
            </a: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8" name="ZoneTexte 7">
            <a:extLst>
              <a:ext uri="{FF2B5EF4-FFF2-40B4-BE49-F238E27FC236}">
                <a16:creationId xmlns:a16="http://schemas.microsoft.com/office/drawing/2014/main" id="{9222D5A1-770F-CDEC-082B-8D2F65A4F7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39084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CDCB-6F76-9432-7108-F3660F35F93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E5FB8F1-BD6A-1D1C-29C6-6EF1E81C32F7}"/>
              </a:ext>
            </a:extLst>
          </p:cNvPr>
          <p:cNvSpPr>
            <a:spLocks noGrp="1"/>
          </p:cNvSpPr>
          <p:nvPr>
            <p:ph type="title"/>
          </p:nvPr>
        </p:nvSpPr>
        <p:spPr/>
        <p:txBody>
          <a:bodyPr>
            <a:normAutofit fontScale="90000"/>
          </a:bodyPr>
          <a:lstStyle/>
          <a:p>
            <a:r>
              <a:rPr lang="fr-FR" dirty="0"/>
              <a:t>Outil 10 – Analyser les scénarios opérationnels</a:t>
            </a:r>
          </a:p>
        </p:txBody>
      </p:sp>
      <p:sp>
        <p:nvSpPr>
          <p:cNvPr id="10" name="Espace réservé du contenu 9">
            <a:extLst>
              <a:ext uri="{FF2B5EF4-FFF2-40B4-BE49-F238E27FC236}">
                <a16:creationId xmlns:a16="http://schemas.microsoft.com/office/drawing/2014/main" id="{D8530B2A-C8C6-9014-88E4-474B94A1650B}"/>
              </a:ext>
            </a:extLst>
          </p:cNvPr>
          <p:cNvSpPr>
            <a:spLocks noGrp="1"/>
          </p:cNvSpPr>
          <p:nvPr>
            <p:ph sz="half" idx="1"/>
          </p:nvPr>
        </p:nvSpPr>
        <p:spPr>
          <a:xfrm>
            <a:off x="838200" y="1825625"/>
            <a:ext cx="6294120" cy="4351338"/>
          </a:xfrm>
        </p:spPr>
        <p:txBody>
          <a:bodyPr>
            <a:normAutofit fontScale="92500" lnSpcReduction="20000"/>
          </a:bodyPr>
          <a:lstStyle/>
          <a:p>
            <a:pPr marL="0" indent="0">
              <a:buNone/>
            </a:pPr>
            <a:r>
              <a:rPr lang="fr-FR" b="1" dirty="0"/>
              <a:t>Comment construire un scénario opérationnel ?</a:t>
            </a:r>
          </a:p>
          <a:p>
            <a:r>
              <a:rPr lang="fr-FR" dirty="0"/>
              <a:t>Partir de chaque chemin d’attaque de chaque scénario stratégique</a:t>
            </a:r>
          </a:p>
          <a:p>
            <a:r>
              <a:rPr lang="fr-FR" dirty="0"/>
              <a:t>Construire un scénario opérationnel qui permet à la </a:t>
            </a:r>
            <a:r>
              <a:rPr lang="fr-FR" b="1" dirty="0"/>
              <a:t>source de risque </a:t>
            </a:r>
            <a:r>
              <a:rPr lang="fr-FR" dirty="0"/>
              <a:t>d’atteindre son </a:t>
            </a:r>
            <a:r>
              <a:rPr lang="fr-FR" b="1" dirty="0"/>
              <a:t>objectif</a:t>
            </a:r>
            <a:r>
              <a:rPr lang="fr-FR" dirty="0"/>
              <a:t>, en analysant les différentes </a:t>
            </a:r>
            <a:r>
              <a:rPr lang="fr-FR" b="1" dirty="0"/>
              <a:t>chaînes d’attaques</a:t>
            </a:r>
            <a:r>
              <a:rPr lang="fr-FR" dirty="0"/>
              <a:t> possibles</a:t>
            </a:r>
          </a:p>
          <a:p>
            <a:r>
              <a:rPr lang="fr-FR" dirty="0"/>
              <a:t>Enrichir les scénarios opérationnels d’explications sur la manière dont la source de risque va procéder</a:t>
            </a:r>
          </a:p>
          <a:p>
            <a:r>
              <a:rPr lang="fr-FR" dirty="0"/>
              <a:t>Estimer la </a:t>
            </a:r>
            <a:r>
              <a:rPr lang="fr-FR" b="1" dirty="0"/>
              <a:t>vraisemblance</a:t>
            </a:r>
            <a:r>
              <a:rPr lang="fr-FR" dirty="0"/>
              <a:t> du scénario opérationnel</a:t>
            </a:r>
          </a:p>
        </p:txBody>
      </p:sp>
      <p:sp>
        <p:nvSpPr>
          <p:cNvPr id="4" name="Espace réservé de la date 3">
            <a:extLst>
              <a:ext uri="{FF2B5EF4-FFF2-40B4-BE49-F238E27FC236}">
                <a16:creationId xmlns:a16="http://schemas.microsoft.com/office/drawing/2014/main" id="{7C3A81A9-EB47-0EEF-6C64-78CB5F868966}"/>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F2C4A852-19D9-D1B7-9A02-691A3BF7E28F}"/>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A03DD8CC-51AE-1A69-CC6F-5FE0C65FA3FA}"/>
              </a:ext>
            </a:extLst>
          </p:cNvPr>
          <p:cNvSpPr>
            <a:spLocks noGrp="1"/>
          </p:cNvSpPr>
          <p:nvPr>
            <p:ph type="sldNum" sz="quarter" idx="12"/>
          </p:nvPr>
        </p:nvSpPr>
        <p:spPr/>
        <p:txBody>
          <a:bodyPr/>
          <a:lstStyle/>
          <a:p>
            <a:pPr rtl="0"/>
            <a:fld id="{294A09A9-5501-47C1-A89A-A340965A2BE2}" type="slidenum">
              <a:rPr lang="fr-FR" noProof="0" smtClean="0"/>
              <a:t>93</a:t>
            </a:fld>
            <a:endParaRPr lang="fr-FR" noProof="0"/>
          </a:p>
        </p:txBody>
      </p:sp>
      <p:sp>
        <p:nvSpPr>
          <p:cNvPr id="8" name="Espace réservé du texte 7">
            <a:extLst>
              <a:ext uri="{FF2B5EF4-FFF2-40B4-BE49-F238E27FC236}">
                <a16:creationId xmlns:a16="http://schemas.microsoft.com/office/drawing/2014/main" id="{33382660-3A3E-9AD2-30F1-2C5C28D97A5E}"/>
              </a:ext>
            </a:extLst>
          </p:cNvPr>
          <p:cNvSpPr>
            <a:spLocks noGrp="1"/>
          </p:cNvSpPr>
          <p:nvPr>
            <p:ph type="body" sz="quarter" idx="13"/>
          </p:nvPr>
        </p:nvSpPr>
        <p:spPr/>
        <p:txBody>
          <a:bodyPr/>
          <a:lstStyle/>
          <a:p>
            <a:r>
              <a:rPr lang="fr-FR" dirty="0"/>
              <a:t>Comment les scénarios stratégiques peuvent-ils se réaliser ?</a:t>
            </a:r>
          </a:p>
        </p:txBody>
      </p:sp>
      <p:pic>
        <p:nvPicPr>
          <p:cNvPr id="9" name="Image 8">
            <a:extLst>
              <a:ext uri="{FF2B5EF4-FFF2-40B4-BE49-F238E27FC236}">
                <a16:creationId xmlns:a16="http://schemas.microsoft.com/office/drawing/2014/main" id="{0AD855A3-6C82-AFAB-FB44-00BCFCA6A6AE}"/>
              </a:ext>
            </a:extLst>
          </p:cNvPr>
          <p:cNvPicPr>
            <a:picLocks noChangeAspect="1"/>
          </p:cNvPicPr>
          <p:nvPr/>
        </p:nvPicPr>
        <p:blipFill>
          <a:blip r:embed="rId2"/>
          <a:stretch>
            <a:fillRect/>
          </a:stretch>
        </p:blipFill>
        <p:spPr>
          <a:xfrm>
            <a:off x="7565530" y="1716832"/>
            <a:ext cx="3962461" cy="5141168"/>
          </a:xfrm>
          <a:prstGeom prst="rect">
            <a:avLst/>
          </a:prstGeom>
        </p:spPr>
      </p:pic>
      <p:sp>
        <p:nvSpPr>
          <p:cNvPr id="15" name="ZoneTexte 14">
            <a:extLst>
              <a:ext uri="{FF2B5EF4-FFF2-40B4-BE49-F238E27FC236}">
                <a16:creationId xmlns:a16="http://schemas.microsoft.com/office/drawing/2014/main" id="{729E2C31-0374-84E0-E9B5-B15EFDCEE91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822943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69AE41-9310-209A-D1C8-0461BCB54078}"/>
              </a:ext>
            </a:extLst>
          </p:cNvPr>
          <p:cNvSpPr>
            <a:spLocks noGrp="1"/>
          </p:cNvSpPr>
          <p:nvPr>
            <p:ph type="title"/>
          </p:nvPr>
        </p:nvSpPr>
        <p:spPr/>
        <p:txBody>
          <a:bodyPr>
            <a:normAutofit fontScale="90000"/>
          </a:bodyPr>
          <a:lstStyle/>
          <a:p>
            <a:r>
              <a:rPr lang="fr-FR" dirty="0"/>
              <a:t>Le séquencement type d’une attaque</a:t>
            </a:r>
          </a:p>
        </p:txBody>
      </p:sp>
      <p:sp>
        <p:nvSpPr>
          <p:cNvPr id="4" name="Espace réservé de la date 3">
            <a:extLst>
              <a:ext uri="{FF2B5EF4-FFF2-40B4-BE49-F238E27FC236}">
                <a16:creationId xmlns:a16="http://schemas.microsoft.com/office/drawing/2014/main" id="{426058E3-2FA2-9B61-6968-ACB400FF7835}"/>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7415339A-7307-6E8B-CBED-FB5CD533F4E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9FED8C8-B03E-D763-88F4-F73355379651}"/>
              </a:ext>
            </a:extLst>
          </p:cNvPr>
          <p:cNvSpPr>
            <a:spLocks noGrp="1"/>
          </p:cNvSpPr>
          <p:nvPr>
            <p:ph type="sldNum" sz="quarter" idx="12"/>
          </p:nvPr>
        </p:nvSpPr>
        <p:spPr/>
        <p:txBody>
          <a:bodyPr/>
          <a:lstStyle/>
          <a:p>
            <a:fld id="{294A09A9-5501-47C1-A89A-A340965A2BE2}" type="slidenum">
              <a:rPr lang="fr-FR" smtClean="0"/>
              <a:pPr/>
              <a:t>94</a:t>
            </a:fld>
            <a:endParaRPr lang="fr-FR"/>
          </a:p>
        </p:txBody>
      </p:sp>
      <p:sp>
        <p:nvSpPr>
          <p:cNvPr id="20" name="Espace réservé du texte 19">
            <a:extLst>
              <a:ext uri="{FF2B5EF4-FFF2-40B4-BE49-F238E27FC236}">
                <a16:creationId xmlns:a16="http://schemas.microsoft.com/office/drawing/2014/main" id="{6CBBF714-CE6B-D4C7-1067-7DE5160515C2}"/>
              </a:ext>
            </a:extLst>
          </p:cNvPr>
          <p:cNvSpPr>
            <a:spLocks noGrp="1"/>
          </p:cNvSpPr>
          <p:nvPr>
            <p:ph type="body" sz="quarter" idx="13"/>
          </p:nvPr>
        </p:nvSpPr>
        <p:spPr/>
        <p:txBody>
          <a:bodyPr/>
          <a:lstStyle/>
          <a:p>
            <a:r>
              <a:rPr lang="fr-FR" dirty="0"/>
              <a:t>La notion de chaîne d’attaque (</a:t>
            </a:r>
            <a:r>
              <a:rPr lang="fr-FR" i="1" dirty="0" err="1"/>
              <a:t>kill</a:t>
            </a:r>
            <a:r>
              <a:rPr lang="fr-FR" i="1" dirty="0"/>
              <a:t> </a:t>
            </a:r>
            <a:r>
              <a:rPr lang="fr-FR" i="1" dirty="0" err="1"/>
              <a:t>chain</a:t>
            </a:r>
            <a:r>
              <a:rPr lang="fr-FR" dirty="0"/>
              <a:t>)</a:t>
            </a:r>
          </a:p>
        </p:txBody>
      </p:sp>
      <p:sp>
        <p:nvSpPr>
          <p:cNvPr id="7" name="Rectangle 6">
            <a:extLst>
              <a:ext uri="{FF2B5EF4-FFF2-40B4-BE49-F238E27FC236}">
                <a16:creationId xmlns:a16="http://schemas.microsoft.com/office/drawing/2014/main" id="{9DEDA888-49EC-197E-F0D9-AD92E2695D3F}"/>
              </a:ext>
            </a:extLst>
          </p:cNvPr>
          <p:cNvSpPr/>
          <p:nvPr/>
        </p:nvSpPr>
        <p:spPr>
          <a:xfrm>
            <a:off x="6269467"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pPr>
              <a:spcAft>
                <a:spcPts val="400"/>
              </a:spcAft>
            </a:pPr>
            <a:r>
              <a:rPr lang="fr-FR" b="1" dirty="0">
                <a:solidFill>
                  <a:schemeClr val="tx1"/>
                </a:solidFill>
                <a:latin typeface="+mj-lt"/>
                <a:cs typeface="Segoe UI" panose="020B0502040204020203" pitchFamily="34" charset="0"/>
              </a:rPr>
              <a:t>Trouver</a:t>
            </a:r>
          </a:p>
          <a:p>
            <a:r>
              <a:rPr lang="fr-FR" dirty="0">
                <a:solidFill>
                  <a:schemeClr val="tx1"/>
                </a:solidFill>
                <a:latin typeface="+mj-lt"/>
                <a:cs typeface="Segoe UI" panose="020B0502040204020203" pitchFamily="34" charset="0"/>
              </a:rPr>
              <a:t>Ensemble des activités de reconnaissance interne des réseaux et systèmes.</a:t>
            </a:r>
          </a:p>
        </p:txBody>
      </p:sp>
      <p:sp>
        <p:nvSpPr>
          <p:cNvPr id="8" name="Rectangle 7">
            <a:extLst>
              <a:ext uri="{FF2B5EF4-FFF2-40B4-BE49-F238E27FC236}">
                <a16:creationId xmlns:a16="http://schemas.microsoft.com/office/drawing/2014/main" id="{0F343F32-94E2-0F6B-BBD9-2A744D368068}"/>
              </a:ext>
            </a:extLst>
          </p:cNvPr>
          <p:cNvSpPr/>
          <p:nvPr/>
        </p:nvSpPr>
        <p:spPr>
          <a:xfrm>
            <a:off x="3565064"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Rentrer</a:t>
            </a:r>
          </a:p>
          <a:p>
            <a:r>
              <a:rPr lang="fr-FR" dirty="0">
                <a:solidFill>
                  <a:schemeClr val="tx1"/>
                </a:solidFill>
                <a:latin typeface="+mj-lt"/>
                <a:cs typeface="Segoe UI" panose="020B0502040204020203" pitchFamily="34" charset="0"/>
              </a:rPr>
              <a:t>Ensemble des activités menées par l’attaquant pour s’introduire dans le système d’information.</a:t>
            </a:r>
          </a:p>
        </p:txBody>
      </p:sp>
      <p:sp>
        <p:nvSpPr>
          <p:cNvPr id="9" name="Rectangle 8">
            <a:extLst>
              <a:ext uri="{FF2B5EF4-FFF2-40B4-BE49-F238E27FC236}">
                <a16:creationId xmlns:a16="http://schemas.microsoft.com/office/drawing/2014/main" id="{04481074-8F75-C70F-6CBC-FB80611458A4}"/>
              </a:ext>
            </a:extLst>
          </p:cNvPr>
          <p:cNvSpPr/>
          <p:nvPr/>
        </p:nvSpPr>
        <p:spPr>
          <a:xfrm>
            <a:off x="860661"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Connaître</a:t>
            </a:r>
          </a:p>
          <a:p>
            <a:r>
              <a:rPr lang="fr-FR" dirty="0">
                <a:solidFill>
                  <a:schemeClr val="tx1"/>
                </a:solidFill>
                <a:latin typeface="+mj-lt"/>
                <a:cs typeface="Segoe UI" panose="020B0502040204020203" pitchFamily="34" charset="0"/>
              </a:rPr>
              <a:t>Ensemble des activités de ciblage, de reconnaissance et de découverte externe menées par l’attaquant pour préparer son attaque.</a:t>
            </a:r>
          </a:p>
        </p:txBody>
      </p:sp>
      <p:sp>
        <p:nvSpPr>
          <p:cNvPr id="10" name="Rectangle 9">
            <a:extLst>
              <a:ext uri="{FF2B5EF4-FFF2-40B4-BE49-F238E27FC236}">
                <a16:creationId xmlns:a16="http://schemas.microsoft.com/office/drawing/2014/main" id="{7FF20DFA-18DD-F387-C75D-43A89241DF16}"/>
              </a:ext>
            </a:extLst>
          </p:cNvPr>
          <p:cNvSpPr/>
          <p:nvPr/>
        </p:nvSpPr>
        <p:spPr>
          <a:xfrm>
            <a:off x="8973868"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pPr>
              <a:spcAft>
                <a:spcPts val="400"/>
              </a:spcAft>
            </a:pPr>
            <a:r>
              <a:rPr lang="fr-FR" b="1" dirty="0">
                <a:solidFill>
                  <a:schemeClr val="tx1"/>
                </a:solidFill>
                <a:latin typeface="+mj-lt"/>
                <a:cs typeface="Segoe UI" panose="020B0502040204020203" pitchFamily="34" charset="0"/>
              </a:rPr>
              <a:t>Exploiter</a:t>
            </a:r>
          </a:p>
          <a:p>
            <a:r>
              <a:rPr lang="fr-FR" dirty="0">
                <a:solidFill>
                  <a:schemeClr val="tx1"/>
                </a:solidFill>
                <a:latin typeface="+mj-lt"/>
                <a:cs typeface="Segoe UI" panose="020B0502040204020203" pitchFamily="34" charset="0"/>
              </a:rPr>
              <a:t>Ensemble des activités d’exploitation des données et biens supports trouvés dans l’étape précédente.</a:t>
            </a:r>
          </a:p>
        </p:txBody>
      </p:sp>
      <p:pic>
        <p:nvPicPr>
          <p:cNvPr id="11" name="Image 10">
            <a:extLst>
              <a:ext uri="{FF2B5EF4-FFF2-40B4-BE49-F238E27FC236}">
                <a16:creationId xmlns:a16="http://schemas.microsoft.com/office/drawing/2014/main" id="{8125E3F7-3FDB-F4DC-5746-15B5E39C4DEB}"/>
              </a:ext>
            </a:extLst>
          </p:cNvPr>
          <p:cNvPicPr>
            <a:picLocks noChangeAspect="1"/>
          </p:cNvPicPr>
          <p:nvPr/>
        </p:nvPicPr>
        <p:blipFill>
          <a:blip r:embed="rId2"/>
          <a:stretch>
            <a:fillRect/>
          </a:stretch>
        </p:blipFill>
        <p:spPr>
          <a:xfrm>
            <a:off x="1566041" y="1806357"/>
            <a:ext cx="989241" cy="989241"/>
          </a:xfrm>
          <a:prstGeom prst="rect">
            <a:avLst/>
          </a:prstGeom>
        </p:spPr>
      </p:pic>
      <p:pic>
        <p:nvPicPr>
          <p:cNvPr id="12" name="Image 11">
            <a:extLst>
              <a:ext uri="{FF2B5EF4-FFF2-40B4-BE49-F238E27FC236}">
                <a16:creationId xmlns:a16="http://schemas.microsoft.com/office/drawing/2014/main" id="{BD4951B2-A641-722D-90B2-987D5A862270}"/>
              </a:ext>
            </a:extLst>
          </p:cNvPr>
          <p:cNvPicPr>
            <a:picLocks noChangeAspect="1"/>
          </p:cNvPicPr>
          <p:nvPr/>
        </p:nvPicPr>
        <p:blipFill>
          <a:blip r:embed="rId3"/>
          <a:stretch>
            <a:fillRect/>
          </a:stretch>
        </p:blipFill>
        <p:spPr>
          <a:xfrm>
            <a:off x="4079655" y="1962758"/>
            <a:ext cx="1370819" cy="746333"/>
          </a:xfrm>
          <a:prstGeom prst="rect">
            <a:avLst/>
          </a:prstGeom>
        </p:spPr>
      </p:pic>
      <p:pic>
        <p:nvPicPr>
          <p:cNvPr id="13" name="Image 12">
            <a:extLst>
              <a:ext uri="{FF2B5EF4-FFF2-40B4-BE49-F238E27FC236}">
                <a16:creationId xmlns:a16="http://schemas.microsoft.com/office/drawing/2014/main" id="{330D2330-9705-0F5A-705F-256878913E88}"/>
              </a:ext>
            </a:extLst>
          </p:cNvPr>
          <p:cNvPicPr>
            <a:picLocks noChangeAspect="1"/>
          </p:cNvPicPr>
          <p:nvPr/>
        </p:nvPicPr>
        <p:blipFill>
          <a:blip r:embed="rId4"/>
          <a:stretch>
            <a:fillRect/>
          </a:stretch>
        </p:blipFill>
        <p:spPr>
          <a:xfrm>
            <a:off x="6775180" y="1889168"/>
            <a:ext cx="1388573" cy="906429"/>
          </a:xfrm>
          <a:prstGeom prst="rect">
            <a:avLst/>
          </a:prstGeom>
        </p:spPr>
      </p:pic>
      <p:pic>
        <p:nvPicPr>
          <p:cNvPr id="14" name="Image 13">
            <a:extLst>
              <a:ext uri="{FF2B5EF4-FFF2-40B4-BE49-F238E27FC236}">
                <a16:creationId xmlns:a16="http://schemas.microsoft.com/office/drawing/2014/main" id="{0BBE37C2-55E5-188A-E364-3FA7D0772EE6}"/>
              </a:ext>
            </a:extLst>
          </p:cNvPr>
          <p:cNvPicPr>
            <a:picLocks noChangeAspect="1"/>
          </p:cNvPicPr>
          <p:nvPr/>
        </p:nvPicPr>
        <p:blipFill>
          <a:blip r:embed="rId5"/>
          <a:stretch>
            <a:fillRect/>
          </a:stretch>
        </p:blipFill>
        <p:spPr>
          <a:xfrm>
            <a:off x="9688127" y="1568652"/>
            <a:ext cx="897032" cy="1258336"/>
          </a:xfrm>
          <a:prstGeom prst="rect">
            <a:avLst/>
          </a:prstGeom>
        </p:spPr>
      </p:pic>
      <p:cxnSp>
        <p:nvCxnSpPr>
          <p:cNvPr id="15" name="Connecteur droit 14">
            <a:extLst>
              <a:ext uri="{FF2B5EF4-FFF2-40B4-BE49-F238E27FC236}">
                <a16:creationId xmlns:a16="http://schemas.microsoft.com/office/drawing/2014/main" id="{9A7F093C-3A15-123F-CAA5-FE96BC8A7BEE}"/>
              </a:ext>
            </a:extLst>
          </p:cNvPr>
          <p:cNvCxnSpPr>
            <a:cxnSpLocks/>
          </p:cNvCxnSpPr>
          <p:nvPr/>
        </p:nvCxnSpPr>
        <p:spPr>
          <a:xfrm flipH="1">
            <a:off x="324513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6" name="Connecteur droit 15">
            <a:extLst>
              <a:ext uri="{FF2B5EF4-FFF2-40B4-BE49-F238E27FC236}">
                <a16:creationId xmlns:a16="http://schemas.microsoft.com/office/drawing/2014/main" id="{DF4D003D-32EC-7322-C8C6-C6ACBC839000}"/>
              </a:ext>
            </a:extLst>
          </p:cNvPr>
          <p:cNvCxnSpPr>
            <a:cxnSpLocks/>
          </p:cNvCxnSpPr>
          <p:nvPr/>
        </p:nvCxnSpPr>
        <p:spPr>
          <a:xfrm flipH="1">
            <a:off x="596960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7" name="Connecteur droit 16">
            <a:extLst>
              <a:ext uri="{FF2B5EF4-FFF2-40B4-BE49-F238E27FC236}">
                <a16:creationId xmlns:a16="http://schemas.microsoft.com/office/drawing/2014/main" id="{8186BCF3-D656-64EF-D5CC-5B237F0B9B4C}"/>
              </a:ext>
            </a:extLst>
          </p:cNvPr>
          <p:cNvCxnSpPr>
            <a:cxnSpLocks/>
          </p:cNvCxnSpPr>
          <p:nvPr/>
        </p:nvCxnSpPr>
        <p:spPr>
          <a:xfrm flipH="1">
            <a:off x="8666826"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0BB14F1C-BE75-0138-8125-6B28235FA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63291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A1F24E9-B886-23D7-CDD4-5728A07CE23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7D75D2D-A488-1E33-812B-CB172EAB4164}"/>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D6AF567B-0122-7594-3158-AF055F3BAC32}"/>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904487F-60A7-2F6D-A156-5CCFC2EA2986}"/>
              </a:ext>
            </a:extLst>
          </p:cNvPr>
          <p:cNvSpPr>
            <a:spLocks noGrp="1"/>
          </p:cNvSpPr>
          <p:nvPr>
            <p:ph type="sldNum" sz="quarter" idx="12"/>
          </p:nvPr>
        </p:nvSpPr>
        <p:spPr/>
        <p:txBody>
          <a:bodyPr/>
          <a:lstStyle/>
          <a:p>
            <a:fld id="{294A09A9-5501-47C1-A89A-A340965A2BE2}" type="slidenum">
              <a:rPr lang="fr-FR" smtClean="0"/>
              <a:pPr/>
              <a:t>95</a:t>
            </a:fld>
            <a:endParaRPr lang="fr-FR"/>
          </a:p>
        </p:txBody>
      </p:sp>
      <p:sp>
        <p:nvSpPr>
          <p:cNvPr id="8" name="Rectangle 7">
            <a:extLst>
              <a:ext uri="{FF2B5EF4-FFF2-40B4-BE49-F238E27FC236}">
                <a16:creationId xmlns:a16="http://schemas.microsoft.com/office/drawing/2014/main" id="{6891AEBC-4690-4DB9-DD6B-6F3EE40C2F85}"/>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88E4F2B9-87EE-4ECD-8176-3D2BD0A3AA0C}"/>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B5C70E93-3C2F-5923-2449-4C4B50CCB5C2}"/>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1" name="Rectangle 10">
            <a:extLst>
              <a:ext uri="{FF2B5EF4-FFF2-40B4-BE49-F238E27FC236}">
                <a16:creationId xmlns:a16="http://schemas.microsoft.com/office/drawing/2014/main" id="{FB9EA9E0-A058-3B3E-3197-696A9673055A}"/>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1D5EEA4-27CE-73AF-5B9F-67DE24D5594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32C31A9F-3EE6-A751-4DDB-06FDAEB4809B}"/>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F5193CE1-6165-FE32-4356-0B550ACA183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2CFAE8A7-46D5-FB03-31D9-E7CBDA17D9F1}"/>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FD430486-5927-BB82-F27A-1DD0AEE8185A}"/>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9E6B5EAB-7246-CEB0-06EA-040E0A681C56}"/>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BF52C329-6E61-549C-4D19-5FD158321AAD}"/>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1DCE27CB-C4CF-20CA-06EB-5F5CEF0C3FD9}"/>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05641B48-D2B6-1883-8D4D-2101F73CF43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1A19EB5-6F7F-6643-5972-9E1F9584A58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7D3654A-1600-2725-BB2F-CB55F8601DA2}"/>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5D3A571-424E-5293-2092-109FAC48707C}"/>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Recrutement d’une source, corruption de personnel.</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Les raisons poussant une cible à trahir son entité d’origine – potentiellement à son insu – sont couvertes par quatre grandes catégories, dites « MICE » (</a:t>
            </a:r>
            <a:r>
              <a:rPr lang="fr-FR" sz="1467" i="1" dirty="0">
                <a:solidFill>
                  <a:schemeClr val="tx1"/>
                </a:solidFill>
                <a:latin typeface="+mj-lt"/>
                <a:cs typeface="Segoe UI" panose="020B0502040204020203" pitchFamily="34" charset="0"/>
              </a:rPr>
              <a:t>Money, </a:t>
            </a:r>
            <a:r>
              <a:rPr lang="fr-FR" sz="1467" i="1" dirty="0" err="1">
                <a:solidFill>
                  <a:schemeClr val="tx1"/>
                </a:solidFill>
                <a:latin typeface="+mj-lt"/>
                <a:cs typeface="Segoe UI" panose="020B0502040204020203" pitchFamily="34" charset="0"/>
              </a:rPr>
              <a:t>Ideology</a:t>
            </a:r>
            <a:r>
              <a:rPr lang="fr-FR" sz="1467" i="1" dirty="0">
                <a:solidFill>
                  <a:schemeClr val="tx1"/>
                </a:solidFill>
                <a:latin typeface="+mj-lt"/>
                <a:cs typeface="Segoe UI" panose="020B0502040204020203" pitchFamily="34" charset="0"/>
              </a:rPr>
              <a:t>, Compromission, Ego</a:t>
            </a:r>
            <a:r>
              <a:rPr lang="fr-FR" sz="1467" dirty="0">
                <a:solidFill>
                  <a:schemeClr val="tx1"/>
                </a:solidFill>
                <a:latin typeface="+mj-lt"/>
                <a:cs typeface="Segoe UI" panose="020B0502040204020203" pitchFamily="34" charset="0"/>
              </a:rPr>
              <a:t>).</a:t>
            </a:r>
          </a:p>
        </p:txBody>
      </p:sp>
      <p:pic>
        <p:nvPicPr>
          <p:cNvPr id="24" name="Image 23">
            <a:extLst>
              <a:ext uri="{FF2B5EF4-FFF2-40B4-BE49-F238E27FC236}">
                <a16:creationId xmlns:a16="http://schemas.microsoft.com/office/drawing/2014/main" id="{2620E762-ECCB-B12F-A02E-6400485BFD25}"/>
              </a:ext>
            </a:extLst>
          </p:cNvPr>
          <p:cNvPicPr>
            <a:picLocks noChangeAspect="1"/>
          </p:cNvPicPr>
          <p:nvPr/>
        </p:nvPicPr>
        <p:blipFill>
          <a:blip r:embed="rId7"/>
          <a:stretch>
            <a:fillRect/>
          </a:stretch>
        </p:blipFill>
        <p:spPr>
          <a:xfrm>
            <a:off x="1993712" y="5189245"/>
            <a:ext cx="720000" cy="720000"/>
          </a:xfrm>
          <a:prstGeom prst="rect">
            <a:avLst/>
          </a:prstGeom>
        </p:spPr>
      </p:pic>
      <p:sp>
        <p:nvSpPr>
          <p:cNvPr id="2" name="ZoneTexte 1">
            <a:extLst>
              <a:ext uri="{FF2B5EF4-FFF2-40B4-BE49-F238E27FC236}">
                <a16:creationId xmlns:a16="http://schemas.microsoft.com/office/drawing/2014/main" id="{847B8986-BE6B-322E-A70A-6E058A72A8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72655764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C1145-5C75-4C09-8526-679B10107F1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A1BA83E-5203-2805-EE64-3ACD73C0FD78}"/>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6644724-03E1-34EC-00A9-2E0518A0F508}"/>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E3F517F0-4B17-ADAD-0423-E2C847163D7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3F0FBF9-AB87-5A34-CA49-9C95ED75CD8A}"/>
              </a:ext>
            </a:extLst>
          </p:cNvPr>
          <p:cNvSpPr>
            <a:spLocks noGrp="1"/>
          </p:cNvSpPr>
          <p:nvPr>
            <p:ph type="sldNum" sz="quarter" idx="12"/>
          </p:nvPr>
        </p:nvSpPr>
        <p:spPr/>
        <p:txBody>
          <a:bodyPr/>
          <a:lstStyle/>
          <a:p>
            <a:fld id="{294A09A9-5501-47C1-A89A-A340965A2BE2}" type="slidenum">
              <a:rPr lang="fr-FR" smtClean="0"/>
              <a:pPr/>
              <a:t>96</a:t>
            </a:fld>
            <a:endParaRPr lang="fr-FR"/>
          </a:p>
        </p:txBody>
      </p:sp>
      <p:sp>
        <p:nvSpPr>
          <p:cNvPr id="8" name="Rectangle 7">
            <a:extLst>
              <a:ext uri="{FF2B5EF4-FFF2-40B4-BE49-F238E27FC236}">
                <a16:creationId xmlns:a16="http://schemas.microsoft.com/office/drawing/2014/main" id="{A6C0C1A8-1231-1156-E196-A91647118CE6}"/>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AD4AF0D3-B3CB-3594-7D8F-5705B5F47B4A}"/>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D8B096E0-B2E1-A6F1-1A46-9BBDA50B10B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EFAA0EF5-DF63-2AFD-5B08-59E5B531C51D}"/>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5AB8F3A2-7567-7974-05B5-0DEB0A15887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A55000F8-E02F-2818-69A5-A2D6C61418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61FCABC2-CA14-A68B-0F04-0C569D3C64B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4847EA82-D860-5A02-2BFA-CC8DBB2BD16D}"/>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340716F2-BB45-881B-E4D8-9E70C69BF3E3}"/>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757E191-0F7A-B23D-F7AD-F1F409818530}"/>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60C6E0D7-720A-AE96-6C8F-40CBA01C639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096E9446-B559-48F0-8897-67474AC09F04}"/>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F732E2D0-D3CD-69FF-82A5-C0E83D2F39A3}"/>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879D099-FF79-E61A-9BE6-49A6F59D8C62}"/>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E791057C-6709-908B-0884-86376B5D0B34}"/>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55F7CEC-F24A-3EDF-536B-593F0A67402D}"/>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Les données collectées peuvent être de nature technique ou concerner l’organisation</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de la cible et de son écosystème : </a:t>
            </a:r>
            <a:r>
              <a:rPr lang="fr-FR" sz="1467" i="1" dirty="0">
                <a:solidFill>
                  <a:schemeClr val="tx1"/>
                </a:solidFill>
                <a:latin typeface="+mj-lt"/>
                <a:cs typeface="Segoe UI" panose="020B0502040204020203" pitchFamily="34" charset="0"/>
              </a:rPr>
              <a:t>social engineering</a:t>
            </a:r>
            <a:r>
              <a:rPr lang="fr-FR" sz="1467" dirty="0">
                <a:solidFill>
                  <a:schemeClr val="tx1"/>
                </a:solidFill>
                <a:latin typeface="+mj-lt"/>
                <a:cs typeface="Segoe UI" panose="020B0502040204020203" pitchFamily="34" charset="0"/>
              </a:rPr>
              <a:t>, Internet (scans de sites, forums de discussion), salons professionnels, faux client, faux journaliste, officines ou agences spécialisées (sources non ouvertes), renseignement (interceptions), etc.</a:t>
            </a:r>
          </a:p>
        </p:txBody>
      </p:sp>
      <p:pic>
        <p:nvPicPr>
          <p:cNvPr id="27" name="Image 26">
            <a:extLst>
              <a:ext uri="{FF2B5EF4-FFF2-40B4-BE49-F238E27FC236}">
                <a16:creationId xmlns:a16="http://schemas.microsoft.com/office/drawing/2014/main" id="{6122D20C-B808-4EDD-A8D9-3D095C4A53B2}"/>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8" name="Image 27">
            <a:extLst>
              <a:ext uri="{FF2B5EF4-FFF2-40B4-BE49-F238E27FC236}">
                <a16:creationId xmlns:a16="http://schemas.microsoft.com/office/drawing/2014/main" id="{F106C0EE-92D0-8883-C606-379399BDD631}"/>
              </a:ext>
            </a:extLst>
          </p:cNvPr>
          <p:cNvPicPr>
            <a:picLocks noChangeAspect="1"/>
          </p:cNvPicPr>
          <p:nvPr/>
        </p:nvPicPr>
        <p:blipFill>
          <a:blip r:embed="rId8"/>
          <a:stretch>
            <a:fillRect/>
          </a:stretch>
        </p:blipFill>
        <p:spPr>
          <a:xfrm>
            <a:off x="1993712" y="5180017"/>
            <a:ext cx="720000" cy="725496"/>
          </a:xfrm>
          <a:prstGeom prst="rect">
            <a:avLst/>
          </a:prstGeom>
        </p:spPr>
      </p:pic>
      <p:sp>
        <p:nvSpPr>
          <p:cNvPr id="25" name="ZoneTexte 24">
            <a:extLst>
              <a:ext uri="{FF2B5EF4-FFF2-40B4-BE49-F238E27FC236}">
                <a16:creationId xmlns:a16="http://schemas.microsoft.com/office/drawing/2014/main" id="{A2A0DF1C-379E-C040-BBCE-2CA9332EC02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268839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58247-C986-6464-59FE-6260926F9CDA}"/>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CE085D1-153C-F726-E948-91DDEE0C71D6}"/>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055D9DC4-97ED-3E5B-11A5-20FDC2B48257}"/>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AD87DA76-7FDC-B483-630C-A1DA7EF5A34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FA65314-9F8B-AB08-0203-2B6642F7F561}"/>
              </a:ext>
            </a:extLst>
          </p:cNvPr>
          <p:cNvSpPr>
            <a:spLocks noGrp="1"/>
          </p:cNvSpPr>
          <p:nvPr>
            <p:ph type="sldNum" sz="quarter" idx="12"/>
          </p:nvPr>
        </p:nvSpPr>
        <p:spPr/>
        <p:txBody>
          <a:bodyPr/>
          <a:lstStyle/>
          <a:p>
            <a:fld id="{294A09A9-5501-47C1-A89A-A340965A2BE2}" type="slidenum">
              <a:rPr lang="fr-FR" smtClean="0"/>
              <a:pPr/>
              <a:t>97</a:t>
            </a:fld>
            <a:endParaRPr lang="fr-FR"/>
          </a:p>
        </p:txBody>
      </p:sp>
      <p:sp>
        <p:nvSpPr>
          <p:cNvPr id="8" name="Rectangle 7">
            <a:extLst>
              <a:ext uri="{FF2B5EF4-FFF2-40B4-BE49-F238E27FC236}">
                <a16:creationId xmlns:a16="http://schemas.microsoft.com/office/drawing/2014/main" id="{4CA2D61E-62C9-1523-05BE-AF3B5A4B62A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7826400B-5ADE-B207-9905-6CD4C37498E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p:txBody>
      </p:sp>
      <p:sp>
        <p:nvSpPr>
          <p:cNvPr id="10" name="Rectangle 9">
            <a:extLst>
              <a:ext uri="{FF2B5EF4-FFF2-40B4-BE49-F238E27FC236}">
                <a16:creationId xmlns:a16="http://schemas.microsoft.com/office/drawing/2014/main" id="{8B5C3048-EB34-0D27-E9FE-B2532BCA83D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196E0863-F491-A4D9-7BCB-BDE9E31AE82F}"/>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F68AEE7-8A31-4BC8-BDE7-0851B2F082B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092CCAA1-7462-3E91-D60F-3A47BBE2A5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03237DA7-89E2-DC27-E689-352B0E11F8E8}"/>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A7B434E-B48A-B67C-3210-0C13FC54B72A}"/>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B5198D53-272C-5E96-28AE-8CE5CA34EFD1}"/>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66B61340-A0B3-35B8-5F0D-F0C8DB10349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3AE085BB-2958-E37F-9E9C-23BF35835DE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65C9C5E-4DE7-01AA-07FB-9CDFC524943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B7F2835-D152-65EC-2C5F-F170A4F3407A}"/>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DD8C5CDB-B49C-8AEB-2901-EB5107590D0F}"/>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22B1BC9-1D1E-E1E2-55AD-F1A62A303315}"/>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237FFE5D-26FA-E309-908B-795AAC32FED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Idéalement pour l'attaquant, l'intrusion initiale de l'outil malveillant est réalisée depuis Internet. Les techniques et vecteurs d'intrusion les plus couramment utilises sont : les attaques directes à l'encontre des services exposes sur Internet, les mails d’hameçonnage, les attaques par point d'eau, le piège d'une mise à jour a priori légitime, etc.</a:t>
            </a:r>
          </a:p>
        </p:txBody>
      </p:sp>
      <p:pic>
        <p:nvPicPr>
          <p:cNvPr id="27" name="Image 26">
            <a:extLst>
              <a:ext uri="{FF2B5EF4-FFF2-40B4-BE49-F238E27FC236}">
                <a16:creationId xmlns:a16="http://schemas.microsoft.com/office/drawing/2014/main" id="{CCCDE4B1-4EA3-79DB-9C1F-F2B1F466DCFD}"/>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E23025B8-CC88-CEB4-8A02-7659F17652D3}"/>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3" name="Image 2">
            <a:extLst>
              <a:ext uri="{FF2B5EF4-FFF2-40B4-BE49-F238E27FC236}">
                <a16:creationId xmlns:a16="http://schemas.microsoft.com/office/drawing/2014/main" id="{F829F995-04DC-3497-57F0-0764660B331D}"/>
              </a:ext>
            </a:extLst>
          </p:cNvPr>
          <p:cNvPicPr>
            <a:picLocks noChangeAspect="1"/>
          </p:cNvPicPr>
          <p:nvPr/>
        </p:nvPicPr>
        <p:blipFill>
          <a:blip r:embed="rId9"/>
          <a:stretch>
            <a:fillRect/>
          </a:stretch>
        </p:blipFill>
        <p:spPr>
          <a:xfrm>
            <a:off x="1993712" y="5187221"/>
            <a:ext cx="720000" cy="720000"/>
          </a:xfrm>
          <a:prstGeom prst="rect">
            <a:avLst/>
          </a:prstGeom>
        </p:spPr>
      </p:pic>
      <p:sp>
        <p:nvSpPr>
          <p:cNvPr id="25" name="ZoneTexte 24">
            <a:extLst>
              <a:ext uri="{FF2B5EF4-FFF2-40B4-BE49-F238E27FC236}">
                <a16:creationId xmlns:a16="http://schemas.microsoft.com/office/drawing/2014/main" id="{5F67DE05-B760-5CF8-69BA-2B789B94956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440653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02E1E-3AC4-B3C5-F5BE-B4DB3D5C9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7FF2C84D-013B-7F0A-0C1C-3BC73537398E}"/>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65530442-E1FF-1E0F-5353-02F9659E735A}"/>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EBE912A9-47B2-36D0-F7C4-0E6517569908}"/>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3952003-ACBD-3487-5F92-C420C00A3181}"/>
              </a:ext>
            </a:extLst>
          </p:cNvPr>
          <p:cNvSpPr>
            <a:spLocks noGrp="1"/>
          </p:cNvSpPr>
          <p:nvPr>
            <p:ph type="sldNum" sz="quarter" idx="12"/>
          </p:nvPr>
        </p:nvSpPr>
        <p:spPr/>
        <p:txBody>
          <a:bodyPr/>
          <a:lstStyle/>
          <a:p>
            <a:fld id="{294A09A9-5501-47C1-A89A-A340965A2BE2}" type="slidenum">
              <a:rPr lang="fr-FR" smtClean="0"/>
              <a:pPr/>
              <a:t>98</a:t>
            </a:fld>
            <a:endParaRPr lang="fr-FR"/>
          </a:p>
        </p:txBody>
      </p:sp>
      <p:sp>
        <p:nvSpPr>
          <p:cNvPr id="8" name="Rectangle 7">
            <a:extLst>
              <a:ext uri="{FF2B5EF4-FFF2-40B4-BE49-F238E27FC236}">
                <a16:creationId xmlns:a16="http://schemas.microsoft.com/office/drawing/2014/main" id="{29E119BE-8533-FCD5-8EC4-1AB954FA6727}"/>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C16E3FD0-BFE3-0392-26D0-2A01979E3BF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71FB88CA-3839-B49F-7D8E-7A19F12BA494}"/>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B1A5FA7F-6BD2-3E9B-AAED-DFBDF6FC8DF2}"/>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A446A6BB-93FD-3929-4D25-4F6119366D19}"/>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F322DE3E-1939-DF55-6DEA-5491D2C397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7E3EB114-A8A1-437B-5BEB-83CE0CC3769F}"/>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52D5D14-FF07-2099-9DA9-93F41F31AA3E}"/>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91AB013A-3090-3DFC-DA12-2B733F84B580}"/>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DEF9D634-ACC9-6675-7BED-037FB737F2B3}"/>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797E42DE-3E27-1401-BB5F-F20F54B19426}"/>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7A7B9B6-9FF6-450E-CF1A-D558CCA052ED}"/>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E5989EE9-9582-37D9-CF54-A364EC4978C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FAF96A1-3BEC-3EB2-A907-93F3BC1287D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570108F0-551B-9FAC-D5E2-EE81460A40F9}"/>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3D09EC86-1365-7B93-CDEC-69A0009111CA}"/>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Cette méthode d’intrusion est utilisée pour accéder physiquement à des ressources du système d’information afin de le compromettre. L’intrusion physique est notamment utile à l’attaquant qui souhaite accéder à un système isolé d’Internet (compromission de la machine (exemple : clé USB piégée), intrusion via un réseau sans fil mal sécurisé, etc.).</a:t>
            </a:r>
          </a:p>
        </p:txBody>
      </p:sp>
      <p:pic>
        <p:nvPicPr>
          <p:cNvPr id="27" name="Image 26">
            <a:extLst>
              <a:ext uri="{FF2B5EF4-FFF2-40B4-BE49-F238E27FC236}">
                <a16:creationId xmlns:a16="http://schemas.microsoft.com/office/drawing/2014/main" id="{E6C1C852-EE44-7CB9-DEF5-4BE13DC8F55E}"/>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5E5A2F57-DB1C-6821-57FF-A85F6266BD22}"/>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07FE97CC-D81E-63D7-F789-A4C9A57824B0}"/>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28" name="Image 27">
            <a:extLst>
              <a:ext uri="{FF2B5EF4-FFF2-40B4-BE49-F238E27FC236}">
                <a16:creationId xmlns:a16="http://schemas.microsoft.com/office/drawing/2014/main" id="{0ABC4A81-9D37-77F8-A327-D3B1F60396B8}"/>
              </a:ext>
            </a:extLst>
          </p:cNvPr>
          <p:cNvPicPr>
            <a:picLocks noChangeAspect="1"/>
          </p:cNvPicPr>
          <p:nvPr/>
        </p:nvPicPr>
        <p:blipFill>
          <a:blip r:embed="rId10"/>
          <a:stretch>
            <a:fillRect/>
          </a:stretch>
        </p:blipFill>
        <p:spPr>
          <a:xfrm>
            <a:off x="1993712" y="5187417"/>
            <a:ext cx="720000" cy="720000"/>
          </a:xfrm>
          <a:prstGeom prst="rect">
            <a:avLst/>
          </a:prstGeom>
        </p:spPr>
      </p:pic>
      <p:sp>
        <p:nvSpPr>
          <p:cNvPr id="3" name="ZoneTexte 2">
            <a:extLst>
              <a:ext uri="{FF2B5EF4-FFF2-40B4-BE49-F238E27FC236}">
                <a16:creationId xmlns:a16="http://schemas.microsoft.com/office/drawing/2014/main" id="{2A9F3CE2-9659-5FE7-78EA-91B657A811A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4206094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E9F4-4A23-51E1-892C-F6E1C5CFF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5FD9235-5E95-76E7-6CEE-88108403E983}"/>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C0B1F418-8A68-11E9-8A45-5471CA3BEE98}"/>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62F7D793-819A-27C2-2350-7538DFD1086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727682E-C0B9-C3CC-C301-D26FF2386D4D}"/>
              </a:ext>
            </a:extLst>
          </p:cNvPr>
          <p:cNvSpPr>
            <a:spLocks noGrp="1"/>
          </p:cNvSpPr>
          <p:nvPr>
            <p:ph type="sldNum" sz="quarter" idx="12"/>
          </p:nvPr>
        </p:nvSpPr>
        <p:spPr/>
        <p:txBody>
          <a:bodyPr/>
          <a:lstStyle/>
          <a:p>
            <a:fld id="{294A09A9-5501-47C1-A89A-A340965A2BE2}" type="slidenum">
              <a:rPr lang="fr-FR" smtClean="0"/>
              <a:pPr/>
              <a:t>99</a:t>
            </a:fld>
            <a:endParaRPr lang="fr-FR"/>
          </a:p>
        </p:txBody>
      </p:sp>
      <p:sp>
        <p:nvSpPr>
          <p:cNvPr id="8" name="Rectangle 7">
            <a:extLst>
              <a:ext uri="{FF2B5EF4-FFF2-40B4-BE49-F238E27FC236}">
                <a16:creationId xmlns:a16="http://schemas.microsoft.com/office/drawing/2014/main" id="{CDA78269-E6DE-8D26-5E16-DC9ED93B905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p:txBody>
      </p:sp>
      <p:sp>
        <p:nvSpPr>
          <p:cNvPr id="9" name="Rectangle 8">
            <a:extLst>
              <a:ext uri="{FF2B5EF4-FFF2-40B4-BE49-F238E27FC236}">
                <a16:creationId xmlns:a16="http://schemas.microsoft.com/office/drawing/2014/main" id="{6153BF44-5A00-7F99-FA76-F34827257D5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DC36827-0785-74B7-16C3-D6914C895633}"/>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A9DB7AA5-ACA6-7D2E-0425-0A114F45761C}"/>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84FD6EF-B452-15A8-8785-3BE27E61B4E1}"/>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7CD6D8FF-5E54-3BE1-14BB-5FDDFECFDA46}"/>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D0CB4AE9-33DC-43C9-F55C-0333B944E4D0}"/>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93C58D8-6B5B-2431-F732-75596AAD36C6}"/>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46DB49B5-24E8-070E-F142-0CD50C9EAB4E}"/>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A10D54E1-74D6-55B1-66FC-D156B963187B}"/>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D53862A7-8C69-87BC-9E44-59C845A599C9}"/>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9490E8E8-B0AF-6D9C-A18D-3B5BF2C17C57}"/>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7C125D8-CC46-85BA-92AD-DBECA2B3F10F}"/>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1E8CA3D-32E3-8424-179D-87886FAD2C4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8B0A52CF-A375-85CE-6FFA-1EF3182949F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8F7CFB0-72E7-0BD3-CB1F-83730D3B593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Activités permettant de cartographier l’architecture réseau, identifier les mécanismes de protection et de défense mis en place, recenser les vulnérabilités exploitables, etc. Lors de cette étape, l’attaquant cherche à localiser les services, informations et biens supports, objets de l’attaque.</a:t>
            </a:r>
          </a:p>
        </p:txBody>
      </p:sp>
      <p:pic>
        <p:nvPicPr>
          <p:cNvPr id="27" name="Image 26">
            <a:extLst>
              <a:ext uri="{FF2B5EF4-FFF2-40B4-BE49-F238E27FC236}">
                <a16:creationId xmlns:a16="http://schemas.microsoft.com/office/drawing/2014/main" id="{76828207-A1DB-17A2-3E97-FDF09402F2D4}"/>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C41D3CD-A64F-ACDC-B5E5-D7C8B732A479}"/>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D799B4D3-9246-CEBE-8F07-182B4CC4D306}"/>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9AEDE06A-3638-6364-64D7-7A3D279978FA}"/>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4" name="Image 23">
            <a:extLst>
              <a:ext uri="{FF2B5EF4-FFF2-40B4-BE49-F238E27FC236}">
                <a16:creationId xmlns:a16="http://schemas.microsoft.com/office/drawing/2014/main" id="{22F5C4B8-4685-35B4-EAA8-4B9FF9F35A37}"/>
              </a:ext>
            </a:extLst>
          </p:cNvPr>
          <p:cNvPicPr>
            <a:picLocks noChangeAspect="1"/>
          </p:cNvPicPr>
          <p:nvPr/>
        </p:nvPicPr>
        <p:blipFill>
          <a:blip r:embed="rId11"/>
          <a:stretch>
            <a:fillRect/>
          </a:stretch>
        </p:blipFill>
        <p:spPr>
          <a:xfrm>
            <a:off x="1993712" y="5187417"/>
            <a:ext cx="720000" cy="720000"/>
          </a:xfrm>
          <a:prstGeom prst="rect">
            <a:avLst/>
          </a:prstGeom>
        </p:spPr>
      </p:pic>
      <p:sp>
        <p:nvSpPr>
          <p:cNvPr id="28" name="ZoneTexte 27">
            <a:extLst>
              <a:ext uri="{FF2B5EF4-FFF2-40B4-BE49-F238E27FC236}">
                <a16:creationId xmlns:a16="http://schemas.microsoft.com/office/drawing/2014/main" id="{E8310CC7-AA5D-7455-75A7-B3AED92F8F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7057483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04608-E22C-C918-88A4-0F40E7AF5D80}"/>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B108E8CF-EA1E-D522-034F-44B6E7C1772D}"/>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8842F259-F3BC-1795-283B-D0B2C8AAA3C1}"/>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A65AF85C-40A5-A9B0-689C-788C80A4C60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19CCC34-F4D1-1AC3-5D61-A5AD4DD44588}"/>
              </a:ext>
            </a:extLst>
          </p:cNvPr>
          <p:cNvSpPr>
            <a:spLocks noGrp="1"/>
          </p:cNvSpPr>
          <p:nvPr>
            <p:ph type="sldNum" sz="quarter" idx="12"/>
          </p:nvPr>
        </p:nvSpPr>
        <p:spPr/>
        <p:txBody>
          <a:bodyPr/>
          <a:lstStyle/>
          <a:p>
            <a:fld id="{294A09A9-5501-47C1-A89A-A340965A2BE2}" type="slidenum">
              <a:rPr lang="fr-FR" smtClean="0"/>
              <a:pPr/>
              <a:t>100</a:t>
            </a:fld>
            <a:endParaRPr lang="fr-FR"/>
          </a:p>
        </p:txBody>
      </p:sp>
      <p:sp>
        <p:nvSpPr>
          <p:cNvPr id="8" name="Rectangle 7">
            <a:extLst>
              <a:ext uri="{FF2B5EF4-FFF2-40B4-BE49-F238E27FC236}">
                <a16:creationId xmlns:a16="http://schemas.microsoft.com/office/drawing/2014/main" id="{5EBD6797-79F9-941D-8F4B-29DE1D37B860}"/>
              </a:ext>
            </a:extLst>
          </p:cNvPr>
          <p:cNvSpPr/>
          <p:nvPr/>
        </p:nvSpPr>
        <p:spPr>
          <a:xfrm>
            <a:off x="6269467" y="2156159"/>
            <a:ext cx="2400000" cy="2684061"/>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45FE62BD-583C-3014-954E-99E09E71DFA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431D9152-8365-21E2-7BB3-A7EC3E5BC38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42AB58BE-1103-BC30-4F1B-9B7346ECDEE8}"/>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9D51637-3760-F011-9313-127456B2155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9E8A0C31-B109-E337-383B-274A128385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86908AC6-F391-A0AD-00A3-3459A27AC377}"/>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AA419C0-AF52-DB56-EF27-6538F625B208}"/>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A9A2052E-4DCB-401D-2949-CFF0D4DA1072}"/>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EEC1B7BE-5E6E-348C-DE7C-7A7865E26F6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C37F2BF-1FFC-0E26-E003-E7FE6FED9273}"/>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69688921-7283-8C1F-923A-F949B3AD6E2A}"/>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00D036B-0A8A-1DA1-98C1-10542FB75BA6}"/>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4FE479EE-B0D8-C3D8-1CD1-A6D38A1C4268}"/>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C4949A0-6F39-5265-3BBB-7553BFBE9ABC}"/>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4663E4BF-D54D-FA73-8BE7-A0744FF23049}"/>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Mise en œuvre des techniques de latéralisation et d’élévation de privilèges afin de progresser et de se maintenir dans le système d’information, via l’exploitation les vulnérabilités structurelles internes du système (manque de cloisonnement des réseaux, contrôle d’accès insuffisant, politique d’authentification peu robuste, etc.).</a:t>
            </a:r>
          </a:p>
        </p:txBody>
      </p:sp>
      <p:pic>
        <p:nvPicPr>
          <p:cNvPr id="27" name="Image 26">
            <a:extLst>
              <a:ext uri="{FF2B5EF4-FFF2-40B4-BE49-F238E27FC236}">
                <a16:creationId xmlns:a16="http://schemas.microsoft.com/office/drawing/2014/main" id="{C366BDE5-90A2-93FB-5FCE-B558247A44F0}"/>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0F345EA2-437B-C5FA-54C4-AC5EADDF6BE7}"/>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9E826AC-822A-9279-497D-3D65E2225BCB}"/>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3E3D6BEB-528C-4155-C60D-4616BB6E160C}"/>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855766C9-E993-D3D9-CB72-E4240CB23C40}"/>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8" name="Image 27">
            <a:extLst>
              <a:ext uri="{FF2B5EF4-FFF2-40B4-BE49-F238E27FC236}">
                <a16:creationId xmlns:a16="http://schemas.microsoft.com/office/drawing/2014/main" id="{A71D1FEE-04E0-D3F4-47F3-7F7BE0C8E6AF}"/>
              </a:ext>
            </a:extLst>
          </p:cNvPr>
          <p:cNvPicPr>
            <a:picLocks noChangeAspect="1"/>
          </p:cNvPicPr>
          <p:nvPr/>
        </p:nvPicPr>
        <p:blipFill>
          <a:blip r:embed="rId12"/>
          <a:stretch>
            <a:fillRect/>
          </a:stretch>
        </p:blipFill>
        <p:spPr>
          <a:xfrm>
            <a:off x="1993712" y="5187417"/>
            <a:ext cx="720000" cy="720000"/>
          </a:xfrm>
          <a:prstGeom prst="rect">
            <a:avLst/>
          </a:prstGeom>
        </p:spPr>
      </p:pic>
      <p:sp>
        <p:nvSpPr>
          <p:cNvPr id="24" name="ZoneTexte 23">
            <a:extLst>
              <a:ext uri="{FF2B5EF4-FFF2-40B4-BE49-F238E27FC236}">
                <a16:creationId xmlns:a16="http://schemas.microsoft.com/office/drawing/2014/main" id="{E6A6C671-6A5B-CE74-95D7-E248E8AF4D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3026471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B028E-D64D-0638-364B-874D006BDDF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45C254F9-AD3B-8B92-E726-AF5210172EA5}"/>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F6EE128C-385D-647F-BB86-29514B3EE299}"/>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90E55199-B77B-AD4E-697F-9FC0265E3C7E}"/>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AAD6289-1F66-50AE-80D0-C0F0B4923458}"/>
              </a:ext>
            </a:extLst>
          </p:cNvPr>
          <p:cNvSpPr>
            <a:spLocks noGrp="1"/>
          </p:cNvSpPr>
          <p:nvPr>
            <p:ph type="sldNum" sz="quarter" idx="12"/>
          </p:nvPr>
        </p:nvSpPr>
        <p:spPr/>
        <p:txBody>
          <a:bodyPr/>
          <a:lstStyle/>
          <a:p>
            <a:fld id="{294A09A9-5501-47C1-A89A-A340965A2BE2}" type="slidenum">
              <a:rPr lang="fr-FR" smtClean="0"/>
              <a:pPr/>
              <a:t>101</a:t>
            </a:fld>
            <a:endParaRPr lang="fr-FR"/>
          </a:p>
        </p:txBody>
      </p:sp>
      <p:sp>
        <p:nvSpPr>
          <p:cNvPr id="8" name="Rectangle 7">
            <a:extLst>
              <a:ext uri="{FF2B5EF4-FFF2-40B4-BE49-F238E27FC236}">
                <a16:creationId xmlns:a16="http://schemas.microsoft.com/office/drawing/2014/main" id="{EAF6DD54-C4F9-65EC-B3FB-7C4DCE4ADCD6}"/>
              </a:ext>
            </a:extLst>
          </p:cNvPr>
          <p:cNvSpPr/>
          <p:nvPr/>
        </p:nvSpPr>
        <p:spPr>
          <a:xfrm>
            <a:off x="6269467" y="2156159"/>
            <a:ext cx="2400000" cy="2684063"/>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011ADE95-3BA8-3B5A-2151-35A9F6383794}"/>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2815235-DED6-F4C6-76DD-895A8B2F62D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3B399465-5CBA-C834-E962-92CF0E186551}"/>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Pilotage et exploitation de l’attaque</a:t>
            </a:r>
          </a:p>
        </p:txBody>
      </p:sp>
      <p:cxnSp>
        <p:nvCxnSpPr>
          <p:cNvPr id="12" name="Connecteur droit 11">
            <a:extLst>
              <a:ext uri="{FF2B5EF4-FFF2-40B4-BE49-F238E27FC236}">
                <a16:creationId xmlns:a16="http://schemas.microsoft.com/office/drawing/2014/main" id="{8B6A6699-360F-7C04-1B45-5DFC7D497668}"/>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428E88B1-6C5D-03BC-59F7-94D5F295694A}"/>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192779DE-1552-2921-2438-AAFDDF99AC21}"/>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0801A7CF-7AAF-7199-D04D-C16E6C11C997}"/>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E0299128-F23D-78B5-AD19-161CB323E449}"/>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0EC183F-D803-4B01-A8E0-2DAF70EF8921}"/>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DB7920D-70E9-DF4B-7EE1-367DFA5C8DC5}"/>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4D02FEAD-E751-063A-E405-3AE073FD469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8605CDA-7CEC-EDDA-F6B2-74A85687E97E}"/>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522EAD8C-BD2B-A156-3C43-ECAF276410FA}"/>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3D3276C4-9A3D-B9D7-9B9B-BFA8D71B511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B69857E-3382-21F0-A541-6276EE880484}"/>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Réalisation de l’objectif visé par la source de risque, par exemple : déclencher la charge malveillante destructrice, exfiltrer ou modifier de l’information. L’attaque peut être ponctuelle (ex : opération de sabotage) ou durable et se réaliser en toute discrétion (ex : opération d’espionnage visant à régulièrement exfiltrer des informations).</a:t>
            </a:r>
          </a:p>
        </p:txBody>
      </p:sp>
      <p:pic>
        <p:nvPicPr>
          <p:cNvPr id="27" name="Image 26">
            <a:extLst>
              <a:ext uri="{FF2B5EF4-FFF2-40B4-BE49-F238E27FC236}">
                <a16:creationId xmlns:a16="http://schemas.microsoft.com/office/drawing/2014/main" id="{AF3E083D-EFD0-E393-8C16-36D3EF730F38}"/>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438F84C-EBA6-96F6-10CF-D8876B9D2A7B}"/>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439CA68-5479-5228-7AFC-167FFAB6ED03}"/>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FDB5FB00-6718-2ACC-A47B-91B02BCADA04}"/>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E3AE9B97-FDBA-7F67-42B3-D826C3786BE4}"/>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4" name="Image 23">
            <a:extLst>
              <a:ext uri="{FF2B5EF4-FFF2-40B4-BE49-F238E27FC236}">
                <a16:creationId xmlns:a16="http://schemas.microsoft.com/office/drawing/2014/main" id="{37C50AF0-CC5D-C100-6849-AA314E7B11B8}"/>
              </a:ext>
            </a:extLst>
          </p:cNvPr>
          <p:cNvPicPr>
            <a:picLocks noChangeAspect="1"/>
          </p:cNvPicPr>
          <p:nvPr/>
        </p:nvPicPr>
        <p:blipFill>
          <a:blip r:embed="rId12"/>
          <a:stretch>
            <a:fillRect/>
          </a:stretch>
        </p:blipFill>
        <p:spPr>
          <a:xfrm>
            <a:off x="9186176" y="3318949"/>
            <a:ext cx="576000" cy="576000"/>
          </a:xfrm>
          <a:prstGeom prst="rect">
            <a:avLst/>
          </a:prstGeom>
        </p:spPr>
      </p:pic>
      <p:pic>
        <p:nvPicPr>
          <p:cNvPr id="29" name="Image 28">
            <a:extLst>
              <a:ext uri="{FF2B5EF4-FFF2-40B4-BE49-F238E27FC236}">
                <a16:creationId xmlns:a16="http://schemas.microsoft.com/office/drawing/2014/main" id="{C36FEE60-6587-1341-22B3-2FCAE79C42C0}"/>
              </a:ext>
            </a:extLst>
          </p:cNvPr>
          <p:cNvPicPr>
            <a:picLocks noChangeAspect="1"/>
          </p:cNvPicPr>
          <p:nvPr/>
        </p:nvPicPr>
        <p:blipFill>
          <a:blip r:embed="rId13"/>
          <a:stretch>
            <a:fillRect/>
          </a:stretch>
        </p:blipFill>
        <p:spPr>
          <a:xfrm>
            <a:off x="1990397" y="5181231"/>
            <a:ext cx="720000" cy="720000"/>
          </a:xfrm>
          <a:prstGeom prst="rect">
            <a:avLst/>
          </a:prstGeom>
        </p:spPr>
      </p:pic>
      <p:sp>
        <p:nvSpPr>
          <p:cNvPr id="28" name="ZoneTexte 27">
            <a:extLst>
              <a:ext uri="{FF2B5EF4-FFF2-40B4-BE49-F238E27FC236}">
                <a16:creationId xmlns:a16="http://schemas.microsoft.com/office/drawing/2014/main" id="{765C8427-C548-A233-9B9C-A002B268410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10023743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ED3142-8057-B25E-BC9A-A59FA93CF0EE}"/>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A341FDC8-8337-14F4-4776-4D4110DB8819}"/>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FBE239FD-FC66-2318-3311-9191ABE76C62}"/>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50A779-83DE-BBC8-544D-FB9DA8F32637}"/>
              </a:ext>
            </a:extLst>
          </p:cNvPr>
          <p:cNvSpPr>
            <a:spLocks noGrp="1"/>
          </p:cNvSpPr>
          <p:nvPr>
            <p:ph type="sldNum" sz="quarter" idx="12"/>
          </p:nvPr>
        </p:nvSpPr>
        <p:spPr/>
        <p:txBody>
          <a:bodyPr/>
          <a:lstStyle/>
          <a:p>
            <a:pPr rtl="0"/>
            <a:fld id="{294A09A9-5501-47C1-A89A-A340965A2BE2}" type="slidenum">
              <a:rPr lang="fr-FR" noProof="0" smtClean="0"/>
              <a:t>102</a:t>
            </a:fld>
            <a:endParaRPr lang="fr-FR" noProof="0"/>
          </a:p>
        </p:txBody>
      </p:sp>
      <p:sp>
        <p:nvSpPr>
          <p:cNvPr id="6" name="Rectangle 5">
            <a:extLst>
              <a:ext uri="{FF2B5EF4-FFF2-40B4-BE49-F238E27FC236}">
                <a16:creationId xmlns:a16="http://schemas.microsoft.com/office/drawing/2014/main" id="{EF3031A3-01BF-E170-C721-349548CA42E7}"/>
              </a:ext>
            </a:extLst>
          </p:cNvPr>
          <p:cNvSpPr/>
          <p:nvPr/>
        </p:nvSpPr>
        <p:spPr>
          <a:xfrm>
            <a:off x="6568245"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34DE2E3A-AC6B-715F-F73B-62F9C37B33E7}"/>
              </a:ext>
            </a:extLst>
          </p:cNvPr>
          <p:cNvSpPr/>
          <p:nvPr/>
        </p:nvSpPr>
        <p:spPr>
          <a:xfrm>
            <a:off x="3863843"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86992410-A5B9-E05A-D01F-B8AA168EC3A5}"/>
              </a:ext>
            </a:extLst>
          </p:cNvPr>
          <p:cNvSpPr/>
          <p:nvPr/>
        </p:nvSpPr>
        <p:spPr>
          <a:xfrm>
            <a:off x="1159440"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33C38551-E333-EFFA-2621-91D0F704E543}"/>
              </a:ext>
            </a:extLst>
          </p:cNvPr>
          <p:cNvSpPr/>
          <p:nvPr/>
        </p:nvSpPr>
        <p:spPr>
          <a:xfrm>
            <a:off x="9272647"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329808EE-C371-3044-5A26-9D67846B1F4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483876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4C69E0FB-B601-7B25-052C-4B58FD0EFA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523374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526023F5-BB4F-0E31-034B-0E800D675A8F}"/>
              </a:ext>
            </a:extLst>
          </p:cNvPr>
          <p:cNvCxnSpPr>
            <a:cxnSpLocks/>
          </p:cNvCxnSpPr>
          <p:nvPr/>
        </p:nvCxnSpPr>
        <p:spPr>
          <a:xfrm>
            <a:off x="3053343"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F4A36650-683E-F3D8-6FDE-78A595A0DD59}"/>
              </a:ext>
            </a:extLst>
          </p:cNvPr>
          <p:cNvCxnSpPr>
            <a:cxnSpLocks/>
          </p:cNvCxnSpPr>
          <p:nvPr/>
        </p:nvCxnSpPr>
        <p:spPr>
          <a:xfrm>
            <a:off x="3027998" y="532050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388D5E75-5859-01E8-CBCF-2FE104E56BED}"/>
              </a:ext>
            </a:extLst>
          </p:cNvPr>
          <p:cNvCxnSpPr>
            <a:cxnSpLocks/>
          </p:cNvCxnSpPr>
          <p:nvPr/>
        </p:nvCxnSpPr>
        <p:spPr>
          <a:xfrm>
            <a:off x="5891458"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CFBA611B-0A0F-D303-079F-7194187ABF4C}"/>
              </a:ext>
            </a:extLst>
          </p:cNvPr>
          <p:cNvCxnSpPr>
            <a:cxnSpLocks/>
          </p:cNvCxnSpPr>
          <p:nvPr/>
        </p:nvCxnSpPr>
        <p:spPr>
          <a:xfrm>
            <a:off x="5891458"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549DC2C8-FF63-08B8-E243-A547ADA61736}"/>
              </a:ext>
            </a:extLst>
          </p:cNvPr>
          <p:cNvCxnSpPr>
            <a:cxnSpLocks/>
          </p:cNvCxnSpPr>
          <p:nvPr/>
        </p:nvCxnSpPr>
        <p:spPr>
          <a:xfrm>
            <a:off x="8585739"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65E0310A-1250-74DD-994B-CB73114812AA}"/>
              </a:ext>
            </a:extLst>
          </p:cNvPr>
          <p:cNvCxnSpPr>
            <a:cxnSpLocks/>
          </p:cNvCxnSpPr>
          <p:nvPr/>
        </p:nvCxnSpPr>
        <p:spPr>
          <a:xfrm>
            <a:off x="8585739"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2D3D1B43-0D35-B402-67D2-C83829860B26}"/>
              </a:ext>
            </a:extLst>
          </p:cNvPr>
          <p:cNvSpPr/>
          <p:nvPr/>
        </p:nvSpPr>
        <p:spPr>
          <a:xfrm>
            <a:off x="1516160" y="460828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42A0579C-544B-A865-1F81-E42FA35F7AFC}"/>
              </a:ext>
            </a:extLst>
          </p:cNvPr>
          <p:cNvSpPr/>
          <p:nvPr/>
        </p:nvSpPr>
        <p:spPr>
          <a:xfrm>
            <a:off x="4116885" y="516264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71699640-24DD-695F-85E8-2A73CA6B43C0}"/>
              </a:ext>
            </a:extLst>
          </p:cNvPr>
          <p:cNvSpPr/>
          <p:nvPr/>
        </p:nvSpPr>
        <p:spPr>
          <a:xfrm>
            <a:off x="4116884" y="410031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7F199CD7-6D4D-10CF-08C6-0595835AAC07}"/>
              </a:ext>
            </a:extLst>
          </p:cNvPr>
          <p:cNvSpPr/>
          <p:nvPr/>
        </p:nvSpPr>
        <p:spPr>
          <a:xfrm>
            <a:off x="6975865" y="461102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602C9189-2ADE-73A5-92DA-35BCBCE7DE0C}"/>
              </a:ext>
            </a:extLst>
          </p:cNvPr>
          <p:cNvSpPr/>
          <p:nvPr/>
        </p:nvSpPr>
        <p:spPr>
          <a:xfrm>
            <a:off x="9656421" y="461102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3" name="Rectangle 22">
            <a:extLst>
              <a:ext uri="{FF2B5EF4-FFF2-40B4-BE49-F238E27FC236}">
                <a16:creationId xmlns:a16="http://schemas.microsoft.com/office/drawing/2014/main" id="{49582933-46BF-2508-5EFE-E087153028CC}"/>
              </a:ext>
            </a:extLst>
          </p:cNvPr>
          <p:cNvSpPr/>
          <p:nvPr/>
        </p:nvSpPr>
        <p:spPr>
          <a:xfrm>
            <a:off x="1678517" y="1173052"/>
            <a:ext cx="3428939" cy="1213891"/>
          </a:xfrm>
          <a:prstGeom prst="rect">
            <a:avLst/>
          </a:prstGeom>
          <a:ln/>
        </p:spPr>
        <p:style>
          <a:lnRef idx="2">
            <a:schemeClr val="dk1"/>
          </a:lnRef>
          <a:fillRef idx="1">
            <a:schemeClr val="lt1"/>
          </a:fillRef>
          <a:effectRef idx="0">
            <a:schemeClr val="dk1"/>
          </a:effectRef>
          <a:fontRef idx="minor">
            <a:schemeClr val="dk1"/>
          </a:fontRef>
        </p:style>
        <p:txBody>
          <a:bodyPr wrap="square" lIns="192000" tIns="0" rIns="96000" bIns="0" rtlCol="0" anchor="ctr">
            <a:noAutofit/>
          </a:bodyPr>
          <a:lstStyle/>
          <a:p>
            <a:pPr marL="124881" indent="-124881"/>
            <a:r>
              <a:rPr lang="fr-FR" sz="1400" b="1" i="1" dirty="0">
                <a:solidFill>
                  <a:srgbClr val="252525"/>
                </a:solidFill>
                <a:latin typeface="+mj-lt"/>
                <a:cs typeface="Segoe UI" panose="020B0502040204020203" pitchFamily="34" charset="0"/>
              </a:rPr>
              <a:t>Rappel</a:t>
            </a:r>
          </a:p>
          <a:p>
            <a:pPr marL="6351" indent="-6351"/>
            <a:r>
              <a:rPr lang="fr-FR" sz="1400" i="1" dirty="0">
                <a:solidFill>
                  <a:srgbClr val="252525"/>
                </a:solidFill>
                <a:latin typeface="+mj-lt"/>
                <a:cs typeface="Segoe UI" panose="020B0502040204020203" pitchFamily="34" charset="0"/>
              </a:rPr>
              <a:t>2 chemins d’attaque identifiés sur la modification de notes :</a:t>
            </a:r>
          </a:p>
          <a:p>
            <a:pPr marL="182029" indent="-182029">
              <a:buFont typeface="+mj-lt"/>
              <a:buAutoNum type="arabicPeriod"/>
            </a:pPr>
            <a:r>
              <a:rPr lang="fr-FR" sz="1400" i="1" dirty="0">
                <a:solidFill>
                  <a:srgbClr val="252525"/>
                </a:solidFill>
                <a:latin typeface="+mj-lt"/>
                <a:cs typeface="Segoe UI" panose="020B0502040204020203" pitchFamily="34" charset="0"/>
              </a:rPr>
              <a:t>Attaque directe</a:t>
            </a:r>
          </a:p>
          <a:p>
            <a:pPr marL="182029" indent="-182029">
              <a:buFont typeface="+mj-lt"/>
              <a:buAutoNum type="arabicPeriod"/>
            </a:pPr>
            <a:r>
              <a:rPr lang="fr-FR" sz="1400" i="1" dirty="0">
                <a:solidFill>
                  <a:srgbClr val="252525"/>
                </a:solidFill>
                <a:latin typeface="+mj-lt"/>
                <a:cs typeface="Segoe UI" panose="020B0502040204020203" pitchFamily="34" charset="0"/>
              </a:rPr>
              <a:t>Attaque par la connexion du professeur</a:t>
            </a:r>
          </a:p>
        </p:txBody>
      </p:sp>
      <p:sp>
        <p:nvSpPr>
          <p:cNvPr id="25" name="Ellipse 24">
            <a:extLst>
              <a:ext uri="{FF2B5EF4-FFF2-40B4-BE49-F238E27FC236}">
                <a16:creationId xmlns:a16="http://schemas.microsoft.com/office/drawing/2014/main" id="{4C877F97-4FA8-6932-CC34-26AB28D4DD4E}"/>
              </a:ext>
            </a:extLst>
          </p:cNvPr>
          <p:cNvSpPr>
            <a:spLocks noChangeAspect="1"/>
          </p:cNvSpPr>
          <p:nvPr/>
        </p:nvSpPr>
        <p:spPr>
          <a:xfrm>
            <a:off x="3370341" y="444907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501C9720-9E81-D26A-221D-337D3A508447}"/>
              </a:ext>
            </a:extLst>
          </p:cNvPr>
          <p:cNvSpPr>
            <a:spLocks noChangeAspect="1"/>
          </p:cNvSpPr>
          <p:nvPr/>
        </p:nvSpPr>
        <p:spPr>
          <a:xfrm>
            <a:off x="3369001" y="538899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sp>
        <p:nvSpPr>
          <p:cNvPr id="27" name="Rectangle 26">
            <a:extLst>
              <a:ext uri="{FF2B5EF4-FFF2-40B4-BE49-F238E27FC236}">
                <a16:creationId xmlns:a16="http://schemas.microsoft.com/office/drawing/2014/main" id="{45B3A44B-550B-DFA8-8D3B-3EDA7FF2765D}"/>
              </a:ext>
            </a:extLst>
          </p:cNvPr>
          <p:cNvSpPr/>
          <p:nvPr/>
        </p:nvSpPr>
        <p:spPr>
          <a:xfrm>
            <a:off x="5319116" y="1170655"/>
            <a:ext cx="1831432" cy="2338500"/>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Source de risque</a:t>
            </a:r>
            <a:endParaRPr lang="fr-FR" sz="1400" dirty="0">
              <a:solidFill>
                <a:srgbClr val="252525"/>
              </a:solidFill>
              <a:latin typeface="+mj-lt"/>
              <a:cs typeface="Segoe UI" panose="020B0502040204020203" pitchFamily="34" charset="0"/>
            </a:endParaRPr>
          </a:p>
        </p:txBody>
      </p:sp>
      <p:pic>
        <p:nvPicPr>
          <p:cNvPr id="28" name="Image 27">
            <a:extLst>
              <a:ext uri="{FF2B5EF4-FFF2-40B4-BE49-F238E27FC236}">
                <a16:creationId xmlns:a16="http://schemas.microsoft.com/office/drawing/2014/main" id="{D93CF92E-6833-10CA-F1C8-8F919E2CA00A}"/>
              </a:ext>
            </a:extLst>
          </p:cNvPr>
          <p:cNvPicPr>
            <a:picLocks noChangeAspect="1"/>
          </p:cNvPicPr>
          <p:nvPr/>
        </p:nvPicPr>
        <p:blipFill>
          <a:blip r:embed="rId4"/>
          <a:stretch>
            <a:fillRect/>
          </a:stretch>
        </p:blipFill>
        <p:spPr>
          <a:xfrm>
            <a:off x="4788884" y="3793409"/>
            <a:ext cx="576000" cy="576000"/>
          </a:xfrm>
          <a:prstGeom prst="rect">
            <a:avLst/>
          </a:prstGeom>
        </p:spPr>
      </p:pic>
      <p:sp>
        <p:nvSpPr>
          <p:cNvPr id="29" name="Rectangle 28">
            <a:extLst>
              <a:ext uri="{FF2B5EF4-FFF2-40B4-BE49-F238E27FC236}">
                <a16:creationId xmlns:a16="http://schemas.microsoft.com/office/drawing/2014/main" id="{495C696A-AEF8-0FE5-5225-08FFDEA09365}"/>
              </a:ext>
            </a:extLst>
          </p:cNvPr>
          <p:cNvSpPr/>
          <p:nvPr/>
        </p:nvSpPr>
        <p:spPr>
          <a:xfrm>
            <a:off x="7355495" y="1170655"/>
            <a:ext cx="1831432" cy="2338500"/>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Écosystème</a:t>
            </a:r>
          </a:p>
        </p:txBody>
      </p:sp>
      <p:sp>
        <p:nvSpPr>
          <p:cNvPr id="30" name="Rectangle 29">
            <a:extLst>
              <a:ext uri="{FF2B5EF4-FFF2-40B4-BE49-F238E27FC236}">
                <a16:creationId xmlns:a16="http://schemas.microsoft.com/office/drawing/2014/main" id="{9789A3EF-DB01-B082-80BC-03A09EF73A6B}"/>
              </a:ext>
            </a:extLst>
          </p:cNvPr>
          <p:cNvSpPr/>
          <p:nvPr/>
        </p:nvSpPr>
        <p:spPr>
          <a:xfrm>
            <a:off x="9392711" y="1170655"/>
            <a:ext cx="1831432" cy="2338500"/>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pPr>
            <a:r>
              <a:rPr lang="fr-FR" sz="1400" b="1" dirty="0">
                <a:solidFill>
                  <a:srgbClr val="252525"/>
                </a:solidFill>
                <a:latin typeface="+mj-lt"/>
                <a:cs typeface="Segoe UI" panose="020B0502040204020203" pitchFamily="34" charset="0"/>
              </a:rPr>
              <a:t>SI du collège</a:t>
            </a:r>
          </a:p>
        </p:txBody>
      </p:sp>
      <p:cxnSp>
        <p:nvCxnSpPr>
          <p:cNvPr id="31" name="Connecteur droit avec flèche 30">
            <a:extLst>
              <a:ext uri="{FF2B5EF4-FFF2-40B4-BE49-F238E27FC236}">
                <a16:creationId xmlns:a16="http://schemas.microsoft.com/office/drawing/2014/main" id="{CC9A6CB2-F349-3EF2-0735-92665ED6C85C}"/>
              </a:ext>
            </a:extLst>
          </p:cNvPr>
          <p:cNvCxnSpPr>
            <a:cxnSpLocks/>
          </p:cNvCxnSpPr>
          <p:nvPr/>
        </p:nvCxnSpPr>
        <p:spPr>
          <a:xfrm>
            <a:off x="6751884" y="2640427"/>
            <a:ext cx="922609"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2" name="Forme libre 7">
            <a:extLst>
              <a:ext uri="{FF2B5EF4-FFF2-40B4-BE49-F238E27FC236}">
                <a16:creationId xmlns:a16="http://schemas.microsoft.com/office/drawing/2014/main" id="{C5BF3B20-B751-EB86-C653-3081BB2B4A59}"/>
              </a:ext>
            </a:extLst>
          </p:cNvPr>
          <p:cNvSpPr/>
          <p:nvPr/>
        </p:nvSpPr>
        <p:spPr>
          <a:xfrm>
            <a:off x="6245078" y="1614359"/>
            <a:ext cx="4095617" cy="224804"/>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3" name="Ellipse 32">
            <a:extLst>
              <a:ext uri="{FF2B5EF4-FFF2-40B4-BE49-F238E27FC236}">
                <a16:creationId xmlns:a16="http://schemas.microsoft.com/office/drawing/2014/main" id="{0E80041E-C06B-CAAD-AD61-0235F85AC176}"/>
              </a:ext>
            </a:extLst>
          </p:cNvPr>
          <p:cNvSpPr>
            <a:spLocks noChangeAspect="1"/>
          </p:cNvSpPr>
          <p:nvPr/>
        </p:nvSpPr>
        <p:spPr>
          <a:xfrm>
            <a:off x="7093523" y="1450077"/>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34" name="Ellipse 33">
            <a:extLst>
              <a:ext uri="{FF2B5EF4-FFF2-40B4-BE49-F238E27FC236}">
                <a16:creationId xmlns:a16="http://schemas.microsoft.com/office/drawing/2014/main" id="{D81E8C90-4A13-C0A9-AF3C-C627A2D46A21}"/>
              </a:ext>
            </a:extLst>
          </p:cNvPr>
          <p:cNvSpPr>
            <a:spLocks noChangeAspect="1"/>
          </p:cNvSpPr>
          <p:nvPr/>
        </p:nvSpPr>
        <p:spPr>
          <a:xfrm>
            <a:off x="7100229" y="2481217"/>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35" name="Image 34">
            <a:extLst>
              <a:ext uri="{FF2B5EF4-FFF2-40B4-BE49-F238E27FC236}">
                <a16:creationId xmlns:a16="http://schemas.microsoft.com/office/drawing/2014/main" id="{4121B546-3D45-7618-47CA-CAE19132E852}"/>
              </a:ext>
            </a:extLst>
          </p:cNvPr>
          <p:cNvPicPr>
            <a:picLocks noChangeAspect="1"/>
          </p:cNvPicPr>
          <p:nvPr/>
        </p:nvPicPr>
        <p:blipFill>
          <a:blip r:embed="rId5"/>
          <a:stretch>
            <a:fillRect/>
          </a:stretch>
        </p:blipFill>
        <p:spPr>
          <a:xfrm>
            <a:off x="5769314" y="1860031"/>
            <a:ext cx="951829" cy="1135797"/>
          </a:xfrm>
          <a:prstGeom prst="rect">
            <a:avLst/>
          </a:prstGeom>
        </p:spPr>
      </p:pic>
      <p:sp>
        <p:nvSpPr>
          <p:cNvPr id="36" name="Rectangle : coins arrondis 35">
            <a:extLst>
              <a:ext uri="{FF2B5EF4-FFF2-40B4-BE49-F238E27FC236}">
                <a16:creationId xmlns:a16="http://schemas.microsoft.com/office/drawing/2014/main" id="{5ABD425E-855F-982B-FFA7-D497FB35E419}"/>
              </a:ext>
            </a:extLst>
          </p:cNvPr>
          <p:cNvSpPr/>
          <p:nvPr/>
        </p:nvSpPr>
        <p:spPr>
          <a:xfrm>
            <a:off x="5627145" y="3090295"/>
            <a:ext cx="1215375" cy="224804"/>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sp>
        <p:nvSpPr>
          <p:cNvPr id="37" name="Rectangle 36">
            <a:extLst>
              <a:ext uri="{FF2B5EF4-FFF2-40B4-BE49-F238E27FC236}">
                <a16:creationId xmlns:a16="http://schemas.microsoft.com/office/drawing/2014/main" id="{DB3CD688-93A4-C4CF-8D75-35A020427F13}"/>
              </a:ext>
            </a:extLst>
          </p:cNvPr>
          <p:cNvSpPr/>
          <p:nvPr/>
        </p:nvSpPr>
        <p:spPr>
          <a:xfrm>
            <a:off x="8260222" y="1698104"/>
            <a:ext cx="664735" cy="2427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100" i="1" dirty="0">
                <a:solidFill>
                  <a:srgbClr val="252525"/>
                </a:solidFill>
                <a:latin typeface="+mj-lt"/>
                <a:cs typeface="Segoe UI" panose="020B0502040204020203" pitchFamily="34" charset="0"/>
              </a:rPr>
              <a:t>Identifiants</a:t>
            </a:r>
            <a:endParaRPr lang="fr-FR" sz="1067" i="1" dirty="0">
              <a:solidFill>
                <a:srgbClr val="252525"/>
              </a:solidFill>
              <a:latin typeface="+mj-lt"/>
              <a:cs typeface="Segoe UI" panose="020B0502040204020203" pitchFamily="34" charset="0"/>
            </a:endParaRPr>
          </a:p>
        </p:txBody>
      </p:sp>
      <p:pic>
        <p:nvPicPr>
          <p:cNvPr id="38" name="Image 37">
            <a:extLst>
              <a:ext uri="{FF2B5EF4-FFF2-40B4-BE49-F238E27FC236}">
                <a16:creationId xmlns:a16="http://schemas.microsoft.com/office/drawing/2014/main" id="{371382CF-EB7D-28B9-0A42-05A88EC39BA2}"/>
              </a:ext>
            </a:extLst>
          </p:cNvPr>
          <p:cNvPicPr>
            <a:picLocks noChangeAspect="1"/>
          </p:cNvPicPr>
          <p:nvPr/>
        </p:nvPicPr>
        <p:blipFill>
          <a:blip r:embed="rId6"/>
          <a:stretch>
            <a:fillRect/>
          </a:stretch>
        </p:blipFill>
        <p:spPr>
          <a:xfrm>
            <a:off x="7638513" y="1888629"/>
            <a:ext cx="1290929" cy="1103159"/>
          </a:xfrm>
          <a:prstGeom prst="rect">
            <a:avLst/>
          </a:prstGeom>
        </p:spPr>
      </p:pic>
      <p:cxnSp>
        <p:nvCxnSpPr>
          <p:cNvPr id="39" name="Connecteur droit avec flèche 38">
            <a:extLst>
              <a:ext uri="{FF2B5EF4-FFF2-40B4-BE49-F238E27FC236}">
                <a16:creationId xmlns:a16="http://schemas.microsoft.com/office/drawing/2014/main" id="{EC97C2D3-EAD5-98FD-81D7-D15530B01307}"/>
              </a:ext>
            </a:extLst>
          </p:cNvPr>
          <p:cNvCxnSpPr>
            <a:cxnSpLocks/>
          </p:cNvCxnSpPr>
          <p:nvPr/>
        </p:nvCxnSpPr>
        <p:spPr>
          <a:xfrm>
            <a:off x="8422210" y="2640427"/>
            <a:ext cx="1448044"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40" name="Image 39">
            <a:extLst>
              <a:ext uri="{FF2B5EF4-FFF2-40B4-BE49-F238E27FC236}">
                <a16:creationId xmlns:a16="http://schemas.microsoft.com/office/drawing/2014/main" id="{FF877F0E-55D9-C724-81F1-733871D4CC9D}"/>
              </a:ext>
            </a:extLst>
          </p:cNvPr>
          <p:cNvPicPr>
            <a:picLocks noChangeAspect="1"/>
          </p:cNvPicPr>
          <p:nvPr/>
        </p:nvPicPr>
        <p:blipFill>
          <a:blip r:embed="rId7"/>
          <a:stretch>
            <a:fillRect/>
          </a:stretch>
        </p:blipFill>
        <p:spPr>
          <a:xfrm>
            <a:off x="9870253" y="1862370"/>
            <a:ext cx="960320" cy="1169085"/>
          </a:xfrm>
          <a:prstGeom prst="rect">
            <a:avLst/>
          </a:prstGeom>
        </p:spPr>
      </p:pic>
      <p:sp>
        <p:nvSpPr>
          <p:cNvPr id="41" name="Rectangle : coins arrondis 40">
            <a:extLst>
              <a:ext uri="{FF2B5EF4-FFF2-40B4-BE49-F238E27FC236}">
                <a16:creationId xmlns:a16="http://schemas.microsoft.com/office/drawing/2014/main" id="{FD3160DA-9CB8-1C0D-0252-A0D701CDE257}"/>
              </a:ext>
            </a:extLst>
          </p:cNvPr>
          <p:cNvSpPr/>
          <p:nvPr/>
        </p:nvSpPr>
        <p:spPr>
          <a:xfrm>
            <a:off x="7663525" y="3090295"/>
            <a:ext cx="1215375" cy="224804"/>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42" name="Rectangle : coins arrondis 41">
            <a:extLst>
              <a:ext uri="{FF2B5EF4-FFF2-40B4-BE49-F238E27FC236}">
                <a16:creationId xmlns:a16="http://schemas.microsoft.com/office/drawing/2014/main" id="{5FCEC325-AD20-53C3-6EC7-F3BDEECD3E95}"/>
              </a:ext>
            </a:extLst>
          </p:cNvPr>
          <p:cNvSpPr/>
          <p:nvPr/>
        </p:nvSpPr>
        <p:spPr>
          <a:xfrm>
            <a:off x="9700741" y="3090295"/>
            <a:ext cx="1215375" cy="224804"/>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Notes de l’élève</a:t>
            </a:r>
          </a:p>
        </p:txBody>
      </p:sp>
      <p:sp>
        <p:nvSpPr>
          <p:cNvPr id="43" name="Rectangle 42">
            <a:extLst>
              <a:ext uri="{FF2B5EF4-FFF2-40B4-BE49-F238E27FC236}">
                <a16:creationId xmlns:a16="http://schemas.microsoft.com/office/drawing/2014/main" id="{C734E01F-CE82-A5B4-BFDE-8BE47BA40BE0}"/>
              </a:ext>
            </a:extLst>
          </p:cNvPr>
          <p:cNvSpPr/>
          <p:nvPr/>
        </p:nvSpPr>
        <p:spPr>
          <a:xfrm>
            <a:off x="1678517" y="2382150"/>
            <a:ext cx="3428939" cy="1127005"/>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00" b="1" dirty="0">
                <a:solidFill>
                  <a:srgbClr val="252525"/>
                </a:solidFill>
                <a:latin typeface="+mj-lt"/>
                <a:cs typeface="Segoe UI" panose="020B0502040204020203" pitchFamily="34" charset="0"/>
              </a:rPr>
              <a:t>Scénario stratégique :</a:t>
            </a:r>
            <a:r>
              <a:rPr lang="fr-FR" sz="1400" dirty="0">
                <a:solidFill>
                  <a:srgbClr val="252525"/>
                </a:solidFill>
                <a:latin typeface="+mj-lt"/>
                <a:cs typeface="Segoe UI" panose="020B0502040204020203" pitchFamily="34" charset="0"/>
              </a:rPr>
              <a:t> Modification de la base de données par utilisation frauduleuse de la session du professeur.</a:t>
            </a:r>
          </a:p>
          <a:p>
            <a:pPr>
              <a:defRPr/>
            </a:pPr>
            <a:r>
              <a:rPr lang="fr-FR" sz="1400" b="1" dirty="0">
                <a:solidFill>
                  <a:srgbClr val="252525"/>
                </a:solidFill>
                <a:latin typeface="+mj-lt"/>
                <a:cs typeface="Segoe UI" panose="020B0502040204020203" pitchFamily="34" charset="0"/>
              </a:rPr>
              <a:t>Chemin d’attaque :</a:t>
            </a:r>
            <a:r>
              <a:rPr lang="fr-FR" sz="1400" dirty="0">
                <a:solidFill>
                  <a:srgbClr val="252525"/>
                </a:solidFill>
                <a:latin typeface="+mj-lt"/>
                <a:cs typeface="Segoe UI" panose="020B0502040204020203" pitchFamily="34" charset="0"/>
              </a:rPr>
              <a:t> n°2  •  </a:t>
            </a:r>
            <a:r>
              <a:rPr lang="fr-FR" sz="1400" b="1" dirty="0">
                <a:solidFill>
                  <a:srgbClr val="252525"/>
                </a:solidFill>
                <a:latin typeface="+mj-lt"/>
                <a:cs typeface="Segoe UI" panose="020B0502040204020203" pitchFamily="34" charset="0"/>
              </a:rPr>
              <a:t>Gravité :</a:t>
            </a:r>
            <a:r>
              <a:rPr lang="fr-FR" sz="1400" dirty="0">
                <a:solidFill>
                  <a:srgbClr val="252525"/>
                </a:solidFill>
                <a:latin typeface="+mj-lt"/>
                <a:cs typeface="Segoe UI" panose="020B0502040204020203" pitchFamily="34" charset="0"/>
              </a:rPr>
              <a:t> 3</a:t>
            </a:r>
          </a:p>
        </p:txBody>
      </p:sp>
      <p:pic>
        <p:nvPicPr>
          <p:cNvPr id="44" name="Image 43">
            <a:extLst>
              <a:ext uri="{FF2B5EF4-FFF2-40B4-BE49-F238E27FC236}">
                <a16:creationId xmlns:a16="http://schemas.microsoft.com/office/drawing/2014/main" id="{914FF015-0B9F-683A-D8B4-910430EF1692}"/>
              </a:ext>
            </a:extLst>
          </p:cNvPr>
          <p:cNvPicPr>
            <a:picLocks noChangeAspect="1"/>
          </p:cNvPicPr>
          <p:nvPr/>
        </p:nvPicPr>
        <p:blipFill>
          <a:blip r:embed="rId8"/>
          <a:stretch>
            <a:fillRect/>
          </a:stretch>
        </p:blipFill>
        <p:spPr>
          <a:xfrm>
            <a:off x="7527865" y="4317785"/>
            <a:ext cx="576000" cy="576000"/>
          </a:xfrm>
          <a:prstGeom prst="rect">
            <a:avLst/>
          </a:prstGeom>
        </p:spPr>
      </p:pic>
      <p:pic>
        <p:nvPicPr>
          <p:cNvPr id="45" name="Image 44">
            <a:extLst>
              <a:ext uri="{FF2B5EF4-FFF2-40B4-BE49-F238E27FC236}">
                <a16:creationId xmlns:a16="http://schemas.microsoft.com/office/drawing/2014/main" id="{379EAA0F-6EE9-1A27-02A1-E300DF7198D7}"/>
              </a:ext>
            </a:extLst>
          </p:cNvPr>
          <p:cNvPicPr>
            <a:picLocks noChangeAspect="1"/>
          </p:cNvPicPr>
          <p:nvPr/>
        </p:nvPicPr>
        <p:blipFill>
          <a:blip r:embed="rId9"/>
          <a:stretch>
            <a:fillRect/>
          </a:stretch>
        </p:blipFill>
        <p:spPr>
          <a:xfrm>
            <a:off x="2068160" y="4293208"/>
            <a:ext cx="576000" cy="576000"/>
          </a:xfrm>
          <a:prstGeom prst="rect">
            <a:avLst/>
          </a:prstGeom>
        </p:spPr>
      </p:pic>
      <p:pic>
        <p:nvPicPr>
          <p:cNvPr id="46" name="Image 45">
            <a:extLst>
              <a:ext uri="{FF2B5EF4-FFF2-40B4-BE49-F238E27FC236}">
                <a16:creationId xmlns:a16="http://schemas.microsoft.com/office/drawing/2014/main" id="{1AEBA936-D9F4-2841-E633-BBFBE1E1F08F}"/>
              </a:ext>
            </a:extLst>
          </p:cNvPr>
          <p:cNvPicPr>
            <a:picLocks noChangeAspect="1"/>
          </p:cNvPicPr>
          <p:nvPr/>
        </p:nvPicPr>
        <p:blipFill>
          <a:blip r:embed="rId10"/>
          <a:stretch>
            <a:fillRect/>
          </a:stretch>
        </p:blipFill>
        <p:spPr>
          <a:xfrm>
            <a:off x="10171049" y="4311739"/>
            <a:ext cx="650748" cy="576000"/>
          </a:xfrm>
          <a:prstGeom prst="rect">
            <a:avLst/>
          </a:prstGeom>
        </p:spPr>
      </p:pic>
      <p:pic>
        <p:nvPicPr>
          <p:cNvPr id="47" name="Image 46">
            <a:extLst>
              <a:ext uri="{FF2B5EF4-FFF2-40B4-BE49-F238E27FC236}">
                <a16:creationId xmlns:a16="http://schemas.microsoft.com/office/drawing/2014/main" id="{E14951F4-4F17-779C-4517-48614232991D}"/>
              </a:ext>
            </a:extLst>
          </p:cNvPr>
          <p:cNvPicPr>
            <a:picLocks noChangeAspect="1"/>
          </p:cNvPicPr>
          <p:nvPr/>
        </p:nvPicPr>
        <p:blipFill>
          <a:blip r:embed="rId11"/>
          <a:stretch>
            <a:fillRect/>
          </a:stretch>
        </p:blipFill>
        <p:spPr>
          <a:xfrm>
            <a:off x="4788885" y="4866175"/>
            <a:ext cx="576000" cy="576000"/>
          </a:xfrm>
          <a:prstGeom prst="rect">
            <a:avLst/>
          </a:prstGeom>
        </p:spPr>
      </p:pic>
      <p:pic>
        <p:nvPicPr>
          <p:cNvPr id="48" name="Image 47">
            <a:extLst>
              <a:ext uri="{FF2B5EF4-FFF2-40B4-BE49-F238E27FC236}">
                <a16:creationId xmlns:a16="http://schemas.microsoft.com/office/drawing/2014/main" id="{76254B65-AACF-9897-6307-CA7639288FFA}"/>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ZoneTexte 23">
            <a:extLst>
              <a:ext uri="{FF2B5EF4-FFF2-40B4-BE49-F238E27FC236}">
                <a16:creationId xmlns:a16="http://schemas.microsoft.com/office/drawing/2014/main" id="{F2711AEC-4F58-ABD8-349F-2B27A81024D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606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grpId="0" nodeType="afterEffect">
                                  <p:stCondLst>
                                    <p:cond delay="50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grpId="0" nodeType="afterEffect">
                                  <p:stCondLst>
                                    <p:cond delay="50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500"/>
                                        <p:tgtEl>
                                          <p:spTgt spid="4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fade">
                                      <p:cBhvr>
                                        <p:cTn id="53" dur="500"/>
                                        <p:tgtEl>
                                          <p:spTgt spid="4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wipe(left)">
                                      <p:cBhvr>
                                        <p:cTn id="66" dur="500"/>
                                        <p:tgtEl>
                                          <p:spTgt spid="12"/>
                                        </p:tgtEl>
                                      </p:cBhvr>
                                    </p:animEffect>
                                  </p:childTnLst>
                                </p:cTn>
                              </p:par>
                            </p:childTnLst>
                          </p:cTn>
                        </p:par>
                        <p:par>
                          <p:cTn id="67" fill="hold">
                            <p:stCondLst>
                              <p:cond delay="500"/>
                            </p:stCondLst>
                            <p:childTnLst>
                              <p:par>
                                <p:cTn id="68" presetID="22" presetClass="entr" presetSubtype="8" fill="hold" nodeType="after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left)">
                                      <p:cBhvr>
                                        <p:cTn id="70" dur="500"/>
                                        <p:tgtEl>
                                          <p:spTgt spid="14"/>
                                        </p:tgtEl>
                                      </p:cBhvr>
                                    </p:animEffect>
                                  </p:childTnLst>
                                </p:cTn>
                              </p:par>
                            </p:childTnLst>
                          </p:cTn>
                        </p:par>
                        <p:par>
                          <p:cTn id="71" fill="hold">
                            <p:stCondLst>
                              <p:cond delay="1000"/>
                            </p:stCondLst>
                            <p:childTnLst>
                              <p:par>
                                <p:cTn id="72" presetID="22" presetClass="entr" presetSubtype="8" fill="hold"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childTnLst>
                          </p:cTn>
                        </p:par>
                        <p:par>
                          <p:cTn id="75" fill="hold">
                            <p:stCondLst>
                              <p:cond delay="1500"/>
                            </p:stCondLst>
                            <p:childTnLst>
                              <p:par>
                                <p:cTn id="76" presetID="53" presetClass="entr" presetSubtype="16" fill="hold" grpId="0" nodeType="afterEffect">
                                  <p:stCondLst>
                                    <p:cond delay="1000"/>
                                  </p:stCondLst>
                                  <p:childTnLst>
                                    <p:set>
                                      <p:cBhvr>
                                        <p:cTn id="77" dur="1" fill="hold">
                                          <p:stCondLst>
                                            <p:cond delay="0"/>
                                          </p:stCondLst>
                                        </p:cTn>
                                        <p:tgtEl>
                                          <p:spTgt spid="25"/>
                                        </p:tgtEl>
                                        <p:attrNameLst>
                                          <p:attrName>style.visibility</p:attrName>
                                        </p:attrNameLst>
                                      </p:cBhvr>
                                      <p:to>
                                        <p:strVal val="visible"/>
                                      </p:to>
                                    </p:set>
                                    <p:anim calcmode="lin" valueType="num">
                                      <p:cBhvr>
                                        <p:cTn id="78" dur="500" fill="hold"/>
                                        <p:tgtEl>
                                          <p:spTgt spid="25"/>
                                        </p:tgtEl>
                                        <p:attrNameLst>
                                          <p:attrName>ppt_w</p:attrName>
                                        </p:attrNameLst>
                                      </p:cBhvr>
                                      <p:tavLst>
                                        <p:tav tm="0">
                                          <p:val>
                                            <p:fltVal val="0"/>
                                          </p:val>
                                        </p:tav>
                                        <p:tav tm="100000">
                                          <p:val>
                                            <p:strVal val="#ppt_w"/>
                                          </p:val>
                                        </p:tav>
                                      </p:tavLst>
                                    </p:anim>
                                    <p:anim calcmode="lin" valueType="num">
                                      <p:cBhvr>
                                        <p:cTn id="79" dur="500" fill="hold"/>
                                        <p:tgtEl>
                                          <p:spTgt spid="25"/>
                                        </p:tgtEl>
                                        <p:attrNameLst>
                                          <p:attrName>ppt_h</p:attrName>
                                        </p:attrNameLst>
                                      </p:cBhvr>
                                      <p:tavLst>
                                        <p:tav tm="0">
                                          <p:val>
                                            <p:fltVal val="0"/>
                                          </p:val>
                                        </p:tav>
                                        <p:tav tm="100000">
                                          <p:val>
                                            <p:strVal val="#ppt_h"/>
                                          </p:val>
                                        </p:tav>
                                      </p:tavLst>
                                    </p:anim>
                                    <p:animEffect transition="in" filter="fade">
                                      <p:cBhvr>
                                        <p:cTn id="80" dur="500"/>
                                        <p:tgtEl>
                                          <p:spTgt spid="25"/>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500"/>
                                        <p:tgtEl>
                                          <p:spTgt spid="13"/>
                                        </p:tgtEl>
                                      </p:cBhvr>
                                    </p:animEffect>
                                  </p:childTnLst>
                                </p:cTn>
                              </p:par>
                            </p:childTnLst>
                          </p:cTn>
                        </p:par>
                        <p:par>
                          <p:cTn id="86" fill="hold">
                            <p:stCondLst>
                              <p:cond delay="500"/>
                            </p:stCondLst>
                            <p:childTnLst>
                              <p:par>
                                <p:cTn id="87" presetID="22" presetClass="entr" presetSubtype="8" fill="hold" nodeType="after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childTnLst>
                          </p:cTn>
                        </p:par>
                        <p:par>
                          <p:cTn id="90" fill="hold">
                            <p:stCondLst>
                              <p:cond delay="1000"/>
                            </p:stCondLst>
                            <p:childTnLst>
                              <p:par>
                                <p:cTn id="91" presetID="22" presetClass="entr" presetSubtype="8" fill="hold" nodeType="after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wipe(left)">
                                      <p:cBhvr>
                                        <p:cTn id="93" dur="500"/>
                                        <p:tgtEl>
                                          <p:spTgt spid="17"/>
                                        </p:tgtEl>
                                      </p:cBhvr>
                                    </p:animEffect>
                                  </p:childTnLst>
                                </p:cTn>
                              </p:par>
                            </p:childTnLst>
                          </p:cTn>
                        </p:par>
                        <p:par>
                          <p:cTn id="94" fill="hold">
                            <p:stCondLst>
                              <p:cond delay="1500"/>
                            </p:stCondLst>
                            <p:childTnLst>
                              <p:par>
                                <p:cTn id="95" presetID="53" presetClass="entr" presetSubtype="16" fill="hold" grpId="0" nodeType="afterEffect">
                                  <p:stCondLst>
                                    <p:cond delay="1000"/>
                                  </p:stCondLst>
                                  <p:childTnLst>
                                    <p:set>
                                      <p:cBhvr>
                                        <p:cTn id="96" dur="1" fill="hold">
                                          <p:stCondLst>
                                            <p:cond delay="0"/>
                                          </p:stCondLst>
                                        </p:cTn>
                                        <p:tgtEl>
                                          <p:spTgt spid="26"/>
                                        </p:tgtEl>
                                        <p:attrNameLst>
                                          <p:attrName>style.visibility</p:attrName>
                                        </p:attrNameLst>
                                      </p:cBhvr>
                                      <p:to>
                                        <p:strVal val="visible"/>
                                      </p:to>
                                    </p:set>
                                    <p:anim calcmode="lin" valueType="num">
                                      <p:cBhvr>
                                        <p:cTn id="97" dur="500" fill="hold"/>
                                        <p:tgtEl>
                                          <p:spTgt spid="26"/>
                                        </p:tgtEl>
                                        <p:attrNameLst>
                                          <p:attrName>ppt_w</p:attrName>
                                        </p:attrNameLst>
                                      </p:cBhvr>
                                      <p:tavLst>
                                        <p:tav tm="0">
                                          <p:val>
                                            <p:fltVal val="0"/>
                                          </p:val>
                                        </p:tav>
                                        <p:tav tm="100000">
                                          <p:val>
                                            <p:strVal val="#ppt_w"/>
                                          </p:val>
                                        </p:tav>
                                      </p:tavLst>
                                    </p:anim>
                                    <p:anim calcmode="lin" valueType="num">
                                      <p:cBhvr>
                                        <p:cTn id="98" dur="500" fill="hold"/>
                                        <p:tgtEl>
                                          <p:spTgt spid="26"/>
                                        </p:tgtEl>
                                        <p:attrNameLst>
                                          <p:attrName>ppt_h</p:attrName>
                                        </p:attrNameLst>
                                      </p:cBhvr>
                                      <p:tavLst>
                                        <p:tav tm="0">
                                          <p:val>
                                            <p:fltVal val="0"/>
                                          </p:val>
                                        </p:tav>
                                        <p:tav tm="100000">
                                          <p:val>
                                            <p:strVal val="#ppt_h"/>
                                          </p:val>
                                        </p:tav>
                                      </p:tavLst>
                                    </p:anim>
                                    <p:animEffect transition="in" filter="fade">
                                      <p:cBhvr>
                                        <p:cTn id="9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8" grpId="0" animBg="1"/>
      <p:bldP spid="19" grpId="0" animBg="1"/>
      <p:bldP spid="20" grpId="0" animBg="1"/>
      <p:bldP spid="21" grpId="0" animBg="1"/>
      <p:bldP spid="22" grpId="0" animBg="1"/>
      <p:bldP spid="25" grpId="0" animBg="1"/>
      <p:bldP spid="2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D4A74-2C3D-3792-5ADC-7E4E388DBF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EEE58D-62FB-A5B5-D38A-9F6E4354910B}"/>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71E74239-ADBC-4457-3C72-A9FB54952BBC}"/>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66FEACFD-2C96-AB3A-C997-5F1024863669}"/>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2A66A3C-5BBD-7A93-4552-E40582E4DDA0}"/>
              </a:ext>
            </a:extLst>
          </p:cNvPr>
          <p:cNvSpPr>
            <a:spLocks noGrp="1"/>
          </p:cNvSpPr>
          <p:nvPr>
            <p:ph type="sldNum" sz="quarter" idx="12"/>
          </p:nvPr>
        </p:nvSpPr>
        <p:spPr/>
        <p:txBody>
          <a:bodyPr/>
          <a:lstStyle/>
          <a:p>
            <a:pPr rtl="0"/>
            <a:fld id="{294A09A9-5501-47C1-A89A-A340965A2BE2}" type="slidenum">
              <a:rPr lang="fr-FR" noProof="0" smtClean="0"/>
              <a:t>103</a:t>
            </a:fld>
            <a:endParaRPr lang="fr-FR" noProof="0"/>
          </a:p>
        </p:txBody>
      </p:sp>
      <p:sp>
        <p:nvSpPr>
          <p:cNvPr id="6" name="Rectangle 5">
            <a:extLst>
              <a:ext uri="{FF2B5EF4-FFF2-40B4-BE49-F238E27FC236}">
                <a16:creationId xmlns:a16="http://schemas.microsoft.com/office/drawing/2014/main" id="{CE017B16-FD7A-335E-461C-8DAC0AB4D3AB}"/>
              </a:ext>
            </a:extLst>
          </p:cNvPr>
          <p:cNvSpPr/>
          <p:nvPr/>
        </p:nvSpPr>
        <p:spPr>
          <a:xfrm>
            <a:off x="6568245"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59DDC385-80EC-B3AB-50A3-AEC8602CB35E}"/>
              </a:ext>
            </a:extLst>
          </p:cNvPr>
          <p:cNvSpPr/>
          <p:nvPr/>
        </p:nvSpPr>
        <p:spPr>
          <a:xfrm>
            <a:off x="3863843"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3FEABA91-0921-A8C5-7432-1CCD4C909879}"/>
              </a:ext>
            </a:extLst>
          </p:cNvPr>
          <p:cNvSpPr/>
          <p:nvPr/>
        </p:nvSpPr>
        <p:spPr>
          <a:xfrm>
            <a:off x="1159440"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0CAB58DC-BC6B-7AC3-5461-C60DA83A31B4}"/>
              </a:ext>
            </a:extLst>
          </p:cNvPr>
          <p:cNvSpPr/>
          <p:nvPr/>
        </p:nvSpPr>
        <p:spPr>
          <a:xfrm>
            <a:off x="9272647"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4D147BB6-5267-57F3-638F-1F3406452D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257507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8BC21A3B-ED00-1020-5E4C-8A3DCB43FE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297005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193F8360-7507-07E6-4900-24CABCBB40EC}"/>
              </a:ext>
            </a:extLst>
          </p:cNvPr>
          <p:cNvCxnSpPr>
            <a:cxnSpLocks/>
          </p:cNvCxnSpPr>
          <p:nvPr/>
        </p:nvCxnSpPr>
        <p:spPr>
          <a:xfrm>
            <a:off x="3053343"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E1F9D651-D20F-81AC-8AFB-EC20FC01D4AD}"/>
              </a:ext>
            </a:extLst>
          </p:cNvPr>
          <p:cNvCxnSpPr>
            <a:cxnSpLocks/>
          </p:cNvCxnSpPr>
          <p:nvPr/>
        </p:nvCxnSpPr>
        <p:spPr>
          <a:xfrm>
            <a:off x="3027998" y="305681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6D6941DA-ED00-7441-17A3-2601B01EED76}"/>
              </a:ext>
            </a:extLst>
          </p:cNvPr>
          <p:cNvCxnSpPr>
            <a:cxnSpLocks/>
          </p:cNvCxnSpPr>
          <p:nvPr/>
        </p:nvCxnSpPr>
        <p:spPr>
          <a:xfrm>
            <a:off x="5891458"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04AB8507-C554-3BFA-4C38-4191481A5642}"/>
              </a:ext>
            </a:extLst>
          </p:cNvPr>
          <p:cNvCxnSpPr>
            <a:cxnSpLocks/>
          </p:cNvCxnSpPr>
          <p:nvPr/>
        </p:nvCxnSpPr>
        <p:spPr>
          <a:xfrm>
            <a:off x="5891458"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C4E622DB-8D7A-323B-B6B9-E3CD7D36ADDB}"/>
              </a:ext>
            </a:extLst>
          </p:cNvPr>
          <p:cNvCxnSpPr>
            <a:cxnSpLocks/>
          </p:cNvCxnSpPr>
          <p:nvPr/>
        </p:nvCxnSpPr>
        <p:spPr>
          <a:xfrm>
            <a:off x="8585739"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AAD611C3-A10B-FCDE-C413-80547F8281F8}"/>
              </a:ext>
            </a:extLst>
          </p:cNvPr>
          <p:cNvCxnSpPr>
            <a:cxnSpLocks/>
          </p:cNvCxnSpPr>
          <p:nvPr/>
        </p:nvCxnSpPr>
        <p:spPr>
          <a:xfrm>
            <a:off x="8585739"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31010919-B52F-174D-47D1-FF99D425017F}"/>
              </a:ext>
            </a:extLst>
          </p:cNvPr>
          <p:cNvSpPr/>
          <p:nvPr/>
        </p:nvSpPr>
        <p:spPr>
          <a:xfrm>
            <a:off x="1516160" y="234459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96121003-15EB-D622-CDDD-74F5831B8DF1}"/>
              </a:ext>
            </a:extLst>
          </p:cNvPr>
          <p:cNvSpPr/>
          <p:nvPr/>
        </p:nvSpPr>
        <p:spPr>
          <a:xfrm>
            <a:off x="4116885" y="289895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3EA655E3-B4F7-C2C1-E2C2-ECBC84186876}"/>
              </a:ext>
            </a:extLst>
          </p:cNvPr>
          <p:cNvSpPr/>
          <p:nvPr/>
        </p:nvSpPr>
        <p:spPr>
          <a:xfrm>
            <a:off x="4116884" y="183662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33E5A044-BC0A-A0BF-D27F-843738B0012F}"/>
              </a:ext>
            </a:extLst>
          </p:cNvPr>
          <p:cNvSpPr/>
          <p:nvPr/>
        </p:nvSpPr>
        <p:spPr>
          <a:xfrm>
            <a:off x="6975865" y="234733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3DF4C3B1-C5F6-C67F-46AE-DF9AA3AA4948}"/>
              </a:ext>
            </a:extLst>
          </p:cNvPr>
          <p:cNvSpPr/>
          <p:nvPr/>
        </p:nvSpPr>
        <p:spPr>
          <a:xfrm>
            <a:off x="9656421" y="234733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5" name="Ellipse 24">
            <a:extLst>
              <a:ext uri="{FF2B5EF4-FFF2-40B4-BE49-F238E27FC236}">
                <a16:creationId xmlns:a16="http://schemas.microsoft.com/office/drawing/2014/main" id="{D863B69B-3158-9133-0EA8-350ABD82EF43}"/>
              </a:ext>
            </a:extLst>
          </p:cNvPr>
          <p:cNvSpPr>
            <a:spLocks noChangeAspect="1"/>
          </p:cNvSpPr>
          <p:nvPr/>
        </p:nvSpPr>
        <p:spPr>
          <a:xfrm>
            <a:off x="3370341" y="218538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EDE238BC-18AA-45CE-F919-4F703285EBA8}"/>
              </a:ext>
            </a:extLst>
          </p:cNvPr>
          <p:cNvSpPr>
            <a:spLocks noChangeAspect="1"/>
          </p:cNvSpPr>
          <p:nvPr/>
        </p:nvSpPr>
        <p:spPr>
          <a:xfrm>
            <a:off x="3369001" y="312530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28" name="Image 27">
            <a:extLst>
              <a:ext uri="{FF2B5EF4-FFF2-40B4-BE49-F238E27FC236}">
                <a16:creationId xmlns:a16="http://schemas.microsoft.com/office/drawing/2014/main" id="{42E0995B-975A-3C32-788A-8571FDF4AC88}"/>
              </a:ext>
            </a:extLst>
          </p:cNvPr>
          <p:cNvPicPr>
            <a:picLocks noChangeAspect="1"/>
          </p:cNvPicPr>
          <p:nvPr/>
        </p:nvPicPr>
        <p:blipFill>
          <a:blip r:embed="rId4"/>
          <a:stretch>
            <a:fillRect/>
          </a:stretch>
        </p:blipFill>
        <p:spPr>
          <a:xfrm>
            <a:off x="4788884" y="1529719"/>
            <a:ext cx="576000" cy="576000"/>
          </a:xfrm>
          <a:prstGeom prst="rect">
            <a:avLst/>
          </a:prstGeom>
        </p:spPr>
      </p:pic>
      <p:pic>
        <p:nvPicPr>
          <p:cNvPr id="44" name="Image 43">
            <a:extLst>
              <a:ext uri="{FF2B5EF4-FFF2-40B4-BE49-F238E27FC236}">
                <a16:creationId xmlns:a16="http://schemas.microsoft.com/office/drawing/2014/main" id="{A746695E-3D55-BA59-2897-2F110F1C2FEF}"/>
              </a:ext>
            </a:extLst>
          </p:cNvPr>
          <p:cNvPicPr>
            <a:picLocks noChangeAspect="1"/>
          </p:cNvPicPr>
          <p:nvPr/>
        </p:nvPicPr>
        <p:blipFill>
          <a:blip r:embed="rId5"/>
          <a:stretch>
            <a:fillRect/>
          </a:stretch>
        </p:blipFill>
        <p:spPr>
          <a:xfrm>
            <a:off x="7527865" y="2054095"/>
            <a:ext cx="576000" cy="576000"/>
          </a:xfrm>
          <a:prstGeom prst="rect">
            <a:avLst/>
          </a:prstGeom>
        </p:spPr>
      </p:pic>
      <p:pic>
        <p:nvPicPr>
          <p:cNvPr id="45" name="Image 44">
            <a:extLst>
              <a:ext uri="{FF2B5EF4-FFF2-40B4-BE49-F238E27FC236}">
                <a16:creationId xmlns:a16="http://schemas.microsoft.com/office/drawing/2014/main" id="{71D2BBB5-FE27-30CD-D00F-F422EC1BC238}"/>
              </a:ext>
            </a:extLst>
          </p:cNvPr>
          <p:cNvPicPr>
            <a:picLocks noChangeAspect="1"/>
          </p:cNvPicPr>
          <p:nvPr/>
        </p:nvPicPr>
        <p:blipFill>
          <a:blip r:embed="rId6"/>
          <a:stretch>
            <a:fillRect/>
          </a:stretch>
        </p:blipFill>
        <p:spPr>
          <a:xfrm>
            <a:off x="2068160" y="2029518"/>
            <a:ext cx="576000" cy="576000"/>
          </a:xfrm>
          <a:prstGeom prst="rect">
            <a:avLst/>
          </a:prstGeom>
        </p:spPr>
      </p:pic>
      <p:pic>
        <p:nvPicPr>
          <p:cNvPr id="46" name="Image 45">
            <a:extLst>
              <a:ext uri="{FF2B5EF4-FFF2-40B4-BE49-F238E27FC236}">
                <a16:creationId xmlns:a16="http://schemas.microsoft.com/office/drawing/2014/main" id="{3A6F5A1D-BCBD-F836-9981-437AA8A59FC7}"/>
              </a:ext>
            </a:extLst>
          </p:cNvPr>
          <p:cNvPicPr>
            <a:picLocks noChangeAspect="1"/>
          </p:cNvPicPr>
          <p:nvPr/>
        </p:nvPicPr>
        <p:blipFill>
          <a:blip r:embed="rId7"/>
          <a:stretch>
            <a:fillRect/>
          </a:stretch>
        </p:blipFill>
        <p:spPr>
          <a:xfrm>
            <a:off x="10171049" y="2048049"/>
            <a:ext cx="650748" cy="576000"/>
          </a:xfrm>
          <a:prstGeom prst="rect">
            <a:avLst/>
          </a:prstGeom>
        </p:spPr>
      </p:pic>
      <p:pic>
        <p:nvPicPr>
          <p:cNvPr id="47" name="Image 46">
            <a:extLst>
              <a:ext uri="{FF2B5EF4-FFF2-40B4-BE49-F238E27FC236}">
                <a16:creationId xmlns:a16="http://schemas.microsoft.com/office/drawing/2014/main" id="{97934A88-48F3-12CA-E8CE-ACAE6F5ACD73}"/>
              </a:ext>
            </a:extLst>
          </p:cNvPr>
          <p:cNvPicPr>
            <a:picLocks noChangeAspect="1"/>
          </p:cNvPicPr>
          <p:nvPr/>
        </p:nvPicPr>
        <p:blipFill>
          <a:blip r:embed="rId8"/>
          <a:stretch>
            <a:fillRect/>
          </a:stretch>
        </p:blipFill>
        <p:spPr>
          <a:xfrm>
            <a:off x="4788885" y="2602485"/>
            <a:ext cx="576000" cy="576000"/>
          </a:xfrm>
          <a:prstGeom prst="rect">
            <a:avLst/>
          </a:prstGeom>
        </p:spPr>
      </p:pic>
      <p:pic>
        <p:nvPicPr>
          <p:cNvPr id="48" name="Image 47">
            <a:extLst>
              <a:ext uri="{FF2B5EF4-FFF2-40B4-BE49-F238E27FC236}">
                <a16:creationId xmlns:a16="http://schemas.microsoft.com/office/drawing/2014/main" id="{2DB63A19-8302-E6B1-F1A6-B4BFE35F2BE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Rectangle à coins arrondis 48">
            <a:extLst>
              <a:ext uri="{FF2B5EF4-FFF2-40B4-BE49-F238E27FC236}">
                <a16:creationId xmlns:a16="http://schemas.microsoft.com/office/drawing/2014/main" id="{6729121B-15DD-8762-4DE4-B15D4B729C55}"/>
              </a:ext>
            </a:extLst>
          </p:cNvPr>
          <p:cNvSpPr/>
          <p:nvPr/>
        </p:nvSpPr>
        <p:spPr>
          <a:xfrm>
            <a:off x="2872361" y="4434926"/>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Chaînes d’attaque possibles</a:t>
            </a:r>
          </a:p>
        </p:txBody>
      </p:sp>
      <p:sp>
        <p:nvSpPr>
          <p:cNvPr id="49" name="Rectangle à coins arrondis 48">
            <a:extLst>
              <a:ext uri="{FF2B5EF4-FFF2-40B4-BE49-F238E27FC236}">
                <a16:creationId xmlns:a16="http://schemas.microsoft.com/office/drawing/2014/main" id="{A5C7463E-CE40-3DC0-8555-F69A34F93A9D}"/>
              </a:ext>
            </a:extLst>
          </p:cNvPr>
          <p:cNvSpPr/>
          <p:nvPr/>
        </p:nvSpPr>
        <p:spPr>
          <a:xfrm>
            <a:off x="5604319" y="4429969"/>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Actions</a:t>
            </a:r>
          </a:p>
          <a:p>
            <a:pPr algn="ctr"/>
            <a:r>
              <a:rPr lang="fr-FR" sz="1200" dirty="0">
                <a:solidFill>
                  <a:srgbClr val="252525"/>
                </a:solidFill>
                <a:latin typeface="+mj-lt"/>
                <a:cs typeface="Segoe UI" panose="020B0502040204020203" pitchFamily="34" charset="0"/>
              </a:rPr>
              <a:t>élémentaires</a:t>
            </a:r>
          </a:p>
        </p:txBody>
      </p:sp>
      <p:cxnSp>
        <p:nvCxnSpPr>
          <p:cNvPr id="52" name="Connecteur droit avec flèche 51">
            <a:extLst>
              <a:ext uri="{FF2B5EF4-FFF2-40B4-BE49-F238E27FC236}">
                <a16:creationId xmlns:a16="http://schemas.microsoft.com/office/drawing/2014/main" id="{8EB6735B-A943-F177-8241-53AE47B45505}"/>
              </a:ext>
            </a:extLst>
          </p:cNvPr>
          <p:cNvCxnSpPr>
            <a:cxnSpLocks/>
          </p:cNvCxnSpPr>
          <p:nvPr/>
        </p:nvCxnSpPr>
        <p:spPr>
          <a:xfrm flipV="1">
            <a:off x="3710807" y="3079722"/>
            <a:ext cx="0" cy="135520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218F1291-D58D-ED7E-4AB0-4745B47F0F1C}"/>
              </a:ext>
            </a:extLst>
          </p:cNvPr>
          <p:cNvCxnSpPr>
            <a:cxnSpLocks/>
          </p:cNvCxnSpPr>
          <p:nvPr/>
        </p:nvCxnSpPr>
        <p:spPr>
          <a:xfrm flipH="1" flipV="1">
            <a:off x="5623756" y="3735793"/>
            <a:ext cx="332043" cy="699133"/>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4" name="Connecteur droit avec flèche 53">
            <a:extLst>
              <a:ext uri="{FF2B5EF4-FFF2-40B4-BE49-F238E27FC236}">
                <a16:creationId xmlns:a16="http://schemas.microsoft.com/office/drawing/2014/main" id="{BDCA5793-38E0-CD3E-470F-0BCD47AB4E7C}"/>
              </a:ext>
            </a:extLst>
          </p:cNvPr>
          <p:cNvCxnSpPr>
            <a:cxnSpLocks/>
          </p:cNvCxnSpPr>
          <p:nvPr/>
        </p:nvCxnSpPr>
        <p:spPr>
          <a:xfrm flipV="1">
            <a:off x="6842317" y="3190212"/>
            <a:ext cx="506751" cy="1244716"/>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5" name="Connecteur droit avec flèche 54">
            <a:extLst>
              <a:ext uri="{FF2B5EF4-FFF2-40B4-BE49-F238E27FC236}">
                <a16:creationId xmlns:a16="http://schemas.microsoft.com/office/drawing/2014/main" id="{34754E8D-6E67-5A28-131D-9FD7B9C3E27A}"/>
              </a:ext>
            </a:extLst>
          </p:cNvPr>
          <p:cNvCxnSpPr>
            <a:cxnSpLocks/>
          </p:cNvCxnSpPr>
          <p:nvPr/>
        </p:nvCxnSpPr>
        <p:spPr>
          <a:xfrm flipV="1">
            <a:off x="3792135" y="2585950"/>
            <a:ext cx="0" cy="184897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Organigramme : Alternative 55">
            <a:extLst>
              <a:ext uri="{FF2B5EF4-FFF2-40B4-BE49-F238E27FC236}">
                <a16:creationId xmlns:a16="http://schemas.microsoft.com/office/drawing/2014/main" id="{1468E290-AE66-9176-C214-B9ADB0D64194}"/>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À un chemin d’attaque peuvent correspondre plusieurs chaînes d’attaque, chacune composée d’un séquencement d’actions élémentaires</a:t>
            </a:r>
          </a:p>
        </p:txBody>
      </p:sp>
      <p:sp>
        <p:nvSpPr>
          <p:cNvPr id="23" name="ZoneTexte 22">
            <a:extLst>
              <a:ext uri="{FF2B5EF4-FFF2-40B4-BE49-F238E27FC236}">
                <a16:creationId xmlns:a16="http://schemas.microsoft.com/office/drawing/2014/main" id="{4A26DA3C-DC2E-B3BD-3DF2-9E54F647326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253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wipe(down)">
                                      <p:cBhvr>
                                        <p:cTn id="10" dur="500"/>
                                        <p:tgtEl>
                                          <p:spTgt spid="53"/>
                                        </p:tgtEl>
                                      </p:cBhvr>
                                    </p:animEffect>
                                  </p:childTnLst>
                                </p:cTn>
                              </p:par>
                              <p:par>
                                <p:cTn id="11" presetID="22" presetClass="entr" presetSubtype="4"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down)">
                                      <p:cBhvr>
                                        <p:cTn id="13" dur="500"/>
                                        <p:tgtEl>
                                          <p:spTgt spid="5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down)">
                                      <p:cBhvr>
                                        <p:cTn id="21" dur="500"/>
                                        <p:tgtEl>
                                          <p:spTgt spid="52"/>
                                        </p:tgtEl>
                                      </p:cBhvr>
                                    </p:animEffect>
                                  </p:childTnLst>
                                </p:cTn>
                              </p:par>
                              <p:par>
                                <p:cTn id="22" presetID="22" presetClass="entr" presetSubtype="4"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wipe(down)">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49" grpId="0" animBg="1"/>
      <p:bldP spid="5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656261-7880-77B5-4275-7E038BA18119}"/>
              </a:ext>
            </a:extLst>
          </p:cNvPr>
          <p:cNvSpPr>
            <a:spLocks noGrp="1"/>
          </p:cNvSpPr>
          <p:nvPr>
            <p:ph type="title"/>
          </p:nvPr>
        </p:nvSpPr>
        <p:spPr/>
        <p:txBody>
          <a:bodyPr>
            <a:normAutofit fontScale="90000"/>
          </a:bodyPr>
          <a:lstStyle/>
          <a:p>
            <a:r>
              <a:rPr lang="fr-FR" dirty="0"/>
              <a:t>Comment estimer la vraisemblance ?</a:t>
            </a:r>
          </a:p>
        </p:txBody>
      </p:sp>
      <p:sp>
        <p:nvSpPr>
          <p:cNvPr id="3" name="Espace réservé de la date 2">
            <a:extLst>
              <a:ext uri="{FF2B5EF4-FFF2-40B4-BE49-F238E27FC236}">
                <a16:creationId xmlns:a16="http://schemas.microsoft.com/office/drawing/2014/main" id="{C5466BE0-7F39-1EEE-3AE0-FB31A7CE98F3}"/>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0F930655-B85F-AE36-63FA-5F76B843F545}"/>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E9D5A92B-8941-CF1D-F38E-6CC2CD54A055}"/>
              </a:ext>
            </a:extLst>
          </p:cNvPr>
          <p:cNvSpPr>
            <a:spLocks noGrp="1"/>
          </p:cNvSpPr>
          <p:nvPr>
            <p:ph type="sldNum" sz="quarter" idx="12"/>
          </p:nvPr>
        </p:nvSpPr>
        <p:spPr/>
        <p:txBody>
          <a:bodyPr/>
          <a:lstStyle/>
          <a:p>
            <a:pPr rtl="0"/>
            <a:fld id="{294A09A9-5501-47C1-A89A-A340965A2BE2}" type="slidenum">
              <a:rPr lang="fr-FR" noProof="0" smtClean="0"/>
              <a:t>104</a:t>
            </a:fld>
            <a:endParaRPr lang="fr-FR" noProof="0"/>
          </a:p>
        </p:txBody>
      </p:sp>
      <p:sp>
        <p:nvSpPr>
          <p:cNvPr id="8" name="Espace réservé du texte 7">
            <a:extLst>
              <a:ext uri="{FF2B5EF4-FFF2-40B4-BE49-F238E27FC236}">
                <a16:creationId xmlns:a16="http://schemas.microsoft.com/office/drawing/2014/main" id="{1227E7FB-6052-55AE-4DB5-A731DA471FC4}"/>
              </a:ext>
            </a:extLst>
          </p:cNvPr>
          <p:cNvSpPr>
            <a:spLocks noGrp="1"/>
          </p:cNvSpPr>
          <p:nvPr>
            <p:ph type="body" sz="quarter" idx="13"/>
          </p:nvPr>
        </p:nvSpPr>
        <p:spPr/>
        <p:txBody>
          <a:bodyPr/>
          <a:lstStyle/>
          <a:p>
            <a:r>
              <a:rPr lang="fr-FR" dirty="0"/>
              <a:t>Une échelle appliquée plus ou moins finement</a:t>
            </a:r>
          </a:p>
        </p:txBody>
      </p:sp>
      <p:graphicFrame>
        <p:nvGraphicFramePr>
          <p:cNvPr id="6" name="Tableau 5">
            <a:extLst>
              <a:ext uri="{FF2B5EF4-FFF2-40B4-BE49-F238E27FC236}">
                <a16:creationId xmlns:a16="http://schemas.microsoft.com/office/drawing/2014/main" id="{66FBDFF3-E40D-BCF9-D796-B91384154773}"/>
              </a:ext>
            </a:extLst>
          </p:cNvPr>
          <p:cNvGraphicFramePr>
            <a:graphicFrameLocks noGrp="1"/>
          </p:cNvGraphicFramePr>
          <p:nvPr>
            <p:extLst>
              <p:ext uri="{D42A27DB-BD31-4B8C-83A1-F6EECF244321}">
                <p14:modId xmlns:p14="http://schemas.microsoft.com/office/powerpoint/2010/main" val="260091746"/>
              </p:ext>
            </p:extLst>
          </p:nvPr>
        </p:nvGraphicFramePr>
        <p:xfrm>
          <a:off x="1007435" y="2041416"/>
          <a:ext cx="7200800" cy="3042052"/>
        </p:xfrm>
        <a:graphic>
          <a:graphicData uri="http://schemas.openxmlformats.org/drawingml/2006/table">
            <a:tbl>
              <a:tblPr/>
              <a:tblGrid>
                <a:gridCol w="1724015">
                  <a:extLst>
                    <a:ext uri="{9D8B030D-6E8A-4147-A177-3AD203B41FA5}">
                      <a16:colId xmlns:a16="http://schemas.microsoft.com/office/drawing/2014/main" val="20000"/>
                    </a:ext>
                  </a:extLst>
                </a:gridCol>
                <a:gridCol w="5476785">
                  <a:extLst>
                    <a:ext uri="{9D8B030D-6E8A-4147-A177-3AD203B41FA5}">
                      <a16:colId xmlns:a16="http://schemas.microsoft.com/office/drawing/2014/main" val="1334645635"/>
                    </a:ext>
                  </a:extLst>
                </a:gridCol>
              </a:tblGrid>
              <a:tr h="36091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Vraisemblance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9845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bg1"/>
                          </a:solidFill>
                          <a:latin typeface="+mj-lt"/>
                          <a:ea typeface="+mn-ea"/>
                          <a:cs typeface="Segoe UI" panose="020B0502040204020203" pitchFamily="34" charset="0"/>
                        </a:rPr>
                        <a:t>4. Maximale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indent="0" algn="l" fontAlgn="ctr">
                        <a:buFont typeface="Arial" panose="020B0604020202020204" pitchFamily="34" charset="0"/>
                        <a:buNone/>
                      </a:pPr>
                      <a:r>
                        <a:rPr lang="fr-FR" sz="1400" b="0" i="0" u="none" strike="noStrike" kern="1200" dirty="0">
                          <a:solidFill>
                            <a:srgbClr val="252525"/>
                          </a:solidFill>
                          <a:effectLst/>
                          <a:latin typeface="+mj-lt"/>
                          <a:ea typeface="+mn-ea"/>
                          <a:cs typeface="Segoe UI" panose="020B0502040204020203" pitchFamily="34" charset="0"/>
                        </a:rPr>
                        <a:t>La source de risque va certainement atteindre son objectif visé selon l’une des chaînes d’attaque envisagées OU un tel scénario s’est déjà produit au sein de l’organisme (historique d’incidents)</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02526">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tx1"/>
                          </a:solidFill>
                          <a:latin typeface="+mj-lt"/>
                          <a:ea typeface="+mn-ea"/>
                          <a:cs typeface="Segoe UI" panose="020B0502040204020203" pitchFamily="34" charset="0"/>
                        </a:rPr>
                        <a:t>3. Importante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va probablement atteindre son objectif visé selon l’une des chaînes d’attaque envisagées. La vraisemblance du scénario est élevée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34568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2. Faible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est susceptible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significative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504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1. Minimale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a peu de chances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faible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pic>
        <p:nvPicPr>
          <p:cNvPr id="9" name="Image 8">
            <a:extLst>
              <a:ext uri="{FF2B5EF4-FFF2-40B4-BE49-F238E27FC236}">
                <a16:creationId xmlns:a16="http://schemas.microsoft.com/office/drawing/2014/main" id="{678C2A7E-2894-3A2B-642E-E81F4F20C301}"/>
              </a:ext>
            </a:extLst>
          </p:cNvPr>
          <p:cNvPicPr>
            <a:picLocks noChangeAspect="1"/>
          </p:cNvPicPr>
          <p:nvPr/>
        </p:nvPicPr>
        <p:blipFill>
          <a:blip r:embed="rId2"/>
          <a:stretch>
            <a:fillRect/>
          </a:stretch>
        </p:blipFill>
        <p:spPr>
          <a:xfrm>
            <a:off x="8706519" y="1446116"/>
            <a:ext cx="2679508" cy="3815387"/>
          </a:xfrm>
          <a:prstGeom prst="rect">
            <a:avLst/>
          </a:prstGeom>
        </p:spPr>
      </p:pic>
      <p:sp>
        <p:nvSpPr>
          <p:cNvPr id="10" name="Organigramme : Alternative 9">
            <a:extLst>
              <a:ext uri="{FF2B5EF4-FFF2-40B4-BE49-F238E27FC236}">
                <a16:creationId xmlns:a16="http://schemas.microsoft.com/office/drawing/2014/main" id="{15BBB92E-68CE-81BF-CB81-FD2D36C8843F}"/>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l’appliquer aux scénarios stratégiques (très grossièrement), aux scénarios opérationnels, aux chaînes d’attaque ou aux actions élémentaires (très finement). On calcule ensuite la vraisemblance des macro-éléments en fonction de la vraisemblance des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micro-éléments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7" name="ZoneTexte 6">
            <a:extLst>
              <a:ext uri="{FF2B5EF4-FFF2-40B4-BE49-F238E27FC236}">
                <a16:creationId xmlns:a16="http://schemas.microsoft.com/office/drawing/2014/main" id="{DF971C3D-4407-2E65-99D8-FBB874B927B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1951799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C8351-73F3-5B98-B386-99005FD1E1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60C411-A8B0-290F-B6FB-3A1C835F4A64}"/>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F71F990C-FA4B-18BF-5682-E0C2D6B4DB62}"/>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86082501-7261-3A73-EFD1-52C38B1D2AD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9DD9A04-29FB-EBD7-771B-2B14BED62CB3}"/>
              </a:ext>
            </a:extLst>
          </p:cNvPr>
          <p:cNvSpPr>
            <a:spLocks noGrp="1"/>
          </p:cNvSpPr>
          <p:nvPr>
            <p:ph type="sldNum" sz="quarter" idx="12"/>
          </p:nvPr>
        </p:nvSpPr>
        <p:spPr/>
        <p:txBody>
          <a:bodyPr/>
          <a:lstStyle/>
          <a:p>
            <a:pPr rtl="0"/>
            <a:fld id="{294A09A9-5501-47C1-A89A-A340965A2BE2}" type="slidenum">
              <a:rPr lang="fr-FR" noProof="0" smtClean="0"/>
              <a:t>105</a:t>
            </a:fld>
            <a:endParaRPr lang="fr-FR" noProof="0"/>
          </a:p>
        </p:txBody>
      </p:sp>
      <p:sp>
        <p:nvSpPr>
          <p:cNvPr id="3" name="Espace réservé du texte 2">
            <a:extLst>
              <a:ext uri="{FF2B5EF4-FFF2-40B4-BE49-F238E27FC236}">
                <a16:creationId xmlns:a16="http://schemas.microsoft.com/office/drawing/2014/main" id="{A4561AB3-3E66-B06B-4610-B5EF207C8FD4}"/>
              </a:ext>
            </a:extLst>
          </p:cNvPr>
          <p:cNvSpPr>
            <a:spLocks noGrp="1"/>
          </p:cNvSpPr>
          <p:nvPr>
            <p:ph type="body" sz="quarter" idx="13"/>
          </p:nvPr>
        </p:nvSpPr>
        <p:spPr/>
        <p:txBody>
          <a:bodyPr/>
          <a:lstStyle/>
          <a:p>
            <a:r>
              <a:rPr lang="fr-FR" dirty="0"/>
              <a:t>Appréciez le chemin d’attaque</a:t>
            </a:r>
          </a:p>
        </p:txBody>
      </p:sp>
      <p:sp>
        <p:nvSpPr>
          <p:cNvPr id="9" name="Rectangle 8">
            <a:extLst>
              <a:ext uri="{FF2B5EF4-FFF2-40B4-BE49-F238E27FC236}">
                <a16:creationId xmlns:a16="http://schemas.microsoft.com/office/drawing/2014/main" id="{63A4FBDA-7B0B-AEC9-2525-B813AD49F055}"/>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5E3F89A3-124B-1D01-52F6-8D9FA3F4A39B}"/>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2000039A-F3F4-E070-F4DD-5F8225F9A655}"/>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E2497A52-7C48-8D5A-C029-F6648690BDCF}"/>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sp>
        <p:nvSpPr>
          <p:cNvPr id="48" name="Rectangle 47">
            <a:extLst>
              <a:ext uri="{FF2B5EF4-FFF2-40B4-BE49-F238E27FC236}">
                <a16:creationId xmlns:a16="http://schemas.microsoft.com/office/drawing/2014/main" id="{5F25A429-091E-14F2-7025-A2D0A813A5C0}"/>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E5C1E7CA-FBB9-97BB-330F-82C12C7B9458}"/>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A22CE5CA-1039-BFFC-D74A-71E598C2E415}"/>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1E2BD64B-508F-F3FA-D10C-F2D421DCC768}"/>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pic>
        <p:nvPicPr>
          <p:cNvPr id="59" name="Image 58">
            <a:extLst>
              <a:ext uri="{FF2B5EF4-FFF2-40B4-BE49-F238E27FC236}">
                <a16:creationId xmlns:a16="http://schemas.microsoft.com/office/drawing/2014/main" id="{62821B38-CE2F-49B4-686E-F044A7AF2998}"/>
              </a:ext>
            </a:extLst>
          </p:cNvPr>
          <p:cNvPicPr>
            <a:picLocks noChangeAspect="1"/>
          </p:cNvPicPr>
          <p:nvPr/>
        </p:nvPicPr>
        <p:blipFill>
          <a:blip r:embed="rId2"/>
          <a:stretch>
            <a:fillRect/>
          </a:stretch>
        </p:blipFill>
        <p:spPr>
          <a:xfrm>
            <a:off x="11112000" y="0"/>
            <a:ext cx="1080000" cy="1080000"/>
          </a:xfrm>
          <a:prstGeom prst="rect">
            <a:avLst/>
          </a:prstGeom>
        </p:spPr>
      </p:pic>
      <p:sp>
        <p:nvSpPr>
          <p:cNvPr id="14" name="ZoneTexte 13">
            <a:extLst>
              <a:ext uri="{FF2B5EF4-FFF2-40B4-BE49-F238E27FC236}">
                <a16:creationId xmlns:a16="http://schemas.microsoft.com/office/drawing/2014/main" id="{119A681A-F4A8-BA86-9C9A-C9320F691E3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4016678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F9D-6E81-A676-43F6-D6956F72F1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C6C87A3-5B7A-8CDA-ABA1-1A1530C5BB4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7A09FBCB-990E-58E2-9B1C-77A6C1BCBFED}"/>
              </a:ext>
            </a:extLst>
          </p:cNvPr>
          <p:cNvSpPr>
            <a:spLocks noGrp="1"/>
          </p:cNvSpPr>
          <p:nvPr>
            <p:ph type="dt" sz="half" idx="10"/>
          </p:nvPr>
        </p:nvSpPr>
        <p:spPr/>
        <p:txBody>
          <a:bodyPr/>
          <a:lstStyle/>
          <a:p>
            <a:pPr rtl="0"/>
            <a:r>
              <a:rPr lang="fr-FR" noProof="0"/>
              <a:t>14/10/2025</a:t>
            </a:r>
          </a:p>
        </p:txBody>
      </p:sp>
      <p:sp>
        <p:nvSpPr>
          <p:cNvPr id="5" name="Espace réservé du pied de page 4">
            <a:extLst>
              <a:ext uri="{FF2B5EF4-FFF2-40B4-BE49-F238E27FC236}">
                <a16:creationId xmlns:a16="http://schemas.microsoft.com/office/drawing/2014/main" id="{F78089A5-5A9A-7C54-DE85-67E8B532332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27C53D-154F-4260-3D49-B9ECF69094AC}"/>
              </a:ext>
            </a:extLst>
          </p:cNvPr>
          <p:cNvSpPr>
            <a:spLocks noGrp="1"/>
          </p:cNvSpPr>
          <p:nvPr>
            <p:ph type="sldNum" sz="quarter" idx="12"/>
          </p:nvPr>
        </p:nvSpPr>
        <p:spPr/>
        <p:txBody>
          <a:bodyPr/>
          <a:lstStyle/>
          <a:p>
            <a:pPr rtl="0"/>
            <a:fld id="{294A09A9-5501-47C1-A89A-A340965A2BE2}" type="slidenum">
              <a:rPr lang="fr-FR" noProof="0" smtClean="0"/>
              <a:t>106</a:t>
            </a:fld>
            <a:endParaRPr lang="fr-FR" noProof="0"/>
          </a:p>
        </p:txBody>
      </p:sp>
      <p:sp>
        <p:nvSpPr>
          <p:cNvPr id="9" name="Rectangle 8">
            <a:extLst>
              <a:ext uri="{FF2B5EF4-FFF2-40B4-BE49-F238E27FC236}">
                <a16:creationId xmlns:a16="http://schemas.microsoft.com/office/drawing/2014/main" id="{63B36D08-E5CE-5723-8A96-B659DCDFA662}"/>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D228FE9F-CF1B-1315-EDE1-CB38F69270DE}"/>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49CA6561-2A3B-B5C7-20CE-E0814C30597E}"/>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528D665F-AAC5-A371-A95C-1D81BA7E3335}"/>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cxnSp>
        <p:nvCxnSpPr>
          <p:cNvPr id="13" name="Connecteur en angle 5">
            <a:extLst>
              <a:ext uri="{FF2B5EF4-FFF2-40B4-BE49-F238E27FC236}">
                <a16:creationId xmlns:a16="http://schemas.microsoft.com/office/drawing/2014/main" id="{0395F661-E96C-FB4E-2284-F979A0A457E0}"/>
              </a:ext>
            </a:extLst>
          </p:cNvPr>
          <p:cNvCxnSpPr>
            <a:cxnSpLocks/>
            <a:stCxn id="45" idx="2"/>
            <a:endCxn id="34" idx="1"/>
          </p:cNvCxnSpPr>
          <p:nvPr/>
        </p:nvCxnSpPr>
        <p:spPr>
          <a:xfrm rot="16200000" flipH="1">
            <a:off x="1712783" y="3628930"/>
            <a:ext cx="1353131" cy="1294305"/>
          </a:xfrm>
          <a:prstGeom prst="bentConnector2">
            <a:avLst/>
          </a:prstGeom>
          <a:noFill/>
          <a:ln w="28575" cap="flat" cmpd="sng" algn="ctr">
            <a:solidFill>
              <a:srgbClr val="00B050"/>
            </a:solidFill>
            <a:prstDash val="solid"/>
            <a:headEnd type="none" w="med" len="med"/>
            <a:tailEnd type="triangle" w="med" len="med"/>
          </a:ln>
          <a:effectLst/>
        </p:spPr>
      </p:cxnSp>
      <p:cxnSp>
        <p:nvCxnSpPr>
          <p:cNvPr id="14" name="Connecteur en angle 6">
            <a:extLst>
              <a:ext uri="{FF2B5EF4-FFF2-40B4-BE49-F238E27FC236}">
                <a16:creationId xmlns:a16="http://schemas.microsoft.com/office/drawing/2014/main" id="{0992B8C3-35A7-471E-8329-375830ABA0FC}"/>
              </a:ext>
            </a:extLst>
          </p:cNvPr>
          <p:cNvCxnSpPr>
            <a:cxnSpLocks/>
            <a:stCxn id="17" idx="3"/>
            <a:endCxn id="39" idx="1"/>
          </p:cNvCxnSpPr>
          <p:nvPr/>
        </p:nvCxnSpPr>
        <p:spPr>
          <a:xfrm flipV="1">
            <a:off x="9475744" y="3150469"/>
            <a:ext cx="474068" cy="1254047"/>
          </a:xfrm>
          <a:prstGeom prst="bentConnector3">
            <a:avLst>
              <a:gd name="adj1" fmla="val 50000"/>
            </a:avLst>
          </a:prstGeom>
          <a:noFill/>
          <a:ln w="28575" cap="flat" cmpd="sng" algn="ctr">
            <a:solidFill>
              <a:srgbClr val="FF0000"/>
            </a:solidFill>
            <a:prstDash val="solid"/>
            <a:headEnd type="none" w="med" len="med"/>
            <a:tailEnd type="triangle" w="med" len="med"/>
          </a:ln>
          <a:effectLst/>
        </p:spPr>
      </p:cxnSp>
      <p:cxnSp>
        <p:nvCxnSpPr>
          <p:cNvPr id="15" name="Connecteur en angle 7">
            <a:extLst>
              <a:ext uri="{FF2B5EF4-FFF2-40B4-BE49-F238E27FC236}">
                <a16:creationId xmlns:a16="http://schemas.microsoft.com/office/drawing/2014/main" id="{3030AF10-8FA0-5851-06E4-A5BFE2F0BDFB}"/>
              </a:ext>
            </a:extLst>
          </p:cNvPr>
          <p:cNvCxnSpPr>
            <a:cxnSpLocks/>
            <a:stCxn id="16" idx="3"/>
          </p:cNvCxnSpPr>
          <p:nvPr/>
        </p:nvCxnSpPr>
        <p:spPr>
          <a:xfrm>
            <a:off x="4977045" y="4952648"/>
            <a:ext cx="4981528" cy="824211"/>
          </a:xfrm>
          <a:prstGeom prst="bentConnector3">
            <a:avLst>
              <a:gd name="adj1" fmla="val 53964"/>
            </a:avLst>
          </a:prstGeom>
          <a:noFill/>
          <a:ln w="28575" cap="flat" cmpd="sng" algn="ctr">
            <a:solidFill>
              <a:srgbClr val="00B050"/>
            </a:solidFill>
            <a:prstDash val="solid"/>
            <a:headEnd type="none" w="med" len="med"/>
            <a:tailEnd type="triangle" w="med" len="med"/>
          </a:ln>
          <a:effectLst/>
        </p:spPr>
      </p:cxnSp>
      <p:sp>
        <p:nvSpPr>
          <p:cNvPr id="16" name="Rectangle à coins arrondis 45">
            <a:extLst>
              <a:ext uri="{FF2B5EF4-FFF2-40B4-BE49-F238E27FC236}">
                <a16:creationId xmlns:a16="http://schemas.microsoft.com/office/drawing/2014/main" id="{33D3959C-A6EE-130C-E296-DFC99239C300}"/>
              </a:ext>
            </a:extLst>
          </p:cNvPr>
          <p:cNvSpPr/>
          <p:nvPr/>
        </p:nvSpPr>
        <p:spPr>
          <a:xfrm>
            <a:off x="3343095" y="456864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Corruption d’un personnel de l’équipe R&amp;D</a:t>
            </a:r>
          </a:p>
        </p:txBody>
      </p:sp>
      <p:sp>
        <p:nvSpPr>
          <p:cNvPr id="17" name="Rectangle à coins arrondis 70">
            <a:extLst>
              <a:ext uri="{FF2B5EF4-FFF2-40B4-BE49-F238E27FC236}">
                <a16:creationId xmlns:a16="http://schemas.microsoft.com/office/drawing/2014/main" id="{9B58D680-C8A2-E0F6-97DA-F1F6CFD59A29}"/>
              </a:ext>
            </a:extLst>
          </p:cNvPr>
          <p:cNvSpPr/>
          <p:nvPr/>
        </p:nvSpPr>
        <p:spPr>
          <a:xfrm>
            <a:off x="7841793" y="3972515"/>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Latéralisation vers réseau LAN R&amp;D</a:t>
            </a:r>
          </a:p>
        </p:txBody>
      </p:sp>
      <p:cxnSp>
        <p:nvCxnSpPr>
          <p:cNvPr id="18" name="Connecteur droit avec flèche 17">
            <a:extLst>
              <a:ext uri="{FF2B5EF4-FFF2-40B4-BE49-F238E27FC236}">
                <a16:creationId xmlns:a16="http://schemas.microsoft.com/office/drawing/2014/main" id="{C5EEA78B-9882-DB93-DE36-14DB796747A3}"/>
              </a:ext>
            </a:extLst>
          </p:cNvPr>
          <p:cNvCxnSpPr>
            <a:cxnSpLocks/>
            <a:stCxn id="24" idx="3"/>
            <a:endCxn id="35" idx="1"/>
          </p:cNvCxnSpPr>
          <p:nvPr/>
        </p:nvCxnSpPr>
        <p:spPr>
          <a:xfrm>
            <a:off x="2559171" y="5825489"/>
            <a:ext cx="477331" cy="1"/>
          </a:xfrm>
          <a:prstGeom prst="straightConnector1">
            <a:avLst/>
          </a:prstGeom>
          <a:noFill/>
          <a:ln w="28575" cap="flat" cmpd="sng" algn="ctr">
            <a:solidFill>
              <a:srgbClr val="0070C0"/>
            </a:solidFill>
            <a:prstDash val="solid"/>
            <a:headEnd type="none" w="med" len="med"/>
            <a:tailEnd type="triangle" w="med" len="med"/>
          </a:ln>
          <a:effectLst/>
        </p:spPr>
      </p:cxnSp>
      <p:cxnSp>
        <p:nvCxnSpPr>
          <p:cNvPr id="19" name="Connecteur droit avec flèche 18">
            <a:extLst>
              <a:ext uri="{FF2B5EF4-FFF2-40B4-BE49-F238E27FC236}">
                <a16:creationId xmlns:a16="http://schemas.microsoft.com/office/drawing/2014/main" id="{AC63DCF7-C54B-76BF-B031-E8EED9ED4840}"/>
              </a:ext>
            </a:extLst>
          </p:cNvPr>
          <p:cNvCxnSpPr>
            <a:cxnSpLocks/>
            <a:stCxn id="23" idx="3"/>
            <a:endCxn id="36" idx="1"/>
          </p:cNvCxnSpPr>
          <p:nvPr/>
        </p:nvCxnSpPr>
        <p:spPr>
          <a:xfrm>
            <a:off x="4977045" y="5825489"/>
            <a:ext cx="2200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0" name="Connecteur droit avec flèche 19">
            <a:extLst>
              <a:ext uri="{FF2B5EF4-FFF2-40B4-BE49-F238E27FC236}">
                <a16:creationId xmlns:a16="http://schemas.microsoft.com/office/drawing/2014/main" id="{DA756F64-D374-33E5-2386-FB453DA20D9B}"/>
              </a:ext>
            </a:extLst>
          </p:cNvPr>
          <p:cNvCxnSpPr>
            <a:cxnSpLocks/>
          </p:cNvCxnSpPr>
          <p:nvPr/>
        </p:nvCxnSpPr>
        <p:spPr>
          <a:xfrm>
            <a:off x="6792693" y="5941177"/>
            <a:ext cx="31658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1" name="Connecteur droit avec flèche 20">
            <a:extLst>
              <a:ext uri="{FF2B5EF4-FFF2-40B4-BE49-F238E27FC236}">
                <a16:creationId xmlns:a16="http://schemas.microsoft.com/office/drawing/2014/main" id="{0F81BEAB-38C8-A999-ED5F-CE1D87E5B1D3}"/>
              </a:ext>
            </a:extLst>
          </p:cNvPr>
          <p:cNvCxnSpPr>
            <a:cxnSpLocks/>
            <a:stCxn id="30" idx="2"/>
            <a:endCxn id="31" idx="0"/>
          </p:cNvCxnSpPr>
          <p:nvPr/>
        </p:nvCxnSpPr>
        <p:spPr>
          <a:xfrm>
            <a:off x="11134635" y="3541428"/>
            <a:ext cx="0" cy="454601"/>
          </a:xfrm>
          <a:prstGeom prst="straightConnector1">
            <a:avLst/>
          </a:prstGeom>
          <a:noFill/>
          <a:ln w="28575" cap="flat" cmpd="sng" algn="ctr">
            <a:solidFill>
              <a:srgbClr val="FF0000"/>
            </a:solidFill>
            <a:prstDash val="solid"/>
            <a:headEnd type="none" w="med" len="med"/>
            <a:tailEnd type="triangle" w="med" len="med"/>
          </a:ln>
          <a:effectLst/>
        </p:spPr>
      </p:cxnSp>
      <p:cxnSp>
        <p:nvCxnSpPr>
          <p:cNvPr id="22" name="Connecteur droit avec flèche 21">
            <a:extLst>
              <a:ext uri="{FF2B5EF4-FFF2-40B4-BE49-F238E27FC236}">
                <a16:creationId xmlns:a16="http://schemas.microsoft.com/office/drawing/2014/main" id="{8425D1E8-113C-7E75-2ECE-FC3AC8DE80C2}"/>
              </a:ext>
            </a:extLst>
          </p:cNvPr>
          <p:cNvCxnSpPr>
            <a:cxnSpLocks/>
            <a:stCxn id="31" idx="2"/>
            <a:endCxn id="28" idx="0"/>
          </p:cNvCxnSpPr>
          <p:nvPr/>
        </p:nvCxnSpPr>
        <p:spPr>
          <a:xfrm>
            <a:off x="11134635" y="4860028"/>
            <a:ext cx="0" cy="597456"/>
          </a:xfrm>
          <a:prstGeom prst="straightConnector1">
            <a:avLst/>
          </a:prstGeom>
          <a:noFill/>
          <a:ln w="28575" cap="flat" cmpd="sng" algn="ctr">
            <a:solidFill>
              <a:srgbClr val="FF0000"/>
            </a:solidFill>
            <a:prstDash val="solid"/>
            <a:headEnd type="none" w="med" len="med"/>
            <a:tailEnd type="triangle" w="med" len="med"/>
          </a:ln>
          <a:effectLst/>
        </p:spPr>
      </p:cxnSp>
      <p:sp>
        <p:nvSpPr>
          <p:cNvPr id="23" name="Rectangle à coins arrondis 53">
            <a:extLst>
              <a:ext uri="{FF2B5EF4-FFF2-40B4-BE49-F238E27FC236}">
                <a16:creationId xmlns:a16="http://schemas.microsoft.com/office/drawing/2014/main" id="{657F2CDB-2033-3C6A-0AF1-A2EBDACD738B}"/>
              </a:ext>
            </a:extLst>
          </p:cNvPr>
          <p:cNvSpPr/>
          <p:nvPr/>
        </p:nvSpPr>
        <p:spPr>
          <a:xfrm>
            <a:off x="3343095"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    Corruption</a:t>
            </a:r>
          </a:p>
          <a:p>
            <a:pPr marL="88900" algn="ctr"/>
            <a:r>
              <a:rPr lang="fr-FR" sz="1200" dirty="0">
                <a:solidFill>
                  <a:schemeClr val="tx1"/>
                </a:solidFill>
                <a:latin typeface="+mj-lt"/>
                <a:cs typeface="Segoe UI" panose="020B0502040204020203" pitchFamily="34" charset="0"/>
              </a:rPr>
              <a:t>d’un prestataire d’entretien des locaux</a:t>
            </a:r>
          </a:p>
        </p:txBody>
      </p:sp>
      <p:sp>
        <p:nvSpPr>
          <p:cNvPr id="24" name="Rectangle à coins arrondis 59">
            <a:extLst>
              <a:ext uri="{FF2B5EF4-FFF2-40B4-BE49-F238E27FC236}">
                <a16:creationId xmlns:a16="http://schemas.microsoft.com/office/drawing/2014/main" id="{8F878040-85E6-1A21-EFDC-2DFF1BD27C81}"/>
              </a:ext>
            </a:extLst>
          </p:cNvPr>
          <p:cNvSpPr/>
          <p:nvPr/>
        </p:nvSpPr>
        <p:spPr>
          <a:xfrm>
            <a:off x="925221" y="544148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avancée</a:t>
            </a:r>
          </a:p>
        </p:txBody>
      </p:sp>
      <p:sp>
        <p:nvSpPr>
          <p:cNvPr id="25" name="Rectangle à coins arrondis 33">
            <a:extLst>
              <a:ext uri="{FF2B5EF4-FFF2-40B4-BE49-F238E27FC236}">
                <a16:creationId xmlns:a16="http://schemas.microsoft.com/office/drawing/2014/main" id="{2394CD39-C631-7FC6-3CE1-DFBA9BA7A483}"/>
              </a:ext>
            </a:extLst>
          </p:cNvPr>
          <p:cNvSpPr/>
          <p:nvPr/>
        </p:nvSpPr>
        <p:spPr>
          <a:xfrm>
            <a:off x="3343095" y="2834279"/>
            <a:ext cx="1633951" cy="762479"/>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Intrusion via mail</a:t>
            </a:r>
          </a:p>
          <a:p>
            <a:pPr marL="177800" algn="ctr"/>
            <a:r>
              <a:rPr lang="fr-FR" sz="1200" dirty="0">
                <a:solidFill>
                  <a:schemeClr val="tx1"/>
                </a:solidFill>
                <a:latin typeface="+mj-lt"/>
                <a:cs typeface="Segoe UI" panose="020B0502040204020203" pitchFamily="34" charset="0"/>
              </a:rPr>
              <a:t>de hameçonnage sur service RH</a:t>
            </a:r>
          </a:p>
        </p:txBody>
      </p:sp>
      <p:sp>
        <p:nvSpPr>
          <p:cNvPr id="26" name="Rectangle à coins arrondis 38">
            <a:extLst>
              <a:ext uri="{FF2B5EF4-FFF2-40B4-BE49-F238E27FC236}">
                <a16:creationId xmlns:a16="http://schemas.microsoft.com/office/drawing/2014/main" id="{7590F4B1-7E1D-6B03-8089-D93F7ADAE9EF}"/>
              </a:ext>
            </a:extLst>
          </p:cNvPr>
          <p:cNvSpPr/>
          <p:nvPr/>
        </p:nvSpPr>
        <p:spPr>
          <a:xfrm>
            <a:off x="3343095" y="3689996"/>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0" rIns="0" bIns="0" rtlCol="0" anchor="ctr"/>
          <a:lstStyle/>
          <a:p>
            <a:pPr algn="ctr"/>
            <a:r>
              <a:rPr lang="fr-FR" sz="1200" dirty="0">
                <a:solidFill>
                  <a:schemeClr val="tx1"/>
                </a:solidFill>
                <a:latin typeface="+mj-lt"/>
                <a:cs typeface="Segoe UI" panose="020B0502040204020203" pitchFamily="34" charset="0"/>
              </a:rPr>
              <a:t>  Intrusion via le site</a:t>
            </a:r>
          </a:p>
          <a:p>
            <a:pPr marL="177800" algn="ctr"/>
            <a:r>
              <a:rPr lang="fr-FR" sz="1200" dirty="0">
                <a:solidFill>
                  <a:schemeClr val="tx1"/>
                </a:solidFill>
                <a:latin typeface="+mj-lt"/>
                <a:cs typeface="Segoe UI" panose="020B0502040204020203" pitchFamily="34" charset="0"/>
              </a:rPr>
              <a:t>du c</a:t>
            </a:r>
            <a:r>
              <a:rPr lang="fr-FR" sz="1200" dirty="0" err="1">
                <a:solidFill>
                  <a:schemeClr val="tx1"/>
                </a:solidFill>
                <a:latin typeface="+mj-lt"/>
                <a:cs typeface="Segoe UI" panose="020B0502040204020203" pitchFamily="34" charset="0"/>
              </a:rPr>
              <a:t>omité</a:t>
            </a:r>
            <a:r>
              <a:rPr lang="fr-FR" sz="1200" dirty="0">
                <a:solidFill>
                  <a:schemeClr val="tx1"/>
                </a:solidFill>
                <a:latin typeface="+mj-lt"/>
                <a:cs typeface="Segoe UI" panose="020B0502040204020203" pitchFamily="34" charset="0"/>
              </a:rPr>
              <a:t> d’entreprise</a:t>
            </a:r>
          </a:p>
          <a:p>
            <a:pPr algn="ctr"/>
            <a:r>
              <a:rPr lang="fr-FR" sz="1200" dirty="0">
                <a:solidFill>
                  <a:schemeClr val="tx1"/>
                </a:solidFill>
                <a:latin typeface="+mj-lt"/>
                <a:cs typeface="Segoe UI" panose="020B0502040204020203" pitchFamily="34" charset="0"/>
              </a:rPr>
              <a:t>(point d’eau)</a:t>
            </a:r>
          </a:p>
        </p:txBody>
      </p:sp>
      <p:sp>
        <p:nvSpPr>
          <p:cNvPr id="27" name="Rectangle à coins arrondis 80">
            <a:extLst>
              <a:ext uri="{FF2B5EF4-FFF2-40B4-BE49-F238E27FC236}">
                <a16:creationId xmlns:a16="http://schemas.microsoft.com/office/drawing/2014/main" id="{540C9A33-92CE-E366-196C-4111A5B654BF}"/>
              </a:ext>
            </a:extLst>
          </p:cNvPr>
          <p:cNvSpPr/>
          <p:nvPr/>
        </p:nvSpPr>
        <p:spPr>
          <a:xfrm>
            <a:off x="3343095" y="1968801"/>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Intrusion via un canal d’accès préexistant</a:t>
            </a:r>
          </a:p>
        </p:txBody>
      </p:sp>
      <p:sp>
        <p:nvSpPr>
          <p:cNvPr id="28" name="Rectangle à coins arrondis 48">
            <a:extLst>
              <a:ext uri="{FF2B5EF4-FFF2-40B4-BE49-F238E27FC236}">
                <a16:creationId xmlns:a16="http://schemas.microsoft.com/office/drawing/2014/main" id="{A8BB875D-1890-B783-97B8-8EF174C943DD}"/>
              </a:ext>
            </a:extLst>
          </p:cNvPr>
          <p:cNvSpPr/>
          <p:nvPr/>
        </p:nvSpPr>
        <p:spPr>
          <a:xfrm>
            <a:off x="10317660" y="5457484"/>
            <a:ext cx="1633951" cy="768000"/>
          </a:xfrm>
          <a:prstGeom prst="round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Vol et exploitation de données</a:t>
            </a:r>
          </a:p>
          <a:p>
            <a:pPr algn="ctr"/>
            <a:r>
              <a:rPr lang="fr-FR" sz="1200" dirty="0">
                <a:solidFill>
                  <a:schemeClr val="tx1"/>
                </a:solidFill>
                <a:latin typeface="+mj-lt"/>
                <a:cs typeface="Segoe UI" panose="020B0502040204020203" pitchFamily="34" charset="0"/>
              </a:rPr>
              <a:t>de R&amp;D</a:t>
            </a:r>
          </a:p>
        </p:txBody>
      </p:sp>
      <p:sp>
        <p:nvSpPr>
          <p:cNvPr id="29" name="Rectangle à coins arrondis 65">
            <a:extLst>
              <a:ext uri="{FF2B5EF4-FFF2-40B4-BE49-F238E27FC236}">
                <a16:creationId xmlns:a16="http://schemas.microsoft.com/office/drawing/2014/main" id="{0353854C-40E7-5B47-7426-8B5B45B2AC1A}"/>
              </a:ext>
            </a:extLst>
          </p:cNvPr>
          <p:cNvSpPr/>
          <p:nvPr/>
        </p:nvSpPr>
        <p:spPr>
          <a:xfrm>
            <a:off x="7841793" y="2782341"/>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Reconnaissance interne réseaux bureautique &amp; IT site de Paris</a:t>
            </a:r>
          </a:p>
        </p:txBody>
      </p:sp>
      <p:sp>
        <p:nvSpPr>
          <p:cNvPr id="30" name="Rectangle à coins arrondis 74">
            <a:extLst>
              <a:ext uri="{FF2B5EF4-FFF2-40B4-BE49-F238E27FC236}">
                <a16:creationId xmlns:a16="http://schemas.microsoft.com/office/drawing/2014/main" id="{50A745F8-B291-D878-7DB6-02257338E03A}"/>
              </a:ext>
            </a:extLst>
          </p:cNvPr>
          <p:cNvSpPr/>
          <p:nvPr/>
        </p:nvSpPr>
        <p:spPr>
          <a:xfrm>
            <a:off x="10317660" y="277342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Exploitation   maliciel de collecte et d’exfiltration</a:t>
            </a:r>
          </a:p>
        </p:txBody>
      </p:sp>
      <p:sp>
        <p:nvSpPr>
          <p:cNvPr id="31" name="Rectangle à coins arrondis 87">
            <a:extLst>
              <a:ext uri="{FF2B5EF4-FFF2-40B4-BE49-F238E27FC236}">
                <a16:creationId xmlns:a16="http://schemas.microsoft.com/office/drawing/2014/main" id="{BE6F2BA1-6481-BD81-3652-88AADC8E3B46}"/>
              </a:ext>
            </a:extLst>
          </p:cNvPr>
          <p:cNvSpPr/>
          <p:nvPr/>
        </p:nvSpPr>
        <p:spPr>
          <a:xfrm>
            <a:off x="10317660" y="3996028"/>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48000" rIns="0" bIns="48000" rtlCol="0" anchor="ctr"/>
          <a:lstStyle/>
          <a:p>
            <a:pPr algn="ctr"/>
            <a:r>
              <a:rPr lang="fr-FR" sz="1200" dirty="0">
                <a:solidFill>
                  <a:schemeClr val="tx1"/>
                </a:solidFill>
                <a:latin typeface="+mj-lt"/>
                <a:cs typeface="Segoe UI" panose="020B0502040204020203" pitchFamily="34" charset="0"/>
              </a:rPr>
              <a:t>Création et maintien d’un canal</a:t>
            </a:r>
          </a:p>
          <a:p>
            <a:pPr algn="ctr"/>
            <a:r>
              <a:rPr lang="fr-FR" sz="1200" dirty="0">
                <a:solidFill>
                  <a:schemeClr val="tx1"/>
                </a:solidFill>
                <a:latin typeface="+mj-lt"/>
                <a:cs typeface="Segoe UI" panose="020B0502040204020203" pitchFamily="34" charset="0"/>
              </a:rPr>
              <a:t>d’exfiltration via</a:t>
            </a:r>
          </a:p>
          <a:p>
            <a:pPr algn="ctr"/>
            <a:r>
              <a:rPr lang="fr-FR" sz="1200" dirty="0">
                <a:solidFill>
                  <a:schemeClr val="tx1"/>
                </a:solidFill>
                <a:latin typeface="+mj-lt"/>
                <a:cs typeface="Segoe UI" panose="020B0502040204020203" pitchFamily="34" charset="0"/>
              </a:rPr>
              <a:t>un poste Internet</a:t>
            </a:r>
          </a:p>
        </p:txBody>
      </p:sp>
      <p:sp>
        <p:nvSpPr>
          <p:cNvPr id="32" name="Rectangle à coins arrondis 92">
            <a:extLst>
              <a:ext uri="{FF2B5EF4-FFF2-40B4-BE49-F238E27FC236}">
                <a16:creationId xmlns:a16="http://schemas.microsoft.com/office/drawing/2014/main" id="{88893A85-6F7E-6D8E-95CD-6EB6E34397C0}"/>
              </a:ext>
            </a:extLst>
          </p:cNvPr>
          <p:cNvSpPr/>
          <p:nvPr/>
        </p:nvSpPr>
        <p:spPr>
          <a:xfrm>
            <a:off x="5503760"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r>
              <a:rPr lang="fr-FR" sz="1200" dirty="0">
                <a:solidFill>
                  <a:schemeClr val="tx1"/>
                </a:solidFill>
                <a:latin typeface="+mj-lt"/>
                <a:cs typeface="Segoe UI" panose="020B0502040204020203" pitchFamily="34" charset="0"/>
              </a:rPr>
              <a:t>Clé USB piégée connectée sur un poste de R&amp;D</a:t>
            </a:r>
          </a:p>
        </p:txBody>
      </p:sp>
      <p:pic>
        <p:nvPicPr>
          <p:cNvPr id="33" name="Image 32">
            <a:extLst>
              <a:ext uri="{FF2B5EF4-FFF2-40B4-BE49-F238E27FC236}">
                <a16:creationId xmlns:a16="http://schemas.microsoft.com/office/drawing/2014/main" id="{FD5E7F0A-4757-CC69-C3E4-45F1C4E8D9F0}"/>
              </a:ext>
            </a:extLst>
          </p:cNvPr>
          <p:cNvPicPr>
            <a:picLocks noChangeAspect="1"/>
          </p:cNvPicPr>
          <p:nvPr/>
        </p:nvPicPr>
        <p:blipFill>
          <a:blip r:embed="rId3"/>
          <a:stretch>
            <a:fillRect/>
          </a:stretch>
        </p:blipFill>
        <p:spPr>
          <a:xfrm>
            <a:off x="623374" y="5522715"/>
            <a:ext cx="576000" cy="576000"/>
          </a:xfrm>
          <a:prstGeom prst="rect">
            <a:avLst/>
          </a:prstGeom>
        </p:spPr>
      </p:pic>
      <p:pic>
        <p:nvPicPr>
          <p:cNvPr id="34" name="Image 33">
            <a:extLst>
              <a:ext uri="{FF2B5EF4-FFF2-40B4-BE49-F238E27FC236}">
                <a16:creationId xmlns:a16="http://schemas.microsoft.com/office/drawing/2014/main" id="{E6CABB44-13E2-2090-886B-4860263B97D8}"/>
              </a:ext>
            </a:extLst>
          </p:cNvPr>
          <p:cNvPicPr>
            <a:picLocks noChangeAspect="1"/>
          </p:cNvPicPr>
          <p:nvPr/>
        </p:nvPicPr>
        <p:blipFill>
          <a:blip r:embed="rId4"/>
          <a:stretch>
            <a:fillRect/>
          </a:stretch>
        </p:blipFill>
        <p:spPr>
          <a:xfrm>
            <a:off x="3036502" y="4664648"/>
            <a:ext cx="576000" cy="576000"/>
          </a:xfrm>
          <a:prstGeom prst="rect">
            <a:avLst/>
          </a:prstGeom>
        </p:spPr>
      </p:pic>
      <p:pic>
        <p:nvPicPr>
          <p:cNvPr id="35" name="Image 34">
            <a:extLst>
              <a:ext uri="{FF2B5EF4-FFF2-40B4-BE49-F238E27FC236}">
                <a16:creationId xmlns:a16="http://schemas.microsoft.com/office/drawing/2014/main" id="{0AEA3EE8-3B5D-FBF9-EBF0-E002F277DCBB}"/>
              </a:ext>
            </a:extLst>
          </p:cNvPr>
          <p:cNvPicPr>
            <a:picLocks noChangeAspect="1"/>
          </p:cNvPicPr>
          <p:nvPr/>
        </p:nvPicPr>
        <p:blipFill>
          <a:blip r:embed="rId4"/>
          <a:stretch>
            <a:fillRect/>
          </a:stretch>
        </p:blipFill>
        <p:spPr>
          <a:xfrm>
            <a:off x="3036502" y="5537489"/>
            <a:ext cx="576000" cy="576000"/>
          </a:xfrm>
          <a:prstGeom prst="rect">
            <a:avLst/>
          </a:prstGeom>
        </p:spPr>
      </p:pic>
      <p:pic>
        <p:nvPicPr>
          <p:cNvPr id="36" name="Image 35">
            <a:extLst>
              <a:ext uri="{FF2B5EF4-FFF2-40B4-BE49-F238E27FC236}">
                <a16:creationId xmlns:a16="http://schemas.microsoft.com/office/drawing/2014/main" id="{77FB8862-8841-05CD-E757-021C4E6B6D7C}"/>
              </a:ext>
            </a:extLst>
          </p:cNvPr>
          <p:cNvPicPr>
            <a:picLocks noChangeAspect="1"/>
          </p:cNvPicPr>
          <p:nvPr/>
        </p:nvPicPr>
        <p:blipFill>
          <a:blip r:embed="rId5"/>
          <a:stretch>
            <a:fillRect/>
          </a:stretch>
        </p:blipFill>
        <p:spPr>
          <a:xfrm>
            <a:off x="5197125" y="5537489"/>
            <a:ext cx="576000" cy="576000"/>
          </a:xfrm>
          <a:prstGeom prst="rect">
            <a:avLst/>
          </a:prstGeom>
        </p:spPr>
      </p:pic>
      <p:pic>
        <p:nvPicPr>
          <p:cNvPr id="37" name="Image 36">
            <a:extLst>
              <a:ext uri="{FF2B5EF4-FFF2-40B4-BE49-F238E27FC236}">
                <a16:creationId xmlns:a16="http://schemas.microsoft.com/office/drawing/2014/main" id="{ABC3B27E-8C54-418C-C735-49E0785C11CA}"/>
              </a:ext>
            </a:extLst>
          </p:cNvPr>
          <p:cNvPicPr>
            <a:picLocks noChangeAspect="1"/>
          </p:cNvPicPr>
          <p:nvPr/>
        </p:nvPicPr>
        <p:blipFill>
          <a:blip r:embed="rId6"/>
          <a:stretch>
            <a:fillRect/>
          </a:stretch>
        </p:blipFill>
        <p:spPr>
          <a:xfrm>
            <a:off x="7524942" y="4116515"/>
            <a:ext cx="576000" cy="576000"/>
          </a:xfrm>
          <a:prstGeom prst="rect">
            <a:avLst/>
          </a:prstGeom>
        </p:spPr>
      </p:pic>
      <p:pic>
        <p:nvPicPr>
          <p:cNvPr id="38" name="Image 37">
            <a:extLst>
              <a:ext uri="{FF2B5EF4-FFF2-40B4-BE49-F238E27FC236}">
                <a16:creationId xmlns:a16="http://schemas.microsoft.com/office/drawing/2014/main" id="{9D183BDD-7A7E-F568-69C5-679D48CD6C4C}"/>
              </a:ext>
            </a:extLst>
          </p:cNvPr>
          <p:cNvPicPr>
            <a:picLocks noChangeAspect="1"/>
          </p:cNvPicPr>
          <p:nvPr/>
        </p:nvPicPr>
        <p:blipFill>
          <a:blip r:embed="rId3"/>
          <a:stretch>
            <a:fillRect/>
          </a:stretch>
        </p:blipFill>
        <p:spPr>
          <a:xfrm>
            <a:off x="7524942" y="2926341"/>
            <a:ext cx="576000" cy="576000"/>
          </a:xfrm>
          <a:prstGeom prst="rect">
            <a:avLst/>
          </a:prstGeom>
        </p:spPr>
      </p:pic>
      <p:pic>
        <p:nvPicPr>
          <p:cNvPr id="39" name="Image 38">
            <a:extLst>
              <a:ext uri="{FF2B5EF4-FFF2-40B4-BE49-F238E27FC236}">
                <a16:creationId xmlns:a16="http://schemas.microsoft.com/office/drawing/2014/main" id="{C4D65D06-FE08-63FE-C8AA-E9A5321819E6}"/>
              </a:ext>
            </a:extLst>
          </p:cNvPr>
          <p:cNvPicPr>
            <a:picLocks noChangeAspect="1"/>
          </p:cNvPicPr>
          <p:nvPr/>
        </p:nvPicPr>
        <p:blipFill>
          <a:blip r:embed="rId7"/>
          <a:stretch>
            <a:fillRect/>
          </a:stretch>
        </p:blipFill>
        <p:spPr>
          <a:xfrm>
            <a:off x="9949811" y="2862468"/>
            <a:ext cx="576000" cy="576000"/>
          </a:xfrm>
          <a:prstGeom prst="rect">
            <a:avLst/>
          </a:prstGeom>
        </p:spPr>
      </p:pic>
      <p:pic>
        <p:nvPicPr>
          <p:cNvPr id="40" name="Image 39">
            <a:extLst>
              <a:ext uri="{FF2B5EF4-FFF2-40B4-BE49-F238E27FC236}">
                <a16:creationId xmlns:a16="http://schemas.microsoft.com/office/drawing/2014/main" id="{F5CA7537-DB47-8718-CBAA-D2563244D906}"/>
              </a:ext>
            </a:extLst>
          </p:cNvPr>
          <p:cNvPicPr>
            <a:picLocks noChangeAspect="1"/>
          </p:cNvPicPr>
          <p:nvPr/>
        </p:nvPicPr>
        <p:blipFill>
          <a:blip r:embed="rId8"/>
          <a:stretch>
            <a:fillRect/>
          </a:stretch>
        </p:blipFill>
        <p:spPr>
          <a:xfrm>
            <a:off x="3036502" y="2064801"/>
            <a:ext cx="576000" cy="576000"/>
          </a:xfrm>
          <a:prstGeom prst="rect">
            <a:avLst/>
          </a:prstGeom>
        </p:spPr>
      </p:pic>
      <p:pic>
        <p:nvPicPr>
          <p:cNvPr id="41" name="Image 40">
            <a:extLst>
              <a:ext uri="{FF2B5EF4-FFF2-40B4-BE49-F238E27FC236}">
                <a16:creationId xmlns:a16="http://schemas.microsoft.com/office/drawing/2014/main" id="{79D978DA-B049-7A21-DD47-932303E7A10F}"/>
              </a:ext>
            </a:extLst>
          </p:cNvPr>
          <p:cNvPicPr>
            <a:picLocks noChangeAspect="1"/>
          </p:cNvPicPr>
          <p:nvPr/>
        </p:nvPicPr>
        <p:blipFill>
          <a:blip r:embed="rId8"/>
          <a:stretch>
            <a:fillRect/>
          </a:stretch>
        </p:blipFill>
        <p:spPr>
          <a:xfrm>
            <a:off x="3036502" y="2927516"/>
            <a:ext cx="576000" cy="576000"/>
          </a:xfrm>
          <a:prstGeom prst="rect">
            <a:avLst/>
          </a:prstGeom>
        </p:spPr>
      </p:pic>
      <p:pic>
        <p:nvPicPr>
          <p:cNvPr id="42" name="Image 41">
            <a:extLst>
              <a:ext uri="{FF2B5EF4-FFF2-40B4-BE49-F238E27FC236}">
                <a16:creationId xmlns:a16="http://schemas.microsoft.com/office/drawing/2014/main" id="{B1327F9A-D81B-E1E5-2AC9-F4857EB10E9D}"/>
              </a:ext>
            </a:extLst>
          </p:cNvPr>
          <p:cNvPicPr>
            <a:picLocks noChangeAspect="1"/>
          </p:cNvPicPr>
          <p:nvPr/>
        </p:nvPicPr>
        <p:blipFill>
          <a:blip r:embed="rId8"/>
          <a:stretch>
            <a:fillRect/>
          </a:stretch>
        </p:blipFill>
        <p:spPr>
          <a:xfrm>
            <a:off x="3036502" y="3785996"/>
            <a:ext cx="576000" cy="576000"/>
          </a:xfrm>
          <a:prstGeom prst="rect">
            <a:avLst/>
          </a:prstGeom>
        </p:spPr>
      </p:pic>
      <p:pic>
        <p:nvPicPr>
          <p:cNvPr id="43" name="Image 42">
            <a:extLst>
              <a:ext uri="{FF2B5EF4-FFF2-40B4-BE49-F238E27FC236}">
                <a16:creationId xmlns:a16="http://schemas.microsoft.com/office/drawing/2014/main" id="{3CC15236-C488-6E70-4B78-4B53290D9445}"/>
              </a:ext>
            </a:extLst>
          </p:cNvPr>
          <p:cNvPicPr>
            <a:picLocks noChangeAspect="1"/>
          </p:cNvPicPr>
          <p:nvPr/>
        </p:nvPicPr>
        <p:blipFill>
          <a:blip r:embed="rId9"/>
          <a:stretch>
            <a:fillRect/>
          </a:stretch>
        </p:blipFill>
        <p:spPr>
          <a:xfrm>
            <a:off x="9981606" y="5553484"/>
            <a:ext cx="576000" cy="576000"/>
          </a:xfrm>
          <a:prstGeom prst="rect">
            <a:avLst/>
          </a:prstGeom>
        </p:spPr>
      </p:pic>
      <p:pic>
        <p:nvPicPr>
          <p:cNvPr id="44" name="Image 43">
            <a:extLst>
              <a:ext uri="{FF2B5EF4-FFF2-40B4-BE49-F238E27FC236}">
                <a16:creationId xmlns:a16="http://schemas.microsoft.com/office/drawing/2014/main" id="{BB2D8971-B671-1066-693B-BAF9C60A2CEC}"/>
              </a:ext>
            </a:extLst>
          </p:cNvPr>
          <p:cNvPicPr>
            <a:picLocks noChangeAspect="1"/>
          </p:cNvPicPr>
          <p:nvPr/>
        </p:nvPicPr>
        <p:blipFill>
          <a:blip r:embed="rId10"/>
          <a:stretch>
            <a:fillRect/>
          </a:stretch>
        </p:blipFill>
        <p:spPr>
          <a:xfrm>
            <a:off x="9969641" y="4140028"/>
            <a:ext cx="576000" cy="576000"/>
          </a:xfrm>
          <a:prstGeom prst="rect">
            <a:avLst/>
          </a:prstGeom>
        </p:spPr>
      </p:pic>
      <p:sp>
        <p:nvSpPr>
          <p:cNvPr id="45" name="Rectangle à coins arrondis 98">
            <a:extLst>
              <a:ext uri="{FF2B5EF4-FFF2-40B4-BE49-F238E27FC236}">
                <a16:creationId xmlns:a16="http://schemas.microsoft.com/office/drawing/2014/main" id="{1D6F4E38-059A-AB1A-8E40-38AC50C69F24}"/>
              </a:ext>
            </a:extLst>
          </p:cNvPr>
          <p:cNvSpPr/>
          <p:nvPr/>
        </p:nvSpPr>
        <p:spPr>
          <a:xfrm>
            <a:off x="925221" y="283151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sources ouvertes</a:t>
            </a:r>
          </a:p>
        </p:txBody>
      </p:sp>
      <p:pic>
        <p:nvPicPr>
          <p:cNvPr id="46" name="Image 45">
            <a:extLst>
              <a:ext uri="{FF2B5EF4-FFF2-40B4-BE49-F238E27FC236}">
                <a16:creationId xmlns:a16="http://schemas.microsoft.com/office/drawing/2014/main" id="{D78F9C18-1200-D909-6DA7-DB2EDC169961}"/>
              </a:ext>
            </a:extLst>
          </p:cNvPr>
          <p:cNvPicPr>
            <a:picLocks noChangeAspect="1"/>
          </p:cNvPicPr>
          <p:nvPr/>
        </p:nvPicPr>
        <p:blipFill>
          <a:blip r:embed="rId3"/>
          <a:stretch>
            <a:fillRect/>
          </a:stretch>
        </p:blipFill>
        <p:spPr>
          <a:xfrm>
            <a:off x="623374" y="2927517"/>
            <a:ext cx="576000" cy="576000"/>
          </a:xfrm>
          <a:prstGeom prst="rect">
            <a:avLst/>
          </a:prstGeom>
        </p:spPr>
      </p:pic>
      <p:sp>
        <p:nvSpPr>
          <p:cNvPr id="48" name="Rectangle 47">
            <a:extLst>
              <a:ext uri="{FF2B5EF4-FFF2-40B4-BE49-F238E27FC236}">
                <a16:creationId xmlns:a16="http://schemas.microsoft.com/office/drawing/2014/main" id="{93952AE4-D8CA-6614-00E6-70B6B53C8D8A}"/>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4B2B584F-F629-2398-6B63-B7F3F4DCA3A4}"/>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B19E27B0-9AE5-232E-F071-2C2AF19C5293}"/>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Chaîne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F3496DA5-D71A-3FDD-1C3B-C63B4B3D1032}"/>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cxnSp>
        <p:nvCxnSpPr>
          <p:cNvPr id="52" name="Connecteur : en angle 51">
            <a:extLst>
              <a:ext uri="{FF2B5EF4-FFF2-40B4-BE49-F238E27FC236}">
                <a16:creationId xmlns:a16="http://schemas.microsoft.com/office/drawing/2014/main" id="{AD5D6445-0953-5116-FAFE-FC459586DD2C}"/>
              </a:ext>
            </a:extLst>
          </p:cNvPr>
          <p:cNvCxnSpPr>
            <a:stCxn id="45" idx="3"/>
            <a:endCxn id="40" idx="1"/>
          </p:cNvCxnSpPr>
          <p:nvPr/>
        </p:nvCxnSpPr>
        <p:spPr>
          <a:xfrm flipV="1">
            <a:off x="2559171" y="2352802"/>
            <a:ext cx="477331" cy="862716"/>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B2670AFB-2021-E3D8-DBB4-11940D3584AE}"/>
              </a:ext>
            </a:extLst>
          </p:cNvPr>
          <p:cNvCxnSpPr>
            <a:cxnSpLocks/>
            <a:stCxn id="45" idx="3"/>
            <a:endCxn id="41" idx="1"/>
          </p:cNvCxnSpPr>
          <p:nvPr/>
        </p:nvCxnSpPr>
        <p:spPr>
          <a:xfrm flipV="1">
            <a:off x="2559171" y="3215517"/>
            <a:ext cx="477331" cy="1"/>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FBF9CDF-399C-42D2-909C-4B6F2F4DD803}"/>
              </a:ext>
            </a:extLst>
          </p:cNvPr>
          <p:cNvCxnSpPr>
            <a:cxnSpLocks/>
            <a:stCxn id="45" idx="3"/>
            <a:endCxn id="42" idx="1"/>
          </p:cNvCxnSpPr>
          <p:nvPr/>
        </p:nvCxnSpPr>
        <p:spPr>
          <a:xfrm>
            <a:off x="2559171" y="3215518"/>
            <a:ext cx="477331" cy="858479"/>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3C156D1F-3AE1-29D6-07F7-253E0D166C21}"/>
              </a:ext>
            </a:extLst>
          </p:cNvPr>
          <p:cNvCxnSpPr>
            <a:cxnSpLocks/>
            <a:stCxn id="27" idx="3"/>
            <a:endCxn id="38" idx="1"/>
          </p:cNvCxnSpPr>
          <p:nvPr/>
        </p:nvCxnSpPr>
        <p:spPr>
          <a:xfrm>
            <a:off x="4977046" y="2352802"/>
            <a:ext cx="2547897" cy="861540"/>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4BF7EE5F-7BE3-A316-6FAB-53D39B23B223}"/>
              </a:ext>
            </a:extLst>
          </p:cNvPr>
          <p:cNvCxnSpPr>
            <a:cxnSpLocks/>
            <a:stCxn id="25" idx="3"/>
            <a:endCxn id="38" idx="1"/>
          </p:cNvCxnSpPr>
          <p:nvPr/>
        </p:nvCxnSpPr>
        <p:spPr>
          <a:xfrm flipV="1">
            <a:off x="4977046" y="3214342"/>
            <a:ext cx="2547897" cy="1177"/>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25472E75-8522-69BF-742B-3C771E2D2498}"/>
              </a:ext>
            </a:extLst>
          </p:cNvPr>
          <p:cNvCxnSpPr>
            <a:cxnSpLocks/>
            <a:stCxn id="26" idx="3"/>
            <a:endCxn id="38" idx="1"/>
          </p:cNvCxnSpPr>
          <p:nvPr/>
        </p:nvCxnSpPr>
        <p:spPr>
          <a:xfrm flipV="1">
            <a:off x="4977046" y="3214342"/>
            <a:ext cx="2547897" cy="859655"/>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avec flèche 57">
            <a:extLst>
              <a:ext uri="{FF2B5EF4-FFF2-40B4-BE49-F238E27FC236}">
                <a16:creationId xmlns:a16="http://schemas.microsoft.com/office/drawing/2014/main" id="{E53FCDDF-BC53-3104-3EAA-901EF65836DD}"/>
              </a:ext>
            </a:extLst>
          </p:cNvPr>
          <p:cNvCxnSpPr>
            <a:endCxn id="17" idx="0"/>
          </p:cNvCxnSpPr>
          <p:nvPr/>
        </p:nvCxnSpPr>
        <p:spPr>
          <a:xfrm>
            <a:off x="8658768" y="3644168"/>
            <a:ext cx="1" cy="328347"/>
          </a:xfrm>
          <a:prstGeom prst="straightConnector1">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Image 58">
            <a:extLst>
              <a:ext uri="{FF2B5EF4-FFF2-40B4-BE49-F238E27FC236}">
                <a16:creationId xmlns:a16="http://schemas.microsoft.com/office/drawing/2014/main" id="{73AD4685-DBFC-DB11-226B-5A1E82DED644}"/>
              </a:ext>
            </a:extLst>
          </p:cNvPr>
          <p:cNvPicPr>
            <a:picLocks noChangeAspect="1"/>
          </p:cNvPicPr>
          <p:nvPr/>
        </p:nvPicPr>
        <p:blipFill>
          <a:blip r:embed="rId11"/>
          <a:stretch>
            <a:fillRect/>
          </a:stretch>
        </p:blipFill>
        <p:spPr>
          <a:xfrm>
            <a:off x="11112000" y="0"/>
            <a:ext cx="1080000" cy="1080000"/>
          </a:xfrm>
          <a:prstGeom prst="rect">
            <a:avLst/>
          </a:prstGeom>
        </p:spPr>
      </p:pic>
      <p:sp>
        <p:nvSpPr>
          <p:cNvPr id="3" name="Ellipse 2">
            <a:extLst>
              <a:ext uri="{FF2B5EF4-FFF2-40B4-BE49-F238E27FC236}">
                <a16:creationId xmlns:a16="http://schemas.microsoft.com/office/drawing/2014/main" id="{F08B02BC-4BEE-93EB-3684-57561A5883A8}"/>
              </a:ext>
            </a:extLst>
          </p:cNvPr>
          <p:cNvSpPr>
            <a:spLocks noChangeAspect="1"/>
          </p:cNvSpPr>
          <p:nvPr/>
        </p:nvSpPr>
        <p:spPr>
          <a:xfrm>
            <a:off x="2357760" y="272266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8" name="Ellipse 7">
            <a:extLst>
              <a:ext uri="{FF2B5EF4-FFF2-40B4-BE49-F238E27FC236}">
                <a16:creationId xmlns:a16="http://schemas.microsoft.com/office/drawing/2014/main" id="{F2054663-6D9F-6155-C47D-22C3F6E2F0BE}"/>
              </a:ext>
            </a:extLst>
          </p:cNvPr>
          <p:cNvSpPr>
            <a:spLocks noChangeAspect="1"/>
          </p:cNvSpPr>
          <p:nvPr/>
        </p:nvSpPr>
        <p:spPr>
          <a:xfrm>
            <a:off x="2357760" y="5330517"/>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47" name="Ellipse 46">
            <a:extLst>
              <a:ext uri="{FF2B5EF4-FFF2-40B4-BE49-F238E27FC236}">
                <a16:creationId xmlns:a16="http://schemas.microsoft.com/office/drawing/2014/main" id="{8C64204F-3CDB-717F-4933-9F2D15AEED15}"/>
              </a:ext>
            </a:extLst>
          </p:cNvPr>
          <p:cNvSpPr>
            <a:spLocks noChangeAspect="1"/>
          </p:cNvSpPr>
          <p:nvPr/>
        </p:nvSpPr>
        <p:spPr>
          <a:xfrm>
            <a:off x="4764041" y="1857831"/>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0" name="Ellipse 59">
            <a:extLst>
              <a:ext uri="{FF2B5EF4-FFF2-40B4-BE49-F238E27FC236}">
                <a16:creationId xmlns:a16="http://schemas.microsoft.com/office/drawing/2014/main" id="{0C33D99A-2F23-4284-99C3-D1F6A942175A}"/>
              </a:ext>
            </a:extLst>
          </p:cNvPr>
          <p:cNvSpPr>
            <a:spLocks noChangeAspect="1"/>
          </p:cNvSpPr>
          <p:nvPr/>
        </p:nvSpPr>
        <p:spPr>
          <a:xfrm>
            <a:off x="4764041" y="2718428"/>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1" name="Ellipse 60">
            <a:extLst>
              <a:ext uri="{FF2B5EF4-FFF2-40B4-BE49-F238E27FC236}">
                <a16:creationId xmlns:a16="http://schemas.microsoft.com/office/drawing/2014/main" id="{2F7AEF7C-1168-AF5F-1131-F000F3BD57D5}"/>
              </a:ext>
            </a:extLst>
          </p:cNvPr>
          <p:cNvSpPr>
            <a:spLocks noChangeAspect="1"/>
          </p:cNvSpPr>
          <p:nvPr/>
        </p:nvSpPr>
        <p:spPr>
          <a:xfrm>
            <a:off x="4764041" y="3579025"/>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2" name="Ellipse 61">
            <a:extLst>
              <a:ext uri="{FF2B5EF4-FFF2-40B4-BE49-F238E27FC236}">
                <a16:creationId xmlns:a16="http://schemas.microsoft.com/office/drawing/2014/main" id="{6C9C368B-B366-6D1E-05D1-EFB49FCBF4A3}"/>
              </a:ext>
            </a:extLst>
          </p:cNvPr>
          <p:cNvSpPr>
            <a:spLocks noChangeAspect="1"/>
          </p:cNvSpPr>
          <p:nvPr/>
        </p:nvSpPr>
        <p:spPr>
          <a:xfrm>
            <a:off x="4764041" y="4457677"/>
            <a:ext cx="318996" cy="318420"/>
          </a:xfrm>
          <a:prstGeom prst="ellipse">
            <a:avLst/>
          </a:prstGeom>
          <a:solidFill>
            <a:srgbClr val="CC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1</a:t>
            </a:r>
          </a:p>
        </p:txBody>
      </p:sp>
      <p:sp>
        <p:nvSpPr>
          <p:cNvPr id="63" name="Ellipse 62">
            <a:extLst>
              <a:ext uri="{FF2B5EF4-FFF2-40B4-BE49-F238E27FC236}">
                <a16:creationId xmlns:a16="http://schemas.microsoft.com/office/drawing/2014/main" id="{515B9D14-62B5-CDCC-0503-B53E01641DD1}"/>
              </a:ext>
            </a:extLst>
          </p:cNvPr>
          <p:cNvSpPr>
            <a:spLocks noChangeAspect="1"/>
          </p:cNvSpPr>
          <p:nvPr/>
        </p:nvSpPr>
        <p:spPr>
          <a:xfrm>
            <a:off x="4764041"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4" name="Ellipse 63">
            <a:extLst>
              <a:ext uri="{FF2B5EF4-FFF2-40B4-BE49-F238E27FC236}">
                <a16:creationId xmlns:a16="http://schemas.microsoft.com/office/drawing/2014/main" id="{D7D5F136-A8B6-C460-CFD3-C3031CA71590}"/>
              </a:ext>
            </a:extLst>
          </p:cNvPr>
          <p:cNvSpPr>
            <a:spLocks noChangeAspect="1"/>
          </p:cNvSpPr>
          <p:nvPr/>
        </p:nvSpPr>
        <p:spPr>
          <a:xfrm>
            <a:off x="6912156"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5" name="Ellipse 64">
            <a:extLst>
              <a:ext uri="{FF2B5EF4-FFF2-40B4-BE49-F238E27FC236}">
                <a16:creationId xmlns:a16="http://schemas.microsoft.com/office/drawing/2014/main" id="{9B4D6C60-D8C8-A660-40F3-F378AACCE6FF}"/>
              </a:ext>
            </a:extLst>
          </p:cNvPr>
          <p:cNvSpPr>
            <a:spLocks noChangeAspect="1"/>
          </p:cNvSpPr>
          <p:nvPr/>
        </p:nvSpPr>
        <p:spPr>
          <a:xfrm>
            <a:off x="9270729" y="275149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6" name="Ellipse 65">
            <a:extLst>
              <a:ext uri="{FF2B5EF4-FFF2-40B4-BE49-F238E27FC236}">
                <a16:creationId xmlns:a16="http://schemas.microsoft.com/office/drawing/2014/main" id="{64A2D218-674F-1793-1548-F5E5A6899433}"/>
              </a:ext>
            </a:extLst>
          </p:cNvPr>
          <p:cNvSpPr>
            <a:spLocks noChangeAspect="1"/>
          </p:cNvSpPr>
          <p:nvPr/>
        </p:nvSpPr>
        <p:spPr>
          <a:xfrm>
            <a:off x="9270729" y="3957544"/>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7" name="Ellipse 66">
            <a:extLst>
              <a:ext uri="{FF2B5EF4-FFF2-40B4-BE49-F238E27FC236}">
                <a16:creationId xmlns:a16="http://schemas.microsoft.com/office/drawing/2014/main" id="{006E3DD0-06D4-0A11-A2E8-5A5BA2277444}"/>
              </a:ext>
            </a:extLst>
          </p:cNvPr>
          <p:cNvSpPr>
            <a:spLocks noChangeAspect="1"/>
          </p:cNvSpPr>
          <p:nvPr/>
        </p:nvSpPr>
        <p:spPr>
          <a:xfrm>
            <a:off x="11753498" y="2662456"/>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8" name="Ellipse 67">
            <a:extLst>
              <a:ext uri="{FF2B5EF4-FFF2-40B4-BE49-F238E27FC236}">
                <a16:creationId xmlns:a16="http://schemas.microsoft.com/office/drawing/2014/main" id="{8C4175BE-A682-4D0D-39D2-7D491ACE3BF8}"/>
              </a:ext>
            </a:extLst>
          </p:cNvPr>
          <p:cNvSpPr>
            <a:spLocks noChangeAspect="1"/>
          </p:cNvSpPr>
          <p:nvPr/>
        </p:nvSpPr>
        <p:spPr>
          <a:xfrm>
            <a:off x="11753498" y="398105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9" name="Ellipse 68">
            <a:extLst>
              <a:ext uri="{FF2B5EF4-FFF2-40B4-BE49-F238E27FC236}">
                <a16:creationId xmlns:a16="http://schemas.microsoft.com/office/drawing/2014/main" id="{2A9C0365-F560-0396-9CBF-78DE1A213C53}"/>
              </a:ext>
            </a:extLst>
          </p:cNvPr>
          <p:cNvSpPr>
            <a:spLocks noChangeAspect="1"/>
          </p:cNvSpPr>
          <p:nvPr/>
        </p:nvSpPr>
        <p:spPr>
          <a:xfrm>
            <a:off x="11753498" y="5330519"/>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70" name="ZoneTexte 69">
            <a:extLst>
              <a:ext uri="{FF2B5EF4-FFF2-40B4-BE49-F238E27FC236}">
                <a16:creationId xmlns:a16="http://schemas.microsoft.com/office/drawing/2014/main" id="{5C7B6439-2AF9-9DD4-4620-BFE0000AD8D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56849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childTnLst>
                          </p:cTn>
                        </p:par>
                        <p:par>
                          <p:cTn id="14" fill="hold">
                            <p:stCondLst>
                              <p:cond delay="500"/>
                            </p:stCondLst>
                            <p:childTnLst>
                              <p:par>
                                <p:cTn id="15" presetID="1" presetClass="entr" presetSubtype="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par>
                          <p:cTn id="17" fill="hold">
                            <p:stCondLst>
                              <p:cond delay="500"/>
                            </p:stCondLst>
                            <p:childTnLst>
                              <p:par>
                                <p:cTn id="18" presetID="1" presetClass="entr" presetSubtype="0" fill="hold" grpId="0" nodeType="after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500"/>
                                        <p:tgtEl>
                                          <p:spTgt spid="53"/>
                                        </p:tgtEl>
                                      </p:cBhvr>
                                    </p:animEffect>
                                  </p:childTnLst>
                                </p:cTn>
                              </p:par>
                            </p:childTnLst>
                          </p:cTn>
                        </p:par>
                        <p:par>
                          <p:cTn id="25" fill="hold">
                            <p:stCondLst>
                              <p:cond delay="500"/>
                            </p:stCondLst>
                            <p:childTnLst>
                              <p:par>
                                <p:cTn id="26" presetID="1" presetClass="entr" presetSubtype="0"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500"/>
                                        <p:tgtEl>
                                          <p:spTgt spid="54"/>
                                        </p:tgtEl>
                                      </p:cBhvr>
                                    </p:animEffect>
                                  </p:childTnLst>
                                </p:cTn>
                              </p:par>
                            </p:childTnLst>
                          </p:cTn>
                        </p:par>
                        <p:par>
                          <p:cTn id="36" fill="hold">
                            <p:stCondLst>
                              <p:cond delay="500"/>
                            </p:stCondLst>
                            <p:childTnLst>
                              <p:par>
                                <p:cTn id="37" presetID="1"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par>
                          <p:cTn id="39" fill="hold">
                            <p:stCondLst>
                              <p:cond delay="500"/>
                            </p:stCondLst>
                            <p:childTnLst>
                              <p:par>
                                <p:cTn id="40" presetID="1"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wipe(left)">
                                      <p:cBhvr>
                                        <p:cTn id="46" dur="500"/>
                                        <p:tgtEl>
                                          <p:spTgt spid="55"/>
                                        </p:tgtEl>
                                      </p:cBhvr>
                                    </p:animEffect>
                                  </p:childTnLst>
                                </p:cTn>
                              </p:par>
                              <p:par>
                                <p:cTn id="47" presetID="22" presetClass="entr" presetSubtype="8"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animEffect transition="in" filter="wipe(left)">
                                      <p:cBhvr>
                                        <p:cTn id="49" dur="500"/>
                                        <p:tgtEl>
                                          <p:spTgt spid="56"/>
                                        </p:tgtEl>
                                      </p:cBhvr>
                                    </p:animEffect>
                                  </p:childTnLst>
                                </p:cTn>
                              </p:par>
                              <p:par>
                                <p:cTn id="50" presetID="22" presetClass="entr" presetSubtype="8" fill="hold" nodeType="with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wipe(left)">
                                      <p:cBhvr>
                                        <p:cTn id="52" dur="500"/>
                                        <p:tgtEl>
                                          <p:spTgt spid="57"/>
                                        </p:tgtEl>
                                      </p:cBhvr>
                                    </p:animEffect>
                                  </p:childTnLst>
                                </p:cTn>
                              </p:par>
                            </p:childTnLst>
                          </p:cTn>
                        </p:par>
                        <p:par>
                          <p:cTn id="53" fill="hold">
                            <p:stCondLst>
                              <p:cond delay="500"/>
                            </p:stCondLst>
                            <p:childTnLst>
                              <p:par>
                                <p:cTn id="54" presetID="1" presetClass="entr" presetSubtype="0" fill="hold" nodeType="afterEffect">
                                  <p:stCondLst>
                                    <p:cond delay="0"/>
                                  </p:stCondLst>
                                  <p:childTnLst>
                                    <p:set>
                                      <p:cBhvr>
                                        <p:cTn id="55" dur="1" fill="hold">
                                          <p:stCondLst>
                                            <p:cond delay="0"/>
                                          </p:stCondLst>
                                        </p:cTn>
                                        <p:tgtEl>
                                          <p:spTgt spid="38"/>
                                        </p:tgtEl>
                                        <p:attrNameLst>
                                          <p:attrName>style.visibility</p:attrName>
                                        </p:attrNameLst>
                                      </p:cBhvr>
                                      <p:to>
                                        <p:strVal val="visible"/>
                                      </p:to>
                                    </p:set>
                                  </p:childTnLst>
                                </p:cTn>
                              </p:par>
                            </p:childTnLst>
                          </p:cTn>
                        </p:par>
                        <p:par>
                          <p:cTn id="56" fill="hold">
                            <p:stCondLst>
                              <p:cond delay="500"/>
                            </p:stCondLst>
                            <p:childTnLst>
                              <p:par>
                                <p:cTn id="57" presetID="1"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22" presetClass="entr" presetSubtype="1" fill="hold" nodeType="clickEffect">
                                  <p:stCondLst>
                                    <p:cond delay="0"/>
                                  </p:stCondLst>
                                  <p:childTnLst>
                                    <p:set>
                                      <p:cBhvr>
                                        <p:cTn id="62" dur="1" fill="hold">
                                          <p:stCondLst>
                                            <p:cond delay="0"/>
                                          </p:stCondLst>
                                        </p:cTn>
                                        <p:tgtEl>
                                          <p:spTgt spid="58"/>
                                        </p:tgtEl>
                                        <p:attrNameLst>
                                          <p:attrName>style.visibility</p:attrName>
                                        </p:attrNameLst>
                                      </p:cBhvr>
                                      <p:to>
                                        <p:strVal val="visible"/>
                                      </p:to>
                                    </p:set>
                                    <p:animEffect transition="in" filter="wipe(up)">
                                      <p:cBhvr>
                                        <p:cTn id="63" dur="500"/>
                                        <p:tgtEl>
                                          <p:spTgt spid="58"/>
                                        </p:tgtEl>
                                      </p:cBhvr>
                                    </p:animEffect>
                                  </p:childTnLst>
                                </p:cTn>
                              </p:par>
                            </p:childTnLst>
                          </p:cTn>
                        </p:par>
                        <p:par>
                          <p:cTn id="64" fill="hold">
                            <p:stCondLst>
                              <p:cond delay="500"/>
                            </p:stCondLst>
                            <p:childTnLst>
                              <p:par>
                                <p:cTn id="65" presetID="1" presetClass="entr" presetSubtype="0"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wipe(left)">
                                      <p:cBhvr>
                                        <p:cTn id="74" dur="500"/>
                                        <p:tgtEl>
                                          <p:spTgt spid="14"/>
                                        </p:tgtEl>
                                      </p:cBhvr>
                                    </p:animEffect>
                                  </p:childTnLst>
                                </p:cTn>
                              </p:par>
                            </p:childTnLst>
                          </p:cTn>
                        </p:par>
                        <p:par>
                          <p:cTn id="75" fill="hold">
                            <p:stCondLst>
                              <p:cond delay="50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500"/>
                            </p:stCondLst>
                            <p:childTnLst>
                              <p:par>
                                <p:cTn id="79" presetID="1" presetClass="entr" presetSubtype="0"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up)">
                                      <p:cBhvr>
                                        <p:cTn id="85" dur="500"/>
                                        <p:tgtEl>
                                          <p:spTgt spid="21"/>
                                        </p:tgtEl>
                                      </p:cBhvr>
                                    </p:animEffect>
                                  </p:childTnLst>
                                </p:cTn>
                              </p:par>
                            </p:childTnLst>
                          </p:cTn>
                        </p:par>
                        <p:par>
                          <p:cTn id="86" fill="hold">
                            <p:stCondLst>
                              <p:cond delay="500"/>
                            </p:stCondLst>
                            <p:childTnLst>
                              <p:par>
                                <p:cTn id="87" presetID="1" presetClass="entr" presetSubtype="0" fill="hold" nodeType="afterEffect">
                                  <p:stCondLst>
                                    <p:cond delay="0"/>
                                  </p:stCondLst>
                                  <p:childTnLst>
                                    <p:set>
                                      <p:cBhvr>
                                        <p:cTn id="88" dur="1" fill="hold">
                                          <p:stCondLst>
                                            <p:cond delay="0"/>
                                          </p:stCondLst>
                                        </p:cTn>
                                        <p:tgtEl>
                                          <p:spTgt spid="44"/>
                                        </p:tgtEl>
                                        <p:attrNameLst>
                                          <p:attrName>style.visibility</p:attrName>
                                        </p:attrNameLst>
                                      </p:cBhvr>
                                      <p:to>
                                        <p:strVal val="visible"/>
                                      </p:to>
                                    </p:set>
                                  </p:childTnLst>
                                </p:cTn>
                              </p:par>
                            </p:childTnLst>
                          </p:cTn>
                        </p:par>
                        <p:par>
                          <p:cTn id="89" fill="hold">
                            <p:stCondLst>
                              <p:cond delay="500"/>
                            </p:stCondLst>
                            <p:childTnLst>
                              <p:par>
                                <p:cTn id="90" presetID="1" presetClass="entr" presetSubtype="0"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22" presetClass="entr" presetSubtype="1" fill="hold" nodeType="click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up)">
                                      <p:cBhvr>
                                        <p:cTn id="96" dur="500"/>
                                        <p:tgtEl>
                                          <p:spTgt spid="22"/>
                                        </p:tgtEl>
                                      </p:cBhvr>
                                    </p:animEffect>
                                  </p:childTnLst>
                                </p:cTn>
                              </p:par>
                            </p:childTnLst>
                          </p:cTn>
                        </p:par>
                        <p:par>
                          <p:cTn id="97" fill="hold">
                            <p:stCondLst>
                              <p:cond delay="500"/>
                            </p:stCondLst>
                            <p:childTnLst>
                              <p:par>
                                <p:cTn id="98" presetID="1" presetClass="entr" presetSubtype="0" fill="hold" nodeType="afterEffect">
                                  <p:stCondLst>
                                    <p:cond delay="0"/>
                                  </p:stCondLst>
                                  <p:childTnLst>
                                    <p:set>
                                      <p:cBhvr>
                                        <p:cTn id="99" dur="1" fill="hold">
                                          <p:stCondLst>
                                            <p:cond delay="0"/>
                                          </p:stCondLst>
                                        </p:cTn>
                                        <p:tgtEl>
                                          <p:spTgt spid="43"/>
                                        </p:tgtEl>
                                        <p:attrNameLst>
                                          <p:attrName>style.visibility</p:attrName>
                                        </p:attrNameLst>
                                      </p:cBhvr>
                                      <p:to>
                                        <p:strVal val="visible"/>
                                      </p:to>
                                    </p:set>
                                  </p:childTnLst>
                                </p:cTn>
                              </p:par>
                            </p:childTnLst>
                          </p:cTn>
                        </p:par>
                        <p:par>
                          <p:cTn id="100" fill="hold">
                            <p:stCondLst>
                              <p:cond delay="500"/>
                            </p:stCondLst>
                            <p:childTnLst>
                              <p:par>
                                <p:cTn id="101" presetID="1" presetClass="entr" presetSubtype="0" fill="hold" grpId="0" nodeType="afterEffect">
                                  <p:stCondLst>
                                    <p:cond delay="0"/>
                                  </p:stCondLst>
                                  <p:childTnLst>
                                    <p:set>
                                      <p:cBhvr>
                                        <p:cTn id="102" dur="1" fill="hold">
                                          <p:stCondLst>
                                            <p:cond delay="0"/>
                                          </p:stCondLst>
                                        </p:cTn>
                                        <p:tgtEl>
                                          <p:spTgt spid="28"/>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nodeType="click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childTnLst>
                          </p:cTn>
                        </p:par>
                        <p:par>
                          <p:cTn id="108" fill="hold">
                            <p:stCondLst>
                              <p:cond delay="500"/>
                            </p:stCondLst>
                            <p:childTnLst>
                              <p:par>
                                <p:cTn id="109" presetID="1" presetClass="entr" presetSubtype="0" fill="hold" nodeType="afterEffect">
                                  <p:stCondLst>
                                    <p:cond delay="0"/>
                                  </p:stCondLst>
                                  <p:childTnLst>
                                    <p:set>
                                      <p:cBhvr>
                                        <p:cTn id="110" dur="1" fill="hold">
                                          <p:stCondLst>
                                            <p:cond delay="0"/>
                                          </p:stCondLst>
                                        </p:cTn>
                                        <p:tgtEl>
                                          <p:spTgt spid="34"/>
                                        </p:tgtEl>
                                        <p:attrNameLst>
                                          <p:attrName>style.visibility</p:attrName>
                                        </p:attrNameLst>
                                      </p:cBhvr>
                                      <p:to>
                                        <p:strVal val="visible"/>
                                      </p:to>
                                    </p:set>
                                  </p:childTnLst>
                                </p:cTn>
                              </p:par>
                            </p:childTnLst>
                          </p:cTn>
                        </p:par>
                        <p:par>
                          <p:cTn id="111" fill="hold">
                            <p:stCondLst>
                              <p:cond delay="500"/>
                            </p:stCondLst>
                            <p:childTnLst>
                              <p:par>
                                <p:cTn id="112" presetID="1" presetClass="entr" presetSubtype="0" fill="hold" grpId="0" nodeType="afterEffect">
                                  <p:stCondLst>
                                    <p:cond delay="0"/>
                                  </p:stCondLst>
                                  <p:childTnLs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5"/>
                                        </p:tgtEl>
                                        <p:attrNameLst>
                                          <p:attrName>style.visibility</p:attrName>
                                        </p:attrNameLst>
                                      </p:cBhvr>
                                      <p:to>
                                        <p:strVal val="visible"/>
                                      </p:to>
                                    </p:set>
                                    <p:animEffect transition="in" filter="wipe(left)">
                                      <p:cBhvr>
                                        <p:cTn id="118" dur="500"/>
                                        <p:tgtEl>
                                          <p:spTgt spid="15"/>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2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nodeType="clickEffect">
                                  <p:stCondLst>
                                    <p:cond delay="0"/>
                                  </p:stCondLst>
                                  <p:childTnLst>
                                    <p:set>
                                      <p:cBhvr>
                                        <p:cTn id="128" dur="1" fill="hold">
                                          <p:stCondLst>
                                            <p:cond delay="0"/>
                                          </p:stCondLst>
                                        </p:cTn>
                                        <p:tgtEl>
                                          <p:spTgt spid="18"/>
                                        </p:tgtEl>
                                        <p:attrNameLst>
                                          <p:attrName>style.visibility</p:attrName>
                                        </p:attrNameLst>
                                      </p:cBhvr>
                                      <p:to>
                                        <p:strVal val="visible"/>
                                      </p:to>
                                    </p:set>
                                    <p:animEffect transition="in" filter="wipe(left)">
                                      <p:cBhvr>
                                        <p:cTn id="129" dur="500"/>
                                        <p:tgtEl>
                                          <p:spTgt spid="18"/>
                                        </p:tgtEl>
                                      </p:cBhvr>
                                    </p:animEffect>
                                  </p:childTnLst>
                                </p:cTn>
                              </p:par>
                            </p:childTnLst>
                          </p:cTn>
                        </p:par>
                        <p:par>
                          <p:cTn id="130" fill="hold">
                            <p:stCondLst>
                              <p:cond delay="500"/>
                            </p:stCondLst>
                            <p:childTnLst>
                              <p:par>
                                <p:cTn id="131" presetID="1" presetClass="entr" presetSubtype="0" fill="hold" nodeType="afterEffect">
                                  <p:stCondLst>
                                    <p:cond delay="0"/>
                                  </p:stCondLst>
                                  <p:childTnLst>
                                    <p:set>
                                      <p:cBhvr>
                                        <p:cTn id="132" dur="1" fill="hold">
                                          <p:stCondLst>
                                            <p:cond delay="0"/>
                                          </p:stCondLst>
                                        </p:cTn>
                                        <p:tgtEl>
                                          <p:spTgt spid="35"/>
                                        </p:tgtEl>
                                        <p:attrNameLst>
                                          <p:attrName>style.visibility</p:attrName>
                                        </p:attrNameLst>
                                      </p:cBhvr>
                                      <p:to>
                                        <p:strVal val="visible"/>
                                      </p:to>
                                    </p:set>
                                  </p:childTnLst>
                                </p:cTn>
                              </p:par>
                            </p:childTnLst>
                          </p:cTn>
                        </p:par>
                        <p:par>
                          <p:cTn id="133" fill="hold">
                            <p:stCondLst>
                              <p:cond delay="500"/>
                            </p:stCondLst>
                            <p:childTnLst>
                              <p:par>
                                <p:cTn id="134" presetID="1" presetClass="entr" presetSubtype="0" fill="hold" grpId="0" nodeType="afterEffect">
                                  <p:stCondLst>
                                    <p:cond delay="0"/>
                                  </p:stCondLst>
                                  <p:childTnLst>
                                    <p:set>
                                      <p:cBhvr>
                                        <p:cTn id="135" dur="1" fill="hold">
                                          <p:stCondLst>
                                            <p:cond delay="0"/>
                                          </p:stCondLst>
                                        </p:cTn>
                                        <p:tgtEl>
                                          <p:spTgt spid="2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22" presetClass="entr" presetSubtype="8" fill="hold" nodeType="clickEffect">
                                  <p:stCondLst>
                                    <p:cond delay="0"/>
                                  </p:stCondLst>
                                  <p:childTnLst>
                                    <p:set>
                                      <p:cBhvr>
                                        <p:cTn id="139" dur="1" fill="hold">
                                          <p:stCondLst>
                                            <p:cond delay="0"/>
                                          </p:stCondLst>
                                        </p:cTn>
                                        <p:tgtEl>
                                          <p:spTgt spid="19"/>
                                        </p:tgtEl>
                                        <p:attrNameLst>
                                          <p:attrName>style.visibility</p:attrName>
                                        </p:attrNameLst>
                                      </p:cBhvr>
                                      <p:to>
                                        <p:strVal val="visible"/>
                                      </p:to>
                                    </p:set>
                                    <p:animEffect transition="in" filter="wipe(left)">
                                      <p:cBhvr>
                                        <p:cTn id="140" dur="500"/>
                                        <p:tgtEl>
                                          <p:spTgt spid="19"/>
                                        </p:tgtEl>
                                      </p:cBhvr>
                                    </p:animEffect>
                                  </p:childTnLst>
                                </p:cTn>
                              </p:par>
                            </p:childTnLst>
                          </p:cTn>
                        </p:par>
                        <p:par>
                          <p:cTn id="141" fill="hold">
                            <p:stCondLst>
                              <p:cond delay="500"/>
                            </p:stCondLst>
                            <p:childTnLst>
                              <p:par>
                                <p:cTn id="142" presetID="1" presetClass="entr" presetSubtype="0" fill="hold" nodeType="afterEffect">
                                  <p:stCondLst>
                                    <p:cond delay="0"/>
                                  </p:stCondLst>
                                  <p:childTnLst>
                                    <p:set>
                                      <p:cBhvr>
                                        <p:cTn id="143" dur="1" fill="hold">
                                          <p:stCondLst>
                                            <p:cond delay="0"/>
                                          </p:stCondLst>
                                        </p:cTn>
                                        <p:tgtEl>
                                          <p:spTgt spid="36"/>
                                        </p:tgtEl>
                                        <p:attrNameLst>
                                          <p:attrName>style.visibility</p:attrName>
                                        </p:attrNameLst>
                                      </p:cBhvr>
                                      <p:to>
                                        <p:strVal val="visible"/>
                                      </p:to>
                                    </p:set>
                                  </p:childTnLst>
                                </p:cTn>
                              </p:par>
                            </p:childTnLst>
                          </p:cTn>
                        </p:par>
                        <p:par>
                          <p:cTn id="144" fill="hold">
                            <p:stCondLst>
                              <p:cond delay="500"/>
                            </p:stCondLst>
                            <p:childTnLst>
                              <p:par>
                                <p:cTn id="145" presetID="1" presetClass="entr" presetSubtype="0" fill="hold" grpId="0" nodeType="afterEffect">
                                  <p:stCondLst>
                                    <p:cond delay="0"/>
                                  </p:stCondLst>
                                  <p:childTnLst>
                                    <p:set>
                                      <p:cBhvr>
                                        <p:cTn id="146" dur="1" fill="hold">
                                          <p:stCondLst>
                                            <p:cond delay="0"/>
                                          </p:stCondLst>
                                        </p:cTn>
                                        <p:tgtEl>
                                          <p:spTgt spid="32"/>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nodeType="click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wipe(left)">
                                      <p:cBhvr>
                                        <p:cTn id="151" dur="500"/>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53" presetClass="entr" presetSubtype="16" fill="hold" grpId="0" nodeType="clickEffect">
                                  <p:stCondLst>
                                    <p:cond delay="0"/>
                                  </p:stCondLst>
                                  <p:childTnLst>
                                    <p:set>
                                      <p:cBhvr>
                                        <p:cTn id="155" dur="1" fill="hold">
                                          <p:stCondLst>
                                            <p:cond delay="0"/>
                                          </p:stCondLst>
                                        </p:cTn>
                                        <p:tgtEl>
                                          <p:spTgt spid="3"/>
                                        </p:tgtEl>
                                        <p:attrNameLst>
                                          <p:attrName>style.visibility</p:attrName>
                                        </p:attrNameLst>
                                      </p:cBhvr>
                                      <p:to>
                                        <p:strVal val="visible"/>
                                      </p:to>
                                    </p:set>
                                    <p:anim calcmode="lin" valueType="num">
                                      <p:cBhvr>
                                        <p:cTn id="156" dur="500" fill="hold"/>
                                        <p:tgtEl>
                                          <p:spTgt spid="3"/>
                                        </p:tgtEl>
                                        <p:attrNameLst>
                                          <p:attrName>ppt_w</p:attrName>
                                        </p:attrNameLst>
                                      </p:cBhvr>
                                      <p:tavLst>
                                        <p:tav tm="0">
                                          <p:val>
                                            <p:fltVal val="0"/>
                                          </p:val>
                                        </p:tav>
                                        <p:tav tm="100000">
                                          <p:val>
                                            <p:strVal val="#ppt_w"/>
                                          </p:val>
                                        </p:tav>
                                      </p:tavLst>
                                    </p:anim>
                                    <p:anim calcmode="lin" valueType="num">
                                      <p:cBhvr>
                                        <p:cTn id="157" dur="500" fill="hold"/>
                                        <p:tgtEl>
                                          <p:spTgt spid="3"/>
                                        </p:tgtEl>
                                        <p:attrNameLst>
                                          <p:attrName>ppt_h</p:attrName>
                                        </p:attrNameLst>
                                      </p:cBhvr>
                                      <p:tavLst>
                                        <p:tav tm="0">
                                          <p:val>
                                            <p:fltVal val="0"/>
                                          </p:val>
                                        </p:tav>
                                        <p:tav tm="100000">
                                          <p:val>
                                            <p:strVal val="#ppt_h"/>
                                          </p:val>
                                        </p:tav>
                                      </p:tavLst>
                                    </p:anim>
                                    <p:animEffect transition="in" filter="fade">
                                      <p:cBhvr>
                                        <p:cTn id="158" dur="500"/>
                                        <p:tgtEl>
                                          <p:spTgt spid="3"/>
                                        </p:tgtEl>
                                      </p:cBhvr>
                                    </p:animEffect>
                                  </p:childTnLst>
                                </p:cTn>
                              </p:par>
                            </p:childTnLst>
                          </p:cTn>
                        </p:par>
                        <p:par>
                          <p:cTn id="159" fill="hold">
                            <p:stCondLst>
                              <p:cond delay="500"/>
                            </p:stCondLst>
                            <p:childTnLst>
                              <p:par>
                                <p:cTn id="160" presetID="53" presetClass="entr" presetSubtype="16" fill="hold" grpId="0" nodeType="afterEffect">
                                  <p:stCondLst>
                                    <p:cond delay="0"/>
                                  </p:stCondLst>
                                  <p:childTnLst>
                                    <p:set>
                                      <p:cBhvr>
                                        <p:cTn id="161" dur="1" fill="hold">
                                          <p:stCondLst>
                                            <p:cond delay="0"/>
                                          </p:stCondLst>
                                        </p:cTn>
                                        <p:tgtEl>
                                          <p:spTgt spid="47"/>
                                        </p:tgtEl>
                                        <p:attrNameLst>
                                          <p:attrName>style.visibility</p:attrName>
                                        </p:attrNameLst>
                                      </p:cBhvr>
                                      <p:to>
                                        <p:strVal val="visible"/>
                                      </p:to>
                                    </p:set>
                                    <p:anim calcmode="lin" valueType="num">
                                      <p:cBhvr>
                                        <p:cTn id="162" dur="500" fill="hold"/>
                                        <p:tgtEl>
                                          <p:spTgt spid="47"/>
                                        </p:tgtEl>
                                        <p:attrNameLst>
                                          <p:attrName>ppt_w</p:attrName>
                                        </p:attrNameLst>
                                      </p:cBhvr>
                                      <p:tavLst>
                                        <p:tav tm="0">
                                          <p:val>
                                            <p:fltVal val="0"/>
                                          </p:val>
                                        </p:tav>
                                        <p:tav tm="100000">
                                          <p:val>
                                            <p:strVal val="#ppt_w"/>
                                          </p:val>
                                        </p:tav>
                                      </p:tavLst>
                                    </p:anim>
                                    <p:anim calcmode="lin" valueType="num">
                                      <p:cBhvr>
                                        <p:cTn id="163" dur="500" fill="hold"/>
                                        <p:tgtEl>
                                          <p:spTgt spid="47"/>
                                        </p:tgtEl>
                                        <p:attrNameLst>
                                          <p:attrName>ppt_h</p:attrName>
                                        </p:attrNameLst>
                                      </p:cBhvr>
                                      <p:tavLst>
                                        <p:tav tm="0">
                                          <p:val>
                                            <p:fltVal val="0"/>
                                          </p:val>
                                        </p:tav>
                                        <p:tav tm="100000">
                                          <p:val>
                                            <p:strVal val="#ppt_h"/>
                                          </p:val>
                                        </p:tav>
                                      </p:tavLst>
                                    </p:anim>
                                    <p:animEffect transition="in" filter="fade">
                                      <p:cBhvr>
                                        <p:cTn id="164" dur="500"/>
                                        <p:tgtEl>
                                          <p:spTgt spid="47"/>
                                        </p:tgtEl>
                                      </p:cBhvr>
                                    </p:animEffect>
                                  </p:childTnLst>
                                </p:cTn>
                              </p:par>
                            </p:childTnLst>
                          </p:cTn>
                        </p:par>
                        <p:par>
                          <p:cTn id="165" fill="hold">
                            <p:stCondLst>
                              <p:cond delay="1000"/>
                            </p:stCondLst>
                            <p:childTnLst>
                              <p:par>
                                <p:cTn id="166" presetID="53" presetClass="entr" presetSubtype="16" fill="hold" grpId="0" nodeType="afterEffect">
                                  <p:stCondLst>
                                    <p:cond delay="0"/>
                                  </p:stCondLst>
                                  <p:childTnLst>
                                    <p:set>
                                      <p:cBhvr>
                                        <p:cTn id="167" dur="1" fill="hold">
                                          <p:stCondLst>
                                            <p:cond delay="0"/>
                                          </p:stCondLst>
                                        </p:cTn>
                                        <p:tgtEl>
                                          <p:spTgt spid="60"/>
                                        </p:tgtEl>
                                        <p:attrNameLst>
                                          <p:attrName>style.visibility</p:attrName>
                                        </p:attrNameLst>
                                      </p:cBhvr>
                                      <p:to>
                                        <p:strVal val="visible"/>
                                      </p:to>
                                    </p:set>
                                    <p:anim calcmode="lin" valueType="num">
                                      <p:cBhvr>
                                        <p:cTn id="168" dur="500" fill="hold"/>
                                        <p:tgtEl>
                                          <p:spTgt spid="60"/>
                                        </p:tgtEl>
                                        <p:attrNameLst>
                                          <p:attrName>ppt_w</p:attrName>
                                        </p:attrNameLst>
                                      </p:cBhvr>
                                      <p:tavLst>
                                        <p:tav tm="0">
                                          <p:val>
                                            <p:fltVal val="0"/>
                                          </p:val>
                                        </p:tav>
                                        <p:tav tm="100000">
                                          <p:val>
                                            <p:strVal val="#ppt_w"/>
                                          </p:val>
                                        </p:tav>
                                      </p:tavLst>
                                    </p:anim>
                                    <p:anim calcmode="lin" valueType="num">
                                      <p:cBhvr>
                                        <p:cTn id="169" dur="500" fill="hold"/>
                                        <p:tgtEl>
                                          <p:spTgt spid="60"/>
                                        </p:tgtEl>
                                        <p:attrNameLst>
                                          <p:attrName>ppt_h</p:attrName>
                                        </p:attrNameLst>
                                      </p:cBhvr>
                                      <p:tavLst>
                                        <p:tav tm="0">
                                          <p:val>
                                            <p:fltVal val="0"/>
                                          </p:val>
                                        </p:tav>
                                        <p:tav tm="100000">
                                          <p:val>
                                            <p:strVal val="#ppt_h"/>
                                          </p:val>
                                        </p:tav>
                                      </p:tavLst>
                                    </p:anim>
                                    <p:animEffect transition="in" filter="fade">
                                      <p:cBhvr>
                                        <p:cTn id="170" dur="500"/>
                                        <p:tgtEl>
                                          <p:spTgt spid="60"/>
                                        </p:tgtEl>
                                      </p:cBhvr>
                                    </p:animEffect>
                                  </p:childTnLst>
                                </p:cTn>
                              </p:par>
                            </p:childTnLst>
                          </p:cTn>
                        </p:par>
                        <p:par>
                          <p:cTn id="171" fill="hold">
                            <p:stCondLst>
                              <p:cond delay="1500"/>
                            </p:stCondLst>
                            <p:childTnLst>
                              <p:par>
                                <p:cTn id="172" presetID="53" presetClass="entr" presetSubtype="16"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p:cTn id="174" dur="500" fill="hold"/>
                                        <p:tgtEl>
                                          <p:spTgt spid="61"/>
                                        </p:tgtEl>
                                        <p:attrNameLst>
                                          <p:attrName>ppt_w</p:attrName>
                                        </p:attrNameLst>
                                      </p:cBhvr>
                                      <p:tavLst>
                                        <p:tav tm="0">
                                          <p:val>
                                            <p:fltVal val="0"/>
                                          </p:val>
                                        </p:tav>
                                        <p:tav tm="100000">
                                          <p:val>
                                            <p:strVal val="#ppt_w"/>
                                          </p:val>
                                        </p:tav>
                                      </p:tavLst>
                                    </p:anim>
                                    <p:anim calcmode="lin" valueType="num">
                                      <p:cBhvr>
                                        <p:cTn id="175" dur="500" fill="hold"/>
                                        <p:tgtEl>
                                          <p:spTgt spid="61"/>
                                        </p:tgtEl>
                                        <p:attrNameLst>
                                          <p:attrName>ppt_h</p:attrName>
                                        </p:attrNameLst>
                                      </p:cBhvr>
                                      <p:tavLst>
                                        <p:tav tm="0">
                                          <p:val>
                                            <p:fltVal val="0"/>
                                          </p:val>
                                        </p:tav>
                                        <p:tav tm="100000">
                                          <p:val>
                                            <p:strVal val="#ppt_h"/>
                                          </p:val>
                                        </p:tav>
                                      </p:tavLst>
                                    </p:anim>
                                    <p:animEffect transition="in" filter="fade">
                                      <p:cBhvr>
                                        <p:cTn id="176" dur="500"/>
                                        <p:tgtEl>
                                          <p:spTgt spid="61"/>
                                        </p:tgtEl>
                                      </p:cBhvr>
                                    </p:animEffect>
                                  </p:childTnLst>
                                </p:cTn>
                              </p:par>
                            </p:childTnLst>
                          </p:cTn>
                        </p:par>
                        <p:par>
                          <p:cTn id="177" fill="hold">
                            <p:stCondLst>
                              <p:cond delay="2000"/>
                            </p:stCondLst>
                            <p:childTnLst>
                              <p:par>
                                <p:cTn id="178" presetID="53" presetClass="entr" presetSubtype="16" fill="hold" grpId="0" nodeType="afterEffect">
                                  <p:stCondLst>
                                    <p:cond delay="0"/>
                                  </p:stCondLst>
                                  <p:childTnLst>
                                    <p:set>
                                      <p:cBhvr>
                                        <p:cTn id="179" dur="1" fill="hold">
                                          <p:stCondLst>
                                            <p:cond delay="0"/>
                                          </p:stCondLst>
                                        </p:cTn>
                                        <p:tgtEl>
                                          <p:spTgt spid="65"/>
                                        </p:tgtEl>
                                        <p:attrNameLst>
                                          <p:attrName>style.visibility</p:attrName>
                                        </p:attrNameLst>
                                      </p:cBhvr>
                                      <p:to>
                                        <p:strVal val="visible"/>
                                      </p:to>
                                    </p:set>
                                    <p:anim calcmode="lin" valueType="num">
                                      <p:cBhvr>
                                        <p:cTn id="180" dur="500" fill="hold"/>
                                        <p:tgtEl>
                                          <p:spTgt spid="65"/>
                                        </p:tgtEl>
                                        <p:attrNameLst>
                                          <p:attrName>ppt_w</p:attrName>
                                        </p:attrNameLst>
                                      </p:cBhvr>
                                      <p:tavLst>
                                        <p:tav tm="0">
                                          <p:val>
                                            <p:fltVal val="0"/>
                                          </p:val>
                                        </p:tav>
                                        <p:tav tm="100000">
                                          <p:val>
                                            <p:strVal val="#ppt_w"/>
                                          </p:val>
                                        </p:tav>
                                      </p:tavLst>
                                    </p:anim>
                                    <p:anim calcmode="lin" valueType="num">
                                      <p:cBhvr>
                                        <p:cTn id="181" dur="500" fill="hold"/>
                                        <p:tgtEl>
                                          <p:spTgt spid="65"/>
                                        </p:tgtEl>
                                        <p:attrNameLst>
                                          <p:attrName>ppt_h</p:attrName>
                                        </p:attrNameLst>
                                      </p:cBhvr>
                                      <p:tavLst>
                                        <p:tav tm="0">
                                          <p:val>
                                            <p:fltVal val="0"/>
                                          </p:val>
                                        </p:tav>
                                        <p:tav tm="100000">
                                          <p:val>
                                            <p:strVal val="#ppt_h"/>
                                          </p:val>
                                        </p:tav>
                                      </p:tavLst>
                                    </p:anim>
                                    <p:animEffect transition="in" filter="fade">
                                      <p:cBhvr>
                                        <p:cTn id="182" dur="500"/>
                                        <p:tgtEl>
                                          <p:spTgt spid="65"/>
                                        </p:tgtEl>
                                      </p:cBhvr>
                                    </p:animEffect>
                                  </p:childTnLst>
                                </p:cTn>
                              </p:par>
                            </p:childTnLst>
                          </p:cTn>
                        </p:par>
                        <p:par>
                          <p:cTn id="183" fill="hold">
                            <p:stCondLst>
                              <p:cond delay="2500"/>
                            </p:stCondLst>
                            <p:childTnLst>
                              <p:par>
                                <p:cTn id="184" presetID="53" presetClass="entr" presetSubtype="16" fill="hold" grpId="0" nodeType="afterEffect">
                                  <p:stCondLst>
                                    <p:cond delay="0"/>
                                  </p:stCondLst>
                                  <p:childTnLst>
                                    <p:set>
                                      <p:cBhvr>
                                        <p:cTn id="185" dur="1" fill="hold">
                                          <p:stCondLst>
                                            <p:cond delay="0"/>
                                          </p:stCondLst>
                                        </p:cTn>
                                        <p:tgtEl>
                                          <p:spTgt spid="66"/>
                                        </p:tgtEl>
                                        <p:attrNameLst>
                                          <p:attrName>style.visibility</p:attrName>
                                        </p:attrNameLst>
                                      </p:cBhvr>
                                      <p:to>
                                        <p:strVal val="visible"/>
                                      </p:to>
                                    </p:set>
                                    <p:anim calcmode="lin" valueType="num">
                                      <p:cBhvr>
                                        <p:cTn id="186" dur="500" fill="hold"/>
                                        <p:tgtEl>
                                          <p:spTgt spid="66"/>
                                        </p:tgtEl>
                                        <p:attrNameLst>
                                          <p:attrName>ppt_w</p:attrName>
                                        </p:attrNameLst>
                                      </p:cBhvr>
                                      <p:tavLst>
                                        <p:tav tm="0">
                                          <p:val>
                                            <p:fltVal val="0"/>
                                          </p:val>
                                        </p:tav>
                                        <p:tav tm="100000">
                                          <p:val>
                                            <p:strVal val="#ppt_w"/>
                                          </p:val>
                                        </p:tav>
                                      </p:tavLst>
                                    </p:anim>
                                    <p:anim calcmode="lin" valueType="num">
                                      <p:cBhvr>
                                        <p:cTn id="187" dur="500" fill="hold"/>
                                        <p:tgtEl>
                                          <p:spTgt spid="66"/>
                                        </p:tgtEl>
                                        <p:attrNameLst>
                                          <p:attrName>ppt_h</p:attrName>
                                        </p:attrNameLst>
                                      </p:cBhvr>
                                      <p:tavLst>
                                        <p:tav tm="0">
                                          <p:val>
                                            <p:fltVal val="0"/>
                                          </p:val>
                                        </p:tav>
                                        <p:tav tm="100000">
                                          <p:val>
                                            <p:strVal val="#ppt_h"/>
                                          </p:val>
                                        </p:tav>
                                      </p:tavLst>
                                    </p:anim>
                                    <p:animEffect transition="in" filter="fade">
                                      <p:cBhvr>
                                        <p:cTn id="188" dur="500"/>
                                        <p:tgtEl>
                                          <p:spTgt spid="66"/>
                                        </p:tgtEl>
                                      </p:cBhvr>
                                    </p:animEffect>
                                  </p:childTnLst>
                                </p:cTn>
                              </p:par>
                            </p:childTnLst>
                          </p:cTn>
                        </p:par>
                        <p:par>
                          <p:cTn id="189" fill="hold">
                            <p:stCondLst>
                              <p:cond delay="3000"/>
                            </p:stCondLst>
                            <p:childTnLst>
                              <p:par>
                                <p:cTn id="190" presetID="53" presetClass="entr" presetSubtype="16" fill="hold" grpId="0" nodeType="afterEffect">
                                  <p:stCondLst>
                                    <p:cond delay="0"/>
                                  </p:stCondLst>
                                  <p:childTnLst>
                                    <p:set>
                                      <p:cBhvr>
                                        <p:cTn id="191" dur="1" fill="hold">
                                          <p:stCondLst>
                                            <p:cond delay="0"/>
                                          </p:stCondLst>
                                        </p:cTn>
                                        <p:tgtEl>
                                          <p:spTgt spid="67"/>
                                        </p:tgtEl>
                                        <p:attrNameLst>
                                          <p:attrName>style.visibility</p:attrName>
                                        </p:attrNameLst>
                                      </p:cBhvr>
                                      <p:to>
                                        <p:strVal val="visible"/>
                                      </p:to>
                                    </p:set>
                                    <p:anim calcmode="lin" valueType="num">
                                      <p:cBhvr>
                                        <p:cTn id="192" dur="500" fill="hold"/>
                                        <p:tgtEl>
                                          <p:spTgt spid="67"/>
                                        </p:tgtEl>
                                        <p:attrNameLst>
                                          <p:attrName>ppt_w</p:attrName>
                                        </p:attrNameLst>
                                      </p:cBhvr>
                                      <p:tavLst>
                                        <p:tav tm="0">
                                          <p:val>
                                            <p:fltVal val="0"/>
                                          </p:val>
                                        </p:tav>
                                        <p:tav tm="100000">
                                          <p:val>
                                            <p:strVal val="#ppt_w"/>
                                          </p:val>
                                        </p:tav>
                                      </p:tavLst>
                                    </p:anim>
                                    <p:anim calcmode="lin" valueType="num">
                                      <p:cBhvr>
                                        <p:cTn id="193" dur="500" fill="hold"/>
                                        <p:tgtEl>
                                          <p:spTgt spid="67"/>
                                        </p:tgtEl>
                                        <p:attrNameLst>
                                          <p:attrName>ppt_h</p:attrName>
                                        </p:attrNameLst>
                                      </p:cBhvr>
                                      <p:tavLst>
                                        <p:tav tm="0">
                                          <p:val>
                                            <p:fltVal val="0"/>
                                          </p:val>
                                        </p:tav>
                                        <p:tav tm="100000">
                                          <p:val>
                                            <p:strVal val="#ppt_h"/>
                                          </p:val>
                                        </p:tav>
                                      </p:tavLst>
                                    </p:anim>
                                    <p:animEffect transition="in" filter="fade">
                                      <p:cBhvr>
                                        <p:cTn id="194" dur="500"/>
                                        <p:tgtEl>
                                          <p:spTgt spid="67"/>
                                        </p:tgtEl>
                                      </p:cBhvr>
                                    </p:animEffect>
                                  </p:childTnLst>
                                </p:cTn>
                              </p:par>
                            </p:childTnLst>
                          </p:cTn>
                        </p:par>
                        <p:par>
                          <p:cTn id="195" fill="hold">
                            <p:stCondLst>
                              <p:cond delay="3500"/>
                            </p:stCondLst>
                            <p:childTnLst>
                              <p:par>
                                <p:cTn id="196" presetID="53" presetClass="entr" presetSubtype="16" fill="hold" grpId="0" nodeType="afterEffect">
                                  <p:stCondLst>
                                    <p:cond delay="0"/>
                                  </p:stCondLst>
                                  <p:childTnLst>
                                    <p:set>
                                      <p:cBhvr>
                                        <p:cTn id="197" dur="1" fill="hold">
                                          <p:stCondLst>
                                            <p:cond delay="0"/>
                                          </p:stCondLst>
                                        </p:cTn>
                                        <p:tgtEl>
                                          <p:spTgt spid="68"/>
                                        </p:tgtEl>
                                        <p:attrNameLst>
                                          <p:attrName>style.visibility</p:attrName>
                                        </p:attrNameLst>
                                      </p:cBhvr>
                                      <p:to>
                                        <p:strVal val="visible"/>
                                      </p:to>
                                    </p:set>
                                    <p:anim calcmode="lin" valueType="num">
                                      <p:cBhvr>
                                        <p:cTn id="198" dur="500" fill="hold"/>
                                        <p:tgtEl>
                                          <p:spTgt spid="68"/>
                                        </p:tgtEl>
                                        <p:attrNameLst>
                                          <p:attrName>ppt_w</p:attrName>
                                        </p:attrNameLst>
                                      </p:cBhvr>
                                      <p:tavLst>
                                        <p:tav tm="0">
                                          <p:val>
                                            <p:fltVal val="0"/>
                                          </p:val>
                                        </p:tav>
                                        <p:tav tm="100000">
                                          <p:val>
                                            <p:strVal val="#ppt_w"/>
                                          </p:val>
                                        </p:tav>
                                      </p:tavLst>
                                    </p:anim>
                                    <p:anim calcmode="lin" valueType="num">
                                      <p:cBhvr>
                                        <p:cTn id="199" dur="500" fill="hold"/>
                                        <p:tgtEl>
                                          <p:spTgt spid="68"/>
                                        </p:tgtEl>
                                        <p:attrNameLst>
                                          <p:attrName>ppt_h</p:attrName>
                                        </p:attrNameLst>
                                      </p:cBhvr>
                                      <p:tavLst>
                                        <p:tav tm="0">
                                          <p:val>
                                            <p:fltVal val="0"/>
                                          </p:val>
                                        </p:tav>
                                        <p:tav tm="100000">
                                          <p:val>
                                            <p:strVal val="#ppt_h"/>
                                          </p:val>
                                        </p:tav>
                                      </p:tavLst>
                                    </p:anim>
                                    <p:animEffect transition="in" filter="fade">
                                      <p:cBhvr>
                                        <p:cTn id="200" dur="500"/>
                                        <p:tgtEl>
                                          <p:spTgt spid="68"/>
                                        </p:tgtEl>
                                      </p:cBhvr>
                                    </p:animEffect>
                                  </p:childTnLst>
                                </p:cTn>
                              </p:par>
                            </p:childTnLst>
                          </p:cTn>
                        </p:par>
                      </p:childTnLst>
                    </p:cTn>
                  </p:par>
                  <p:par>
                    <p:cTn id="201" fill="hold">
                      <p:stCondLst>
                        <p:cond delay="indefinite"/>
                      </p:stCondLst>
                      <p:childTnLst>
                        <p:par>
                          <p:cTn id="202" fill="hold">
                            <p:stCondLst>
                              <p:cond delay="0"/>
                            </p:stCondLst>
                            <p:childTnLst>
                              <p:par>
                                <p:cTn id="203" presetID="53" presetClass="entr" presetSubtype="16" fill="hold" grpId="0" nodeType="clickEffect">
                                  <p:stCondLst>
                                    <p:cond delay="0"/>
                                  </p:stCondLst>
                                  <p:childTnLst>
                                    <p:set>
                                      <p:cBhvr>
                                        <p:cTn id="204" dur="1" fill="hold">
                                          <p:stCondLst>
                                            <p:cond delay="0"/>
                                          </p:stCondLst>
                                        </p:cTn>
                                        <p:tgtEl>
                                          <p:spTgt spid="62"/>
                                        </p:tgtEl>
                                        <p:attrNameLst>
                                          <p:attrName>style.visibility</p:attrName>
                                        </p:attrNameLst>
                                      </p:cBhvr>
                                      <p:to>
                                        <p:strVal val="visible"/>
                                      </p:to>
                                    </p:set>
                                    <p:anim calcmode="lin" valueType="num">
                                      <p:cBhvr>
                                        <p:cTn id="205" dur="500" fill="hold"/>
                                        <p:tgtEl>
                                          <p:spTgt spid="62"/>
                                        </p:tgtEl>
                                        <p:attrNameLst>
                                          <p:attrName>ppt_w</p:attrName>
                                        </p:attrNameLst>
                                      </p:cBhvr>
                                      <p:tavLst>
                                        <p:tav tm="0">
                                          <p:val>
                                            <p:fltVal val="0"/>
                                          </p:val>
                                        </p:tav>
                                        <p:tav tm="100000">
                                          <p:val>
                                            <p:strVal val="#ppt_w"/>
                                          </p:val>
                                        </p:tav>
                                      </p:tavLst>
                                    </p:anim>
                                    <p:anim calcmode="lin" valueType="num">
                                      <p:cBhvr>
                                        <p:cTn id="206" dur="500" fill="hold"/>
                                        <p:tgtEl>
                                          <p:spTgt spid="62"/>
                                        </p:tgtEl>
                                        <p:attrNameLst>
                                          <p:attrName>ppt_h</p:attrName>
                                        </p:attrNameLst>
                                      </p:cBhvr>
                                      <p:tavLst>
                                        <p:tav tm="0">
                                          <p:val>
                                            <p:fltVal val="0"/>
                                          </p:val>
                                        </p:tav>
                                        <p:tav tm="100000">
                                          <p:val>
                                            <p:strVal val="#ppt_h"/>
                                          </p:val>
                                        </p:tav>
                                      </p:tavLst>
                                    </p:anim>
                                    <p:animEffect transition="in" filter="fade">
                                      <p:cBhvr>
                                        <p:cTn id="207" dur="500"/>
                                        <p:tgtEl>
                                          <p:spTgt spid="62"/>
                                        </p:tgtEl>
                                      </p:cBhvr>
                                    </p:animEffect>
                                  </p:childTnLst>
                                </p:cTn>
                              </p:par>
                            </p:childTnLst>
                          </p:cTn>
                        </p:par>
                      </p:childTnLst>
                    </p:cTn>
                  </p:par>
                  <p:par>
                    <p:cTn id="208" fill="hold">
                      <p:stCondLst>
                        <p:cond delay="indefinite"/>
                      </p:stCondLst>
                      <p:childTnLst>
                        <p:par>
                          <p:cTn id="209" fill="hold">
                            <p:stCondLst>
                              <p:cond delay="0"/>
                            </p:stCondLst>
                            <p:childTnLst>
                              <p:par>
                                <p:cTn id="210" presetID="53" presetClass="entr" presetSubtype="16" fill="hold" grpId="0" nodeType="clickEffect">
                                  <p:stCondLst>
                                    <p:cond delay="0"/>
                                  </p:stCondLst>
                                  <p:childTnLst>
                                    <p:set>
                                      <p:cBhvr>
                                        <p:cTn id="211" dur="1" fill="hold">
                                          <p:stCondLst>
                                            <p:cond delay="0"/>
                                          </p:stCondLst>
                                        </p:cTn>
                                        <p:tgtEl>
                                          <p:spTgt spid="8"/>
                                        </p:tgtEl>
                                        <p:attrNameLst>
                                          <p:attrName>style.visibility</p:attrName>
                                        </p:attrNameLst>
                                      </p:cBhvr>
                                      <p:to>
                                        <p:strVal val="visible"/>
                                      </p:to>
                                    </p:set>
                                    <p:anim calcmode="lin" valueType="num">
                                      <p:cBhvr>
                                        <p:cTn id="212" dur="500" fill="hold"/>
                                        <p:tgtEl>
                                          <p:spTgt spid="8"/>
                                        </p:tgtEl>
                                        <p:attrNameLst>
                                          <p:attrName>ppt_w</p:attrName>
                                        </p:attrNameLst>
                                      </p:cBhvr>
                                      <p:tavLst>
                                        <p:tav tm="0">
                                          <p:val>
                                            <p:fltVal val="0"/>
                                          </p:val>
                                        </p:tav>
                                        <p:tav tm="100000">
                                          <p:val>
                                            <p:strVal val="#ppt_w"/>
                                          </p:val>
                                        </p:tav>
                                      </p:tavLst>
                                    </p:anim>
                                    <p:anim calcmode="lin" valueType="num">
                                      <p:cBhvr>
                                        <p:cTn id="213" dur="500" fill="hold"/>
                                        <p:tgtEl>
                                          <p:spTgt spid="8"/>
                                        </p:tgtEl>
                                        <p:attrNameLst>
                                          <p:attrName>ppt_h</p:attrName>
                                        </p:attrNameLst>
                                      </p:cBhvr>
                                      <p:tavLst>
                                        <p:tav tm="0">
                                          <p:val>
                                            <p:fltVal val="0"/>
                                          </p:val>
                                        </p:tav>
                                        <p:tav tm="100000">
                                          <p:val>
                                            <p:strVal val="#ppt_h"/>
                                          </p:val>
                                        </p:tav>
                                      </p:tavLst>
                                    </p:anim>
                                    <p:animEffect transition="in" filter="fade">
                                      <p:cBhvr>
                                        <p:cTn id="214" dur="500"/>
                                        <p:tgtEl>
                                          <p:spTgt spid="8"/>
                                        </p:tgtEl>
                                      </p:cBhvr>
                                    </p:animEffect>
                                  </p:childTnLst>
                                </p:cTn>
                              </p:par>
                            </p:childTnLst>
                          </p:cTn>
                        </p:par>
                        <p:par>
                          <p:cTn id="215" fill="hold">
                            <p:stCondLst>
                              <p:cond delay="500"/>
                            </p:stCondLst>
                            <p:childTnLst>
                              <p:par>
                                <p:cTn id="216" presetID="53" presetClass="entr" presetSubtype="16" fill="hold" grpId="0" nodeType="afterEffect">
                                  <p:stCondLst>
                                    <p:cond delay="0"/>
                                  </p:stCondLst>
                                  <p:childTnLst>
                                    <p:set>
                                      <p:cBhvr>
                                        <p:cTn id="217" dur="1" fill="hold">
                                          <p:stCondLst>
                                            <p:cond delay="0"/>
                                          </p:stCondLst>
                                        </p:cTn>
                                        <p:tgtEl>
                                          <p:spTgt spid="63"/>
                                        </p:tgtEl>
                                        <p:attrNameLst>
                                          <p:attrName>style.visibility</p:attrName>
                                        </p:attrNameLst>
                                      </p:cBhvr>
                                      <p:to>
                                        <p:strVal val="visible"/>
                                      </p:to>
                                    </p:set>
                                    <p:anim calcmode="lin" valueType="num">
                                      <p:cBhvr>
                                        <p:cTn id="218" dur="500" fill="hold"/>
                                        <p:tgtEl>
                                          <p:spTgt spid="63"/>
                                        </p:tgtEl>
                                        <p:attrNameLst>
                                          <p:attrName>ppt_w</p:attrName>
                                        </p:attrNameLst>
                                      </p:cBhvr>
                                      <p:tavLst>
                                        <p:tav tm="0">
                                          <p:val>
                                            <p:fltVal val="0"/>
                                          </p:val>
                                        </p:tav>
                                        <p:tav tm="100000">
                                          <p:val>
                                            <p:strVal val="#ppt_w"/>
                                          </p:val>
                                        </p:tav>
                                      </p:tavLst>
                                    </p:anim>
                                    <p:anim calcmode="lin" valueType="num">
                                      <p:cBhvr>
                                        <p:cTn id="219" dur="500" fill="hold"/>
                                        <p:tgtEl>
                                          <p:spTgt spid="63"/>
                                        </p:tgtEl>
                                        <p:attrNameLst>
                                          <p:attrName>ppt_h</p:attrName>
                                        </p:attrNameLst>
                                      </p:cBhvr>
                                      <p:tavLst>
                                        <p:tav tm="0">
                                          <p:val>
                                            <p:fltVal val="0"/>
                                          </p:val>
                                        </p:tav>
                                        <p:tav tm="100000">
                                          <p:val>
                                            <p:strVal val="#ppt_h"/>
                                          </p:val>
                                        </p:tav>
                                      </p:tavLst>
                                    </p:anim>
                                    <p:animEffect transition="in" filter="fade">
                                      <p:cBhvr>
                                        <p:cTn id="220" dur="500"/>
                                        <p:tgtEl>
                                          <p:spTgt spid="63"/>
                                        </p:tgtEl>
                                      </p:cBhvr>
                                    </p:animEffect>
                                  </p:childTnLst>
                                </p:cTn>
                              </p:par>
                            </p:childTnLst>
                          </p:cTn>
                        </p:par>
                        <p:par>
                          <p:cTn id="221" fill="hold">
                            <p:stCondLst>
                              <p:cond delay="1000"/>
                            </p:stCondLst>
                            <p:childTnLst>
                              <p:par>
                                <p:cTn id="222" presetID="53" presetClass="entr" presetSubtype="16" fill="hold" grpId="0" nodeType="afterEffect">
                                  <p:stCondLst>
                                    <p:cond delay="0"/>
                                  </p:stCondLst>
                                  <p:childTnLst>
                                    <p:set>
                                      <p:cBhvr>
                                        <p:cTn id="223" dur="1" fill="hold">
                                          <p:stCondLst>
                                            <p:cond delay="0"/>
                                          </p:stCondLst>
                                        </p:cTn>
                                        <p:tgtEl>
                                          <p:spTgt spid="64"/>
                                        </p:tgtEl>
                                        <p:attrNameLst>
                                          <p:attrName>style.visibility</p:attrName>
                                        </p:attrNameLst>
                                      </p:cBhvr>
                                      <p:to>
                                        <p:strVal val="visible"/>
                                      </p:to>
                                    </p:set>
                                    <p:anim calcmode="lin" valueType="num">
                                      <p:cBhvr>
                                        <p:cTn id="224" dur="500" fill="hold"/>
                                        <p:tgtEl>
                                          <p:spTgt spid="64"/>
                                        </p:tgtEl>
                                        <p:attrNameLst>
                                          <p:attrName>ppt_w</p:attrName>
                                        </p:attrNameLst>
                                      </p:cBhvr>
                                      <p:tavLst>
                                        <p:tav tm="0">
                                          <p:val>
                                            <p:fltVal val="0"/>
                                          </p:val>
                                        </p:tav>
                                        <p:tav tm="100000">
                                          <p:val>
                                            <p:strVal val="#ppt_w"/>
                                          </p:val>
                                        </p:tav>
                                      </p:tavLst>
                                    </p:anim>
                                    <p:anim calcmode="lin" valueType="num">
                                      <p:cBhvr>
                                        <p:cTn id="225" dur="500" fill="hold"/>
                                        <p:tgtEl>
                                          <p:spTgt spid="64"/>
                                        </p:tgtEl>
                                        <p:attrNameLst>
                                          <p:attrName>ppt_h</p:attrName>
                                        </p:attrNameLst>
                                      </p:cBhvr>
                                      <p:tavLst>
                                        <p:tav tm="0">
                                          <p:val>
                                            <p:fltVal val="0"/>
                                          </p:val>
                                        </p:tav>
                                        <p:tav tm="100000">
                                          <p:val>
                                            <p:strVal val="#ppt_h"/>
                                          </p:val>
                                        </p:tav>
                                      </p:tavLst>
                                    </p:anim>
                                    <p:animEffect transition="in" filter="fade">
                                      <p:cBhvr>
                                        <p:cTn id="226" dur="500"/>
                                        <p:tgtEl>
                                          <p:spTgt spid="64"/>
                                        </p:tgtEl>
                                      </p:cBhvr>
                                    </p:animEffect>
                                  </p:childTnLst>
                                </p:cTn>
                              </p:par>
                            </p:childTnLst>
                          </p:cTn>
                        </p:par>
                      </p:childTnLst>
                    </p:cTn>
                  </p:par>
                  <p:par>
                    <p:cTn id="227" fill="hold">
                      <p:stCondLst>
                        <p:cond delay="indefinite"/>
                      </p:stCondLst>
                      <p:childTnLst>
                        <p:par>
                          <p:cTn id="228" fill="hold">
                            <p:stCondLst>
                              <p:cond delay="0"/>
                            </p:stCondLst>
                            <p:childTnLst>
                              <p:par>
                                <p:cTn id="229" presetID="53" presetClass="entr" presetSubtype="16" fill="hold" grpId="0" nodeType="clickEffect">
                                  <p:stCondLst>
                                    <p:cond delay="0"/>
                                  </p:stCondLst>
                                  <p:childTnLst>
                                    <p:set>
                                      <p:cBhvr>
                                        <p:cTn id="230" dur="1" fill="hold">
                                          <p:stCondLst>
                                            <p:cond delay="0"/>
                                          </p:stCondLst>
                                        </p:cTn>
                                        <p:tgtEl>
                                          <p:spTgt spid="69"/>
                                        </p:tgtEl>
                                        <p:attrNameLst>
                                          <p:attrName>style.visibility</p:attrName>
                                        </p:attrNameLst>
                                      </p:cBhvr>
                                      <p:to>
                                        <p:strVal val="visible"/>
                                      </p:to>
                                    </p:set>
                                    <p:anim calcmode="lin" valueType="num">
                                      <p:cBhvr>
                                        <p:cTn id="231" dur="500" fill="hold"/>
                                        <p:tgtEl>
                                          <p:spTgt spid="69"/>
                                        </p:tgtEl>
                                        <p:attrNameLst>
                                          <p:attrName>ppt_w</p:attrName>
                                        </p:attrNameLst>
                                      </p:cBhvr>
                                      <p:tavLst>
                                        <p:tav tm="0">
                                          <p:val>
                                            <p:fltVal val="0"/>
                                          </p:val>
                                        </p:tav>
                                        <p:tav tm="100000">
                                          <p:val>
                                            <p:strVal val="#ppt_w"/>
                                          </p:val>
                                        </p:tav>
                                      </p:tavLst>
                                    </p:anim>
                                    <p:anim calcmode="lin" valueType="num">
                                      <p:cBhvr>
                                        <p:cTn id="232" dur="500" fill="hold"/>
                                        <p:tgtEl>
                                          <p:spTgt spid="69"/>
                                        </p:tgtEl>
                                        <p:attrNameLst>
                                          <p:attrName>ppt_h</p:attrName>
                                        </p:attrNameLst>
                                      </p:cBhvr>
                                      <p:tavLst>
                                        <p:tav tm="0">
                                          <p:val>
                                            <p:fltVal val="0"/>
                                          </p:val>
                                        </p:tav>
                                        <p:tav tm="100000">
                                          <p:val>
                                            <p:strVal val="#ppt_h"/>
                                          </p:val>
                                        </p:tav>
                                      </p:tavLst>
                                    </p:anim>
                                    <p:animEffect transition="in" filter="fade">
                                      <p:cBhvr>
                                        <p:cTn id="23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45" grpId="0" animBg="1"/>
      <p:bldP spid="3" grpId="0" animBg="1"/>
      <p:bldP spid="8" grpId="0" animBg="1"/>
      <p:bldP spid="47"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1352E-8AE8-F53A-0431-8FA34472C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5B5052-4BCF-7162-1D5D-8D14927A339C}"/>
              </a:ext>
            </a:extLst>
          </p:cNvPr>
          <p:cNvSpPr>
            <a:spLocks noGrp="1"/>
          </p:cNvSpPr>
          <p:nvPr>
            <p:ph type="title"/>
          </p:nvPr>
        </p:nvSpPr>
        <p:spPr/>
        <p:txBody>
          <a:bodyPr>
            <a:normAutofit fontScale="90000"/>
          </a:bodyPr>
          <a:lstStyle/>
          <a:p>
            <a:r>
              <a:rPr lang="fr-FR" dirty="0"/>
              <a:t>Mesures</a:t>
            </a:r>
          </a:p>
        </p:txBody>
      </p:sp>
      <p:sp>
        <p:nvSpPr>
          <p:cNvPr id="9" name="Espace réservé du contenu 2">
            <a:extLst>
              <a:ext uri="{FF2B5EF4-FFF2-40B4-BE49-F238E27FC236}">
                <a16:creationId xmlns:a16="http://schemas.microsoft.com/office/drawing/2014/main" id="{5E37E16A-5FBB-3740-4282-7A660A7C309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vulnérabilités</a:t>
            </a:r>
          </a:p>
          <a:p>
            <a:pPr lvl="2"/>
            <a:r>
              <a:rPr lang="fr-FR" dirty="0"/>
              <a:t>Réduire les vulnérabilités des biens supports : matériels, logiciels, réseaux, organisations, personnes, réseaux interpersonnels et locaux</a:t>
            </a:r>
          </a:p>
          <a:p>
            <a:pPr lvl="1"/>
            <a:r>
              <a:rPr lang="fr-FR" dirty="0"/>
              <a:t>Agir en profondeur</a:t>
            </a:r>
          </a:p>
          <a:p>
            <a:pPr lvl="2"/>
            <a:r>
              <a:rPr lang="fr-FR" dirty="0"/>
              <a:t>Avant le sinistre : mesures de prévention</a:t>
            </a:r>
          </a:p>
          <a:p>
            <a:pPr lvl="2"/>
            <a:r>
              <a:rPr lang="fr-FR" dirty="0"/>
              <a:t>Pendant le sinistre : mesures de détection et de protection</a:t>
            </a:r>
          </a:p>
          <a:p>
            <a:pPr lvl="2"/>
            <a:r>
              <a:rPr lang="fr-FR" dirty="0"/>
              <a:t>Après le sinistre : mesures de récupération</a:t>
            </a:r>
          </a:p>
          <a:p>
            <a:pPr lvl="2"/>
            <a:endParaRPr lang="fr-FR" dirty="0"/>
          </a:p>
        </p:txBody>
      </p:sp>
      <p:sp>
        <p:nvSpPr>
          <p:cNvPr id="5" name="Espace réservé du pied de page 4">
            <a:extLst>
              <a:ext uri="{FF2B5EF4-FFF2-40B4-BE49-F238E27FC236}">
                <a16:creationId xmlns:a16="http://schemas.microsoft.com/office/drawing/2014/main" id="{49F9FD0F-4D60-A670-1CFF-D8AB49759D3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E479F16-72A8-3CCE-8EE9-09D4F103489C}"/>
              </a:ext>
            </a:extLst>
          </p:cNvPr>
          <p:cNvSpPr>
            <a:spLocks noGrp="1"/>
          </p:cNvSpPr>
          <p:nvPr>
            <p:ph type="sldNum" sz="quarter" idx="12"/>
          </p:nvPr>
        </p:nvSpPr>
        <p:spPr/>
        <p:txBody>
          <a:bodyPr/>
          <a:lstStyle/>
          <a:p>
            <a:pPr rtl="0"/>
            <a:fld id="{294A09A9-5501-47C1-A89A-A340965A2BE2}" type="slidenum">
              <a:rPr lang="fr-FR" noProof="0" smtClean="0"/>
              <a:t>107</a:t>
            </a:fld>
            <a:endParaRPr lang="fr-FR" noProof="0"/>
          </a:p>
        </p:txBody>
      </p:sp>
      <p:sp>
        <p:nvSpPr>
          <p:cNvPr id="4" name="Espace réservé de la date 3">
            <a:extLst>
              <a:ext uri="{FF2B5EF4-FFF2-40B4-BE49-F238E27FC236}">
                <a16:creationId xmlns:a16="http://schemas.microsoft.com/office/drawing/2014/main" id="{EACAFC0D-6841-3D1A-67C2-86B7755EB769}"/>
              </a:ext>
            </a:extLst>
          </p:cNvPr>
          <p:cNvSpPr>
            <a:spLocks noGrp="1"/>
          </p:cNvSpPr>
          <p:nvPr>
            <p:ph type="dt" sz="half" idx="10"/>
          </p:nvPr>
        </p:nvSpPr>
        <p:spPr/>
        <p:txBody>
          <a:bodyPr/>
          <a:lstStyle/>
          <a:p>
            <a:pPr rtl="0"/>
            <a:r>
              <a:rPr lang="fr-FR" noProof="0"/>
              <a:t>14/10/2025</a:t>
            </a:r>
          </a:p>
        </p:txBody>
      </p:sp>
      <p:sp>
        <p:nvSpPr>
          <p:cNvPr id="11" name="Espace réservé du texte 10">
            <a:extLst>
              <a:ext uri="{FF2B5EF4-FFF2-40B4-BE49-F238E27FC236}">
                <a16:creationId xmlns:a16="http://schemas.microsoft.com/office/drawing/2014/main" id="{EC5BBCF1-9932-F361-3BCE-B56F0D012DE7}"/>
              </a:ext>
            </a:extLst>
          </p:cNvPr>
          <p:cNvSpPr>
            <a:spLocks noGrp="1"/>
          </p:cNvSpPr>
          <p:nvPr>
            <p:ph type="body" sz="quarter" idx="13"/>
          </p:nvPr>
        </p:nvSpPr>
        <p:spPr/>
        <p:txBody>
          <a:bodyPr/>
          <a:lstStyle/>
          <a:p>
            <a:r>
              <a:rPr lang="fr-FR" dirty="0"/>
              <a:t>Peut-on déterminer des mesures sur les scénarios opérationnels ?</a:t>
            </a:r>
          </a:p>
        </p:txBody>
      </p:sp>
      <p:pic>
        <p:nvPicPr>
          <p:cNvPr id="7" name="Image 6">
            <a:extLst>
              <a:ext uri="{FF2B5EF4-FFF2-40B4-BE49-F238E27FC236}">
                <a16:creationId xmlns:a16="http://schemas.microsoft.com/office/drawing/2014/main" id="{7141E34F-70A1-4E8E-4461-2E75752CAA31}"/>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10" name="Organigramme : Alternative 9">
            <a:extLst>
              <a:ext uri="{FF2B5EF4-FFF2-40B4-BE49-F238E27FC236}">
                <a16:creationId xmlns:a16="http://schemas.microsoft.com/office/drawing/2014/main" id="{D09CF33F-DEE4-7E02-5EB7-223155077C6C}"/>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3" name="ZoneTexte 2">
            <a:extLst>
              <a:ext uri="{FF2B5EF4-FFF2-40B4-BE49-F238E27FC236}">
                <a16:creationId xmlns:a16="http://schemas.microsoft.com/office/drawing/2014/main" id="{7FEEA61E-BCC2-F9A3-0CF2-8C46C6A367F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180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02C469-B1B1-1B16-40F5-C92A4D0F48E4}"/>
              </a:ext>
            </a:extLst>
          </p:cNvPr>
          <p:cNvSpPr>
            <a:spLocks noGrp="1"/>
          </p:cNvSpPr>
          <p:nvPr>
            <p:ph type="title"/>
          </p:nvPr>
        </p:nvSpPr>
        <p:spPr/>
        <p:txBody>
          <a:bodyPr>
            <a:normAutofit fontScale="90000"/>
          </a:bodyPr>
          <a:lstStyle/>
          <a:p>
            <a:r>
              <a:rPr lang="fr-FR"/>
              <a:t>Outil 11 – Évaluer les risques</a:t>
            </a:r>
            <a:endParaRPr lang="fr-FR" dirty="0"/>
          </a:p>
        </p:txBody>
      </p:sp>
      <p:sp>
        <p:nvSpPr>
          <p:cNvPr id="3" name="Espace réservé du contenu 2">
            <a:extLst>
              <a:ext uri="{FF2B5EF4-FFF2-40B4-BE49-F238E27FC236}">
                <a16:creationId xmlns:a16="http://schemas.microsoft.com/office/drawing/2014/main" id="{DADCBD6A-ACFA-DCE5-8D97-730DAC085C99}"/>
              </a:ext>
            </a:extLst>
          </p:cNvPr>
          <p:cNvSpPr>
            <a:spLocks noGrp="1"/>
          </p:cNvSpPr>
          <p:nvPr>
            <p:ph idx="1"/>
          </p:nvPr>
        </p:nvSpPr>
        <p:spPr/>
        <p:txBody>
          <a:bodyPr>
            <a:normAutofit fontScale="92500" lnSpcReduction="10000"/>
          </a:bodyPr>
          <a:lstStyle/>
          <a:p>
            <a:pPr marL="457200" indent="-457200">
              <a:buFont typeface="+mj-lt"/>
              <a:buAutoNum type="arabicPeriod"/>
            </a:pPr>
            <a:r>
              <a:rPr lang="fr-FR" sz="2400" b="1" dirty="0"/>
              <a:t>Formuler les risques</a:t>
            </a:r>
            <a:r>
              <a:rPr lang="fr-FR" sz="2400" dirty="0"/>
              <a:t> selon les destinataires de l’étude et les outils employés</a:t>
            </a:r>
          </a:p>
          <a:p>
            <a:pPr lvl="1"/>
            <a:r>
              <a:rPr lang="fr-FR" sz="1800" dirty="0"/>
              <a:t>Un risque est un scénario, qui doit raconter comment une source de risque, avec son objectif visé, va employer un scénario stratégique, et plus précisément un scénario opérationnel, et engendrer un ou plusieurs événements redoutés</a:t>
            </a:r>
          </a:p>
          <a:p>
            <a:pPr lvl="1"/>
            <a:r>
              <a:rPr lang="fr-FR" sz="1800" dirty="0"/>
              <a:t>On peut décider de créer les risques en partant de chaque élément étudié : par événement redouté, par source de risques, par scénario stratégique, par scénario opérationnel, par chaîne d’attaque, ou autre (généralement, on crée un risque par scénario opérationnel ou par chaîne d’attaque)</a:t>
            </a:r>
          </a:p>
          <a:p>
            <a:pPr lvl="1"/>
            <a:r>
              <a:rPr lang="fr-FR" sz="1800" dirty="0"/>
              <a:t>On va devoir choisir le niveau de détail et de formulation le plus approprié aux destinataires de l’étude, et on peut également les regrouper, les scinder, etc.</a:t>
            </a:r>
          </a:p>
          <a:p>
            <a:pPr marL="457200" indent="-457200">
              <a:buFont typeface="+mj-lt"/>
              <a:buAutoNum type="arabicPeriod"/>
            </a:pPr>
            <a:r>
              <a:rPr lang="fr-FR" sz="2400" b="1" dirty="0"/>
              <a:t>Déterminer leur gravité et leur vraisemblance</a:t>
            </a:r>
          </a:p>
          <a:p>
            <a:pPr lvl="1"/>
            <a:r>
              <a:rPr lang="fr-FR" sz="1800" dirty="0"/>
              <a:t>La gravité est héritée du/des événements redoutés considérés</a:t>
            </a:r>
          </a:p>
          <a:p>
            <a:pPr lvl="1"/>
            <a:r>
              <a:rPr lang="fr-FR" sz="1800" dirty="0"/>
              <a:t>La vraisemblance est héritée des scénarios opérationnels, des chaînes d’attaque ou des actions élémentaires</a:t>
            </a:r>
          </a:p>
          <a:p>
            <a:pPr marL="457200" indent="-457200">
              <a:buFont typeface="+mj-lt"/>
              <a:buAutoNum type="arabicPeriod"/>
            </a:pPr>
            <a:r>
              <a:rPr lang="fr-FR" sz="2400" b="1" dirty="0"/>
              <a:t>Les représenter sur un graphique</a:t>
            </a:r>
            <a:r>
              <a:rPr lang="fr-FR" sz="2400" dirty="0"/>
              <a:t>, avec la vraisemblance en abscisse et la gravité en ordonnée</a:t>
            </a:r>
          </a:p>
          <a:p>
            <a:pPr marL="457200" indent="-457200">
              <a:buFont typeface="+mj-lt"/>
              <a:buAutoNum type="arabicPeriod"/>
            </a:pPr>
            <a:r>
              <a:rPr lang="fr-FR" sz="2400" b="1" dirty="0"/>
              <a:t>Juger de l’acceptabilité des risques</a:t>
            </a:r>
            <a:r>
              <a:rPr lang="fr-FR" sz="2400" dirty="0"/>
              <a:t> à l’aide d’une échelle d’acceptation</a:t>
            </a:r>
          </a:p>
        </p:txBody>
      </p:sp>
      <p:sp>
        <p:nvSpPr>
          <p:cNvPr id="5" name="Espace réservé du pied de page 4">
            <a:extLst>
              <a:ext uri="{FF2B5EF4-FFF2-40B4-BE49-F238E27FC236}">
                <a16:creationId xmlns:a16="http://schemas.microsoft.com/office/drawing/2014/main" id="{879C5F75-4FE9-617E-4627-16D4EAC94E22}"/>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455EED3-B53D-278E-FCC3-A258B5177A1F}"/>
              </a:ext>
            </a:extLst>
          </p:cNvPr>
          <p:cNvSpPr>
            <a:spLocks noGrp="1"/>
          </p:cNvSpPr>
          <p:nvPr>
            <p:ph type="sldNum" sz="quarter" idx="12"/>
          </p:nvPr>
        </p:nvSpPr>
        <p:spPr/>
        <p:txBody>
          <a:bodyPr/>
          <a:lstStyle/>
          <a:p>
            <a:pPr rtl="0"/>
            <a:fld id="{294A09A9-5501-47C1-A89A-A340965A2BE2}" type="slidenum">
              <a:rPr lang="fr-FR" noProof="0" smtClean="0"/>
              <a:t>108</a:t>
            </a:fld>
            <a:endParaRPr lang="fr-FR" noProof="0"/>
          </a:p>
        </p:txBody>
      </p:sp>
      <p:sp>
        <p:nvSpPr>
          <p:cNvPr id="4" name="Espace réservé de la date 3">
            <a:extLst>
              <a:ext uri="{FF2B5EF4-FFF2-40B4-BE49-F238E27FC236}">
                <a16:creationId xmlns:a16="http://schemas.microsoft.com/office/drawing/2014/main" id="{284A2423-F1C0-CF3C-99DD-F3AD74697A29}"/>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C658A76B-2F99-8056-3688-40600173338A}"/>
              </a:ext>
            </a:extLst>
          </p:cNvPr>
          <p:cNvSpPr>
            <a:spLocks noGrp="1"/>
          </p:cNvSpPr>
          <p:nvPr>
            <p:ph type="body" sz="quarter" idx="13"/>
          </p:nvPr>
        </p:nvSpPr>
        <p:spPr/>
        <p:txBody>
          <a:bodyPr/>
          <a:lstStyle/>
          <a:p>
            <a:r>
              <a:rPr lang="fr-FR" dirty="0"/>
              <a:t>Comment comparer les risques ?</a:t>
            </a:r>
          </a:p>
        </p:txBody>
      </p:sp>
      <p:sp>
        <p:nvSpPr>
          <p:cNvPr id="8" name="ZoneTexte 7">
            <a:extLst>
              <a:ext uri="{FF2B5EF4-FFF2-40B4-BE49-F238E27FC236}">
                <a16:creationId xmlns:a16="http://schemas.microsoft.com/office/drawing/2014/main" id="{3C92E4D4-9D46-7E95-3F18-54E2BBC57B7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065094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11BB34-F2BF-216B-BCA5-368B91F8B39C}"/>
              </a:ext>
            </a:extLst>
          </p:cNvPr>
          <p:cNvSpPr>
            <a:spLocks noGrp="1"/>
          </p:cNvSpPr>
          <p:nvPr>
            <p:ph type="title"/>
          </p:nvPr>
        </p:nvSpPr>
        <p:spPr/>
        <p:txBody>
          <a:bodyPr>
            <a:normAutofit fontScale="90000"/>
          </a:bodyPr>
          <a:lstStyle/>
          <a:p>
            <a:r>
              <a:rPr lang="fr-FR" dirty="0"/>
              <a:t>Comment formuler et estimer les risques ?</a:t>
            </a:r>
          </a:p>
        </p:txBody>
      </p:sp>
      <p:sp>
        <p:nvSpPr>
          <p:cNvPr id="4" name="Espace réservé de la date 3">
            <a:extLst>
              <a:ext uri="{FF2B5EF4-FFF2-40B4-BE49-F238E27FC236}">
                <a16:creationId xmlns:a16="http://schemas.microsoft.com/office/drawing/2014/main" id="{4FF7A456-D3B4-6883-F995-38F13EDCDCD7}"/>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B4399287-F17C-7C45-5210-44D639E775E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A1440BC-3519-E933-1759-FFC991AA7816}"/>
              </a:ext>
            </a:extLst>
          </p:cNvPr>
          <p:cNvSpPr>
            <a:spLocks noGrp="1"/>
          </p:cNvSpPr>
          <p:nvPr>
            <p:ph type="sldNum" sz="quarter" idx="12"/>
          </p:nvPr>
        </p:nvSpPr>
        <p:spPr/>
        <p:txBody>
          <a:bodyPr/>
          <a:lstStyle/>
          <a:p>
            <a:fld id="{294A09A9-5501-47C1-A89A-A340965A2BE2}" type="slidenum">
              <a:rPr lang="fr-FR" smtClean="0"/>
              <a:pPr/>
              <a:t>109</a:t>
            </a:fld>
            <a:endParaRPr lang="fr-FR"/>
          </a:p>
        </p:txBody>
      </p:sp>
      <p:sp>
        <p:nvSpPr>
          <p:cNvPr id="7" name="ZoneTexte 6">
            <a:extLst>
              <a:ext uri="{FF2B5EF4-FFF2-40B4-BE49-F238E27FC236}">
                <a16:creationId xmlns:a16="http://schemas.microsoft.com/office/drawing/2014/main" id="{BAF0FDFE-41B0-B9AC-4CF0-86F6EF0120DE}"/>
              </a:ext>
            </a:extLst>
          </p:cNvPr>
          <p:cNvSpPr txBox="1"/>
          <p:nvPr/>
        </p:nvSpPr>
        <p:spPr>
          <a:xfrm>
            <a:off x="1678517" y="5601476"/>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formule le risque comme une synthèse du scénario stratégique et de la chaîne d’attaque.</a:t>
            </a:r>
          </a:p>
        </p:txBody>
      </p:sp>
      <p:sp>
        <p:nvSpPr>
          <p:cNvPr id="8" name="ZoneTexte 7">
            <a:extLst>
              <a:ext uri="{FF2B5EF4-FFF2-40B4-BE49-F238E27FC236}">
                <a16:creationId xmlns:a16="http://schemas.microsoft.com/office/drawing/2014/main" id="{F161C2C6-1B5D-A987-8395-63FEDA2EE023}"/>
              </a:ext>
            </a:extLst>
          </p:cNvPr>
          <p:cNvSpPr txBox="1"/>
          <p:nvPr/>
        </p:nvSpPr>
        <p:spPr>
          <a:xfrm>
            <a:off x="1678519" y="1280998"/>
            <a:ext cx="4544251" cy="646331"/>
          </a:xfrm>
          <a:prstGeom prst="rect">
            <a:avLst/>
          </a:prstGeom>
          <a:noFill/>
        </p:spPr>
        <p:txBody>
          <a:bodyPr wrap="square" lIns="0" tIns="0" rIns="0" bIns="0" rtlCol="0">
            <a:spAutoFit/>
          </a:bodyPr>
          <a:lstStyle/>
          <a:p>
            <a:r>
              <a:rPr lang="fr-FR" sz="1400" dirty="0">
                <a:solidFill>
                  <a:srgbClr val="252525"/>
                </a:solidFill>
                <a:latin typeface="+mj-lt"/>
                <a:cs typeface="Segoe UI" panose="020B0502040204020203" pitchFamily="34" charset="0"/>
              </a:rPr>
              <a:t>On exprime des événements redoutés et estime leur gravité. Les plus graves serviront de base pour le reste de la construction du risque.</a:t>
            </a:r>
          </a:p>
        </p:txBody>
      </p:sp>
      <p:sp>
        <p:nvSpPr>
          <p:cNvPr id="9" name="ZoneTexte 8">
            <a:extLst>
              <a:ext uri="{FF2B5EF4-FFF2-40B4-BE49-F238E27FC236}">
                <a16:creationId xmlns:a16="http://schemas.microsoft.com/office/drawing/2014/main" id="{A581F01A-23FB-B192-8C42-27B25325F8D3}"/>
              </a:ext>
            </a:extLst>
          </p:cNvPr>
          <p:cNvSpPr txBox="1"/>
          <p:nvPr/>
        </p:nvSpPr>
        <p:spPr>
          <a:xfrm>
            <a:off x="1678518" y="2137824"/>
            <a:ext cx="4544249"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valide des couples de sources de risque et d’objectifs visés. Les plus pertinents, mis en relation avec les événements redoutés, seront (re)formulés et contextualisés.</a:t>
            </a:r>
          </a:p>
        </p:txBody>
      </p:sp>
      <p:sp>
        <p:nvSpPr>
          <p:cNvPr id="10" name="ZoneTexte 9">
            <a:extLst>
              <a:ext uri="{FF2B5EF4-FFF2-40B4-BE49-F238E27FC236}">
                <a16:creationId xmlns:a16="http://schemas.microsoft.com/office/drawing/2014/main" id="{C4B3D32B-00A8-5599-5FF5-49444FD42384}"/>
              </a:ext>
            </a:extLst>
          </p:cNvPr>
          <p:cNvSpPr txBox="1"/>
          <p:nvPr/>
        </p:nvSpPr>
        <p:spPr>
          <a:xfrm>
            <a:off x="1678519" y="2994650"/>
            <a:ext cx="4417483" cy="215444"/>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crée les scénarios stratégiques.</a:t>
            </a:r>
          </a:p>
        </p:txBody>
      </p:sp>
      <p:sp>
        <p:nvSpPr>
          <p:cNvPr id="11" name="ZoneTexte 10">
            <a:extLst>
              <a:ext uri="{FF2B5EF4-FFF2-40B4-BE49-F238E27FC236}">
                <a16:creationId xmlns:a16="http://schemas.microsoft.com/office/drawing/2014/main" id="{A3AE92AF-5F79-AD50-C8B6-973B77D3BC9C}"/>
              </a:ext>
            </a:extLst>
          </p:cNvPr>
          <p:cNvSpPr txBox="1"/>
          <p:nvPr/>
        </p:nvSpPr>
        <p:spPr>
          <a:xfrm>
            <a:off x="1678517" y="3441236"/>
            <a:ext cx="4417483"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raffine les scénarios stratégiques en chemins d’attaques, avec reformulation, en y intégrant pour certains des parties prenantes.</a:t>
            </a:r>
          </a:p>
        </p:txBody>
      </p:sp>
      <p:sp>
        <p:nvSpPr>
          <p:cNvPr id="12" name="ZoneTexte 11">
            <a:extLst>
              <a:ext uri="{FF2B5EF4-FFF2-40B4-BE49-F238E27FC236}">
                <a16:creationId xmlns:a16="http://schemas.microsoft.com/office/drawing/2014/main" id="{B011A6E0-7A8A-50B6-2EAE-AA85E5EB2D6B}"/>
              </a:ext>
            </a:extLst>
          </p:cNvPr>
          <p:cNvSpPr txBox="1"/>
          <p:nvPr/>
        </p:nvSpPr>
        <p:spPr>
          <a:xfrm>
            <a:off x="1678517" y="4298062"/>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décline les différents chemins d’attaques des scénarios stratégiques en scénarios opérationnels.</a:t>
            </a:r>
          </a:p>
        </p:txBody>
      </p:sp>
      <p:sp>
        <p:nvSpPr>
          <p:cNvPr id="13" name="ZoneTexte 12">
            <a:extLst>
              <a:ext uri="{FF2B5EF4-FFF2-40B4-BE49-F238E27FC236}">
                <a16:creationId xmlns:a16="http://schemas.microsoft.com/office/drawing/2014/main" id="{B9F4C448-E746-5BA3-11FD-D325B835A248}"/>
              </a:ext>
            </a:extLst>
          </p:cNvPr>
          <p:cNvSpPr txBox="1"/>
          <p:nvPr/>
        </p:nvSpPr>
        <p:spPr>
          <a:xfrm>
            <a:off x="1678517" y="4949768"/>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décrit synthétiquement chaque chaîne d’attaque de chaque scénario opérationnel.</a:t>
            </a:r>
          </a:p>
        </p:txBody>
      </p:sp>
      <p:sp>
        <p:nvSpPr>
          <p:cNvPr id="14" name="ZoneTexte 13">
            <a:extLst>
              <a:ext uri="{FF2B5EF4-FFF2-40B4-BE49-F238E27FC236}">
                <a16:creationId xmlns:a16="http://schemas.microsoft.com/office/drawing/2014/main" id="{88AD6AAC-861B-6460-E6AD-626D1F51A68F}"/>
              </a:ext>
            </a:extLst>
          </p:cNvPr>
          <p:cNvSpPr txBox="1"/>
          <p:nvPr/>
        </p:nvSpPr>
        <p:spPr>
          <a:xfrm>
            <a:off x="8140623" y="5735207"/>
            <a:ext cx="3584051" cy="553998"/>
          </a:xfrm>
          <a:prstGeom prst="rect">
            <a:avLst/>
          </a:prstGeom>
          <a:noFill/>
        </p:spPr>
        <p:txBody>
          <a:bodyPr wrap="square" lIns="0" tIns="0" rIns="0" bIns="0" rtlCol="0">
            <a:spAutoFit/>
          </a:bodyPr>
          <a:lstStyle/>
          <a:p>
            <a:r>
              <a:rPr lang="fr-FR" sz="1200" b="1" dirty="0">
                <a:solidFill>
                  <a:srgbClr val="252525"/>
                </a:solidFill>
                <a:latin typeface="+mj-lt"/>
                <a:cs typeface="Segoe UI" panose="020B0502040204020203" pitchFamily="34" charset="0"/>
              </a:rPr>
              <a:t>La formulation du risque pourrait être vue comme une dérivation légère du scénario stratégique et du chemin d’attaque associé.</a:t>
            </a:r>
          </a:p>
        </p:txBody>
      </p:sp>
      <p:sp>
        <p:nvSpPr>
          <p:cNvPr id="15" name="Ellipse 14">
            <a:extLst>
              <a:ext uri="{FF2B5EF4-FFF2-40B4-BE49-F238E27FC236}">
                <a16:creationId xmlns:a16="http://schemas.microsoft.com/office/drawing/2014/main" id="{5A69F435-4896-B8F0-93CC-5480BEBDE971}"/>
              </a:ext>
            </a:extLst>
          </p:cNvPr>
          <p:cNvSpPr/>
          <p:nvPr/>
        </p:nvSpPr>
        <p:spPr>
          <a:xfrm>
            <a:off x="6878255" y="16374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Source de risque 1</a:t>
            </a:r>
          </a:p>
        </p:txBody>
      </p:sp>
      <p:sp>
        <p:nvSpPr>
          <p:cNvPr id="16" name="Rectangle 15">
            <a:extLst>
              <a:ext uri="{FF2B5EF4-FFF2-40B4-BE49-F238E27FC236}">
                <a16:creationId xmlns:a16="http://schemas.microsoft.com/office/drawing/2014/main" id="{6BD67666-CC6F-2B86-33EB-28B4405BDE66}"/>
              </a:ext>
            </a:extLst>
          </p:cNvPr>
          <p:cNvSpPr/>
          <p:nvPr/>
        </p:nvSpPr>
        <p:spPr>
          <a:xfrm>
            <a:off x="7049318" y="2904603"/>
            <a:ext cx="2117421"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stratégique 1</a:t>
            </a:r>
          </a:p>
        </p:txBody>
      </p:sp>
      <p:sp>
        <p:nvSpPr>
          <p:cNvPr id="17" name="Rectangle 16">
            <a:extLst>
              <a:ext uri="{FF2B5EF4-FFF2-40B4-BE49-F238E27FC236}">
                <a16:creationId xmlns:a16="http://schemas.microsoft.com/office/drawing/2014/main" id="{AD4F65DE-A7AE-9C5A-375B-8DD2EC3BBE13}"/>
              </a:ext>
            </a:extLst>
          </p:cNvPr>
          <p:cNvSpPr/>
          <p:nvPr/>
        </p:nvSpPr>
        <p:spPr>
          <a:xfrm>
            <a:off x="6746242"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1</a:t>
            </a:r>
          </a:p>
        </p:txBody>
      </p:sp>
      <p:sp>
        <p:nvSpPr>
          <p:cNvPr id="18" name="Rectangle 17">
            <a:extLst>
              <a:ext uri="{FF2B5EF4-FFF2-40B4-BE49-F238E27FC236}">
                <a16:creationId xmlns:a16="http://schemas.microsoft.com/office/drawing/2014/main" id="{A3115AE8-3DC9-AD2D-D9B3-5490620D3501}"/>
              </a:ext>
            </a:extLst>
          </p:cNvPr>
          <p:cNvSpPr/>
          <p:nvPr/>
        </p:nvSpPr>
        <p:spPr>
          <a:xfrm>
            <a:off x="8275114"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n</a:t>
            </a:r>
          </a:p>
        </p:txBody>
      </p:sp>
      <p:sp>
        <p:nvSpPr>
          <p:cNvPr id="19" name="Rectangle 18">
            <a:extLst>
              <a:ext uri="{FF2B5EF4-FFF2-40B4-BE49-F238E27FC236}">
                <a16:creationId xmlns:a16="http://schemas.microsoft.com/office/drawing/2014/main" id="{61D2F351-6341-2870-66FA-8F9EBE69E0A3}"/>
              </a:ext>
            </a:extLst>
          </p:cNvPr>
          <p:cNvSpPr/>
          <p:nvPr/>
        </p:nvSpPr>
        <p:spPr>
          <a:xfrm>
            <a:off x="6746241" y="4335979"/>
            <a:ext cx="2024753"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opérationnel 1</a:t>
            </a:r>
          </a:p>
        </p:txBody>
      </p:sp>
      <p:sp>
        <p:nvSpPr>
          <p:cNvPr id="20" name="Rectangle 19">
            <a:extLst>
              <a:ext uri="{FF2B5EF4-FFF2-40B4-BE49-F238E27FC236}">
                <a16:creationId xmlns:a16="http://schemas.microsoft.com/office/drawing/2014/main" id="{A234F81E-0067-7B75-BE97-4268416362D6}"/>
              </a:ext>
            </a:extLst>
          </p:cNvPr>
          <p:cNvSpPr/>
          <p:nvPr/>
        </p:nvSpPr>
        <p:spPr>
          <a:xfrm>
            <a:off x="6746242" y="5045727"/>
            <a:ext cx="997188"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1</a:t>
            </a:r>
          </a:p>
        </p:txBody>
      </p:sp>
      <p:sp>
        <p:nvSpPr>
          <p:cNvPr id="21" name="Rectangle 20">
            <a:extLst>
              <a:ext uri="{FF2B5EF4-FFF2-40B4-BE49-F238E27FC236}">
                <a16:creationId xmlns:a16="http://schemas.microsoft.com/office/drawing/2014/main" id="{F5DA837C-914F-5901-2FBE-31A6CFCD86FB}"/>
              </a:ext>
            </a:extLst>
          </p:cNvPr>
          <p:cNvSpPr/>
          <p:nvPr/>
        </p:nvSpPr>
        <p:spPr>
          <a:xfrm>
            <a:off x="8270017" y="5043795"/>
            <a:ext cx="991139"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n</a:t>
            </a:r>
          </a:p>
        </p:txBody>
      </p:sp>
      <p:sp>
        <p:nvSpPr>
          <p:cNvPr id="22" name="ZoneTexte 21">
            <a:extLst>
              <a:ext uri="{FF2B5EF4-FFF2-40B4-BE49-F238E27FC236}">
                <a16:creationId xmlns:a16="http://schemas.microsoft.com/office/drawing/2014/main" id="{94D99B93-BBE7-4ACA-E985-F791AE1162D5}"/>
              </a:ext>
            </a:extLst>
          </p:cNvPr>
          <p:cNvSpPr txBox="1"/>
          <p:nvPr/>
        </p:nvSpPr>
        <p:spPr>
          <a:xfrm>
            <a:off x="9239937" y="5137980"/>
            <a:ext cx="1478273" cy="461665"/>
          </a:xfrm>
          <a:prstGeom prst="rect">
            <a:avLst/>
          </a:prstGeom>
          <a:solidFill>
            <a:srgbClr val="CC9900"/>
          </a:solidFill>
          <a:ln>
            <a:noFill/>
          </a:ln>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fr-FR" sz="1200" dirty="0">
                <a:latin typeface="+mj-lt"/>
                <a:cs typeface="Segoe UI" panose="020B0502040204020203" pitchFamily="34" charset="0"/>
              </a:rPr>
              <a:t>On retient les plus vraisemblables</a:t>
            </a:r>
          </a:p>
        </p:txBody>
      </p:sp>
      <p:cxnSp>
        <p:nvCxnSpPr>
          <p:cNvPr id="23" name="Connecteur droit avec flèche 22">
            <a:extLst>
              <a:ext uri="{FF2B5EF4-FFF2-40B4-BE49-F238E27FC236}">
                <a16:creationId xmlns:a16="http://schemas.microsoft.com/office/drawing/2014/main" id="{435A6EDA-13AB-9C5A-98AB-5DA6B89C5974}"/>
              </a:ext>
            </a:extLst>
          </p:cNvPr>
          <p:cNvCxnSpPr>
            <a:cxnSpLocks/>
            <a:stCxn id="39" idx="2"/>
            <a:endCxn id="49" idx="0"/>
          </p:cNvCxnSpPr>
          <p:nvPr/>
        </p:nvCxnSpPr>
        <p:spPr>
          <a:xfrm>
            <a:off x="10540628" y="1789869"/>
            <a:ext cx="10000" cy="1464260"/>
          </a:xfrm>
          <a:prstGeom prst="straightConnector1">
            <a:avLst/>
          </a:prstGeom>
          <a:ln w="19050">
            <a:solidFill>
              <a:srgbClr val="CA4C66"/>
            </a:solidFill>
            <a:tailEnd type="triangle"/>
          </a:ln>
          <a:effectLst/>
        </p:spPr>
        <p:style>
          <a:lnRef idx="2">
            <a:schemeClr val="accent5"/>
          </a:lnRef>
          <a:fillRef idx="0">
            <a:schemeClr val="accent5"/>
          </a:fillRef>
          <a:effectRef idx="1">
            <a:schemeClr val="accent5"/>
          </a:effectRef>
          <a:fontRef idx="minor">
            <a:schemeClr val="tx1"/>
          </a:fontRef>
        </p:style>
      </p:cxnSp>
      <p:sp>
        <p:nvSpPr>
          <p:cNvPr id="24" name="Ellipse 23">
            <a:extLst>
              <a:ext uri="{FF2B5EF4-FFF2-40B4-BE49-F238E27FC236}">
                <a16:creationId xmlns:a16="http://schemas.microsoft.com/office/drawing/2014/main" id="{63A400C1-9856-A0DF-9D31-9BECB256FCE8}"/>
              </a:ext>
            </a:extLst>
          </p:cNvPr>
          <p:cNvSpPr/>
          <p:nvPr/>
        </p:nvSpPr>
        <p:spPr>
          <a:xfrm>
            <a:off x="7836520" y="16374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Objectif visé 1</a:t>
            </a:r>
          </a:p>
        </p:txBody>
      </p:sp>
      <p:sp>
        <p:nvSpPr>
          <p:cNvPr id="25" name="Rectangle 24">
            <a:extLst>
              <a:ext uri="{FF2B5EF4-FFF2-40B4-BE49-F238E27FC236}">
                <a16:creationId xmlns:a16="http://schemas.microsoft.com/office/drawing/2014/main" id="{614D46A7-2B52-C53F-2ECB-0CD82713BD4C}"/>
              </a:ext>
            </a:extLst>
          </p:cNvPr>
          <p:cNvSpPr/>
          <p:nvPr/>
        </p:nvSpPr>
        <p:spPr>
          <a:xfrm>
            <a:off x="6861154" y="1225145"/>
            <a:ext cx="2060829"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Événement redouté 1</a:t>
            </a:r>
          </a:p>
        </p:txBody>
      </p:sp>
      <p:cxnSp>
        <p:nvCxnSpPr>
          <p:cNvPr id="26" name="Connecteur : en angle 57">
            <a:extLst>
              <a:ext uri="{FF2B5EF4-FFF2-40B4-BE49-F238E27FC236}">
                <a16:creationId xmlns:a16="http://schemas.microsoft.com/office/drawing/2014/main" id="{A8E94E55-3F1E-1A4B-5D8D-EB6FE0D6149B}"/>
              </a:ext>
            </a:extLst>
          </p:cNvPr>
          <p:cNvCxnSpPr>
            <a:cxnSpLocks/>
            <a:stCxn id="16" idx="2"/>
            <a:endCxn id="18" idx="0"/>
          </p:cNvCxnSpPr>
          <p:nvPr/>
        </p:nvCxnSpPr>
        <p:spPr>
          <a:xfrm rot="16200000" flipH="1">
            <a:off x="8309302" y="3158097"/>
            <a:ext cx="263132" cy="665679"/>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94768EB4-E63C-BCD5-DF30-2250C6C49F52}"/>
              </a:ext>
            </a:extLst>
          </p:cNvPr>
          <p:cNvSpPr txBox="1"/>
          <p:nvPr/>
        </p:nvSpPr>
        <p:spPr>
          <a:xfrm>
            <a:off x="7795705" y="37568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grpSp>
        <p:nvGrpSpPr>
          <p:cNvPr id="28" name="Groupe 27">
            <a:extLst>
              <a:ext uri="{FF2B5EF4-FFF2-40B4-BE49-F238E27FC236}">
                <a16:creationId xmlns:a16="http://schemas.microsoft.com/office/drawing/2014/main" id="{1F44C549-B2CC-4113-E11F-55C67BD0FE5D}"/>
              </a:ext>
            </a:extLst>
          </p:cNvPr>
          <p:cNvGrpSpPr/>
          <p:nvPr/>
        </p:nvGrpSpPr>
        <p:grpSpPr>
          <a:xfrm>
            <a:off x="6746240" y="1077837"/>
            <a:ext cx="2256112" cy="1809951"/>
            <a:chOff x="4645256" y="1052736"/>
            <a:chExt cx="2322437" cy="1863161"/>
          </a:xfrm>
        </p:grpSpPr>
        <p:sp>
          <p:nvSpPr>
            <p:cNvPr id="29" name="Rectangle 28">
              <a:extLst>
                <a:ext uri="{FF2B5EF4-FFF2-40B4-BE49-F238E27FC236}">
                  <a16:creationId xmlns:a16="http://schemas.microsoft.com/office/drawing/2014/main" id="{FB736DD5-9BE4-E77E-0CBD-A4F6409C60A2}"/>
                </a:ext>
              </a:extLst>
            </p:cNvPr>
            <p:cNvSpPr/>
            <p:nvPr/>
          </p:nvSpPr>
          <p:spPr>
            <a:xfrm>
              <a:off x="4645256" y="1052736"/>
              <a:ext cx="2322437" cy="1317708"/>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2400">
                <a:latin typeface="+mj-lt"/>
              </a:endParaRPr>
            </a:p>
          </p:txBody>
        </p:sp>
        <p:cxnSp>
          <p:nvCxnSpPr>
            <p:cNvPr id="30" name="Connecteur droit avec flèche 29">
              <a:extLst>
                <a:ext uri="{FF2B5EF4-FFF2-40B4-BE49-F238E27FC236}">
                  <a16:creationId xmlns:a16="http://schemas.microsoft.com/office/drawing/2014/main" id="{AB9C7A1C-5855-F0B0-D09F-915DE1B6EEA7}"/>
                </a:ext>
              </a:extLst>
            </p:cNvPr>
            <p:cNvCxnSpPr>
              <a:cxnSpLocks/>
            </p:cNvCxnSpPr>
            <p:nvPr/>
          </p:nvCxnSpPr>
          <p:spPr>
            <a:xfrm>
              <a:off x="6047079" y="2370444"/>
              <a:ext cx="0" cy="545453"/>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grpSp>
      <p:sp>
        <p:nvSpPr>
          <p:cNvPr id="31" name="Ellipse 30">
            <a:extLst>
              <a:ext uri="{FF2B5EF4-FFF2-40B4-BE49-F238E27FC236}">
                <a16:creationId xmlns:a16="http://schemas.microsoft.com/office/drawing/2014/main" id="{86E1C261-F9DF-EA0D-A85C-C82126AC80D8}"/>
              </a:ext>
            </a:extLst>
          </p:cNvPr>
          <p:cNvSpPr/>
          <p:nvPr/>
        </p:nvSpPr>
        <p:spPr>
          <a:xfrm>
            <a:off x="7563043" y="3513170"/>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cxnSp>
        <p:nvCxnSpPr>
          <p:cNvPr id="32" name="Connecteur : en angle 53">
            <a:extLst>
              <a:ext uri="{FF2B5EF4-FFF2-40B4-BE49-F238E27FC236}">
                <a16:creationId xmlns:a16="http://schemas.microsoft.com/office/drawing/2014/main" id="{EFE928C9-02BB-4A95-62CE-8F9457CDDE5D}"/>
              </a:ext>
            </a:extLst>
          </p:cNvPr>
          <p:cNvCxnSpPr>
            <a:cxnSpLocks/>
            <a:stCxn id="16" idx="2"/>
            <a:endCxn id="17" idx="0"/>
          </p:cNvCxnSpPr>
          <p:nvPr/>
        </p:nvCxnSpPr>
        <p:spPr>
          <a:xfrm rot="5400000">
            <a:off x="7544866" y="3059343"/>
            <a:ext cx="263132" cy="863193"/>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6C481816-4D41-EB74-6952-D1044BD4CB2A}"/>
              </a:ext>
            </a:extLst>
          </p:cNvPr>
          <p:cNvSpPr txBox="1"/>
          <p:nvPr/>
        </p:nvSpPr>
        <p:spPr>
          <a:xfrm>
            <a:off x="7795705" y="5182831"/>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34" name="Connecteur : en angle 46">
            <a:extLst>
              <a:ext uri="{FF2B5EF4-FFF2-40B4-BE49-F238E27FC236}">
                <a16:creationId xmlns:a16="http://schemas.microsoft.com/office/drawing/2014/main" id="{8F96FA8D-E960-1B3B-15AC-8F1B37BE73EC}"/>
              </a:ext>
            </a:extLst>
          </p:cNvPr>
          <p:cNvCxnSpPr>
            <a:cxnSpLocks/>
            <a:stCxn id="19" idx="2"/>
            <a:endCxn id="20" idx="0"/>
          </p:cNvCxnSpPr>
          <p:nvPr/>
        </p:nvCxnSpPr>
        <p:spPr>
          <a:xfrm rot="5400000">
            <a:off x="7371092" y="4658202"/>
            <a:ext cx="261267" cy="513781"/>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35" name="Connecteur : en angle 48">
            <a:extLst>
              <a:ext uri="{FF2B5EF4-FFF2-40B4-BE49-F238E27FC236}">
                <a16:creationId xmlns:a16="http://schemas.microsoft.com/office/drawing/2014/main" id="{52D116EC-38B1-782B-8533-32424837C60D}"/>
              </a:ext>
            </a:extLst>
          </p:cNvPr>
          <p:cNvCxnSpPr>
            <a:cxnSpLocks/>
            <a:stCxn id="19" idx="2"/>
            <a:endCxn id="21" idx="0"/>
          </p:cNvCxnSpPr>
          <p:nvPr/>
        </p:nvCxnSpPr>
        <p:spPr>
          <a:xfrm rot="16200000" flipH="1">
            <a:off x="8132435" y="4410641"/>
            <a:ext cx="259335" cy="1006969"/>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6" name="Ellipse 35">
            <a:extLst>
              <a:ext uri="{FF2B5EF4-FFF2-40B4-BE49-F238E27FC236}">
                <a16:creationId xmlns:a16="http://schemas.microsoft.com/office/drawing/2014/main" id="{AE9A1289-C1FB-9B71-C5EE-08F4031A8185}"/>
              </a:ext>
            </a:extLst>
          </p:cNvPr>
          <p:cNvSpPr/>
          <p:nvPr/>
        </p:nvSpPr>
        <p:spPr>
          <a:xfrm>
            <a:off x="9275096" y="1637448"/>
            <a:ext cx="576000" cy="576000"/>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SR</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37" name="Rectangle 36">
            <a:extLst>
              <a:ext uri="{FF2B5EF4-FFF2-40B4-BE49-F238E27FC236}">
                <a16:creationId xmlns:a16="http://schemas.microsoft.com/office/drawing/2014/main" id="{CE2C91E2-4681-345D-ABD0-0CCEB50E4847}"/>
              </a:ext>
            </a:extLst>
          </p:cNvPr>
          <p:cNvSpPr/>
          <p:nvPr/>
        </p:nvSpPr>
        <p:spPr>
          <a:xfrm>
            <a:off x="9440264" y="1225145"/>
            <a:ext cx="653904"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ER n</a:t>
            </a:r>
          </a:p>
        </p:txBody>
      </p:sp>
      <p:sp>
        <p:nvSpPr>
          <p:cNvPr id="38" name="ZoneTexte 37">
            <a:extLst>
              <a:ext uri="{FF2B5EF4-FFF2-40B4-BE49-F238E27FC236}">
                <a16:creationId xmlns:a16="http://schemas.microsoft.com/office/drawing/2014/main" id="{AFF36599-2F43-D3E3-DFB7-7BCC0F572EAA}"/>
              </a:ext>
            </a:extLst>
          </p:cNvPr>
          <p:cNvSpPr txBox="1"/>
          <p:nvPr/>
        </p:nvSpPr>
        <p:spPr>
          <a:xfrm>
            <a:off x="8913525" y="178986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9" name="ZoneTexte 38">
            <a:extLst>
              <a:ext uri="{FF2B5EF4-FFF2-40B4-BE49-F238E27FC236}">
                <a16:creationId xmlns:a16="http://schemas.microsoft.com/office/drawing/2014/main" id="{269F9892-4D08-BFAD-E524-1CBD2ADC35E2}"/>
              </a:ext>
            </a:extLst>
          </p:cNvPr>
          <p:cNvSpPr txBox="1"/>
          <p:nvPr/>
        </p:nvSpPr>
        <p:spPr>
          <a:xfrm>
            <a:off x="9981623" y="1299207"/>
            <a:ext cx="1118011" cy="490661"/>
          </a:xfrm>
          <a:prstGeom prst="rect">
            <a:avLst/>
          </a:prstGeom>
          <a:solidFill>
            <a:srgbClr val="CA4C66"/>
          </a:solidFill>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p>
            <a:pPr algn="ctr"/>
            <a:r>
              <a:rPr lang="fr-FR" sz="1133" dirty="0">
                <a:latin typeface="+mj-lt"/>
                <a:cs typeface="Segoe UI" panose="020B0502040204020203" pitchFamily="34" charset="0"/>
              </a:rPr>
              <a:t>On retient les plus graves</a:t>
            </a:r>
          </a:p>
        </p:txBody>
      </p:sp>
      <p:sp>
        <p:nvSpPr>
          <p:cNvPr id="40" name="Ellipse 39">
            <a:extLst>
              <a:ext uri="{FF2B5EF4-FFF2-40B4-BE49-F238E27FC236}">
                <a16:creationId xmlns:a16="http://schemas.microsoft.com/office/drawing/2014/main" id="{E3C64CFA-997C-B4FE-8AFC-6FE95A9EE044}"/>
              </a:ext>
            </a:extLst>
          </p:cNvPr>
          <p:cNvSpPr/>
          <p:nvPr/>
        </p:nvSpPr>
        <p:spPr>
          <a:xfrm>
            <a:off x="9742861" y="1637448"/>
            <a:ext cx="576000" cy="576000"/>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OV</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41" name="ZoneTexte 40">
            <a:extLst>
              <a:ext uri="{FF2B5EF4-FFF2-40B4-BE49-F238E27FC236}">
                <a16:creationId xmlns:a16="http://schemas.microsoft.com/office/drawing/2014/main" id="{665F299E-3AAD-9C19-5212-394D07B30A3C}"/>
              </a:ext>
            </a:extLst>
          </p:cNvPr>
          <p:cNvSpPr txBox="1"/>
          <p:nvPr/>
        </p:nvSpPr>
        <p:spPr>
          <a:xfrm>
            <a:off x="8678541" y="2197575"/>
            <a:ext cx="2415913" cy="615361"/>
          </a:xfrm>
          <a:prstGeom prst="rect">
            <a:avLst/>
          </a:prstGeom>
          <a:ln>
            <a:noFill/>
          </a:ln>
        </p:spPr>
        <p:style>
          <a:lnRef idx="3">
            <a:schemeClr val="lt1"/>
          </a:lnRef>
          <a:fillRef idx="1">
            <a:schemeClr val="accent4"/>
          </a:fillRef>
          <a:effectRef idx="1">
            <a:schemeClr val="accent4"/>
          </a:effectRef>
          <a:fontRef idx="minor">
            <a:schemeClr val="lt1"/>
          </a:fontRef>
        </p:style>
        <p:txBody>
          <a:bodyPr wrap="square" rtlCol="0" anchor="ctr">
            <a:spAutoFit/>
          </a:bodyPr>
          <a:lstStyle/>
          <a:p>
            <a:r>
              <a:rPr lang="fr-FR" sz="1133" dirty="0">
                <a:latin typeface="+mj-lt"/>
                <a:cs typeface="Segoe UI" panose="020B0502040204020203" pitchFamily="34" charset="0"/>
              </a:rPr>
              <a:t>On retient les plus pertinents en relation avec les événements redoutés</a:t>
            </a:r>
          </a:p>
        </p:txBody>
      </p:sp>
      <p:sp>
        <p:nvSpPr>
          <p:cNvPr id="42" name="Rectangle 41">
            <a:extLst>
              <a:ext uri="{FF2B5EF4-FFF2-40B4-BE49-F238E27FC236}">
                <a16:creationId xmlns:a16="http://schemas.microsoft.com/office/drawing/2014/main" id="{F28C26E2-B9B0-3488-26E0-9C1AE4140E06}"/>
              </a:ext>
            </a:extLst>
          </p:cNvPr>
          <p:cNvSpPr/>
          <p:nvPr/>
        </p:nvSpPr>
        <p:spPr>
          <a:xfrm>
            <a:off x="6748585" y="5758930"/>
            <a:ext cx="997188" cy="493125"/>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Risque 1</a:t>
            </a:r>
          </a:p>
        </p:txBody>
      </p:sp>
      <p:cxnSp>
        <p:nvCxnSpPr>
          <p:cNvPr id="43" name="Connecteur droit avec flèche 42">
            <a:extLst>
              <a:ext uri="{FF2B5EF4-FFF2-40B4-BE49-F238E27FC236}">
                <a16:creationId xmlns:a16="http://schemas.microsoft.com/office/drawing/2014/main" id="{D9981437-BC8A-3CA0-A79F-168C1CC0B106}"/>
              </a:ext>
            </a:extLst>
          </p:cNvPr>
          <p:cNvCxnSpPr>
            <a:cxnSpLocks/>
            <a:stCxn id="20" idx="2"/>
            <a:endCxn id="42" idx="0"/>
          </p:cNvCxnSpPr>
          <p:nvPr/>
        </p:nvCxnSpPr>
        <p:spPr>
          <a:xfrm>
            <a:off x="7244837" y="5538851"/>
            <a:ext cx="2343" cy="22007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44" name="Ellipse 43">
            <a:extLst>
              <a:ext uri="{FF2B5EF4-FFF2-40B4-BE49-F238E27FC236}">
                <a16:creationId xmlns:a16="http://schemas.microsoft.com/office/drawing/2014/main" id="{3368CF27-B6AD-0F41-5831-4AFEFE8456CC}"/>
              </a:ext>
            </a:extLst>
          </p:cNvPr>
          <p:cNvSpPr/>
          <p:nvPr/>
        </p:nvSpPr>
        <p:spPr>
          <a:xfrm>
            <a:off x="9067300" y="3507252"/>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sp>
        <p:nvSpPr>
          <p:cNvPr id="45" name="ZoneTexte 44">
            <a:extLst>
              <a:ext uri="{FF2B5EF4-FFF2-40B4-BE49-F238E27FC236}">
                <a16:creationId xmlns:a16="http://schemas.microsoft.com/office/drawing/2014/main" id="{A6478188-1800-8869-FAE7-0763276387E1}"/>
              </a:ext>
            </a:extLst>
          </p:cNvPr>
          <p:cNvSpPr txBox="1"/>
          <p:nvPr/>
        </p:nvSpPr>
        <p:spPr>
          <a:xfrm>
            <a:off x="9041495" y="12251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46" name="Connecteur : en angle 17">
            <a:extLst>
              <a:ext uri="{FF2B5EF4-FFF2-40B4-BE49-F238E27FC236}">
                <a16:creationId xmlns:a16="http://schemas.microsoft.com/office/drawing/2014/main" id="{68A8F224-4256-EAEB-D143-A114705600B8}"/>
              </a:ext>
            </a:extLst>
          </p:cNvPr>
          <p:cNvCxnSpPr>
            <a:cxnSpLocks/>
            <a:stCxn id="17" idx="2"/>
            <a:endCxn id="19" idx="0"/>
          </p:cNvCxnSpPr>
          <p:nvPr/>
        </p:nvCxnSpPr>
        <p:spPr>
          <a:xfrm rot="16200000" flipH="1">
            <a:off x="7391551" y="3968913"/>
            <a:ext cx="220351" cy="513781"/>
          </a:xfrm>
          <a:prstGeom prst="bentConnector3">
            <a:avLst>
              <a:gd name="adj1" fmla="val 37032"/>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47" name="Rectangle 46">
            <a:extLst>
              <a:ext uri="{FF2B5EF4-FFF2-40B4-BE49-F238E27FC236}">
                <a16:creationId xmlns:a16="http://schemas.microsoft.com/office/drawing/2014/main" id="{B692C672-CB4B-BB67-28F8-C0CBD2B0A972}"/>
              </a:ext>
            </a:extLst>
          </p:cNvPr>
          <p:cNvSpPr/>
          <p:nvPr/>
        </p:nvSpPr>
        <p:spPr>
          <a:xfrm>
            <a:off x="9706869" y="2906852"/>
            <a:ext cx="617067"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lnSpc>
                <a:spcPts val="1333"/>
              </a:lnSpc>
            </a:pPr>
            <a:r>
              <a:rPr lang="fr-FR" sz="1133" dirty="0">
                <a:solidFill>
                  <a:srgbClr val="252525"/>
                </a:solidFill>
                <a:latin typeface="+mj-lt"/>
                <a:cs typeface="Segoe UI" panose="020B0502040204020203" pitchFamily="34" charset="0"/>
              </a:rPr>
              <a:t>SS n</a:t>
            </a:r>
          </a:p>
        </p:txBody>
      </p:sp>
      <p:sp>
        <p:nvSpPr>
          <p:cNvPr id="48" name="ZoneTexte 47">
            <a:extLst>
              <a:ext uri="{FF2B5EF4-FFF2-40B4-BE49-F238E27FC236}">
                <a16:creationId xmlns:a16="http://schemas.microsoft.com/office/drawing/2014/main" id="{CBD15758-136D-24EE-C8C8-B5C44A7BBE3F}"/>
              </a:ext>
            </a:extLst>
          </p:cNvPr>
          <p:cNvSpPr txBox="1"/>
          <p:nvPr/>
        </p:nvSpPr>
        <p:spPr>
          <a:xfrm>
            <a:off x="9278560" y="2983723"/>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49" name="ZoneTexte 48">
            <a:extLst>
              <a:ext uri="{FF2B5EF4-FFF2-40B4-BE49-F238E27FC236}">
                <a16:creationId xmlns:a16="http://schemas.microsoft.com/office/drawing/2014/main" id="{932962DE-78FE-9221-0EEE-7AB93799121F}"/>
              </a:ext>
            </a:extLst>
          </p:cNvPr>
          <p:cNvSpPr txBox="1"/>
          <p:nvPr/>
        </p:nvSpPr>
        <p:spPr>
          <a:xfrm>
            <a:off x="10006802" y="3254128"/>
            <a:ext cx="1087652" cy="738664"/>
          </a:xfrm>
          <a:prstGeom prst="rect">
            <a:avLst/>
          </a:prstGeom>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defPPr>
              <a:defRPr lang="fr-FR"/>
            </a:defPPr>
            <a:lvl1pPr algn="ctr">
              <a:defRPr sz="900">
                <a:latin typeface="Segoe UI" panose="020B0502040204020203" pitchFamily="34" charset="0"/>
                <a:cs typeface="Segoe UI" panose="020B0502040204020203" pitchFamily="34" charset="0"/>
              </a:defRPr>
            </a:lvl1pPr>
          </a:lstStyle>
          <a:p>
            <a:r>
              <a:rPr lang="fr-FR" sz="1133" dirty="0">
                <a:latin typeface="+mj-lt"/>
              </a:rPr>
              <a:t>Héritage de</a:t>
            </a:r>
            <a:br>
              <a:rPr lang="fr-FR" sz="1133" dirty="0">
                <a:latin typeface="+mj-lt"/>
              </a:rPr>
            </a:br>
            <a:r>
              <a:rPr lang="fr-FR" sz="1133" dirty="0">
                <a:latin typeface="+mj-lt"/>
              </a:rPr>
              <a:t>la gravité</a:t>
            </a:r>
          </a:p>
        </p:txBody>
      </p:sp>
      <p:sp>
        <p:nvSpPr>
          <p:cNvPr id="50" name="Rectangle 49">
            <a:extLst>
              <a:ext uri="{FF2B5EF4-FFF2-40B4-BE49-F238E27FC236}">
                <a16:creationId xmlns:a16="http://schemas.microsoft.com/office/drawing/2014/main" id="{BD94004A-9A2F-21BC-B3C8-6915692A6B47}"/>
              </a:ext>
            </a:extLst>
          </p:cNvPr>
          <p:cNvSpPr/>
          <p:nvPr/>
        </p:nvSpPr>
        <p:spPr>
          <a:xfrm>
            <a:off x="9258439" y="4335979"/>
            <a:ext cx="668756"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 n</a:t>
            </a:r>
          </a:p>
        </p:txBody>
      </p:sp>
      <p:sp>
        <p:nvSpPr>
          <p:cNvPr id="51" name="ZoneTexte 50">
            <a:extLst>
              <a:ext uri="{FF2B5EF4-FFF2-40B4-BE49-F238E27FC236}">
                <a16:creationId xmlns:a16="http://schemas.microsoft.com/office/drawing/2014/main" id="{9B85CC85-7085-BA79-6760-910868861290}"/>
              </a:ext>
            </a:extLst>
          </p:cNvPr>
          <p:cNvSpPr txBox="1"/>
          <p:nvPr/>
        </p:nvSpPr>
        <p:spPr>
          <a:xfrm>
            <a:off x="8822280" y="439875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 name="ZoneTexte 2">
            <a:extLst>
              <a:ext uri="{FF2B5EF4-FFF2-40B4-BE49-F238E27FC236}">
                <a16:creationId xmlns:a16="http://schemas.microsoft.com/office/drawing/2014/main" id="{67E54E2C-222B-E0AB-EBEF-6B25B00C648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591070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500"/>
                                        <p:tgtEl>
                                          <p:spTgt spid="4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500"/>
                                        <p:tgtEl>
                                          <p:spTgt spid="37"/>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up)">
                                      <p:cBhvr>
                                        <p:cTn id="64" dur="500"/>
                                        <p:tgtEl>
                                          <p:spTgt spid="28"/>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childTnLst>
                          </p:cTn>
                        </p:par>
                        <p:par>
                          <p:cTn id="69" fill="hold">
                            <p:stCondLst>
                              <p:cond delay="1000"/>
                            </p:stCondLst>
                            <p:childTnLst>
                              <p:par>
                                <p:cTn id="70" presetID="10" presetClass="entr" presetSubtype="0" fill="hold" grpId="0"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500"/>
                                        <p:tgtEl>
                                          <p:spTgt spid="48"/>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500"/>
                                        <p:tgtEl>
                                          <p:spTgt spid="47"/>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wipe(up)">
                                      <p:cBhvr>
                                        <p:cTn id="81" dur="500"/>
                                        <p:tgtEl>
                                          <p:spTgt spid="23"/>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500"/>
                                        <p:tgtEl>
                                          <p:spTgt spid="1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up)">
                                      <p:cBhvr>
                                        <p:cTn id="95" dur="500"/>
                                        <p:tgtEl>
                                          <p:spTgt spid="32"/>
                                        </p:tgtEl>
                                      </p:cBhvr>
                                    </p:animEffect>
                                  </p:childTnLst>
                                </p:cTn>
                              </p:par>
                            </p:childTnLst>
                          </p:cTn>
                        </p:par>
                        <p:par>
                          <p:cTn id="96" fill="hold">
                            <p:stCondLst>
                              <p:cond delay="500"/>
                            </p:stCondLst>
                            <p:childTnLst>
                              <p:par>
                                <p:cTn id="97" presetID="10" presetClass="entr" presetSubtype="0" fill="hold" grpId="0" nodeType="after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p:tgtEl>
                                          <p:spTgt spid="17"/>
                                        </p:tgtEl>
                                      </p:cBhvr>
                                    </p:animEffect>
                                  </p:childTnLst>
                                </p:cTn>
                              </p:par>
                            </p:childTnLst>
                          </p:cTn>
                        </p:par>
                        <p:par>
                          <p:cTn id="100" fill="hold">
                            <p:stCondLst>
                              <p:cond delay="1000"/>
                            </p:stCondLst>
                            <p:childTnLst>
                              <p:par>
                                <p:cTn id="101" presetID="10" presetClass="entr" presetSubtype="0" fill="hold" grpId="0" nodeType="after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childTnLst>
                          </p:cTn>
                        </p:par>
                        <p:par>
                          <p:cTn id="104" fill="hold">
                            <p:stCondLst>
                              <p:cond delay="1500"/>
                            </p:stCondLst>
                            <p:childTnLst>
                              <p:par>
                                <p:cTn id="105" presetID="22" presetClass="entr" presetSubtype="1" fill="hold" nodeType="after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wipe(up)">
                                      <p:cBhvr>
                                        <p:cTn id="107" dur="500"/>
                                        <p:tgtEl>
                                          <p:spTgt spid="26"/>
                                        </p:tgtEl>
                                      </p:cBhvr>
                                    </p:animEffect>
                                  </p:childTnLst>
                                </p:cTn>
                              </p:par>
                            </p:childTnLst>
                          </p:cTn>
                        </p:par>
                        <p:par>
                          <p:cTn id="108" fill="hold">
                            <p:stCondLst>
                              <p:cond delay="2000"/>
                            </p:stCondLst>
                            <p:childTnLst>
                              <p:par>
                                <p:cTn id="109" presetID="10" presetClass="entr" presetSubtype="0" fill="hold" grpId="0" nodeType="afterEffect">
                                  <p:stCondLst>
                                    <p:cond delay="0"/>
                                  </p:stCondLst>
                                  <p:childTnLst>
                                    <p:set>
                                      <p:cBhvr>
                                        <p:cTn id="110" dur="1" fill="hold">
                                          <p:stCondLst>
                                            <p:cond delay="0"/>
                                          </p:stCondLst>
                                        </p:cTn>
                                        <p:tgtEl>
                                          <p:spTgt spid="18"/>
                                        </p:tgtEl>
                                        <p:attrNameLst>
                                          <p:attrName>style.visibility</p:attrName>
                                        </p:attrNameLst>
                                      </p:cBhvr>
                                      <p:to>
                                        <p:strVal val="visible"/>
                                      </p:to>
                                    </p:set>
                                    <p:animEffect transition="in" filter="fade">
                                      <p:cBhvr>
                                        <p:cTn id="111" dur="500"/>
                                        <p:tgtEl>
                                          <p:spTgt spid="18"/>
                                        </p:tgtEl>
                                      </p:cBhvr>
                                    </p:animEffect>
                                  </p:childTnLst>
                                </p:cTn>
                              </p:par>
                            </p:childTnLst>
                          </p:cTn>
                        </p:par>
                        <p:par>
                          <p:cTn id="112" fill="hold">
                            <p:stCondLst>
                              <p:cond delay="2500"/>
                            </p:stCondLst>
                            <p:childTnLst>
                              <p:par>
                                <p:cTn id="113" presetID="53" presetClass="entr" presetSubtype="16"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 calcmode="lin" valueType="num">
                                      <p:cBhvr>
                                        <p:cTn id="115" dur="500" fill="hold"/>
                                        <p:tgtEl>
                                          <p:spTgt spid="31"/>
                                        </p:tgtEl>
                                        <p:attrNameLst>
                                          <p:attrName>ppt_w</p:attrName>
                                        </p:attrNameLst>
                                      </p:cBhvr>
                                      <p:tavLst>
                                        <p:tav tm="0">
                                          <p:val>
                                            <p:fltVal val="0"/>
                                          </p:val>
                                        </p:tav>
                                        <p:tav tm="100000">
                                          <p:val>
                                            <p:strVal val="#ppt_w"/>
                                          </p:val>
                                        </p:tav>
                                      </p:tavLst>
                                    </p:anim>
                                    <p:anim calcmode="lin" valueType="num">
                                      <p:cBhvr>
                                        <p:cTn id="116" dur="500" fill="hold"/>
                                        <p:tgtEl>
                                          <p:spTgt spid="31"/>
                                        </p:tgtEl>
                                        <p:attrNameLst>
                                          <p:attrName>ppt_h</p:attrName>
                                        </p:attrNameLst>
                                      </p:cBhvr>
                                      <p:tavLst>
                                        <p:tav tm="0">
                                          <p:val>
                                            <p:fltVal val="0"/>
                                          </p:val>
                                        </p:tav>
                                        <p:tav tm="100000">
                                          <p:val>
                                            <p:strVal val="#ppt_h"/>
                                          </p:val>
                                        </p:tav>
                                      </p:tavLst>
                                    </p:anim>
                                    <p:animEffect transition="in" filter="fade">
                                      <p:cBhvr>
                                        <p:cTn id="117" dur="500"/>
                                        <p:tgtEl>
                                          <p:spTgt spid="31"/>
                                        </p:tgtEl>
                                      </p:cBhvr>
                                    </p:animEffect>
                                  </p:childTnLst>
                                </p:cTn>
                              </p:par>
                            </p:childTnLst>
                          </p:cTn>
                        </p:par>
                        <p:par>
                          <p:cTn id="118" fill="hold">
                            <p:stCondLst>
                              <p:cond delay="3000"/>
                            </p:stCondLst>
                            <p:childTnLst>
                              <p:par>
                                <p:cTn id="119" presetID="53" presetClass="entr" presetSubtype="16" fill="hold" grpId="0" nodeType="afterEffect">
                                  <p:stCondLst>
                                    <p:cond delay="0"/>
                                  </p:stCondLst>
                                  <p:childTnLst>
                                    <p:set>
                                      <p:cBhvr>
                                        <p:cTn id="120" dur="1" fill="hold">
                                          <p:stCondLst>
                                            <p:cond delay="0"/>
                                          </p:stCondLst>
                                        </p:cTn>
                                        <p:tgtEl>
                                          <p:spTgt spid="44"/>
                                        </p:tgtEl>
                                        <p:attrNameLst>
                                          <p:attrName>style.visibility</p:attrName>
                                        </p:attrNameLst>
                                      </p:cBhvr>
                                      <p:to>
                                        <p:strVal val="visible"/>
                                      </p:to>
                                    </p:set>
                                    <p:anim calcmode="lin" valueType="num">
                                      <p:cBhvr>
                                        <p:cTn id="121" dur="500" fill="hold"/>
                                        <p:tgtEl>
                                          <p:spTgt spid="44"/>
                                        </p:tgtEl>
                                        <p:attrNameLst>
                                          <p:attrName>ppt_w</p:attrName>
                                        </p:attrNameLst>
                                      </p:cBhvr>
                                      <p:tavLst>
                                        <p:tav tm="0">
                                          <p:val>
                                            <p:fltVal val="0"/>
                                          </p:val>
                                        </p:tav>
                                        <p:tav tm="100000">
                                          <p:val>
                                            <p:strVal val="#ppt_w"/>
                                          </p:val>
                                        </p:tav>
                                      </p:tavLst>
                                    </p:anim>
                                    <p:anim calcmode="lin" valueType="num">
                                      <p:cBhvr>
                                        <p:cTn id="122" dur="500" fill="hold"/>
                                        <p:tgtEl>
                                          <p:spTgt spid="44"/>
                                        </p:tgtEl>
                                        <p:attrNameLst>
                                          <p:attrName>ppt_h</p:attrName>
                                        </p:attrNameLst>
                                      </p:cBhvr>
                                      <p:tavLst>
                                        <p:tav tm="0">
                                          <p:val>
                                            <p:fltVal val="0"/>
                                          </p:val>
                                        </p:tav>
                                        <p:tav tm="100000">
                                          <p:val>
                                            <p:strVal val="#ppt_h"/>
                                          </p:val>
                                        </p:tav>
                                      </p:tavLst>
                                    </p:anim>
                                    <p:animEffect transition="in" filter="fade">
                                      <p:cBhvr>
                                        <p:cTn id="123" dur="500"/>
                                        <p:tgtEl>
                                          <p:spTgt spid="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set>
                                      <p:cBhvr>
                                        <p:cTn id="127" dur="1" fill="hold">
                                          <p:stCondLst>
                                            <p:cond delay="0"/>
                                          </p:stCondLst>
                                        </p:cTn>
                                        <p:tgtEl>
                                          <p:spTgt spid="12"/>
                                        </p:tgtEl>
                                        <p:attrNameLst>
                                          <p:attrName>style.visibility</p:attrName>
                                        </p:attrNameLst>
                                      </p:cBhvr>
                                      <p:to>
                                        <p:strVal val="visible"/>
                                      </p:to>
                                    </p:set>
                                    <p:animEffect transition="in" filter="fade">
                                      <p:cBhvr>
                                        <p:cTn id="128" dur="500"/>
                                        <p:tgtEl>
                                          <p:spTgt spid="12"/>
                                        </p:tgtEl>
                                      </p:cBhvr>
                                    </p:animEffec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nodeType="click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500"/>
                                        <p:tgtEl>
                                          <p:spTgt spid="19"/>
                                        </p:tgtEl>
                                      </p:cBhvr>
                                    </p:animEffect>
                                  </p:childTnLst>
                                </p:cTn>
                              </p:par>
                            </p:childTnLst>
                          </p:cTn>
                        </p:par>
                        <p:par>
                          <p:cTn id="138" fill="hold">
                            <p:stCondLst>
                              <p:cond delay="1000"/>
                            </p:stCondLst>
                            <p:childTnLst>
                              <p:par>
                                <p:cTn id="139" presetID="10" presetClass="entr" presetSubtype="0" fill="hold" grpId="0" nodeType="afterEffect">
                                  <p:stCondLst>
                                    <p:cond delay="0"/>
                                  </p:stCondLst>
                                  <p:childTnLst>
                                    <p:set>
                                      <p:cBhvr>
                                        <p:cTn id="140" dur="1" fill="hold">
                                          <p:stCondLst>
                                            <p:cond delay="0"/>
                                          </p:stCondLst>
                                        </p:cTn>
                                        <p:tgtEl>
                                          <p:spTgt spid="51"/>
                                        </p:tgtEl>
                                        <p:attrNameLst>
                                          <p:attrName>style.visibility</p:attrName>
                                        </p:attrNameLst>
                                      </p:cBhvr>
                                      <p:to>
                                        <p:strVal val="visible"/>
                                      </p:to>
                                    </p:set>
                                    <p:animEffect transition="in" filter="fade">
                                      <p:cBhvr>
                                        <p:cTn id="141" dur="500"/>
                                        <p:tgtEl>
                                          <p:spTgt spid="51"/>
                                        </p:tgtEl>
                                      </p:cBhvr>
                                    </p:animEffect>
                                  </p:childTnLst>
                                </p:cTn>
                              </p:par>
                            </p:childTnLst>
                          </p:cTn>
                        </p:par>
                        <p:par>
                          <p:cTn id="142" fill="hold">
                            <p:stCondLst>
                              <p:cond delay="1500"/>
                            </p:stCondLst>
                            <p:childTnLst>
                              <p:par>
                                <p:cTn id="143" presetID="10" presetClass="entr" presetSubtype="0" fill="hold" grpId="0" nodeType="after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500"/>
                                        <p:tgtEl>
                                          <p:spTgt spid="13"/>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2" fill="hold" nodeType="clickEffect">
                                  <p:stCondLst>
                                    <p:cond delay="0"/>
                                  </p:stCondLst>
                                  <p:childTnLst>
                                    <p:set>
                                      <p:cBhvr>
                                        <p:cTn id="154" dur="1" fill="hold">
                                          <p:stCondLst>
                                            <p:cond delay="0"/>
                                          </p:stCondLst>
                                        </p:cTn>
                                        <p:tgtEl>
                                          <p:spTgt spid="34"/>
                                        </p:tgtEl>
                                        <p:attrNameLst>
                                          <p:attrName>style.visibility</p:attrName>
                                        </p:attrNameLst>
                                      </p:cBhvr>
                                      <p:to>
                                        <p:strVal val="visible"/>
                                      </p:to>
                                    </p:set>
                                    <p:animEffect transition="in" filter="wipe(right)">
                                      <p:cBhvr>
                                        <p:cTn id="155" dur="500"/>
                                        <p:tgtEl>
                                          <p:spTgt spid="34"/>
                                        </p:tgtEl>
                                      </p:cBhvr>
                                    </p:animEffect>
                                  </p:childTnLst>
                                </p:cTn>
                              </p:par>
                            </p:childTnLst>
                          </p:cTn>
                        </p:par>
                        <p:par>
                          <p:cTn id="156" fill="hold">
                            <p:stCondLst>
                              <p:cond delay="500"/>
                            </p:stCondLst>
                            <p:childTnLst>
                              <p:par>
                                <p:cTn id="157" presetID="10" presetClass="entr" presetSubtype="0" fill="hold" grpId="0" nodeType="afterEffect">
                                  <p:stCondLst>
                                    <p:cond delay="0"/>
                                  </p:stCondLst>
                                  <p:childTnLst>
                                    <p:set>
                                      <p:cBhvr>
                                        <p:cTn id="158" dur="1" fill="hold">
                                          <p:stCondLst>
                                            <p:cond delay="0"/>
                                          </p:stCondLst>
                                        </p:cTn>
                                        <p:tgtEl>
                                          <p:spTgt spid="20"/>
                                        </p:tgtEl>
                                        <p:attrNameLst>
                                          <p:attrName>style.visibility</p:attrName>
                                        </p:attrNameLst>
                                      </p:cBhvr>
                                      <p:to>
                                        <p:strVal val="visible"/>
                                      </p:to>
                                    </p:set>
                                    <p:animEffect transition="in" filter="fade">
                                      <p:cBhvr>
                                        <p:cTn id="159" dur="500"/>
                                        <p:tgtEl>
                                          <p:spTgt spid="20"/>
                                        </p:tgtEl>
                                      </p:cBhvr>
                                    </p:animEffect>
                                  </p:childTnLst>
                                </p:cTn>
                              </p:par>
                            </p:childTnLst>
                          </p:cTn>
                        </p:par>
                        <p:par>
                          <p:cTn id="160" fill="hold">
                            <p:stCondLst>
                              <p:cond delay="1000"/>
                            </p:stCondLst>
                            <p:childTnLst>
                              <p:par>
                                <p:cTn id="161" presetID="10"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childTnLst>
                                </p:cTn>
                              </p:par>
                            </p:childTnLst>
                          </p:cTn>
                        </p:par>
                        <p:par>
                          <p:cTn id="164" fill="hold">
                            <p:stCondLst>
                              <p:cond delay="1500"/>
                            </p:stCondLst>
                            <p:childTnLst>
                              <p:par>
                                <p:cTn id="165" presetID="22" presetClass="entr" presetSubtype="8"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animEffect transition="in" filter="wipe(left)">
                                      <p:cBhvr>
                                        <p:cTn id="167" dur="500"/>
                                        <p:tgtEl>
                                          <p:spTgt spid="35"/>
                                        </p:tgtEl>
                                      </p:cBhvr>
                                    </p:animEffect>
                                  </p:childTnLst>
                                </p:cTn>
                              </p:par>
                            </p:childTnLst>
                          </p:cTn>
                        </p:par>
                        <p:par>
                          <p:cTn id="168" fill="hold">
                            <p:stCondLst>
                              <p:cond delay="2000"/>
                            </p:stCondLst>
                            <p:childTnLst>
                              <p:par>
                                <p:cTn id="169" presetID="10" presetClass="entr" presetSubtype="0" fill="hold" grpId="0" nodeType="afterEffect">
                                  <p:stCondLst>
                                    <p:cond delay="0"/>
                                  </p:stCondLst>
                                  <p:childTnLst>
                                    <p:set>
                                      <p:cBhvr>
                                        <p:cTn id="170" dur="1" fill="hold">
                                          <p:stCondLst>
                                            <p:cond delay="0"/>
                                          </p:stCondLst>
                                        </p:cTn>
                                        <p:tgtEl>
                                          <p:spTgt spid="21"/>
                                        </p:tgtEl>
                                        <p:attrNameLst>
                                          <p:attrName>style.visibility</p:attrName>
                                        </p:attrNameLst>
                                      </p:cBhvr>
                                      <p:to>
                                        <p:strVal val="visible"/>
                                      </p:to>
                                    </p:set>
                                    <p:animEffect transition="in" filter="fade">
                                      <p:cBhvr>
                                        <p:cTn id="171" dur="500"/>
                                        <p:tgtEl>
                                          <p:spTgt spid="21"/>
                                        </p:tgtEl>
                                      </p:cBhvr>
                                    </p:animEffect>
                                  </p:childTnLst>
                                </p:cTn>
                              </p:par>
                            </p:childTnLst>
                          </p:cTn>
                        </p:par>
                      </p:childTnLst>
                    </p:cTn>
                  </p:par>
                  <p:par>
                    <p:cTn id="172" fill="hold">
                      <p:stCondLst>
                        <p:cond delay="indefinite"/>
                      </p:stCondLst>
                      <p:childTnLst>
                        <p:par>
                          <p:cTn id="173" fill="hold">
                            <p:stCondLst>
                              <p:cond delay="0"/>
                            </p:stCondLst>
                            <p:childTnLst>
                              <p:par>
                                <p:cTn id="174" presetID="10" presetClass="entr" presetSubtype="0" fill="hold" grpId="0" nodeType="clickEffect">
                                  <p:stCondLst>
                                    <p:cond delay="0"/>
                                  </p:stCondLst>
                                  <p:childTnLst>
                                    <p:set>
                                      <p:cBhvr>
                                        <p:cTn id="175" dur="1" fill="hold">
                                          <p:stCondLst>
                                            <p:cond delay="0"/>
                                          </p:stCondLst>
                                        </p:cTn>
                                        <p:tgtEl>
                                          <p:spTgt spid="22"/>
                                        </p:tgtEl>
                                        <p:attrNameLst>
                                          <p:attrName>style.visibility</p:attrName>
                                        </p:attrNameLst>
                                      </p:cBhvr>
                                      <p:to>
                                        <p:strVal val="visible"/>
                                      </p:to>
                                    </p:set>
                                    <p:animEffect transition="in" filter="fade">
                                      <p:cBhvr>
                                        <p:cTn id="176" dur="500"/>
                                        <p:tgtEl>
                                          <p:spTgt spid="22"/>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500"/>
                                        <p:tgtEl>
                                          <p:spTgt spid="7"/>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ntr" presetSubtype="1" fill="hold" nodeType="clickEffect">
                                  <p:stCondLst>
                                    <p:cond delay="0"/>
                                  </p:stCondLst>
                                  <p:childTnLst>
                                    <p:set>
                                      <p:cBhvr>
                                        <p:cTn id="185" dur="1" fill="hold">
                                          <p:stCondLst>
                                            <p:cond delay="0"/>
                                          </p:stCondLst>
                                        </p:cTn>
                                        <p:tgtEl>
                                          <p:spTgt spid="43"/>
                                        </p:tgtEl>
                                        <p:attrNameLst>
                                          <p:attrName>style.visibility</p:attrName>
                                        </p:attrNameLst>
                                      </p:cBhvr>
                                      <p:to>
                                        <p:strVal val="visible"/>
                                      </p:to>
                                    </p:set>
                                    <p:animEffect transition="in" filter="wipe(up)">
                                      <p:cBhvr>
                                        <p:cTn id="186" dur="500"/>
                                        <p:tgtEl>
                                          <p:spTgt spid="43"/>
                                        </p:tgtEl>
                                      </p:cBhvr>
                                    </p:animEffect>
                                  </p:childTnLst>
                                </p:cTn>
                              </p:par>
                            </p:childTnLst>
                          </p:cTn>
                        </p:par>
                        <p:par>
                          <p:cTn id="187" fill="hold">
                            <p:stCondLst>
                              <p:cond delay="500"/>
                            </p:stCondLst>
                            <p:childTnLst>
                              <p:par>
                                <p:cTn id="188" presetID="10" presetClass="entr" presetSubtype="0" fill="hold" grpId="0" nodeType="after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childTnLst>
                                </p:cTn>
                              </p:par>
                            </p:childTnLst>
                          </p:cTn>
                        </p:par>
                        <p:par>
                          <p:cTn id="191" fill="hold">
                            <p:stCondLst>
                              <p:cond delay="1000"/>
                            </p:stCondLst>
                            <p:childTnLst>
                              <p:par>
                                <p:cTn id="192" presetID="42" presetClass="entr" presetSubtype="0" fill="hold" grpId="0" nodeType="afterEffect">
                                  <p:stCondLst>
                                    <p:cond delay="1000"/>
                                  </p:stCondLst>
                                  <p:childTnLst>
                                    <p:set>
                                      <p:cBhvr>
                                        <p:cTn id="193" dur="1" fill="hold">
                                          <p:stCondLst>
                                            <p:cond delay="0"/>
                                          </p:stCondLst>
                                        </p:cTn>
                                        <p:tgtEl>
                                          <p:spTgt spid="14"/>
                                        </p:tgtEl>
                                        <p:attrNameLst>
                                          <p:attrName>style.visibility</p:attrName>
                                        </p:attrNameLst>
                                      </p:cBhvr>
                                      <p:to>
                                        <p:strVal val="visible"/>
                                      </p:to>
                                    </p:set>
                                    <p:animEffect transition="in" filter="fade">
                                      <p:cBhvr>
                                        <p:cTn id="194" dur="1000"/>
                                        <p:tgtEl>
                                          <p:spTgt spid="14"/>
                                        </p:tgtEl>
                                      </p:cBhvr>
                                    </p:animEffect>
                                    <p:anim calcmode="lin" valueType="num">
                                      <p:cBhvr>
                                        <p:cTn id="195" dur="1000" fill="hold"/>
                                        <p:tgtEl>
                                          <p:spTgt spid="14"/>
                                        </p:tgtEl>
                                        <p:attrNameLst>
                                          <p:attrName>ppt_x</p:attrName>
                                        </p:attrNameLst>
                                      </p:cBhvr>
                                      <p:tavLst>
                                        <p:tav tm="0">
                                          <p:val>
                                            <p:strVal val="#ppt_x"/>
                                          </p:val>
                                        </p:tav>
                                        <p:tav tm="100000">
                                          <p:val>
                                            <p:strVal val="#ppt_x"/>
                                          </p:val>
                                        </p:tav>
                                      </p:tavLst>
                                    </p:anim>
                                    <p:anim calcmode="lin" valueType="num">
                                      <p:cBhvr>
                                        <p:cTn id="19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7" grpId="0"/>
      <p:bldP spid="31" grpId="0" animBg="1"/>
      <p:bldP spid="33" grpId="0"/>
      <p:bldP spid="36" grpId="0" animBg="1"/>
      <p:bldP spid="37" grpId="0" animBg="1"/>
      <p:bldP spid="38" grpId="0"/>
      <p:bldP spid="39" grpId="0" animBg="1"/>
      <p:bldP spid="40" grpId="0" animBg="1"/>
      <p:bldP spid="41" grpId="0" animBg="1"/>
      <p:bldP spid="42" grpId="0" animBg="1"/>
      <p:bldP spid="44" grpId="0" animBg="1"/>
      <p:bldP spid="45" grpId="0"/>
      <p:bldP spid="47" grpId="0" animBg="1"/>
      <p:bldP spid="48" grpId="0"/>
      <p:bldP spid="49" grpId="0" animBg="1"/>
      <p:bldP spid="50" grpId="0" animBg="1"/>
      <p:bldP spid="51"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F109D5-8ED3-DA41-3445-F0FEDF6A702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2AC6EDD-C93A-4587-6B00-F4D96A590301}"/>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F198D3AB-D6F9-5ECD-6AF2-24CEC190E29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EAFAAB2-CBD4-3D85-F0FA-E7CDB19842D8}"/>
              </a:ext>
            </a:extLst>
          </p:cNvPr>
          <p:cNvSpPr>
            <a:spLocks noGrp="1"/>
          </p:cNvSpPr>
          <p:nvPr>
            <p:ph type="sldNum" sz="quarter" idx="12"/>
          </p:nvPr>
        </p:nvSpPr>
        <p:spPr/>
        <p:txBody>
          <a:bodyPr/>
          <a:lstStyle/>
          <a:p>
            <a:fld id="{294A09A9-5501-47C1-A89A-A340965A2BE2}" type="slidenum">
              <a:rPr lang="fr-FR" smtClean="0"/>
              <a:pPr/>
              <a:t>110</a:t>
            </a:fld>
            <a:endParaRPr lang="fr-FR"/>
          </a:p>
        </p:txBody>
      </p:sp>
      <p:sp>
        <p:nvSpPr>
          <p:cNvPr id="7" name="Ellipse 6">
            <a:extLst>
              <a:ext uri="{FF2B5EF4-FFF2-40B4-BE49-F238E27FC236}">
                <a16:creationId xmlns:a16="http://schemas.microsoft.com/office/drawing/2014/main" id="{9881D90E-F078-BC7F-89D3-243570B940A1}"/>
              </a:ext>
            </a:extLst>
          </p:cNvPr>
          <p:cNvSpPr/>
          <p:nvPr/>
        </p:nvSpPr>
        <p:spPr>
          <a:xfrm>
            <a:off x="1505125" y="16411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Source de risque 1</a:t>
            </a:r>
          </a:p>
        </p:txBody>
      </p:sp>
      <p:sp>
        <p:nvSpPr>
          <p:cNvPr id="8" name="Rectangle 7">
            <a:extLst>
              <a:ext uri="{FF2B5EF4-FFF2-40B4-BE49-F238E27FC236}">
                <a16:creationId xmlns:a16="http://schemas.microsoft.com/office/drawing/2014/main" id="{3A49F0DA-FAB7-982B-FF63-D96504BC7F67}"/>
              </a:ext>
            </a:extLst>
          </p:cNvPr>
          <p:cNvSpPr/>
          <p:nvPr/>
        </p:nvSpPr>
        <p:spPr>
          <a:xfrm>
            <a:off x="1418995" y="262356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stratégique 1</a:t>
            </a:r>
          </a:p>
        </p:txBody>
      </p:sp>
      <p:sp>
        <p:nvSpPr>
          <p:cNvPr id="9" name="Rectangle 8">
            <a:extLst>
              <a:ext uri="{FF2B5EF4-FFF2-40B4-BE49-F238E27FC236}">
                <a16:creationId xmlns:a16="http://schemas.microsoft.com/office/drawing/2014/main" id="{EAFFA86E-ADF6-1585-C399-51540190F073}"/>
              </a:ext>
            </a:extLst>
          </p:cNvPr>
          <p:cNvSpPr/>
          <p:nvPr/>
        </p:nvSpPr>
        <p:spPr>
          <a:xfrm>
            <a:off x="1418995" y="322995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Chemin d’attaque 1</a:t>
            </a:r>
          </a:p>
        </p:txBody>
      </p:sp>
      <p:sp>
        <p:nvSpPr>
          <p:cNvPr id="10" name="Rectangle 9">
            <a:extLst>
              <a:ext uri="{FF2B5EF4-FFF2-40B4-BE49-F238E27FC236}">
                <a16:creationId xmlns:a16="http://schemas.microsoft.com/office/drawing/2014/main" id="{76E353FC-D77C-A36E-7ABE-A3A4C9155770}"/>
              </a:ext>
            </a:extLst>
          </p:cNvPr>
          <p:cNvSpPr/>
          <p:nvPr/>
        </p:nvSpPr>
        <p:spPr>
          <a:xfrm>
            <a:off x="1418995" y="3887679"/>
            <a:ext cx="2160000" cy="36000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opérationnel 1</a:t>
            </a:r>
          </a:p>
        </p:txBody>
      </p:sp>
      <p:sp>
        <p:nvSpPr>
          <p:cNvPr id="11" name="Rectangle 10">
            <a:extLst>
              <a:ext uri="{FF2B5EF4-FFF2-40B4-BE49-F238E27FC236}">
                <a16:creationId xmlns:a16="http://schemas.microsoft.com/office/drawing/2014/main" id="{3C550849-CCB7-A434-E17C-53272E202FED}"/>
              </a:ext>
            </a:extLst>
          </p:cNvPr>
          <p:cNvSpPr/>
          <p:nvPr/>
        </p:nvSpPr>
        <p:spPr>
          <a:xfrm>
            <a:off x="1418995" y="4853900"/>
            <a:ext cx="2160000" cy="360000"/>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Chaîne d’attaque 1</a:t>
            </a:r>
          </a:p>
        </p:txBody>
      </p:sp>
      <p:sp>
        <p:nvSpPr>
          <p:cNvPr id="12" name="Ellipse 11">
            <a:extLst>
              <a:ext uri="{FF2B5EF4-FFF2-40B4-BE49-F238E27FC236}">
                <a16:creationId xmlns:a16="http://schemas.microsoft.com/office/drawing/2014/main" id="{B1A96857-219C-F3DE-535D-7BDE266AECB1}"/>
              </a:ext>
            </a:extLst>
          </p:cNvPr>
          <p:cNvSpPr/>
          <p:nvPr/>
        </p:nvSpPr>
        <p:spPr>
          <a:xfrm>
            <a:off x="2459212" y="16411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Objectif visé 1</a:t>
            </a:r>
          </a:p>
        </p:txBody>
      </p:sp>
      <p:sp>
        <p:nvSpPr>
          <p:cNvPr id="13" name="Rectangle 12">
            <a:extLst>
              <a:ext uri="{FF2B5EF4-FFF2-40B4-BE49-F238E27FC236}">
                <a16:creationId xmlns:a16="http://schemas.microsoft.com/office/drawing/2014/main" id="{B388D81F-9151-8877-78F5-BB572A2B6CA4}"/>
              </a:ext>
            </a:extLst>
          </p:cNvPr>
          <p:cNvSpPr/>
          <p:nvPr/>
        </p:nvSpPr>
        <p:spPr>
          <a:xfrm>
            <a:off x="1418995" y="1228843"/>
            <a:ext cx="2160000" cy="360000"/>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Événement redouté 1</a:t>
            </a:r>
          </a:p>
        </p:txBody>
      </p:sp>
      <p:sp>
        <p:nvSpPr>
          <p:cNvPr id="14" name="Rectangle 13">
            <a:extLst>
              <a:ext uri="{FF2B5EF4-FFF2-40B4-BE49-F238E27FC236}">
                <a16:creationId xmlns:a16="http://schemas.microsoft.com/office/drawing/2014/main" id="{7F296891-B4D0-8CEC-AABA-9D2612C72C86}"/>
              </a:ext>
            </a:extLst>
          </p:cNvPr>
          <p:cNvSpPr/>
          <p:nvPr/>
        </p:nvSpPr>
        <p:spPr>
          <a:xfrm>
            <a:off x="1219200" y="1081537"/>
            <a:ext cx="2553973" cy="1280076"/>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15" name="Connecteur droit avec flèche 14">
            <a:extLst>
              <a:ext uri="{FF2B5EF4-FFF2-40B4-BE49-F238E27FC236}">
                <a16:creationId xmlns:a16="http://schemas.microsoft.com/office/drawing/2014/main" id="{2BF309CC-4090-AC42-ED61-CCA3FD6DEA54}"/>
              </a:ext>
            </a:extLst>
          </p:cNvPr>
          <p:cNvCxnSpPr>
            <a:cxnSpLocks/>
            <a:stCxn id="14" idx="2"/>
            <a:endCxn id="8" idx="0"/>
          </p:cNvCxnSpPr>
          <p:nvPr/>
        </p:nvCxnSpPr>
        <p:spPr>
          <a:xfrm>
            <a:off x="2496187" y="2361613"/>
            <a:ext cx="2808" cy="261955"/>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17" name="Connecteur : en angle 53">
            <a:extLst>
              <a:ext uri="{FF2B5EF4-FFF2-40B4-BE49-F238E27FC236}">
                <a16:creationId xmlns:a16="http://schemas.microsoft.com/office/drawing/2014/main" id="{1BFC1DD7-927F-94CC-6F26-EB337731C34F}"/>
              </a:ext>
            </a:extLst>
          </p:cNvPr>
          <p:cNvCxnSpPr>
            <a:cxnSpLocks/>
            <a:stCxn id="8" idx="2"/>
            <a:endCxn id="9" idx="0"/>
          </p:cNvCxnSpPr>
          <p:nvPr/>
        </p:nvCxnSpPr>
        <p:spPr>
          <a:xfrm>
            <a:off x="2498995" y="2983568"/>
            <a:ext cx="0" cy="246390"/>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18" name="Connecteur : en angle 46">
            <a:extLst>
              <a:ext uri="{FF2B5EF4-FFF2-40B4-BE49-F238E27FC236}">
                <a16:creationId xmlns:a16="http://schemas.microsoft.com/office/drawing/2014/main" id="{DE7420D1-962C-0044-71A9-575EE1F96DA2}"/>
              </a:ext>
            </a:extLst>
          </p:cNvPr>
          <p:cNvCxnSpPr>
            <a:cxnSpLocks/>
            <a:stCxn id="10" idx="2"/>
            <a:endCxn id="11" idx="0"/>
          </p:cNvCxnSpPr>
          <p:nvPr/>
        </p:nvCxnSpPr>
        <p:spPr>
          <a:xfrm>
            <a:off x="2498995" y="4247679"/>
            <a:ext cx="0" cy="606221"/>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19" name="Rectangle 18">
            <a:extLst>
              <a:ext uri="{FF2B5EF4-FFF2-40B4-BE49-F238E27FC236}">
                <a16:creationId xmlns:a16="http://schemas.microsoft.com/office/drawing/2014/main" id="{AC2B71C7-782C-4AF7-C764-042907FD2801}"/>
              </a:ext>
            </a:extLst>
          </p:cNvPr>
          <p:cNvSpPr/>
          <p:nvPr/>
        </p:nvSpPr>
        <p:spPr>
          <a:xfrm>
            <a:off x="1418995" y="5792844"/>
            <a:ext cx="2160000" cy="360000"/>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Risque 1</a:t>
            </a:r>
          </a:p>
        </p:txBody>
      </p:sp>
      <p:cxnSp>
        <p:nvCxnSpPr>
          <p:cNvPr id="20" name="Connecteur droit avec flèche 19">
            <a:extLst>
              <a:ext uri="{FF2B5EF4-FFF2-40B4-BE49-F238E27FC236}">
                <a16:creationId xmlns:a16="http://schemas.microsoft.com/office/drawing/2014/main" id="{A021F887-EFB4-9226-1994-AB6443DA390F}"/>
              </a:ext>
            </a:extLst>
          </p:cNvPr>
          <p:cNvCxnSpPr>
            <a:cxnSpLocks/>
            <a:stCxn id="11" idx="2"/>
            <a:endCxn id="19" idx="0"/>
          </p:cNvCxnSpPr>
          <p:nvPr/>
        </p:nvCxnSpPr>
        <p:spPr>
          <a:xfrm>
            <a:off x="2498995" y="5213900"/>
            <a:ext cx="0" cy="578944"/>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21" name="Connecteur : en angle 17">
            <a:extLst>
              <a:ext uri="{FF2B5EF4-FFF2-40B4-BE49-F238E27FC236}">
                <a16:creationId xmlns:a16="http://schemas.microsoft.com/office/drawing/2014/main" id="{D1425A59-4099-7077-77C9-766CB601C1DB}"/>
              </a:ext>
            </a:extLst>
          </p:cNvPr>
          <p:cNvCxnSpPr>
            <a:cxnSpLocks/>
            <a:stCxn id="9" idx="2"/>
            <a:endCxn id="10" idx="0"/>
          </p:cNvCxnSpPr>
          <p:nvPr/>
        </p:nvCxnSpPr>
        <p:spPr>
          <a:xfrm>
            <a:off x="2498995" y="3589958"/>
            <a:ext cx="0" cy="29772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2" name="ZoneTexte 21">
            <a:extLst>
              <a:ext uri="{FF2B5EF4-FFF2-40B4-BE49-F238E27FC236}">
                <a16:creationId xmlns:a16="http://schemas.microsoft.com/office/drawing/2014/main" id="{B2B900FD-6D98-EA25-2F56-51AAEFBAD925}"/>
              </a:ext>
            </a:extLst>
          </p:cNvPr>
          <p:cNvSpPr txBox="1"/>
          <p:nvPr/>
        </p:nvSpPr>
        <p:spPr>
          <a:xfrm>
            <a:off x="4279627" y="954257"/>
            <a:ext cx="6386579" cy="35571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Fuite des informations d’études et recherches de l’entreprise</a:t>
            </a:r>
          </a:p>
        </p:txBody>
      </p:sp>
      <p:sp>
        <p:nvSpPr>
          <p:cNvPr id="23" name="ZoneTexte 22">
            <a:extLst>
              <a:ext uri="{FF2B5EF4-FFF2-40B4-BE49-F238E27FC236}">
                <a16:creationId xmlns:a16="http://schemas.microsoft.com/office/drawing/2014/main" id="{340F195A-FE70-A343-FBD3-95B41C6D1487}"/>
              </a:ext>
            </a:extLst>
          </p:cNvPr>
          <p:cNvSpPr txBox="1"/>
          <p:nvPr/>
        </p:nvSpPr>
        <p:spPr>
          <a:xfrm>
            <a:off x="4283711" y="1373854"/>
            <a:ext cx="1093360"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Concurrent</a:t>
            </a:r>
          </a:p>
        </p:txBody>
      </p:sp>
      <p:sp>
        <p:nvSpPr>
          <p:cNvPr id="24" name="ZoneTexte 23">
            <a:extLst>
              <a:ext uri="{FF2B5EF4-FFF2-40B4-BE49-F238E27FC236}">
                <a16:creationId xmlns:a16="http://schemas.microsoft.com/office/drawing/2014/main" id="{F381440F-A3A0-4D96-E9DC-6612216C109F}"/>
              </a:ext>
            </a:extLst>
          </p:cNvPr>
          <p:cNvSpPr txBox="1"/>
          <p:nvPr/>
        </p:nvSpPr>
        <p:spPr>
          <a:xfrm>
            <a:off x="5519092" y="1373854"/>
            <a:ext cx="5147114"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Voler des informations afin d’obtenir un avantage concurrentiel</a:t>
            </a:r>
          </a:p>
        </p:txBody>
      </p:sp>
      <p:sp>
        <p:nvSpPr>
          <p:cNvPr id="25" name="Rectangle 24">
            <a:extLst>
              <a:ext uri="{FF2B5EF4-FFF2-40B4-BE49-F238E27FC236}">
                <a16:creationId xmlns:a16="http://schemas.microsoft.com/office/drawing/2014/main" id="{9B601F6F-90D4-E07A-1AE1-A483DE15ADB6}"/>
              </a:ext>
            </a:extLst>
          </p:cNvPr>
          <p:cNvSpPr/>
          <p:nvPr/>
        </p:nvSpPr>
        <p:spPr>
          <a:xfrm>
            <a:off x="4141690" y="847365"/>
            <a:ext cx="6686147" cy="1592659"/>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26" name="Connecteur droit avec flèche 25">
            <a:extLst>
              <a:ext uri="{FF2B5EF4-FFF2-40B4-BE49-F238E27FC236}">
                <a16:creationId xmlns:a16="http://schemas.microsoft.com/office/drawing/2014/main" id="{0D3A38BB-D934-AFA8-2FD7-5D207EFDE548}"/>
              </a:ext>
            </a:extLst>
          </p:cNvPr>
          <p:cNvCxnSpPr>
            <a:cxnSpLocks/>
          </p:cNvCxnSpPr>
          <p:nvPr/>
        </p:nvCxnSpPr>
        <p:spPr>
          <a:xfrm>
            <a:off x="7219689" y="2296024"/>
            <a:ext cx="0" cy="288000"/>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48BF36C1-C705-CDB9-9063-D730755D4812}"/>
              </a:ext>
            </a:extLst>
          </p:cNvPr>
          <p:cNvSpPr txBox="1"/>
          <p:nvPr/>
        </p:nvSpPr>
        <p:spPr>
          <a:xfrm>
            <a:off x="4268965" y="5794337"/>
            <a:ext cx="6398066" cy="493125"/>
          </a:xfrm>
          <a:prstGeom prst="rect">
            <a:avLst/>
          </a:prstGeom>
          <a:solidFill>
            <a:schemeClr val="bg1"/>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sym typeface="Wingdings" panose="05000000000000000000" pitchFamily="2" charset="2"/>
              </a:rPr>
              <a:t>Un concurrent vole des informations de R&amp;D grâce à un canal</a:t>
            </a:r>
            <a:br>
              <a:rPr lang="fr-FR" sz="1400" dirty="0">
                <a:solidFill>
                  <a:srgbClr val="252525"/>
                </a:solidFill>
                <a:latin typeface="+mj-lt"/>
                <a:sym typeface="Wingdings" panose="05000000000000000000" pitchFamily="2" charset="2"/>
              </a:rPr>
            </a:br>
            <a:r>
              <a:rPr lang="fr-FR" sz="1400" dirty="0">
                <a:solidFill>
                  <a:srgbClr val="252525"/>
                </a:solidFill>
                <a:latin typeface="+mj-lt"/>
                <a:sym typeface="Wingdings" panose="05000000000000000000" pitchFamily="2" charset="2"/>
              </a:rPr>
              <a:t>d’exfiltration direct</a:t>
            </a:r>
            <a:endParaRPr lang="fr-FR" sz="1400" dirty="0">
              <a:solidFill>
                <a:srgbClr val="252525"/>
              </a:solidFill>
              <a:latin typeface="+mj-lt"/>
            </a:endParaRPr>
          </a:p>
        </p:txBody>
      </p:sp>
      <p:sp>
        <p:nvSpPr>
          <p:cNvPr id="28" name="ZoneTexte 27">
            <a:extLst>
              <a:ext uri="{FF2B5EF4-FFF2-40B4-BE49-F238E27FC236}">
                <a16:creationId xmlns:a16="http://schemas.microsoft.com/office/drawing/2014/main" id="{EA3B212D-F388-7028-6799-2CA706CABCF5}"/>
              </a:ext>
            </a:extLst>
          </p:cNvPr>
          <p:cNvSpPr txBox="1"/>
          <p:nvPr/>
        </p:nvSpPr>
        <p:spPr>
          <a:xfrm>
            <a:off x="10126928" y="954258"/>
            <a:ext cx="532515" cy="36838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29" name="ZoneTexte 28">
            <a:extLst>
              <a:ext uri="{FF2B5EF4-FFF2-40B4-BE49-F238E27FC236}">
                <a16:creationId xmlns:a16="http://schemas.microsoft.com/office/drawing/2014/main" id="{72774951-F798-F316-0794-602DE3EF188F}"/>
              </a:ext>
            </a:extLst>
          </p:cNvPr>
          <p:cNvSpPr txBox="1"/>
          <p:nvPr/>
        </p:nvSpPr>
        <p:spPr>
          <a:xfrm>
            <a:off x="9859687" y="5794337"/>
            <a:ext cx="799539" cy="49312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 V=3</a:t>
            </a:r>
          </a:p>
        </p:txBody>
      </p:sp>
      <p:cxnSp>
        <p:nvCxnSpPr>
          <p:cNvPr id="30" name="Connecteur droit avec flèche 29">
            <a:extLst>
              <a:ext uri="{FF2B5EF4-FFF2-40B4-BE49-F238E27FC236}">
                <a16:creationId xmlns:a16="http://schemas.microsoft.com/office/drawing/2014/main" id="{61A3B301-362F-389B-1CAF-A9C8F28FAE1A}"/>
              </a:ext>
            </a:extLst>
          </p:cNvPr>
          <p:cNvCxnSpPr>
            <a:cxnSpLocks/>
          </p:cNvCxnSpPr>
          <p:nvPr/>
        </p:nvCxnSpPr>
        <p:spPr>
          <a:xfrm>
            <a:off x="7219689" y="2970873"/>
            <a:ext cx="0" cy="24128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1" name="Connecteur droit avec flèche 30">
            <a:extLst>
              <a:ext uri="{FF2B5EF4-FFF2-40B4-BE49-F238E27FC236}">
                <a16:creationId xmlns:a16="http://schemas.microsoft.com/office/drawing/2014/main" id="{0F7C2305-1285-3394-80BC-65553E05DDBA}"/>
              </a:ext>
            </a:extLst>
          </p:cNvPr>
          <p:cNvCxnSpPr>
            <a:cxnSpLocks/>
          </p:cNvCxnSpPr>
          <p:nvPr/>
        </p:nvCxnSpPr>
        <p:spPr>
          <a:xfrm>
            <a:off x="7219689" y="3526778"/>
            <a:ext cx="0" cy="203657"/>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2" name="Connecteur droit avec flèche 31">
            <a:extLst>
              <a:ext uri="{FF2B5EF4-FFF2-40B4-BE49-F238E27FC236}">
                <a16:creationId xmlns:a16="http://schemas.microsoft.com/office/drawing/2014/main" id="{5EC83904-F012-DCEC-2EB1-C02598D5D19D}"/>
              </a:ext>
            </a:extLst>
          </p:cNvPr>
          <p:cNvCxnSpPr>
            <a:cxnSpLocks/>
          </p:cNvCxnSpPr>
          <p:nvPr/>
        </p:nvCxnSpPr>
        <p:spPr>
          <a:xfrm>
            <a:off x="7219689" y="43604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43F4BBC5-03FB-29CA-B4C0-5DFC93BD0D74}"/>
              </a:ext>
            </a:extLst>
          </p:cNvPr>
          <p:cNvSpPr txBox="1"/>
          <p:nvPr/>
        </p:nvSpPr>
        <p:spPr>
          <a:xfrm>
            <a:off x="4279624" y="2598524"/>
            <a:ext cx="6386582" cy="461648"/>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Un concurrent vole des travaux de recherche en créant un canal</a:t>
            </a:r>
            <a:br>
              <a:rPr lang="fr-FR" dirty="0">
                <a:solidFill>
                  <a:srgbClr val="252525"/>
                </a:solidFill>
                <a:latin typeface="+mj-lt"/>
              </a:rPr>
            </a:br>
            <a:r>
              <a:rPr lang="fr-FR" dirty="0">
                <a:solidFill>
                  <a:srgbClr val="252525"/>
                </a:solidFill>
                <a:latin typeface="+mj-lt"/>
              </a:rPr>
              <a:t>d’exfiltration de données : </a:t>
            </a:r>
          </a:p>
        </p:txBody>
      </p:sp>
      <p:sp>
        <p:nvSpPr>
          <p:cNvPr id="34" name="ZoneTexte 33">
            <a:extLst>
              <a:ext uri="{FF2B5EF4-FFF2-40B4-BE49-F238E27FC236}">
                <a16:creationId xmlns:a16="http://schemas.microsoft.com/office/drawing/2014/main" id="{C19E80B5-DCC9-3578-2AA0-2CC2CE1652F9}"/>
              </a:ext>
            </a:extLst>
          </p:cNvPr>
          <p:cNvSpPr txBox="1"/>
          <p:nvPr/>
        </p:nvSpPr>
        <p:spPr>
          <a:xfrm>
            <a:off x="10170221" y="2607456"/>
            <a:ext cx="496820" cy="461648"/>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35" name="ZoneTexte 34">
            <a:extLst>
              <a:ext uri="{FF2B5EF4-FFF2-40B4-BE49-F238E27FC236}">
                <a16:creationId xmlns:a16="http://schemas.microsoft.com/office/drawing/2014/main" id="{2577305C-6D65-AB2F-0DAD-330A29BF9B70}"/>
              </a:ext>
            </a:extLst>
          </p:cNvPr>
          <p:cNvSpPr txBox="1"/>
          <p:nvPr/>
        </p:nvSpPr>
        <p:spPr>
          <a:xfrm>
            <a:off x="4268927" y="3212153"/>
            <a:ext cx="6398068" cy="360064"/>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portant directement sur le système d’information de la R&amp;D</a:t>
            </a:r>
          </a:p>
        </p:txBody>
      </p:sp>
      <p:sp>
        <p:nvSpPr>
          <p:cNvPr id="36" name="Rectangle 35">
            <a:extLst>
              <a:ext uri="{FF2B5EF4-FFF2-40B4-BE49-F238E27FC236}">
                <a16:creationId xmlns:a16="http://schemas.microsoft.com/office/drawing/2014/main" id="{C9B0E956-A6A2-DD2B-6708-8FBC1E9CC7DA}"/>
              </a:ext>
            </a:extLst>
          </p:cNvPr>
          <p:cNvSpPr/>
          <p:nvPr/>
        </p:nvSpPr>
        <p:spPr>
          <a:xfrm>
            <a:off x="4279623" y="3746749"/>
            <a:ext cx="6386591" cy="662645"/>
          </a:xfrm>
          <a:prstGeom prst="rect">
            <a:avLst/>
          </a:prstGeom>
          <a:solidFill>
            <a:schemeClr val="bg1"/>
          </a:solidFill>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Un concurrent vole des travaux de recherche en créant un canal d’exfiltration</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données portant directement sur le système d’information de la R&amp;D</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l’entreprise de biotechnologies</a:t>
            </a:r>
          </a:p>
        </p:txBody>
      </p:sp>
      <p:sp>
        <p:nvSpPr>
          <p:cNvPr id="37" name="ZoneTexte 36">
            <a:extLst>
              <a:ext uri="{FF2B5EF4-FFF2-40B4-BE49-F238E27FC236}">
                <a16:creationId xmlns:a16="http://schemas.microsoft.com/office/drawing/2014/main" id="{017F358D-BFA1-8769-5005-C3A710ABEC15}"/>
              </a:ext>
            </a:extLst>
          </p:cNvPr>
          <p:cNvSpPr txBox="1"/>
          <p:nvPr/>
        </p:nvSpPr>
        <p:spPr>
          <a:xfrm>
            <a:off x="4279625" y="1799915"/>
            <a:ext cx="6386581" cy="554961"/>
          </a:xfrm>
          <a:prstGeom prst="rect">
            <a:avLst/>
          </a:prstGeom>
          <a:solidFill>
            <a:schemeClr val="bg1"/>
          </a:solidFill>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Un concurrent veut voler des informations en espionnant les travaux de R&amp;D</a:t>
            </a:r>
            <a:br>
              <a:rPr lang="fr-FR" sz="1400" dirty="0">
                <a:solidFill>
                  <a:srgbClr val="252525"/>
                </a:solidFill>
                <a:latin typeface="+mj-lt"/>
              </a:rPr>
            </a:br>
            <a:r>
              <a:rPr lang="fr-FR" sz="1400" dirty="0">
                <a:solidFill>
                  <a:srgbClr val="252525"/>
                </a:solidFill>
                <a:latin typeface="+mj-lt"/>
              </a:rPr>
              <a:t>en vue d’obtenir un avantage concurrentiel</a:t>
            </a:r>
          </a:p>
        </p:txBody>
      </p:sp>
      <p:cxnSp>
        <p:nvCxnSpPr>
          <p:cNvPr id="38" name="Connecteur droit avec flèche 37">
            <a:extLst>
              <a:ext uri="{FF2B5EF4-FFF2-40B4-BE49-F238E27FC236}">
                <a16:creationId xmlns:a16="http://schemas.microsoft.com/office/drawing/2014/main" id="{0264A689-DC9E-511E-EF1C-B5B30F1BFAE0}"/>
              </a:ext>
            </a:extLst>
          </p:cNvPr>
          <p:cNvCxnSpPr>
            <a:cxnSpLocks/>
          </p:cNvCxnSpPr>
          <p:nvPr/>
        </p:nvCxnSpPr>
        <p:spPr>
          <a:xfrm>
            <a:off x="7219689" y="55796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9" name="ZoneTexte 38">
            <a:extLst>
              <a:ext uri="{FF2B5EF4-FFF2-40B4-BE49-F238E27FC236}">
                <a16:creationId xmlns:a16="http://schemas.microsoft.com/office/drawing/2014/main" id="{07EA1B99-3D71-1120-5AF1-A9CD45E85A0A}"/>
              </a:ext>
            </a:extLst>
          </p:cNvPr>
          <p:cNvSpPr txBox="1"/>
          <p:nvPr/>
        </p:nvSpPr>
        <p:spPr>
          <a:xfrm>
            <a:off x="4268966" y="4576826"/>
            <a:ext cx="6398068" cy="1066140"/>
          </a:xfrm>
          <a:prstGeom prst="rect">
            <a:avLst/>
          </a:prstGeom>
          <a:solidFill>
            <a:schemeClr val="bg1"/>
          </a:solidFill>
          <a:ln>
            <a:solidFill>
              <a:srgbClr val="CC99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L’attaquant s’introduit dans le système d’information par une attaque ciblée sur la messagerie du service des ressources humaines, en piégeant le site du comité d’entreprise ou en exploitant un canal caché préexistant. Il accède ensuite aux données stratégiques de R&amp;D du fait notamment de l’absence de cloisonnement entre les réseaux internes puis les exfiltre en utilisant le canal caché voire un canal légitime.</a:t>
            </a:r>
          </a:p>
        </p:txBody>
      </p:sp>
      <p:sp>
        <p:nvSpPr>
          <p:cNvPr id="40" name="ZoneTexte 39">
            <a:extLst>
              <a:ext uri="{FF2B5EF4-FFF2-40B4-BE49-F238E27FC236}">
                <a16:creationId xmlns:a16="http://schemas.microsoft.com/office/drawing/2014/main" id="{07C99999-E97D-9669-0931-AEBB1940D5AF}"/>
              </a:ext>
            </a:extLst>
          </p:cNvPr>
          <p:cNvSpPr txBox="1"/>
          <p:nvPr/>
        </p:nvSpPr>
        <p:spPr>
          <a:xfrm>
            <a:off x="10162386" y="5332931"/>
            <a:ext cx="496877" cy="303799"/>
          </a:xfrm>
          <a:prstGeom prst="rect">
            <a:avLst/>
          </a:prstGeom>
          <a:noFill/>
        </p:spPr>
        <p:txBody>
          <a:bodyPr wrap="square" lIns="0" tIns="0" rIns="0" bIns="0" rtlCol="0" anchor="ctr">
            <a:noAutofit/>
          </a:bodyPr>
          <a:lstStyle/>
          <a:p>
            <a:pPr algn="ctr"/>
            <a:r>
              <a:rPr lang="fr-FR" sz="1600" b="1" dirty="0">
                <a:solidFill>
                  <a:srgbClr val="CC9900"/>
                </a:solidFill>
                <a:latin typeface="+mj-lt"/>
                <a:cs typeface="Segoe UI" panose="020B0502040204020203" pitchFamily="34" charset="0"/>
              </a:rPr>
              <a:t>V=3</a:t>
            </a:r>
          </a:p>
        </p:txBody>
      </p:sp>
      <p:sp>
        <p:nvSpPr>
          <p:cNvPr id="16" name="ZoneTexte 15">
            <a:extLst>
              <a:ext uri="{FF2B5EF4-FFF2-40B4-BE49-F238E27FC236}">
                <a16:creationId xmlns:a16="http://schemas.microsoft.com/office/drawing/2014/main" id="{F83C02A5-7E4A-05AC-FC14-1DC915A227C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pic>
        <p:nvPicPr>
          <p:cNvPr id="41" name="Image 40">
            <a:extLst>
              <a:ext uri="{FF2B5EF4-FFF2-40B4-BE49-F238E27FC236}">
                <a16:creationId xmlns:a16="http://schemas.microsoft.com/office/drawing/2014/main" id="{F71B2C14-8277-2EB7-3511-74617F8B183D}"/>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12479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up)">
                                      <p:cBhvr>
                                        <p:cTn id="30" dur="500"/>
                                        <p:tgtEl>
                                          <p:spTgt spid="2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up)">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par>
                          <p:cTn id="40" fill="hold">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wipe(up)">
                                      <p:cBhvr>
                                        <p:cTn id="47" dur="500"/>
                                        <p:tgtEl>
                                          <p:spTgt spid="30"/>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up)">
                                      <p:cBhvr>
                                        <p:cTn id="56" dur="500"/>
                                        <p:tgtEl>
                                          <p:spTgt spid="31"/>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nodeType="click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wipe(up)">
                                      <p:cBhvr>
                                        <p:cTn id="65" dur="500"/>
                                        <p:tgtEl>
                                          <p:spTgt spid="32"/>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par>
                          <p:cTn id="70" fill="hold">
                            <p:stCondLst>
                              <p:cond delay="1000"/>
                            </p:stCondLst>
                            <p:childTnLst>
                              <p:par>
                                <p:cTn id="71" presetID="1" presetClass="entr" presetSubtype="0" fill="hold" grpId="0" nodeType="after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22" presetClass="entr" presetSubtype="1"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wipe(up)">
                                      <p:cBhvr>
                                        <p:cTn id="77" dur="500"/>
                                        <p:tgtEl>
                                          <p:spTgt spid="38"/>
                                        </p:tgtEl>
                                      </p:cBhvr>
                                    </p:animEffect>
                                  </p:childTnLst>
                                </p:cTn>
                              </p:par>
                            </p:childTnLst>
                          </p:cTn>
                        </p:par>
                        <p:par>
                          <p:cTn id="78" fill="hold">
                            <p:stCondLst>
                              <p:cond delay="50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par>
                          <p:cTn id="82" fill="hold">
                            <p:stCondLst>
                              <p:cond delay="1000"/>
                            </p:stCondLst>
                            <p:childTnLst>
                              <p:par>
                                <p:cTn id="83" presetID="1"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7" grpId="0" animBg="1"/>
      <p:bldP spid="28" grpId="0"/>
      <p:bldP spid="29" grpId="0"/>
      <p:bldP spid="33" grpId="0" animBg="1"/>
      <p:bldP spid="34" grpId="0"/>
      <p:bldP spid="35" grpId="0" animBg="1"/>
      <p:bldP spid="36" grpId="0" animBg="1"/>
      <p:bldP spid="37" grpId="0" animBg="1"/>
      <p:bldP spid="39" grpId="0" animBg="1"/>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7757D-7F0A-F6B6-74C1-C81E28AA52BF}"/>
              </a:ext>
            </a:extLst>
          </p:cNvPr>
          <p:cNvSpPr>
            <a:spLocks noGrp="1"/>
          </p:cNvSpPr>
          <p:nvPr>
            <p:ph type="title"/>
          </p:nvPr>
        </p:nvSpPr>
        <p:spPr/>
        <p:txBody>
          <a:bodyPr>
            <a:normAutofit fontScale="90000"/>
          </a:bodyPr>
          <a:lstStyle/>
          <a:p>
            <a:r>
              <a:rPr lang="fr-FR" dirty="0"/>
              <a:t>Comment représenter les risques ?</a:t>
            </a:r>
          </a:p>
        </p:txBody>
      </p:sp>
      <p:sp>
        <p:nvSpPr>
          <p:cNvPr id="3" name="Espace réservé de la date 2">
            <a:extLst>
              <a:ext uri="{FF2B5EF4-FFF2-40B4-BE49-F238E27FC236}">
                <a16:creationId xmlns:a16="http://schemas.microsoft.com/office/drawing/2014/main" id="{C4F8354A-8C55-1BF9-1028-DDAAD8288919}"/>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F58935FD-7E33-CA09-859C-C640857C99E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9849BAA-7BD5-5261-7051-9BD4B014B2E8}"/>
              </a:ext>
            </a:extLst>
          </p:cNvPr>
          <p:cNvSpPr>
            <a:spLocks noGrp="1"/>
          </p:cNvSpPr>
          <p:nvPr>
            <p:ph type="sldNum" sz="quarter" idx="12"/>
          </p:nvPr>
        </p:nvSpPr>
        <p:spPr/>
        <p:txBody>
          <a:bodyPr/>
          <a:lstStyle/>
          <a:p>
            <a:fld id="{294A09A9-5501-47C1-A89A-A340965A2BE2}" type="slidenum">
              <a:rPr lang="fr-FR" smtClean="0"/>
              <a:pPr/>
              <a:t>111</a:t>
            </a:fld>
            <a:endParaRPr lang="fr-FR" dirty="0"/>
          </a:p>
        </p:txBody>
      </p:sp>
      <p:sp>
        <p:nvSpPr>
          <p:cNvPr id="6" name="Espace réservé du texte 5">
            <a:extLst>
              <a:ext uri="{FF2B5EF4-FFF2-40B4-BE49-F238E27FC236}">
                <a16:creationId xmlns:a16="http://schemas.microsoft.com/office/drawing/2014/main" id="{8C2AC8A3-D28F-6BEE-CF53-95A478BF775D}"/>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3A4FCC95-8697-F66D-C835-0FEF64EA1068}"/>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27125D4D-AD71-2968-59BA-5A31DE167262}"/>
              </a:ext>
            </a:extLst>
          </p:cNvPr>
          <p:cNvGraphicFramePr>
            <a:graphicFrameLocks noGrp="1"/>
          </p:cNvGraphicFramePr>
          <p:nvPr>
            <p:extLst>
              <p:ext uri="{D42A27DB-BD31-4B8C-83A1-F6EECF244321}">
                <p14:modId xmlns:p14="http://schemas.microsoft.com/office/powerpoint/2010/main" val="1780773334"/>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grpSp>
        <p:nvGrpSpPr>
          <p:cNvPr id="9" name="Groupe 8">
            <a:extLst>
              <a:ext uri="{FF2B5EF4-FFF2-40B4-BE49-F238E27FC236}">
                <a16:creationId xmlns:a16="http://schemas.microsoft.com/office/drawing/2014/main" id="{CF1C6654-8400-6CEA-0E81-DD5D48A47202}"/>
              </a:ext>
            </a:extLst>
          </p:cNvPr>
          <p:cNvGrpSpPr/>
          <p:nvPr/>
        </p:nvGrpSpPr>
        <p:grpSpPr>
          <a:xfrm>
            <a:off x="8618527" y="941948"/>
            <a:ext cx="2162364" cy="1183384"/>
            <a:chOff x="4842368" y="-1292689"/>
            <a:chExt cx="1800000" cy="985075"/>
          </a:xfrm>
        </p:grpSpPr>
        <p:pic>
          <p:nvPicPr>
            <p:cNvPr id="10" name="Image 9">
              <a:extLst>
                <a:ext uri="{FF2B5EF4-FFF2-40B4-BE49-F238E27FC236}">
                  <a16:creationId xmlns:a16="http://schemas.microsoft.com/office/drawing/2014/main" id="{14BAD934-B3D2-6CA1-6517-16F373F685D0}"/>
                </a:ext>
              </a:extLst>
            </p:cNvPr>
            <p:cNvPicPr>
              <a:picLocks noChangeAspect="1"/>
            </p:cNvPicPr>
            <p:nvPr/>
          </p:nvPicPr>
          <p:blipFill>
            <a:blip r:embed="rId2"/>
            <a:stretch>
              <a:fillRect/>
            </a:stretch>
          </p:blipFill>
          <p:spPr>
            <a:xfrm>
              <a:off x="4842368" y="-1292689"/>
              <a:ext cx="1800000" cy="985075"/>
            </a:xfrm>
            <a:prstGeom prst="rect">
              <a:avLst/>
            </a:prstGeom>
          </p:spPr>
        </p:pic>
        <p:sp>
          <p:nvSpPr>
            <p:cNvPr id="11" name="Espace réservé du contenu 2">
              <a:extLst>
                <a:ext uri="{FF2B5EF4-FFF2-40B4-BE49-F238E27FC236}">
                  <a16:creationId xmlns:a16="http://schemas.microsoft.com/office/drawing/2014/main" id="{48CEF7FB-7F4D-8B1E-742F-CDD7B74DE842}"/>
                </a:ext>
              </a:extLst>
            </p:cNvPr>
            <p:cNvSpPr txBox="1">
              <a:spLocks/>
            </p:cNvSpPr>
            <p:nvPr/>
          </p:nvSpPr>
          <p:spPr>
            <a:xfrm>
              <a:off x="5218238" y="-1210137"/>
              <a:ext cx="1102578" cy="211642"/>
            </a:xfrm>
            <a:prstGeom prst="rect">
              <a:avLst/>
            </a:prstGeom>
            <a:noFill/>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ctr">
                <a:buNone/>
              </a:pPr>
              <a:r>
                <a:rPr lang="fr-FR" sz="1333" b="1" dirty="0">
                  <a:solidFill>
                    <a:schemeClr val="bg1"/>
                  </a:solidFill>
                  <a:latin typeface="Segoe UI Semibold" panose="020B0502040204020203" pitchFamily="34" charset="0"/>
                  <a:cs typeface="Segoe UI Semibold" panose="020B0502040204020203" pitchFamily="34" charset="0"/>
                  <a:sym typeface="Wingdings" panose="05000000000000000000" pitchFamily="2" charset="2"/>
                </a:rPr>
                <a:t>Risque</a:t>
              </a:r>
            </a:p>
          </p:txBody>
        </p:sp>
      </p:grpSp>
      <p:cxnSp>
        <p:nvCxnSpPr>
          <p:cNvPr id="12" name="Connecteur droit avec flèche 11">
            <a:extLst>
              <a:ext uri="{FF2B5EF4-FFF2-40B4-BE49-F238E27FC236}">
                <a16:creationId xmlns:a16="http://schemas.microsoft.com/office/drawing/2014/main" id="{2780A427-5B22-0709-BB80-A6673A807733}"/>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A2FC5C7F-815A-46DC-99F3-3F0EEC44B2CE}"/>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CC4BD02-07D7-74BD-811C-FC12D2F38D7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4362ACB1-38E8-30C1-0F69-B67AEEAB7446}"/>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6BDDED24-ED72-23D2-AAC7-78B79A3D81C9}"/>
              </a:ext>
            </a:extLst>
          </p:cNvPr>
          <p:cNvPicPr>
            <a:picLocks noChangeAspect="1"/>
          </p:cNvPicPr>
          <p:nvPr/>
        </p:nvPicPr>
        <p:blipFill>
          <a:blip r:embed="rId3"/>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6EC4AE1-1871-5217-F7A5-4C23270A195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511483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7239-A96B-B41B-1EB4-834E31C646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986F13-DE73-C475-F072-B606B1654CF8}"/>
              </a:ext>
            </a:extLst>
          </p:cNvPr>
          <p:cNvSpPr>
            <a:spLocks noGrp="1"/>
          </p:cNvSpPr>
          <p:nvPr>
            <p:ph type="title"/>
          </p:nvPr>
        </p:nvSpPr>
        <p:spPr/>
        <p:txBody>
          <a:bodyPr>
            <a:normAutofit fontScale="90000"/>
          </a:bodyPr>
          <a:lstStyle/>
          <a:p>
            <a:r>
              <a:rPr lang="fr-FR" dirty="0"/>
              <a:t>Comment juger de l’acceptabilité des risques ?</a:t>
            </a:r>
          </a:p>
        </p:txBody>
      </p:sp>
      <p:sp>
        <p:nvSpPr>
          <p:cNvPr id="3" name="Espace réservé de la date 2">
            <a:extLst>
              <a:ext uri="{FF2B5EF4-FFF2-40B4-BE49-F238E27FC236}">
                <a16:creationId xmlns:a16="http://schemas.microsoft.com/office/drawing/2014/main" id="{AA12A574-19E6-655F-D769-2380D16F7A97}"/>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F6E7E7BA-A838-27CE-68C1-B32E800DD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7E038DB-0539-9115-AB3A-63C568131F08}"/>
              </a:ext>
            </a:extLst>
          </p:cNvPr>
          <p:cNvSpPr>
            <a:spLocks noGrp="1"/>
          </p:cNvSpPr>
          <p:nvPr>
            <p:ph type="sldNum" sz="quarter" idx="12"/>
          </p:nvPr>
        </p:nvSpPr>
        <p:spPr/>
        <p:txBody>
          <a:bodyPr/>
          <a:lstStyle/>
          <a:p>
            <a:fld id="{294A09A9-5501-47C1-A89A-A340965A2BE2}" type="slidenum">
              <a:rPr lang="fr-FR" smtClean="0"/>
              <a:pPr/>
              <a:t>112</a:t>
            </a:fld>
            <a:endParaRPr lang="fr-FR" dirty="0"/>
          </a:p>
        </p:txBody>
      </p:sp>
      <p:sp>
        <p:nvSpPr>
          <p:cNvPr id="6" name="Espace réservé du texte 5">
            <a:extLst>
              <a:ext uri="{FF2B5EF4-FFF2-40B4-BE49-F238E27FC236}">
                <a16:creationId xmlns:a16="http://schemas.microsoft.com/office/drawing/2014/main" id="{6DD1FE73-98BB-B43B-5671-C8D12E7B8C6B}"/>
              </a:ext>
            </a:extLst>
          </p:cNvPr>
          <p:cNvSpPr>
            <a:spLocks noGrp="1"/>
          </p:cNvSpPr>
          <p:nvPr>
            <p:ph type="body" sz="quarter" idx="13"/>
          </p:nvPr>
        </p:nvSpPr>
        <p:spPr/>
        <p:txBody>
          <a:bodyPr/>
          <a:lstStyle/>
          <a:p>
            <a:r>
              <a:rPr lang="fr-FR" dirty="0"/>
              <a:t>L’échelle d’acceptation des risques</a:t>
            </a:r>
          </a:p>
        </p:txBody>
      </p:sp>
      <p:sp>
        <p:nvSpPr>
          <p:cNvPr id="17" name="ZoneTexte 16">
            <a:extLst>
              <a:ext uri="{FF2B5EF4-FFF2-40B4-BE49-F238E27FC236}">
                <a16:creationId xmlns:a16="http://schemas.microsoft.com/office/drawing/2014/main" id="{CD33FA7A-634B-0382-D2B9-35A718AE149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20" name="Tableau 19">
            <a:extLst>
              <a:ext uri="{FF2B5EF4-FFF2-40B4-BE49-F238E27FC236}">
                <a16:creationId xmlns:a16="http://schemas.microsoft.com/office/drawing/2014/main" id="{276B1AA5-FE9F-112F-D7C8-B313CAEB7341}"/>
              </a:ext>
            </a:extLst>
          </p:cNvPr>
          <p:cNvGraphicFramePr>
            <a:graphicFrameLocks noGrp="1"/>
          </p:cNvGraphicFramePr>
          <p:nvPr>
            <p:extLst>
              <p:ext uri="{D42A27DB-BD31-4B8C-83A1-F6EECF244321}">
                <p14:modId xmlns:p14="http://schemas.microsoft.com/office/powerpoint/2010/main" val="1131012016"/>
              </p:ext>
            </p:extLst>
          </p:nvPr>
        </p:nvGraphicFramePr>
        <p:xfrm>
          <a:off x="7410529" y="1613622"/>
          <a:ext cx="3554059" cy="3497044"/>
        </p:xfrm>
        <a:graphic>
          <a:graphicData uri="http://schemas.openxmlformats.org/drawingml/2006/table">
            <a:tbl>
              <a:tblPr/>
              <a:tblGrid>
                <a:gridCol w="333527">
                  <a:extLst>
                    <a:ext uri="{9D8B030D-6E8A-4147-A177-3AD203B41FA5}">
                      <a16:colId xmlns:a16="http://schemas.microsoft.com/office/drawing/2014/main" val="3508923813"/>
                    </a:ext>
                  </a:extLst>
                </a:gridCol>
                <a:gridCol w="805133">
                  <a:extLst>
                    <a:ext uri="{9D8B030D-6E8A-4147-A177-3AD203B41FA5}">
                      <a16:colId xmlns:a16="http://schemas.microsoft.com/office/drawing/2014/main" val="20000"/>
                    </a:ext>
                  </a:extLst>
                </a:gridCol>
                <a:gridCol w="805133">
                  <a:extLst>
                    <a:ext uri="{9D8B030D-6E8A-4147-A177-3AD203B41FA5}">
                      <a16:colId xmlns:a16="http://schemas.microsoft.com/office/drawing/2014/main" val="20001"/>
                    </a:ext>
                  </a:extLst>
                </a:gridCol>
                <a:gridCol w="805133">
                  <a:extLst>
                    <a:ext uri="{9D8B030D-6E8A-4147-A177-3AD203B41FA5}">
                      <a16:colId xmlns:a16="http://schemas.microsoft.com/office/drawing/2014/main" val="1901439735"/>
                    </a:ext>
                  </a:extLst>
                </a:gridCol>
                <a:gridCol w="805133">
                  <a:extLst>
                    <a:ext uri="{9D8B030D-6E8A-4147-A177-3AD203B41FA5}">
                      <a16:colId xmlns:a16="http://schemas.microsoft.com/office/drawing/2014/main" val="2999965291"/>
                    </a:ext>
                  </a:extLst>
                </a:gridCol>
              </a:tblGrid>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0004"/>
                  </a:ext>
                </a:extLst>
              </a:tr>
              <a:tr h="37521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62535" marR="62535"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21" name="Connecteur droit avec flèche 20">
            <a:extLst>
              <a:ext uri="{FF2B5EF4-FFF2-40B4-BE49-F238E27FC236}">
                <a16:creationId xmlns:a16="http://schemas.microsoft.com/office/drawing/2014/main" id="{30080392-B40E-3BDA-F5CE-DF7B2CE9D119}"/>
              </a:ext>
            </a:extLst>
          </p:cNvPr>
          <p:cNvCxnSpPr>
            <a:cxnSpLocks/>
          </p:cNvCxnSpPr>
          <p:nvPr/>
        </p:nvCxnSpPr>
        <p:spPr>
          <a:xfrm>
            <a:off x="7742420" y="4714009"/>
            <a:ext cx="3231001"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Connecteur droit avec flèche 21">
            <a:extLst>
              <a:ext uri="{FF2B5EF4-FFF2-40B4-BE49-F238E27FC236}">
                <a16:creationId xmlns:a16="http://schemas.microsoft.com/office/drawing/2014/main" id="{8C615F52-CA61-F558-6D53-34DAA6509254}"/>
              </a:ext>
            </a:extLst>
          </p:cNvPr>
          <p:cNvCxnSpPr>
            <a:cxnSpLocks/>
          </p:cNvCxnSpPr>
          <p:nvPr/>
        </p:nvCxnSpPr>
        <p:spPr>
          <a:xfrm flipV="1">
            <a:off x="7742419" y="1605633"/>
            <a:ext cx="0" cy="3134880"/>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Espace réservé du contenu 2">
            <a:extLst>
              <a:ext uri="{FF2B5EF4-FFF2-40B4-BE49-F238E27FC236}">
                <a16:creationId xmlns:a16="http://schemas.microsoft.com/office/drawing/2014/main" id="{2895B97E-AF04-1030-6B7A-AC6F50B2692F}"/>
              </a:ext>
            </a:extLst>
          </p:cNvPr>
          <p:cNvSpPr txBox="1">
            <a:spLocks/>
          </p:cNvSpPr>
          <p:nvPr/>
        </p:nvSpPr>
        <p:spPr>
          <a:xfrm>
            <a:off x="6816892" y="150783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24" name="Espace réservé du contenu 2">
            <a:extLst>
              <a:ext uri="{FF2B5EF4-FFF2-40B4-BE49-F238E27FC236}">
                <a16:creationId xmlns:a16="http://schemas.microsoft.com/office/drawing/2014/main" id="{B4C6CF7C-27AD-53FB-AD3F-D24FC3C0B7A8}"/>
              </a:ext>
            </a:extLst>
          </p:cNvPr>
          <p:cNvSpPr txBox="1">
            <a:spLocks/>
          </p:cNvSpPr>
          <p:nvPr/>
        </p:nvSpPr>
        <p:spPr>
          <a:xfrm>
            <a:off x="9208126" y="4964537"/>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25" name="Tableau 24">
            <a:extLst>
              <a:ext uri="{FF2B5EF4-FFF2-40B4-BE49-F238E27FC236}">
                <a16:creationId xmlns:a16="http://schemas.microsoft.com/office/drawing/2014/main" id="{F4307EB7-E54D-FE01-3FDD-D54256C90884}"/>
              </a:ext>
            </a:extLst>
          </p:cNvPr>
          <p:cNvGraphicFramePr>
            <a:graphicFrameLocks noGrp="1"/>
          </p:cNvGraphicFramePr>
          <p:nvPr>
            <p:extLst>
              <p:ext uri="{D42A27DB-BD31-4B8C-83A1-F6EECF244321}">
                <p14:modId xmlns:p14="http://schemas.microsoft.com/office/powerpoint/2010/main" val="1687060089"/>
              </p:ext>
            </p:extLst>
          </p:nvPr>
        </p:nvGraphicFramePr>
        <p:xfrm>
          <a:off x="1065672" y="1946389"/>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7" name="Organigramme : Alternative 26">
            <a:extLst>
              <a:ext uri="{FF2B5EF4-FFF2-40B4-BE49-F238E27FC236}">
                <a16:creationId xmlns:a16="http://schemas.microsoft.com/office/drawing/2014/main" id="{BB464357-604D-F9E2-4571-A6B5943150C7}"/>
              </a:ext>
            </a:extLst>
          </p:cNvPr>
          <p:cNvSpPr/>
          <p:nvPr/>
        </p:nvSpPr>
        <p:spPr>
          <a:xfrm>
            <a:off x="1065672" y="5425444"/>
            <a:ext cx="9931512" cy="66990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représentation de l’échelle d’acceptation des risques doit permettre de comparer les risques les uns par rapport aux autres et être compréhensible par l’ensemble des participants​.</a:t>
            </a:r>
          </a:p>
        </p:txBody>
      </p:sp>
    </p:spTree>
    <p:extLst>
      <p:ext uri="{BB962C8B-B14F-4D97-AF65-F5344CB8AC3E}">
        <p14:creationId xmlns:p14="http://schemas.microsoft.com/office/powerpoint/2010/main" val="423428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DE68-AA99-C74D-D571-200703B955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75AA6F-B74F-021B-B4F2-520B3E91565B}"/>
              </a:ext>
            </a:extLst>
          </p:cNvPr>
          <p:cNvSpPr>
            <a:spLocks noGrp="1"/>
          </p:cNvSpPr>
          <p:nvPr>
            <p:ph type="title"/>
          </p:nvPr>
        </p:nvSpPr>
        <p:spPr/>
        <p:txBody>
          <a:bodyPr>
            <a:normAutofit fontScale="90000"/>
          </a:bodyPr>
          <a:lstStyle/>
          <a:p>
            <a:r>
              <a:rPr lang="fr-FR" dirty="0"/>
              <a:t>Application de l’échelle d’acceptation</a:t>
            </a:r>
          </a:p>
        </p:txBody>
      </p:sp>
      <p:sp>
        <p:nvSpPr>
          <p:cNvPr id="3" name="Espace réservé de la date 2">
            <a:extLst>
              <a:ext uri="{FF2B5EF4-FFF2-40B4-BE49-F238E27FC236}">
                <a16:creationId xmlns:a16="http://schemas.microsoft.com/office/drawing/2014/main" id="{C8985FF6-1982-F0D2-CDBA-A20774DACB5A}"/>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F288B4B8-CCC8-2743-4545-18E41AA395BA}"/>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1345DE0-848B-E0F8-8263-C8605D2CF562}"/>
              </a:ext>
            </a:extLst>
          </p:cNvPr>
          <p:cNvSpPr>
            <a:spLocks noGrp="1"/>
          </p:cNvSpPr>
          <p:nvPr>
            <p:ph type="sldNum" sz="quarter" idx="12"/>
          </p:nvPr>
        </p:nvSpPr>
        <p:spPr/>
        <p:txBody>
          <a:bodyPr/>
          <a:lstStyle/>
          <a:p>
            <a:fld id="{294A09A9-5501-47C1-A89A-A340965A2BE2}" type="slidenum">
              <a:rPr lang="fr-FR" smtClean="0"/>
              <a:pPr/>
              <a:t>113</a:t>
            </a:fld>
            <a:endParaRPr lang="fr-FR" dirty="0"/>
          </a:p>
        </p:txBody>
      </p:sp>
      <p:sp>
        <p:nvSpPr>
          <p:cNvPr id="6" name="Espace réservé du texte 5">
            <a:extLst>
              <a:ext uri="{FF2B5EF4-FFF2-40B4-BE49-F238E27FC236}">
                <a16:creationId xmlns:a16="http://schemas.microsoft.com/office/drawing/2014/main" id="{A6928ECA-2DA3-853C-5F7B-D6BE43841F77}"/>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6ED27388-02C2-8170-0B49-027B1BEEE0F5}"/>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5B6AE983-8973-F8B7-973C-B9D0A166D315}"/>
              </a:ext>
            </a:extLst>
          </p:cNvPr>
          <p:cNvGraphicFramePr>
            <a:graphicFrameLocks noGrp="1"/>
          </p:cNvGraphicFramePr>
          <p:nvPr>
            <p:extLst>
              <p:ext uri="{D42A27DB-BD31-4B8C-83A1-F6EECF244321}">
                <p14:modId xmlns:p14="http://schemas.microsoft.com/office/powerpoint/2010/main" val="2849784966"/>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1D7F3A20-A07E-41F1-EB32-3A04321B2B1E}"/>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DC690B69-04FB-6355-BFB9-C1380B5CCDD3}"/>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018CB87B-35C3-4620-A4C2-0EE4251BB18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7DB1F7B0-D629-C66D-5172-C928506AFD81}"/>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B185AF92-AC4B-AEBD-4270-9CD515BA821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F16FB966-2B69-6BDA-F0B2-493F882400E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2774803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D6991-AA7A-BA65-72EC-A3B9ED11D8B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533EA1-3D2A-3E6E-5EB2-4BA609449486}"/>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50026F95-222E-6644-D90B-982BC6DB5B0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E6BDC603-391F-924D-94D8-1A43525C568A}"/>
              </a:ext>
            </a:extLst>
          </p:cNvPr>
          <p:cNvSpPr>
            <a:spLocks noGrp="1"/>
          </p:cNvSpPr>
          <p:nvPr>
            <p:ph type="sldNum" sz="quarter" idx="12"/>
          </p:nvPr>
        </p:nvSpPr>
        <p:spPr/>
        <p:txBody>
          <a:bodyPr/>
          <a:lstStyle/>
          <a:p>
            <a:pPr rtl="0"/>
            <a:fld id="{294A09A9-5501-47C1-A89A-A340965A2BE2}" type="slidenum">
              <a:rPr lang="fr-FR" noProof="0" smtClean="0"/>
              <a:t>114</a:t>
            </a:fld>
            <a:endParaRPr lang="fr-FR" noProof="0"/>
          </a:p>
        </p:txBody>
      </p:sp>
      <p:sp>
        <p:nvSpPr>
          <p:cNvPr id="4" name="Espace réservé de la date 3">
            <a:extLst>
              <a:ext uri="{FF2B5EF4-FFF2-40B4-BE49-F238E27FC236}">
                <a16:creationId xmlns:a16="http://schemas.microsoft.com/office/drawing/2014/main" id="{6B514A46-5E20-5DCC-9ADB-1B5C5444E493}"/>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6AFCAE25-F68E-6681-DD71-DFC6CE8AB905}"/>
              </a:ext>
            </a:extLst>
          </p:cNvPr>
          <p:cNvSpPr>
            <a:spLocks noGrp="1"/>
          </p:cNvSpPr>
          <p:nvPr>
            <p:ph type="body" sz="quarter" idx="13"/>
          </p:nvPr>
        </p:nvSpPr>
        <p:spPr/>
        <p:txBody>
          <a:bodyPr/>
          <a:lstStyle/>
          <a:p>
            <a:r>
              <a:rPr lang="fr-FR" dirty="0"/>
              <a:t>Appréciez un scénario de risque</a:t>
            </a:r>
          </a:p>
        </p:txBody>
      </p:sp>
      <p:graphicFrame>
        <p:nvGraphicFramePr>
          <p:cNvPr id="11" name="Espace réservé du contenu 10">
            <a:extLst>
              <a:ext uri="{FF2B5EF4-FFF2-40B4-BE49-F238E27FC236}">
                <a16:creationId xmlns:a16="http://schemas.microsoft.com/office/drawing/2014/main" id="{3C09FEF1-F2F9-DD3A-71D0-D4C064D404B6}"/>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4BF8BBF5-D86A-969D-2BFB-2CD098A9DF3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97129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6E232-3DA7-514D-7511-F8F6565C2E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960FE-8148-7AD2-C81B-43F47D74BCBB}"/>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DF6A95CE-F51B-58F6-EDC5-B95BC8FB9A19}"/>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14/10/2025</a:t>
            </a:r>
            <a:endParaRPr lang="fr-FR" dirty="0">
              <a:solidFill>
                <a:srgbClr val="7A7A7A"/>
              </a:solidFill>
            </a:endParaRPr>
          </a:p>
        </p:txBody>
      </p:sp>
      <p:sp>
        <p:nvSpPr>
          <p:cNvPr id="11" name="Footer Placeholder 4">
            <a:extLst>
              <a:ext uri="{FF2B5EF4-FFF2-40B4-BE49-F238E27FC236}">
                <a16:creationId xmlns:a16="http://schemas.microsoft.com/office/drawing/2014/main" id="{B054B0ED-1B69-E97A-5BF1-9B5B5F18274A}"/>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48D74633-7384-29D8-7FA5-635457984E95}"/>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115</a:t>
            </a:fld>
            <a:endParaRPr lang="fr-FR"/>
          </a:p>
        </p:txBody>
      </p:sp>
      <p:sp>
        <p:nvSpPr>
          <p:cNvPr id="4" name="Espace réservé du contenu 3">
            <a:extLst>
              <a:ext uri="{FF2B5EF4-FFF2-40B4-BE49-F238E27FC236}">
                <a16:creationId xmlns:a16="http://schemas.microsoft.com/office/drawing/2014/main" id="{8477699B-C881-5772-8BFF-2BA13BF49EF5}"/>
              </a:ext>
            </a:extLst>
          </p:cNvPr>
          <p:cNvSpPr>
            <a:spLocks noGrp="1"/>
          </p:cNvSpPr>
          <p:nvPr>
            <p:ph idx="1"/>
          </p:nvPr>
        </p:nvSpPr>
        <p:spPr>
          <a:xfrm>
            <a:off x="5313680" y="1493114"/>
            <a:ext cx="4951984" cy="3517798"/>
          </a:xfrm>
        </p:spPr>
        <p:txBody>
          <a:bodyPr>
            <a:normAutofit lnSpcReduction="10000"/>
          </a:bodyPr>
          <a:lstStyle/>
          <a:p>
            <a:pPr>
              <a:buFont typeface="+mj-lt"/>
              <a:buAutoNum type="arabicPeriod"/>
            </a:pPr>
            <a:r>
              <a:rPr lang="fr-FR" sz="2000" dirty="0"/>
              <a:t>Savoir identifier et analyser les </a:t>
            </a:r>
            <a:r>
              <a:rPr lang="fr-FR" sz="2000" b="1" dirty="0"/>
              <a:t>événements redoutés</a:t>
            </a:r>
            <a:r>
              <a:rPr lang="fr-FR" sz="2000" dirty="0"/>
              <a:t> et estimer leur </a:t>
            </a:r>
            <a:r>
              <a:rPr lang="fr-FR" sz="2000" b="1" dirty="0"/>
              <a:t>gravité</a:t>
            </a:r>
            <a:endParaRPr lang="fr-FR" sz="2000" noProof="0" dirty="0"/>
          </a:p>
          <a:p>
            <a:pPr>
              <a:buFont typeface="+mj-lt"/>
              <a:buAutoNum type="arabicPeriod"/>
            </a:pPr>
            <a:r>
              <a:rPr lang="fr-FR" sz="2000" noProof="0" dirty="0"/>
              <a:t>Savoir analyser les </a:t>
            </a:r>
            <a:r>
              <a:rPr lang="fr-FR" sz="2000" b="1" noProof="0" dirty="0"/>
              <a:t>scénarios stratégiques</a:t>
            </a:r>
            <a:r>
              <a:rPr lang="fr-FR" sz="2000" noProof="0" dirty="0"/>
              <a:t> (sources de risques, parties prenantes chemins d’attaque)</a:t>
            </a:r>
          </a:p>
          <a:p>
            <a:pPr>
              <a:buFont typeface="+mj-lt"/>
              <a:buAutoNum type="arabicPeriod"/>
            </a:pPr>
            <a:r>
              <a:rPr lang="fr-FR" dirty="0"/>
              <a:t>Savoir analyser les </a:t>
            </a:r>
            <a:r>
              <a:rPr lang="fr-FR" b="1" dirty="0"/>
              <a:t>scénarios opérationnels</a:t>
            </a:r>
            <a:r>
              <a:rPr lang="fr-FR" dirty="0"/>
              <a:t> (chaines d’attaque, actions unitaires) et estimer leur </a:t>
            </a:r>
            <a:r>
              <a:rPr lang="fr-FR" b="1" dirty="0"/>
              <a:t>vraisemblance</a:t>
            </a:r>
            <a:r>
              <a:rPr lang="fr-FR" dirty="0"/>
              <a:t>)</a:t>
            </a:r>
            <a:endParaRPr lang="fr-FR" sz="2000" i="1" noProof="0" dirty="0"/>
          </a:p>
          <a:p>
            <a:pPr>
              <a:buFont typeface="+mj-lt"/>
              <a:buAutoNum type="arabicPeriod"/>
            </a:pPr>
            <a:r>
              <a:rPr lang="fr-FR" sz="2000" noProof="0" dirty="0"/>
              <a:t>Savoir évaluer les </a:t>
            </a:r>
            <a:r>
              <a:rPr lang="fr-FR" sz="2000" b="1" noProof="0" dirty="0"/>
              <a:t>risques</a:t>
            </a:r>
          </a:p>
          <a:p>
            <a:pPr marL="0" indent="0" algn="ctr">
              <a:buNone/>
            </a:pPr>
            <a:r>
              <a:rPr lang="fr-FR" sz="2000" noProof="0" dirty="0">
                <a:sym typeface="Wingdings" panose="05000000000000000000" pitchFamily="2" charset="2"/>
              </a:rPr>
              <a:t> On peut maintenant traiter les risques !</a:t>
            </a:r>
            <a:endParaRPr lang="fr-FR" sz="2000" noProof="0" dirty="0"/>
          </a:p>
        </p:txBody>
      </p:sp>
      <p:sp>
        <p:nvSpPr>
          <p:cNvPr id="3" name="ZoneTexte 2">
            <a:extLst>
              <a:ext uri="{FF2B5EF4-FFF2-40B4-BE49-F238E27FC236}">
                <a16:creationId xmlns:a16="http://schemas.microsoft.com/office/drawing/2014/main" id="{18E66AD6-AB69-BA83-2428-AC1F6B98697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224976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B851-BB2E-3B62-034F-4F9FF3575E24}"/>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EF1FEFDA-EC69-1533-D014-BE0B763707FE}"/>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F93560C-BE2D-4831-D1BB-CA3F44783CE3}"/>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D1282E"/>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ACCD93AE-FD75-1371-708F-A9F096371EF4}"/>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91051F9B-CE1D-5184-46A9-31D98D6E569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882FC9B-AF0F-8A29-EA3C-7E8A7019E728}"/>
              </a:ext>
            </a:extLst>
          </p:cNvPr>
          <p:cNvSpPr>
            <a:spLocks noGrp="1"/>
          </p:cNvSpPr>
          <p:nvPr>
            <p:ph type="sldNum" sz="quarter" idx="12"/>
          </p:nvPr>
        </p:nvSpPr>
        <p:spPr/>
        <p:txBody>
          <a:bodyPr/>
          <a:lstStyle/>
          <a:p>
            <a:fld id="{294A09A9-5501-47C1-A89A-A340965A2BE2}" type="slidenum">
              <a:rPr lang="fr-FR" smtClean="0"/>
              <a:pPr/>
              <a:t>116</a:t>
            </a:fld>
            <a:endParaRPr lang="fr-FR"/>
          </a:p>
        </p:txBody>
      </p:sp>
      <p:pic>
        <p:nvPicPr>
          <p:cNvPr id="13" name="Picture 2" descr="Logo - EBIOS Risk Manager">
            <a:extLst>
              <a:ext uri="{FF2B5EF4-FFF2-40B4-BE49-F238E27FC236}">
                <a16:creationId xmlns:a16="http://schemas.microsoft.com/office/drawing/2014/main" id="{587400D4-24BD-239F-4E93-F6E98B5404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913661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01076-D2A5-BD7A-4844-A1CF49A16FBC}"/>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FE4F676C-2BC6-8E1F-4719-521D2F1AA3B0}"/>
              </a:ext>
            </a:extLst>
          </p:cNvPr>
          <p:cNvSpPr>
            <a:spLocks noGrp="1"/>
          </p:cNvSpPr>
          <p:nvPr>
            <p:ph type="dt" sz="half" idx="10"/>
          </p:nvPr>
        </p:nvSpPr>
        <p:spPr/>
        <p:txBody>
          <a:bodyPr/>
          <a:lstStyle/>
          <a:p>
            <a:pPr rtl="0"/>
            <a:r>
              <a:rPr lang="fr-FR" noProof="0"/>
              <a:t>14/10/2025</a:t>
            </a:r>
            <a:endParaRPr lang="fr-FR" noProof="0" dirty="0"/>
          </a:p>
        </p:txBody>
      </p:sp>
      <p:sp>
        <p:nvSpPr>
          <p:cNvPr id="19" name="Espace réservé du pied de page 15">
            <a:extLst>
              <a:ext uri="{FF2B5EF4-FFF2-40B4-BE49-F238E27FC236}">
                <a16:creationId xmlns:a16="http://schemas.microsoft.com/office/drawing/2014/main" id="{1A18CCF0-322F-EB20-2EBA-1B8ADF7C0B09}"/>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3621D373-EE3F-98C6-80B5-A243039D7FB0}"/>
              </a:ext>
            </a:extLst>
          </p:cNvPr>
          <p:cNvSpPr>
            <a:spLocks noGrp="1"/>
          </p:cNvSpPr>
          <p:nvPr>
            <p:ph type="sldNum" sz="quarter" idx="12"/>
          </p:nvPr>
        </p:nvSpPr>
        <p:spPr/>
        <p:txBody>
          <a:bodyPr/>
          <a:lstStyle/>
          <a:p>
            <a:pPr rtl="0"/>
            <a:fld id="{294A09A9-5501-47C1-A89A-A340965A2BE2}" type="slidenum">
              <a:rPr lang="fr-FR" noProof="0" smtClean="0"/>
              <a:t>117</a:t>
            </a:fld>
            <a:endParaRPr lang="fr-FR" noProof="0"/>
          </a:p>
        </p:txBody>
      </p:sp>
      <p:sp>
        <p:nvSpPr>
          <p:cNvPr id="16" name="Espace réservé du texte 15">
            <a:extLst>
              <a:ext uri="{FF2B5EF4-FFF2-40B4-BE49-F238E27FC236}">
                <a16:creationId xmlns:a16="http://schemas.microsoft.com/office/drawing/2014/main" id="{E1F3FB2C-4E49-D6A1-6514-2C531F3322A2}"/>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sont nos options pour traiter les risques ?</a:t>
            </a:r>
            <a:endParaRPr lang="fr-FR" dirty="0"/>
          </a:p>
        </p:txBody>
      </p:sp>
      <p:sp>
        <p:nvSpPr>
          <p:cNvPr id="17" name="Espace réservé du texte 16">
            <a:extLst>
              <a:ext uri="{FF2B5EF4-FFF2-40B4-BE49-F238E27FC236}">
                <a16:creationId xmlns:a16="http://schemas.microsoft.com/office/drawing/2014/main" id="{0D3CBA68-7ED2-85D2-5E7E-962681FA1DB6}"/>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mesures et quel plan pour traiter les risques ?</a:t>
            </a:r>
          </a:p>
        </p:txBody>
      </p:sp>
      <p:sp>
        <p:nvSpPr>
          <p:cNvPr id="21" name="Espace réservé du texte 20">
            <a:extLst>
              <a:ext uri="{FF2B5EF4-FFF2-40B4-BE49-F238E27FC236}">
                <a16:creationId xmlns:a16="http://schemas.microsoft.com/office/drawing/2014/main" id="{B6B3763E-C437-3C97-B385-2FD8D670791D}"/>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Quels sont les risques résiduels ?</a:t>
            </a:r>
          </a:p>
        </p:txBody>
      </p:sp>
      <p:sp>
        <p:nvSpPr>
          <p:cNvPr id="3" name="ZoneTexte 2">
            <a:extLst>
              <a:ext uri="{FF2B5EF4-FFF2-40B4-BE49-F238E27FC236}">
                <a16:creationId xmlns:a16="http://schemas.microsoft.com/office/drawing/2014/main" id="{89B676AE-F61A-7887-B382-88FF97BEE9C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3604190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A08D-C823-677D-26F3-DF9A256328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6BCE630-A7B3-9FC2-21B9-0E7EC397033E}"/>
              </a:ext>
            </a:extLst>
          </p:cNvPr>
          <p:cNvSpPr>
            <a:spLocks noGrp="1"/>
          </p:cNvSpPr>
          <p:nvPr>
            <p:ph type="title"/>
          </p:nvPr>
        </p:nvSpPr>
        <p:spPr/>
        <p:txBody>
          <a:bodyPr>
            <a:normAutofit fontScale="90000"/>
          </a:bodyPr>
          <a:lstStyle/>
          <a:p>
            <a:r>
              <a:rPr lang="fr-FR" dirty="0"/>
              <a:t>Outil 12 – Choisir les options de traitement</a:t>
            </a:r>
          </a:p>
        </p:txBody>
      </p:sp>
      <p:sp>
        <p:nvSpPr>
          <p:cNvPr id="3" name="Espace réservé du contenu 2">
            <a:extLst>
              <a:ext uri="{FF2B5EF4-FFF2-40B4-BE49-F238E27FC236}">
                <a16:creationId xmlns:a16="http://schemas.microsoft.com/office/drawing/2014/main" id="{65B3A4CC-2D24-A499-F4B3-12DEC7CDF417}"/>
              </a:ext>
            </a:extLst>
          </p:cNvPr>
          <p:cNvSpPr>
            <a:spLocks noGrp="1"/>
          </p:cNvSpPr>
          <p:nvPr>
            <p:ph idx="1"/>
          </p:nvPr>
        </p:nvSpPr>
        <p:spPr>
          <a:xfrm>
            <a:off x="838200" y="1825625"/>
            <a:ext cx="10515600" cy="868807"/>
          </a:xfrm>
        </p:spPr>
        <p:txBody>
          <a:bodyPr>
            <a:normAutofit/>
          </a:bodyPr>
          <a:lstStyle/>
          <a:p>
            <a:pPr marL="0" indent="0">
              <a:buNone/>
            </a:pPr>
            <a:r>
              <a:rPr lang="fr-FR" dirty="0"/>
              <a:t>Pour chaque risque, notamment au vu des critères d’acceptation des risques, il convient de décider d’une ou plusieurs options pour le traiter</a:t>
            </a:r>
          </a:p>
        </p:txBody>
      </p:sp>
      <p:sp>
        <p:nvSpPr>
          <p:cNvPr id="5" name="Espace réservé du pied de page 4">
            <a:extLst>
              <a:ext uri="{FF2B5EF4-FFF2-40B4-BE49-F238E27FC236}">
                <a16:creationId xmlns:a16="http://schemas.microsoft.com/office/drawing/2014/main" id="{527C5F9A-4B3C-CFA5-94BC-E53A9E2C7C74}"/>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3E579C73-4419-D765-59BD-B125B9CA35EF}"/>
              </a:ext>
            </a:extLst>
          </p:cNvPr>
          <p:cNvSpPr>
            <a:spLocks noGrp="1"/>
          </p:cNvSpPr>
          <p:nvPr>
            <p:ph type="sldNum" sz="quarter" idx="12"/>
          </p:nvPr>
        </p:nvSpPr>
        <p:spPr/>
        <p:txBody>
          <a:bodyPr/>
          <a:lstStyle/>
          <a:p>
            <a:pPr rtl="0"/>
            <a:fld id="{294A09A9-5501-47C1-A89A-A340965A2BE2}" type="slidenum">
              <a:rPr lang="fr-FR" noProof="0" smtClean="0"/>
              <a:t>118</a:t>
            </a:fld>
            <a:endParaRPr lang="fr-FR" noProof="0"/>
          </a:p>
        </p:txBody>
      </p:sp>
      <p:sp>
        <p:nvSpPr>
          <p:cNvPr id="4" name="Espace réservé de la date 3">
            <a:extLst>
              <a:ext uri="{FF2B5EF4-FFF2-40B4-BE49-F238E27FC236}">
                <a16:creationId xmlns:a16="http://schemas.microsoft.com/office/drawing/2014/main" id="{04797757-22EF-B6D1-5786-347E8AAF00FE}"/>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9AB3B2F5-9B24-8E9C-C23A-87F514C34173}"/>
              </a:ext>
            </a:extLst>
          </p:cNvPr>
          <p:cNvSpPr>
            <a:spLocks noGrp="1"/>
          </p:cNvSpPr>
          <p:nvPr>
            <p:ph type="body" sz="quarter" idx="13"/>
          </p:nvPr>
        </p:nvSpPr>
        <p:spPr/>
        <p:txBody>
          <a:bodyPr/>
          <a:lstStyle/>
          <a:p>
            <a:r>
              <a:rPr lang="fr-FR" dirty="0"/>
              <a:t>Quelle stratégie pour traiter chaque risque ?</a:t>
            </a:r>
          </a:p>
        </p:txBody>
      </p:sp>
      <p:sp>
        <p:nvSpPr>
          <p:cNvPr id="8" name="ZoneTexte 7">
            <a:extLst>
              <a:ext uri="{FF2B5EF4-FFF2-40B4-BE49-F238E27FC236}">
                <a16:creationId xmlns:a16="http://schemas.microsoft.com/office/drawing/2014/main" id="{647055C9-ED26-1DB0-90BC-6C4512FAEE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7" name="Diagramme 6">
            <a:extLst>
              <a:ext uri="{FF2B5EF4-FFF2-40B4-BE49-F238E27FC236}">
                <a16:creationId xmlns:a16="http://schemas.microsoft.com/office/drawing/2014/main" id="{35DC88F8-F61C-0C05-9260-24E7FF204959}"/>
              </a:ext>
            </a:extLst>
          </p:cNvPr>
          <p:cNvGraphicFramePr/>
          <p:nvPr>
            <p:extLst>
              <p:ext uri="{D42A27DB-BD31-4B8C-83A1-F6EECF244321}">
                <p14:modId xmlns:p14="http://schemas.microsoft.com/office/powerpoint/2010/main" val="3145760933"/>
              </p:ext>
            </p:extLst>
          </p:nvPr>
        </p:nvGraphicFramePr>
        <p:xfrm>
          <a:off x="739648" y="2596896"/>
          <a:ext cx="10515600" cy="354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0429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E20F00E4-5976-4775-A517-76743D3BE812}"/>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B3AE5F7E-70A5-47D6-AAAB-0A84735DAD6D}"/>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graphicEl>
                                              <a:dgm id="{3E4DBF69-EB33-4100-AB1F-D9863651FF78}"/>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graphicEl>
                                              <a:dgm id="{1FB2A261-04F3-4DD0-8FA0-3A843D15AE3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graphicEl>
                                              <a:dgm id="{43918631-E069-4483-88A6-A3321F2FB034}"/>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F30C048F-CEAA-4EAF-A129-A79F0A470206}"/>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79EB5F88-252F-4AED-87FC-DAD255F381F9}"/>
                                            </p:graphic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graphicEl>
                                              <a:dgm id="{CEF261AC-F192-4658-95DF-A18F88C838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p:bldSub>
      </p:bldGraphic>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97AE3-6E43-F720-05BA-94E42FABE5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EAA636-007F-DA18-317E-D86EF9BB431E}"/>
              </a:ext>
            </a:extLst>
          </p:cNvPr>
          <p:cNvSpPr>
            <a:spLocks noGrp="1"/>
          </p:cNvSpPr>
          <p:nvPr>
            <p:ph type="title"/>
          </p:nvPr>
        </p:nvSpPr>
        <p:spPr/>
        <p:txBody>
          <a:bodyPr>
            <a:normAutofit fontScale="90000"/>
          </a:bodyPr>
          <a:lstStyle/>
          <a:p>
            <a:r>
              <a:rPr lang="fr-FR" dirty="0"/>
              <a:t>Choix des options de traitement</a:t>
            </a:r>
          </a:p>
        </p:txBody>
      </p:sp>
      <p:sp>
        <p:nvSpPr>
          <p:cNvPr id="3" name="Espace réservé de la date 2">
            <a:extLst>
              <a:ext uri="{FF2B5EF4-FFF2-40B4-BE49-F238E27FC236}">
                <a16:creationId xmlns:a16="http://schemas.microsoft.com/office/drawing/2014/main" id="{3DDA43A1-6D38-425B-3EB5-BBF4D0287435}"/>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758A92B7-2C9D-3394-3262-3A702973359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A3B1360-8713-72F2-96E3-F5E8F77F7942}"/>
              </a:ext>
            </a:extLst>
          </p:cNvPr>
          <p:cNvSpPr>
            <a:spLocks noGrp="1"/>
          </p:cNvSpPr>
          <p:nvPr>
            <p:ph type="sldNum" sz="quarter" idx="12"/>
          </p:nvPr>
        </p:nvSpPr>
        <p:spPr/>
        <p:txBody>
          <a:bodyPr/>
          <a:lstStyle/>
          <a:p>
            <a:fld id="{294A09A9-5501-47C1-A89A-A340965A2BE2}" type="slidenum">
              <a:rPr lang="fr-FR" smtClean="0"/>
              <a:pPr/>
              <a:t>119</a:t>
            </a:fld>
            <a:endParaRPr lang="fr-FR" dirty="0"/>
          </a:p>
        </p:txBody>
      </p:sp>
      <p:sp>
        <p:nvSpPr>
          <p:cNvPr id="6" name="Espace réservé du texte 5">
            <a:extLst>
              <a:ext uri="{FF2B5EF4-FFF2-40B4-BE49-F238E27FC236}">
                <a16:creationId xmlns:a16="http://schemas.microsoft.com/office/drawing/2014/main" id="{0ADD9C61-0E15-B82A-0683-A3079E5C2209}"/>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F60884DD-BF50-24EA-FA04-13853B784543}"/>
              </a:ext>
            </a:extLst>
          </p:cNvPr>
          <p:cNvSpPr txBox="1">
            <a:spLocks/>
          </p:cNvSpPr>
          <p:nvPr/>
        </p:nvSpPr>
        <p:spPr>
          <a:xfrm>
            <a:off x="7614921" y="1698926"/>
            <a:ext cx="4211319"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B69832A4-A7B3-5719-EBDA-12C0FFC27E8C}"/>
              </a:ext>
            </a:extLst>
          </p:cNvPr>
          <p:cNvGraphicFramePr>
            <a:graphicFrameLocks noGrp="1"/>
          </p:cNvGraphicFramePr>
          <p:nvPr>
            <p:extLst>
              <p:ext uri="{D42A27DB-BD31-4B8C-83A1-F6EECF244321}">
                <p14:modId xmlns:p14="http://schemas.microsoft.com/office/powerpoint/2010/main" val="2804879430"/>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BC249AE6-B965-4CCF-0019-C1C0534BC9D0}"/>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5480AB97-7910-7752-81B9-A9EA24BB0B9A}"/>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04E010B-007C-1124-12D7-F57FF93BEDC4}"/>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8C33229C-0567-6CFF-8E07-CD9FADB6E3CE}"/>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E4ED09F6-AC53-43DB-CE22-FD7EED00864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28214D3-A793-06D2-4149-22D6D4172C4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pSp>
        <p:nvGrpSpPr>
          <p:cNvPr id="26" name="Groupe 25">
            <a:extLst>
              <a:ext uri="{FF2B5EF4-FFF2-40B4-BE49-F238E27FC236}">
                <a16:creationId xmlns:a16="http://schemas.microsoft.com/office/drawing/2014/main" id="{BD847480-55BB-2C1A-FBCB-7A5A883ADDB8}"/>
              </a:ext>
            </a:extLst>
          </p:cNvPr>
          <p:cNvGrpSpPr/>
          <p:nvPr/>
        </p:nvGrpSpPr>
        <p:grpSpPr>
          <a:xfrm>
            <a:off x="1948788" y="1942766"/>
            <a:ext cx="5043756" cy="1909897"/>
            <a:chOff x="1948788" y="1942766"/>
            <a:chExt cx="5043756" cy="1909897"/>
          </a:xfrm>
        </p:grpSpPr>
        <p:sp>
          <p:nvSpPr>
            <p:cNvPr id="9" name="Ellipse 8">
              <a:extLst>
                <a:ext uri="{FF2B5EF4-FFF2-40B4-BE49-F238E27FC236}">
                  <a16:creationId xmlns:a16="http://schemas.microsoft.com/office/drawing/2014/main" id="{ADD5023E-5591-4C5E-0F58-1855DA0F4C7A}"/>
                </a:ext>
              </a:extLst>
            </p:cNvPr>
            <p:cNvSpPr/>
            <p:nvPr/>
          </p:nvSpPr>
          <p:spPr>
            <a:xfrm>
              <a:off x="1948788" y="1942766"/>
              <a:ext cx="1721004" cy="1909897"/>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8" name="Connecteur droit avec flèche 17">
              <a:extLst>
                <a:ext uri="{FF2B5EF4-FFF2-40B4-BE49-F238E27FC236}">
                  <a16:creationId xmlns:a16="http://schemas.microsoft.com/office/drawing/2014/main" id="{5FE77F05-4E83-1D17-F37E-10A8EAAB06FB}"/>
                </a:ext>
              </a:extLst>
            </p:cNvPr>
            <p:cNvCxnSpPr>
              <a:cxnSpLocks/>
              <a:stCxn id="9" idx="6"/>
              <a:endCxn id="22" idx="1"/>
            </p:cNvCxnSpPr>
            <p:nvPr/>
          </p:nvCxnSpPr>
          <p:spPr>
            <a:xfrm flipV="1">
              <a:off x="3669792" y="2567806"/>
              <a:ext cx="2206752" cy="3299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ZoneTexte 21">
              <a:extLst>
                <a:ext uri="{FF2B5EF4-FFF2-40B4-BE49-F238E27FC236}">
                  <a16:creationId xmlns:a16="http://schemas.microsoft.com/office/drawing/2014/main" id="{66380EFC-E6FA-A405-94D9-C3C3350CC836}"/>
                </a:ext>
              </a:extLst>
            </p:cNvPr>
            <p:cNvSpPr txBox="1"/>
            <p:nvPr/>
          </p:nvSpPr>
          <p:spPr>
            <a:xfrm>
              <a:off x="5876544" y="2109217"/>
              <a:ext cx="1116000" cy="917178"/>
            </a:xfrm>
            <a:prstGeom prst="rect">
              <a:avLst/>
            </a:prstGeom>
            <a:noFill/>
          </p:spPr>
          <p:txBody>
            <a:bodyPr wrap="square" rtlCol="0">
              <a:noAutofit/>
            </a:bodyPr>
            <a:lstStyle/>
            <a:p>
              <a:pPr algn="ctr"/>
              <a:r>
                <a:rPr lang="fr-FR" dirty="0"/>
                <a:t>Transférer ou réduire</a:t>
              </a:r>
            </a:p>
          </p:txBody>
        </p:sp>
      </p:grpSp>
      <p:grpSp>
        <p:nvGrpSpPr>
          <p:cNvPr id="27" name="Groupe 26">
            <a:extLst>
              <a:ext uri="{FF2B5EF4-FFF2-40B4-BE49-F238E27FC236}">
                <a16:creationId xmlns:a16="http://schemas.microsoft.com/office/drawing/2014/main" id="{06CCBC59-0157-75D2-409D-4DDF0F409A26}"/>
              </a:ext>
            </a:extLst>
          </p:cNvPr>
          <p:cNvGrpSpPr/>
          <p:nvPr/>
        </p:nvGrpSpPr>
        <p:grpSpPr>
          <a:xfrm>
            <a:off x="3728190" y="3026395"/>
            <a:ext cx="3300930" cy="1378604"/>
            <a:chOff x="3728190" y="3026395"/>
            <a:chExt cx="3300930" cy="1378604"/>
          </a:xfrm>
        </p:grpSpPr>
        <p:sp>
          <p:nvSpPr>
            <p:cNvPr id="10" name="Ellipse 9">
              <a:extLst>
                <a:ext uri="{FF2B5EF4-FFF2-40B4-BE49-F238E27FC236}">
                  <a16:creationId xmlns:a16="http://schemas.microsoft.com/office/drawing/2014/main" id="{B29923A5-D9E3-D437-28F0-F1FBCC413026}"/>
                </a:ext>
              </a:extLst>
            </p:cNvPr>
            <p:cNvSpPr/>
            <p:nvPr/>
          </p:nvSpPr>
          <p:spPr>
            <a:xfrm>
              <a:off x="3728190" y="3026395"/>
              <a:ext cx="1721004" cy="619014"/>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9" name="Connecteur droit avec flèche 18">
              <a:extLst>
                <a:ext uri="{FF2B5EF4-FFF2-40B4-BE49-F238E27FC236}">
                  <a16:creationId xmlns:a16="http://schemas.microsoft.com/office/drawing/2014/main" id="{5DEF6F81-E08D-73EB-8E79-7DAF45812248}"/>
                </a:ext>
              </a:extLst>
            </p:cNvPr>
            <p:cNvCxnSpPr>
              <a:cxnSpLocks/>
              <a:stCxn id="10" idx="5"/>
              <a:endCxn id="23" idx="1"/>
            </p:cNvCxnSpPr>
            <p:nvPr/>
          </p:nvCxnSpPr>
          <p:spPr>
            <a:xfrm>
              <a:off x="5197159" y="3554756"/>
              <a:ext cx="715961" cy="3916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3" name="ZoneTexte 22">
              <a:extLst>
                <a:ext uri="{FF2B5EF4-FFF2-40B4-BE49-F238E27FC236}">
                  <a16:creationId xmlns:a16="http://schemas.microsoft.com/office/drawing/2014/main" id="{820A445B-B540-45AF-74A7-918D592BBA02}"/>
                </a:ext>
              </a:extLst>
            </p:cNvPr>
            <p:cNvSpPr txBox="1"/>
            <p:nvPr/>
          </p:nvSpPr>
          <p:spPr>
            <a:xfrm>
              <a:off x="5913120" y="3487822"/>
              <a:ext cx="1116000" cy="917177"/>
            </a:xfrm>
            <a:prstGeom prst="rect">
              <a:avLst/>
            </a:prstGeom>
            <a:noFill/>
          </p:spPr>
          <p:txBody>
            <a:bodyPr wrap="square" rtlCol="0">
              <a:noAutofit/>
            </a:bodyPr>
            <a:lstStyle/>
            <a:p>
              <a:pPr algn="ctr"/>
              <a:r>
                <a:rPr lang="fr-FR" dirty="0"/>
                <a:t>Réduire, transférer ou éviter</a:t>
              </a:r>
            </a:p>
          </p:txBody>
        </p:sp>
      </p:grpSp>
    </p:spTree>
    <p:extLst>
      <p:ext uri="{BB962C8B-B14F-4D97-AF65-F5344CB8AC3E}">
        <p14:creationId xmlns:p14="http://schemas.microsoft.com/office/powerpoint/2010/main" val="1729227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wipe(left)">
                                      <p:cBhvr>
                                        <p:cTn id="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75B-D81E-085C-86DB-2BFF9BAD3A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06A5C5-6FC3-D6C9-A749-2A1B66508076}"/>
              </a:ext>
            </a:extLst>
          </p:cNvPr>
          <p:cNvSpPr>
            <a:spLocks noGrp="1"/>
          </p:cNvSpPr>
          <p:nvPr>
            <p:ph type="title"/>
          </p:nvPr>
        </p:nvSpPr>
        <p:spPr/>
        <p:txBody>
          <a:bodyPr>
            <a:normAutofit fontScale="90000"/>
          </a:bodyPr>
          <a:lstStyle/>
          <a:p>
            <a:r>
              <a:rPr lang="fr-FR" dirty="0"/>
              <a:t>Outil 13 – Déterminer les mesures</a:t>
            </a:r>
          </a:p>
        </p:txBody>
      </p:sp>
      <p:sp>
        <p:nvSpPr>
          <p:cNvPr id="5" name="Espace réservé du pied de page 4">
            <a:extLst>
              <a:ext uri="{FF2B5EF4-FFF2-40B4-BE49-F238E27FC236}">
                <a16:creationId xmlns:a16="http://schemas.microsoft.com/office/drawing/2014/main" id="{E49A608B-7A1A-397D-E5CC-E6322251C811}"/>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FA07F9B-9A5F-2681-DF33-A63CF347DD55}"/>
              </a:ext>
            </a:extLst>
          </p:cNvPr>
          <p:cNvSpPr>
            <a:spLocks noGrp="1"/>
          </p:cNvSpPr>
          <p:nvPr>
            <p:ph type="sldNum" sz="quarter" idx="12"/>
          </p:nvPr>
        </p:nvSpPr>
        <p:spPr/>
        <p:txBody>
          <a:bodyPr/>
          <a:lstStyle/>
          <a:p>
            <a:pPr rtl="0"/>
            <a:fld id="{294A09A9-5501-47C1-A89A-A340965A2BE2}" type="slidenum">
              <a:rPr lang="fr-FR" noProof="0" smtClean="0"/>
              <a:t>120</a:t>
            </a:fld>
            <a:endParaRPr lang="fr-FR" noProof="0"/>
          </a:p>
        </p:txBody>
      </p:sp>
      <p:sp>
        <p:nvSpPr>
          <p:cNvPr id="4" name="Espace réservé de la date 3">
            <a:extLst>
              <a:ext uri="{FF2B5EF4-FFF2-40B4-BE49-F238E27FC236}">
                <a16:creationId xmlns:a16="http://schemas.microsoft.com/office/drawing/2014/main" id="{979EA454-89B4-CB3E-C6C4-466D70533FEB}"/>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B0188DC7-AFC1-557A-0937-4563441624A6}"/>
              </a:ext>
            </a:extLst>
          </p:cNvPr>
          <p:cNvSpPr>
            <a:spLocks noGrp="1"/>
          </p:cNvSpPr>
          <p:nvPr>
            <p:ph type="body" sz="quarter" idx="13"/>
          </p:nvPr>
        </p:nvSpPr>
        <p:spPr/>
        <p:txBody>
          <a:bodyPr>
            <a:normAutofit/>
          </a:bodyPr>
          <a:lstStyle/>
          <a:p>
            <a:r>
              <a:rPr lang="fr-FR" dirty="0"/>
              <a:t>Quelles mesures pour traiter les risques ?</a:t>
            </a:r>
          </a:p>
        </p:txBody>
      </p:sp>
      <p:sp>
        <p:nvSpPr>
          <p:cNvPr id="8" name="ZoneTexte 7">
            <a:extLst>
              <a:ext uri="{FF2B5EF4-FFF2-40B4-BE49-F238E27FC236}">
                <a16:creationId xmlns:a16="http://schemas.microsoft.com/office/drawing/2014/main" id="{34053A09-437C-20C7-CCF6-EE85D8810D8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4" name="Espace réservé du contenu 13">
            <a:extLst>
              <a:ext uri="{FF2B5EF4-FFF2-40B4-BE49-F238E27FC236}">
                <a16:creationId xmlns:a16="http://schemas.microsoft.com/office/drawing/2014/main" id="{F69CB2F7-0691-F3EB-E2DF-1CC6A8D3F086}"/>
              </a:ext>
            </a:extLst>
          </p:cNvPr>
          <p:cNvGraphicFramePr>
            <a:graphicFrameLocks noGrp="1"/>
          </p:cNvGraphicFramePr>
          <p:nvPr>
            <p:ph idx="1"/>
            <p:extLst>
              <p:ext uri="{D42A27DB-BD31-4B8C-83A1-F6EECF244321}">
                <p14:modId xmlns:p14="http://schemas.microsoft.com/office/powerpoint/2010/main" val="62057573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3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graphicEl>
                                              <a:dgm id="{8DBD646B-6AEE-42FF-B335-898267653524}"/>
                                            </p:graphicEl>
                                          </p:spTgt>
                                        </p:tgtEl>
                                        <p:attrNameLst>
                                          <p:attrName>style.visibility</p:attrName>
                                        </p:attrNameLst>
                                      </p:cBhvr>
                                      <p:to>
                                        <p:strVal val="visible"/>
                                      </p:to>
                                    </p:set>
                                    <p:animEffect transition="in" filter="wipe(left)">
                                      <p:cBhvr>
                                        <p:cTn id="7" dur="500"/>
                                        <p:tgtEl>
                                          <p:spTgt spid="14">
                                            <p:graphicEl>
                                              <a:dgm id="{8DBD646B-6AEE-42FF-B335-89826765352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graphicEl>
                                              <a:dgm id="{7E25731F-1E2D-4872-A6DD-1E6927A3D196}"/>
                                            </p:graphicEl>
                                          </p:spTgt>
                                        </p:tgtEl>
                                        <p:attrNameLst>
                                          <p:attrName>style.visibility</p:attrName>
                                        </p:attrNameLst>
                                      </p:cBhvr>
                                      <p:to>
                                        <p:strVal val="visible"/>
                                      </p:to>
                                    </p:set>
                                    <p:animEffect transition="in" filter="wipe(left)">
                                      <p:cBhvr>
                                        <p:cTn id="12" dur="500"/>
                                        <p:tgtEl>
                                          <p:spTgt spid="14">
                                            <p:graphicEl>
                                              <a:dgm id="{7E25731F-1E2D-4872-A6DD-1E6927A3D196}"/>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graphicEl>
                                              <a:dgm id="{0959C2EF-CB0A-4274-B2A2-76BBDFBD6074}"/>
                                            </p:graphicEl>
                                          </p:spTgt>
                                        </p:tgtEl>
                                        <p:attrNameLst>
                                          <p:attrName>style.visibility</p:attrName>
                                        </p:attrNameLst>
                                      </p:cBhvr>
                                      <p:to>
                                        <p:strVal val="visible"/>
                                      </p:to>
                                    </p:set>
                                    <p:animEffect transition="in" filter="wipe(left)">
                                      <p:cBhvr>
                                        <p:cTn id="17" dur="500"/>
                                        <p:tgtEl>
                                          <p:spTgt spid="14">
                                            <p:graphicEl>
                                              <a:dgm id="{0959C2EF-CB0A-4274-B2A2-76BBDFBD607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graphicEl>
                                              <a:dgm id="{D84EBEC1-C5B7-42AC-97B6-F7FF02E323F7}"/>
                                            </p:graphicEl>
                                          </p:spTgt>
                                        </p:tgtEl>
                                        <p:attrNameLst>
                                          <p:attrName>style.visibility</p:attrName>
                                        </p:attrNameLst>
                                      </p:cBhvr>
                                      <p:to>
                                        <p:strVal val="visible"/>
                                      </p:to>
                                    </p:set>
                                    <p:animEffect transition="in" filter="wipe(left)">
                                      <p:cBhvr>
                                        <p:cTn id="22" dur="500"/>
                                        <p:tgtEl>
                                          <p:spTgt spid="14">
                                            <p:graphicEl>
                                              <a:dgm id="{D84EBEC1-C5B7-42AC-97B6-F7FF02E323F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graphicEl>
                                              <a:dgm id="{BCED8459-90C5-4142-958C-3ACCFC8F3F63}"/>
                                            </p:graphicEl>
                                          </p:spTgt>
                                        </p:tgtEl>
                                        <p:attrNameLst>
                                          <p:attrName>style.visibility</p:attrName>
                                        </p:attrNameLst>
                                      </p:cBhvr>
                                      <p:to>
                                        <p:strVal val="visible"/>
                                      </p:to>
                                    </p:set>
                                    <p:animEffect transition="in" filter="wipe(left)">
                                      <p:cBhvr>
                                        <p:cTn id="27" dur="500"/>
                                        <p:tgtEl>
                                          <p:spTgt spid="14">
                                            <p:graphicEl>
                                              <a:dgm id="{BCED8459-90C5-4142-958C-3ACCFC8F3F63}"/>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graphicEl>
                                              <a:dgm id="{BA936223-2001-4C67-BECE-40FA81876EFC}"/>
                                            </p:graphicEl>
                                          </p:spTgt>
                                        </p:tgtEl>
                                        <p:attrNameLst>
                                          <p:attrName>style.visibility</p:attrName>
                                        </p:attrNameLst>
                                      </p:cBhvr>
                                      <p:to>
                                        <p:strVal val="visible"/>
                                      </p:to>
                                    </p:set>
                                    <p:animEffect transition="in" filter="wipe(left)">
                                      <p:cBhvr>
                                        <p:cTn id="32" dur="500"/>
                                        <p:tgtEl>
                                          <p:spTgt spid="14">
                                            <p:graphicEl>
                                              <a:dgm id="{BA936223-2001-4C67-BECE-40FA81876EF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4">
                                            <p:graphicEl>
                                              <a:dgm id="{40B1E412-67BE-481C-8373-23AC334133CC}"/>
                                            </p:graphicEl>
                                          </p:spTgt>
                                        </p:tgtEl>
                                        <p:attrNameLst>
                                          <p:attrName>style.visibility</p:attrName>
                                        </p:attrNameLst>
                                      </p:cBhvr>
                                      <p:to>
                                        <p:strVal val="visible"/>
                                      </p:to>
                                    </p:set>
                                    <p:animEffect transition="in" filter="wipe(left)">
                                      <p:cBhvr>
                                        <p:cTn id="37" dur="500"/>
                                        <p:tgtEl>
                                          <p:spTgt spid="14">
                                            <p:graphicEl>
                                              <a:dgm id="{40B1E412-67BE-481C-8373-23AC334133C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4">
                                            <p:graphicEl>
                                              <a:dgm id="{7670FB3C-8805-43F9-81C5-BF19D9134845}"/>
                                            </p:graphicEl>
                                          </p:spTgt>
                                        </p:tgtEl>
                                        <p:attrNameLst>
                                          <p:attrName>style.visibility</p:attrName>
                                        </p:attrNameLst>
                                      </p:cBhvr>
                                      <p:to>
                                        <p:strVal val="visible"/>
                                      </p:to>
                                    </p:set>
                                    <p:animEffect transition="in" filter="wipe(left)">
                                      <p:cBhvr>
                                        <p:cTn id="42" dur="500"/>
                                        <p:tgtEl>
                                          <p:spTgt spid="14">
                                            <p:graphicEl>
                                              <a:dgm id="{7670FB3C-8805-43F9-81C5-BF19D913484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Sub>
          <a:bldDgm bld="one"/>
        </p:bldSub>
      </p:bldGraphic>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AE22069-8687-24BC-50A8-5946CF3AA3A9}"/>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EC728D87-E3F3-6AF6-36A3-89B1A1A2402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C124B6A-E5E7-1364-40B0-93CAF76B061E}"/>
              </a:ext>
            </a:extLst>
          </p:cNvPr>
          <p:cNvSpPr>
            <a:spLocks noGrp="1"/>
          </p:cNvSpPr>
          <p:nvPr>
            <p:ph type="sldNum" sz="quarter" idx="12"/>
          </p:nvPr>
        </p:nvSpPr>
        <p:spPr/>
        <p:txBody>
          <a:bodyPr/>
          <a:lstStyle/>
          <a:p>
            <a:fld id="{294A09A9-5501-47C1-A89A-A340965A2BE2}" type="slidenum">
              <a:rPr lang="fr-FR" smtClean="0"/>
              <a:pPr/>
              <a:t>121</a:t>
            </a:fld>
            <a:endParaRPr lang="fr-FR"/>
          </a:p>
        </p:txBody>
      </p:sp>
      <p:sp>
        <p:nvSpPr>
          <p:cNvPr id="6" name="Espace réservé de la date 5">
            <a:extLst>
              <a:ext uri="{FF2B5EF4-FFF2-40B4-BE49-F238E27FC236}">
                <a16:creationId xmlns:a16="http://schemas.microsoft.com/office/drawing/2014/main" id="{FA710E29-F14D-5BC0-DB3C-5AFCD0B6A15D}"/>
              </a:ext>
            </a:extLst>
          </p:cNvPr>
          <p:cNvSpPr>
            <a:spLocks noGrp="1"/>
          </p:cNvSpPr>
          <p:nvPr>
            <p:ph type="dt" sz="half" idx="10"/>
          </p:nvPr>
        </p:nvSpPr>
        <p:spPr/>
        <p:txBody>
          <a:bodyPr/>
          <a:lstStyle/>
          <a:p>
            <a:r>
              <a:rPr lang="fr-FR"/>
              <a:t>14/10/2025</a:t>
            </a:r>
            <a:endParaRPr lang="fr-FR" dirty="0"/>
          </a:p>
        </p:txBody>
      </p:sp>
      <p:sp>
        <p:nvSpPr>
          <p:cNvPr id="9" name="Espace réservé du texte 8">
            <a:extLst>
              <a:ext uri="{FF2B5EF4-FFF2-40B4-BE49-F238E27FC236}">
                <a16:creationId xmlns:a16="http://schemas.microsoft.com/office/drawing/2014/main" id="{399C1AB4-8887-F1E7-AB0A-1AEDBF1060C0}"/>
              </a:ext>
            </a:extLst>
          </p:cNvPr>
          <p:cNvSpPr>
            <a:spLocks noGrp="1"/>
          </p:cNvSpPr>
          <p:nvPr>
            <p:ph type="body" sz="quarter" idx="13"/>
          </p:nvPr>
        </p:nvSpPr>
        <p:spPr/>
        <p:txBody>
          <a:bodyPr/>
          <a:lstStyle/>
          <a:p>
            <a:r>
              <a:rPr lang="fr-FR" dirty="0"/>
              <a:t>Exemples de catégories pour classer les mesures</a:t>
            </a:r>
          </a:p>
        </p:txBody>
      </p:sp>
      <p:sp>
        <p:nvSpPr>
          <p:cNvPr id="14" name="ZoneTexte 13">
            <a:extLst>
              <a:ext uri="{FF2B5EF4-FFF2-40B4-BE49-F238E27FC236}">
                <a16:creationId xmlns:a16="http://schemas.microsoft.com/office/drawing/2014/main" id="{E39F50BB-69CB-22FB-CBDA-F471231670A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7" name="Espace réservé du contenu 16">
            <a:extLst>
              <a:ext uri="{FF2B5EF4-FFF2-40B4-BE49-F238E27FC236}">
                <a16:creationId xmlns:a16="http://schemas.microsoft.com/office/drawing/2014/main" id="{5998AF80-D9F5-ABD2-1DEF-24890A50C371}"/>
              </a:ext>
            </a:extLst>
          </p:cNvPr>
          <p:cNvGraphicFramePr>
            <a:graphicFrameLocks noGrp="1"/>
          </p:cNvGraphicFramePr>
          <p:nvPr>
            <p:ph idx="1"/>
            <p:extLst>
              <p:ext uri="{D42A27DB-BD31-4B8C-83A1-F6EECF244321}">
                <p14:modId xmlns:p14="http://schemas.microsoft.com/office/powerpoint/2010/main" val="315823343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8610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A95A01-B141-F841-5A2B-965B391224EA}"/>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6A9AE79B-E83E-0500-C464-A117501B2D7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BCAB764-8CC0-A1DB-D264-DC63E7A1C23A}"/>
              </a:ext>
            </a:extLst>
          </p:cNvPr>
          <p:cNvSpPr>
            <a:spLocks noGrp="1"/>
          </p:cNvSpPr>
          <p:nvPr>
            <p:ph type="sldNum" sz="quarter" idx="12"/>
          </p:nvPr>
        </p:nvSpPr>
        <p:spPr/>
        <p:txBody>
          <a:bodyPr/>
          <a:lstStyle/>
          <a:p>
            <a:fld id="{294A09A9-5501-47C1-A89A-A340965A2BE2}" type="slidenum">
              <a:rPr lang="fr-FR" smtClean="0"/>
              <a:pPr/>
              <a:t>122</a:t>
            </a:fld>
            <a:endParaRPr lang="fr-FR"/>
          </a:p>
        </p:txBody>
      </p:sp>
      <p:sp>
        <p:nvSpPr>
          <p:cNvPr id="6" name="Espace réservé de la date 5">
            <a:extLst>
              <a:ext uri="{FF2B5EF4-FFF2-40B4-BE49-F238E27FC236}">
                <a16:creationId xmlns:a16="http://schemas.microsoft.com/office/drawing/2014/main" id="{73EC4767-8A34-A33E-F4F7-416054319364}"/>
              </a:ext>
            </a:extLst>
          </p:cNvPr>
          <p:cNvSpPr>
            <a:spLocks noGrp="1"/>
          </p:cNvSpPr>
          <p:nvPr>
            <p:ph type="dt" sz="half" idx="10"/>
          </p:nvPr>
        </p:nvSpPr>
        <p:spPr/>
        <p:txBody>
          <a:bodyPr/>
          <a:lstStyle/>
          <a:p>
            <a:r>
              <a:rPr lang="fr-FR"/>
              <a:t>14/10/2025</a:t>
            </a:r>
            <a:endParaRPr lang="fr-FR" dirty="0"/>
          </a:p>
        </p:txBody>
      </p:sp>
      <p:sp>
        <p:nvSpPr>
          <p:cNvPr id="7" name="Espace réservé du texte 6">
            <a:extLst>
              <a:ext uri="{FF2B5EF4-FFF2-40B4-BE49-F238E27FC236}">
                <a16:creationId xmlns:a16="http://schemas.microsoft.com/office/drawing/2014/main" id="{7EB33235-D10A-BF66-53F0-AD3BFA9EE770}"/>
              </a:ext>
            </a:extLst>
          </p:cNvPr>
          <p:cNvSpPr>
            <a:spLocks noGrp="1"/>
          </p:cNvSpPr>
          <p:nvPr>
            <p:ph type="body" sz="quarter" idx="13"/>
          </p:nvPr>
        </p:nvSpPr>
        <p:spPr/>
        <p:txBody>
          <a:bodyPr/>
          <a:lstStyle/>
          <a:p>
            <a:r>
              <a:rPr lang="fr-FR" dirty="0"/>
              <a:t>Exemple (1/2)</a:t>
            </a:r>
          </a:p>
        </p:txBody>
      </p:sp>
      <p:graphicFrame>
        <p:nvGraphicFramePr>
          <p:cNvPr id="8" name="Tableau 7">
            <a:extLst>
              <a:ext uri="{FF2B5EF4-FFF2-40B4-BE49-F238E27FC236}">
                <a16:creationId xmlns:a16="http://schemas.microsoft.com/office/drawing/2014/main" id="{CFD6DF43-6931-F288-704A-8DC99BE18CC1}"/>
              </a:ext>
            </a:extLst>
          </p:cNvPr>
          <p:cNvGraphicFramePr>
            <a:graphicFrameLocks noGrp="1"/>
          </p:cNvGraphicFramePr>
          <p:nvPr>
            <p:extLst>
              <p:ext uri="{D42A27DB-BD31-4B8C-83A1-F6EECF244321}">
                <p14:modId xmlns:p14="http://schemas.microsoft.com/office/powerpoint/2010/main" val="953162536"/>
              </p:ext>
            </p:extLst>
          </p:nvPr>
        </p:nvGraphicFramePr>
        <p:xfrm>
          <a:off x="535260" y="1607729"/>
          <a:ext cx="11224937" cy="4560000"/>
        </p:xfrm>
        <a:graphic>
          <a:graphicData uri="http://schemas.openxmlformats.org/drawingml/2006/table">
            <a:tbl>
              <a:tblPr/>
              <a:tblGrid>
                <a:gridCol w="4471205">
                  <a:extLst>
                    <a:ext uri="{9D8B030D-6E8A-4147-A177-3AD203B41FA5}">
                      <a16:colId xmlns:a16="http://schemas.microsoft.com/office/drawing/2014/main" val="20000"/>
                    </a:ext>
                  </a:extLst>
                </a:gridCol>
                <a:gridCol w="898276">
                  <a:extLst>
                    <a:ext uri="{9D8B030D-6E8A-4147-A177-3AD203B41FA5}">
                      <a16:colId xmlns:a16="http://schemas.microsoft.com/office/drawing/2014/main" val="20001"/>
                    </a:ext>
                  </a:extLst>
                </a:gridCol>
                <a:gridCol w="944445">
                  <a:extLst>
                    <a:ext uri="{9D8B030D-6E8A-4147-A177-3AD203B41FA5}">
                      <a16:colId xmlns:a16="http://schemas.microsoft.com/office/drawing/2014/main" val="20002"/>
                    </a:ext>
                  </a:extLst>
                </a:gridCol>
                <a:gridCol w="2076147">
                  <a:extLst>
                    <a:ext uri="{9D8B030D-6E8A-4147-A177-3AD203B41FA5}">
                      <a16:colId xmlns:a16="http://schemas.microsoft.com/office/drawing/2014/main" val="20003"/>
                    </a:ext>
                  </a:extLst>
                </a:gridCol>
                <a:gridCol w="979023">
                  <a:extLst>
                    <a:ext uri="{9D8B030D-6E8A-4147-A177-3AD203B41FA5}">
                      <a16:colId xmlns:a16="http://schemas.microsoft.com/office/drawing/2014/main" val="20004"/>
                    </a:ext>
                  </a:extLst>
                </a:gridCol>
                <a:gridCol w="968928">
                  <a:extLst>
                    <a:ext uri="{9D8B030D-6E8A-4147-A177-3AD203B41FA5}">
                      <a16:colId xmlns:a16="http://schemas.microsoft.com/office/drawing/2014/main" val="426742108"/>
                    </a:ext>
                  </a:extLst>
                </a:gridCol>
                <a:gridCol w="886913">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Sensibilisation</a:t>
                      </a:r>
                      <a:r>
                        <a:rPr lang="fr-FR" sz="1200" baseline="0" dirty="0">
                          <a:solidFill>
                            <a:srgbClr val="252525"/>
                          </a:solidFill>
                          <a:latin typeface="+mj-lt"/>
                          <a:ea typeface="Segoe UI" panose="020B0502040204020203" pitchFamily="34" charset="0"/>
                          <a:cs typeface="Segoe UI" panose="020B0502040204020203" pitchFamily="34" charset="0"/>
                        </a:rPr>
                        <a:t> renforcée au hameçonnage par un prestataire spécialisé</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Validation</a:t>
                      </a:r>
                      <a:r>
                        <a:rPr lang="fr-FR" sz="1200" baseline="0" dirty="0">
                          <a:solidFill>
                            <a:srgbClr val="252525"/>
                          </a:solidFill>
                          <a:latin typeface="+mj-lt"/>
                          <a:ea typeface="Segoe UI" panose="020B0502040204020203" pitchFamily="34" charset="0"/>
                          <a:cs typeface="Segoe UI" panose="020B0502040204020203" pitchFamily="34" charset="0"/>
                        </a:rPr>
                        <a:t> de la</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hiérarchie obligatoire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6837253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technique et organisationnel de l’ensemble</a:t>
                      </a:r>
                      <a:r>
                        <a:rPr lang="fr-FR" sz="1200" baseline="0" dirty="0">
                          <a:solidFill>
                            <a:srgbClr val="252525"/>
                          </a:solidFill>
                          <a:latin typeface="+mj-lt"/>
                          <a:ea typeface="Segoe UI" panose="020B0502040204020203" pitchFamily="34" charset="0"/>
                          <a:cs typeface="Segoe UI" panose="020B0502040204020203" pitchFamily="34" charset="0"/>
                        </a:rPr>
                        <a:t> du SI bureautique par un PASSI</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Intégration d’une clause de garantie</a:t>
                      </a:r>
                      <a:r>
                        <a:rPr lang="fr-FR" sz="1200" baseline="0" dirty="0">
                          <a:solidFill>
                            <a:srgbClr val="252525"/>
                          </a:solidFill>
                          <a:latin typeface="+mj-lt"/>
                          <a:ea typeface="Segoe UI" panose="020B0502040204020203" pitchFamily="34" charset="0"/>
                          <a:cs typeface="Segoe UI" panose="020B0502040204020203" pitchFamily="34" charset="0"/>
                        </a:rPr>
                        <a:t> d’un niveau de sécurité satisfaisant dans les contrats avec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juridique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Effectué au fil de l’eau à la renégociatio</a:t>
                      </a:r>
                      <a:r>
                        <a:rPr lang="fr-FR" sz="1200" baseline="0" dirty="0">
                          <a:solidFill>
                            <a:srgbClr val="252525"/>
                          </a:solidFill>
                          <a:latin typeface="+mj-lt"/>
                          <a:ea typeface="Segoe UI" panose="020B0502040204020203" pitchFamily="34" charset="0"/>
                          <a:cs typeface="Segoe UI" panose="020B0502040204020203" pitchFamily="34" charset="0"/>
                        </a:rPr>
                        <a:t>n des contrats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Mise</a:t>
                      </a:r>
                      <a:r>
                        <a:rPr lang="fr-FR" sz="1200" baseline="0" dirty="0">
                          <a:solidFill>
                            <a:srgbClr val="252525"/>
                          </a:solidFill>
                          <a:latin typeface="+mj-lt"/>
                          <a:ea typeface="Segoe UI" panose="020B0502040204020203" pitchFamily="34" charset="0"/>
                          <a:cs typeface="Segoe UI" panose="020B0502040204020203" pitchFamily="34" charset="0"/>
                        </a:rPr>
                        <a:t> en place d’une procédure de signalement de tout incident de sécurité ayant lieu chez un prestataire ou un laboratoire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 / Équipe juridique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organisationnel</a:t>
                      </a:r>
                      <a:r>
                        <a:rPr lang="fr-FR" sz="1200" baseline="0" dirty="0">
                          <a:solidFill>
                            <a:srgbClr val="252525"/>
                          </a:solidFill>
                          <a:latin typeface="+mj-lt"/>
                          <a:ea typeface="Segoe UI" panose="020B0502040204020203" pitchFamily="34" charset="0"/>
                          <a:cs typeface="Segoe UI" panose="020B0502040204020203" pitchFamily="34" charset="0"/>
                        </a:rPr>
                        <a:t> des prestataires et laboratoires clés. Mise en place et suivi des plans d’action consécutifs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Acceptation de la démarche par</a:t>
                      </a:r>
                      <a:r>
                        <a:rPr lang="fr-FR" sz="1200" baseline="0" dirty="0">
                          <a:solidFill>
                            <a:srgbClr val="252525"/>
                          </a:solidFill>
                          <a:latin typeface="+mj-lt"/>
                          <a:ea typeface="Segoe UI" panose="020B0502040204020203" pitchFamily="34" charset="0"/>
                          <a:cs typeface="Segoe UI" panose="020B0502040204020203" pitchFamily="34" charset="0"/>
                        </a:rPr>
                        <a:t>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Limitation des données transmises au laboratoire au juste besoin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 R&amp;D</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Protection</a:t>
                      </a:r>
                      <a:r>
                        <a:rPr lang="fr-FR" sz="1200" baseline="0" dirty="0">
                          <a:solidFill>
                            <a:srgbClr val="252525"/>
                          </a:solidFill>
                          <a:latin typeface="+mj-lt"/>
                          <a:ea typeface="Segoe UI" panose="020B0502040204020203" pitchFamily="34" charset="0"/>
                          <a:cs typeface="Segoe UI" panose="020B0502040204020203" pitchFamily="34" charset="0"/>
                        </a:rPr>
                        <a:t> renforcée des données de R&amp;D sur le SI</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(pistes : chiffrement, cloisonnement)</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Renforcement</a:t>
                      </a:r>
                      <a:r>
                        <a:rPr lang="fr-FR" sz="1200" baseline="0" dirty="0">
                          <a:solidFill>
                            <a:srgbClr val="252525"/>
                          </a:solidFill>
                          <a:latin typeface="+mj-lt"/>
                          <a:ea typeface="Segoe UI" panose="020B0502040204020203" pitchFamily="34" charset="0"/>
                          <a:cs typeface="Segoe UI" panose="020B0502040204020203" pitchFamily="34" charset="0"/>
                        </a:rPr>
                        <a:t> du contrôle d’accès physique au bureau R&amp;D</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sûreté</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Dotation</a:t>
                      </a:r>
                      <a:r>
                        <a:rPr lang="fr-FR" sz="1200" baseline="0" dirty="0">
                          <a:solidFill>
                            <a:srgbClr val="252525"/>
                          </a:solidFill>
                          <a:latin typeface="+mj-lt"/>
                          <a:ea typeface="Segoe UI" panose="020B0502040204020203" pitchFamily="34" charset="0"/>
                          <a:cs typeface="Segoe UI" panose="020B0502040204020203" pitchFamily="34" charset="0"/>
                        </a:rPr>
                        <a:t> de matériels de maintenance administrées par la DSI et qui seront mis à disposition du prestataire sur site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pic>
        <p:nvPicPr>
          <p:cNvPr id="9" name="Image 8">
            <a:extLst>
              <a:ext uri="{FF2B5EF4-FFF2-40B4-BE49-F238E27FC236}">
                <a16:creationId xmlns:a16="http://schemas.microsoft.com/office/drawing/2014/main" id="{B1688645-1642-927F-E027-4EBD6EF6ACF6}"/>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75970280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19929-C759-F22A-7EB8-A20516C93C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BFCAA34-9504-0F0C-D377-CA5FDDB74BEE}"/>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0D54A309-2A5F-971B-2D40-13BC52145DF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0AF0BED-68A1-FF4C-D566-7D443D6F4D4B}"/>
              </a:ext>
            </a:extLst>
          </p:cNvPr>
          <p:cNvSpPr>
            <a:spLocks noGrp="1"/>
          </p:cNvSpPr>
          <p:nvPr>
            <p:ph type="sldNum" sz="quarter" idx="12"/>
          </p:nvPr>
        </p:nvSpPr>
        <p:spPr/>
        <p:txBody>
          <a:bodyPr/>
          <a:lstStyle/>
          <a:p>
            <a:fld id="{294A09A9-5501-47C1-A89A-A340965A2BE2}" type="slidenum">
              <a:rPr lang="fr-FR" smtClean="0"/>
              <a:pPr/>
              <a:t>123</a:t>
            </a:fld>
            <a:endParaRPr lang="fr-FR"/>
          </a:p>
        </p:txBody>
      </p:sp>
      <p:sp>
        <p:nvSpPr>
          <p:cNvPr id="6" name="Espace réservé de la date 5">
            <a:extLst>
              <a:ext uri="{FF2B5EF4-FFF2-40B4-BE49-F238E27FC236}">
                <a16:creationId xmlns:a16="http://schemas.microsoft.com/office/drawing/2014/main" id="{611E321C-1C5C-0EFD-9D47-3E1DFE9E9E25}"/>
              </a:ext>
            </a:extLst>
          </p:cNvPr>
          <p:cNvSpPr>
            <a:spLocks noGrp="1"/>
          </p:cNvSpPr>
          <p:nvPr>
            <p:ph type="dt" sz="half" idx="10"/>
          </p:nvPr>
        </p:nvSpPr>
        <p:spPr/>
        <p:txBody>
          <a:bodyPr/>
          <a:lstStyle/>
          <a:p>
            <a:r>
              <a:rPr lang="fr-FR"/>
              <a:t>14/10/2025</a:t>
            </a:r>
            <a:endParaRPr lang="fr-FR" dirty="0"/>
          </a:p>
        </p:txBody>
      </p:sp>
      <p:sp>
        <p:nvSpPr>
          <p:cNvPr id="7" name="Espace réservé du texte 6">
            <a:extLst>
              <a:ext uri="{FF2B5EF4-FFF2-40B4-BE49-F238E27FC236}">
                <a16:creationId xmlns:a16="http://schemas.microsoft.com/office/drawing/2014/main" id="{BCD3602C-93F3-D168-859E-AE8EF15FA37D}"/>
              </a:ext>
            </a:extLst>
          </p:cNvPr>
          <p:cNvSpPr>
            <a:spLocks noGrp="1"/>
          </p:cNvSpPr>
          <p:nvPr>
            <p:ph type="body" sz="quarter" idx="13"/>
          </p:nvPr>
        </p:nvSpPr>
        <p:spPr/>
        <p:txBody>
          <a:bodyPr/>
          <a:lstStyle/>
          <a:p>
            <a:r>
              <a:rPr lang="fr-FR" dirty="0"/>
              <a:t>Exemple (2/2)</a:t>
            </a:r>
          </a:p>
        </p:txBody>
      </p:sp>
      <p:pic>
        <p:nvPicPr>
          <p:cNvPr id="9" name="Image 8">
            <a:extLst>
              <a:ext uri="{FF2B5EF4-FFF2-40B4-BE49-F238E27FC236}">
                <a16:creationId xmlns:a16="http://schemas.microsoft.com/office/drawing/2014/main" id="{CC0F1D4F-E489-9794-0237-F5730B4B02A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3" name="Tableau 2">
            <a:extLst>
              <a:ext uri="{FF2B5EF4-FFF2-40B4-BE49-F238E27FC236}">
                <a16:creationId xmlns:a16="http://schemas.microsoft.com/office/drawing/2014/main" id="{99A1B2D1-15AC-1DFE-B40A-64D77F795A9A}"/>
              </a:ext>
            </a:extLst>
          </p:cNvPr>
          <p:cNvGraphicFramePr>
            <a:graphicFrameLocks noGrp="1"/>
          </p:cNvGraphicFramePr>
          <p:nvPr>
            <p:extLst>
              <p:ext uri="{D42A27DB-BD31-4B8C-83A1-F6EECF244321}">
                <p14:modId xmlns:p14="http://schemas.microsoft.com/office/powerpoint/2010/main" val="2997439912"/>
              </p:ext>
            </p:extLst>
          </p:nvPr>
        </p:nvGraphicFramePr>
        <p:xfrm>
          <a:off x="527051" y="1529072"/>
          <a:ext cx="11239995" cy="4798560"/>
        </p:xfrm>
        <a:graphic>
          <a:graphicData uri="http://schemas.openxmlformats.org/drawingml/2006/table">
            <a:tbl>
              <a:tblPr/>
              <a:tblGrid>
                <a:gridCol w="4474497">
                  <a:extLst>
                    <a:ext uri="{9D8B030D-6E8A-4147-A177-3AD203B41FA5}">
                      <a16:colId xmlns:a16="http://schemas.microsoft.com/office/drawing/2014/main" val="20000"/>
                    </a:ext>
                  </a:extLst>
                </a:gridCol>
                <a:gridCol w="898937">
                  <a:extLst>
                    <a:ext uri="{9D8B030D-6E8A-4147-A177-3AD203B41FA5}">
                      <a16:colId xmlns:a16="http://schemas.microsoft.com/office/drawing/2014/main" val="20001"/>
                    </a:ext>
                  </a:extLst>
                </a:gridCol>
                <a:gridCol w="951933">
                  <a:extLst>
                    <a:ext uri="{9D8B030D-6E8A-4147-A177-3AD203B41FA5}">
                      <a16:colId xmlns:a16="http://schemas.microsoft.com/office/drawing/2014/main" val="20002"/>
                    </a:ext>
                  </a:extLst>
                </a:gridCol>
                <a:gridCol w="2077676">
                  <a:extLst>
                    <a:ext uri="{9D8B030D-6E8A-4147-A177-3AD203B41FA5}">
                      <a16:colId xmlns:a16="http://schemas.microsoft.com/office/drawing/2014/main" val="20003"/>
                    </a:ext>
                  </a:extLst>
                </a:gridCol>
                <a:gridCol w="979744">
                  <a:extLst>
                    <a:ext uri="{9D8B030D-6E8A-4147-A177-3AD203B41FA5}">
                      <a16:colId xmlns:a16="http://schemas.microsoft.com/office/drawing/2014/main" val="20004"/>
                    </a:ext>
                  </a:extLst>
                </a:gridCol>
                <a:gridCol w="969641">
                  <a:extLst>
                    <a:ext uri="{9D8B030D-6E8A-4147-A177-3AD203B41FA5}">
                      <a16:colId xmlns:a16="http://schemas.microsoft.com/office/drawing/2014/main" val="426742108"/>
                    </a:ext>
                  </a:extLst>
                </a:gridCol>
                <a:gridCol w="887567">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baseline="0" dirty="0">
                          <a:solidFill>
                            <a:srgbClr val="252525"/>
                          </a:solidFill>
                          <a:latin typeface="+mj-lt"/>
                          <a:ea typeface="Segoe UI" panose="020B0502040204020203" pitchFamily="34" charset="0"/>
                          <a:cs typeface="Segoe UI" panose="020B0502040204020203" pitchFamily="34" charset="0"/>
                        </a:rPr>
                        <a:t>Sensibilisation Surveillance renforcée des flux entrants et sortants (sonde IDS). Analyse des journaux d’évènements à l’aide d’un outil</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kern="1200" dirty="0">
                          <a:solidFill>
                            <a:srgbClr val="252525"/>
                          </a:solidFill>
                          <a:latin typeface="+mj-lt"/>
                          <a:ea typeface="Segoe UI" panose="020B0502040204020203" pitchFamily="34" charset="0"/>
                          <a:cs typeface="Segoe UI" panose="020B0502040204020203" pitchFamily="34" charset="0"/>
                        </a:rPr>
                        <a:t>Achat d’un outil, budget</a:t>
                      </a:r>
                      <a:br>
                        <a:rPr lang="fr-FR" sz="1200" kern="1200" dirty="0">
                          <a:solidFill>
                            <a:srgbClr val="252525"/>
                          </a:solidFill>
                          <a:latin typeface="+mj-lt"/>
                          <a:ea typeface="Segoe UI" panose="020B0502040204020203" pitchFamily="34" charset="0"/>
                          <a:cs typeface="Segoe UI" panose="020B0502040204020203" pitchFamily="34" charset="0"/>
                        </a:rPr>
                      </a:br>
                      <a:r>
                        <a:rPr lang="fr-FR" sz="1200" kern="1200" dirty="0">
                          <a:solidFill>
                            <a:srgbClr val="252525"/>
                          </a:solidFill>
                          <a:latin typeface="+mj-lt"/>
                          <a:ea typeface="Segoe UI" panose="020B0502040204020203" pitchFamily="34" charset="0"/>
                          <a:cs typeface="Segoe UI" panose="020B0502040204020203" pitchFamily="34" charset="0"/>
                        </a:rPr>
                        <a:t>à provisionner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9 mois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6837253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609600">
                <a:tc>
                  <a:txBody>
                    <a:bodyPr/>
                    <a:lstStyle/>
                    <a:p>
                      <a:pPr algn="l"/>
                      <a:r>
                        <a:rPr lang="fr-FR" sz="1200" kern="1200" baseline="0" dirty="0">
                          <a:solidFill>
                            <a:srgbClr val="252525"/>
                          </a:solidFill>
                          <a:latin typeface="+mj-lt"/>
                          <a:ea typeface="Segoe UI" panose="020B0502040204020203" pitchFamily="34" charset="0"/>
                          <a:cs typeface="Segoe UI" panose="020B0502040204020203" pitchFamily="34" charset="0"/>
                        </a:rPr>
                        <a:t>Renforcement du plan de continuité d’activité</a:t>
                      </a:r>
                    </a:p>
                  </a:txBody>
                  <a:tcPr marL="144000" marR="96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R4, R5</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Équipe continuité</a:t>
                      </a:r>
                    </a:p>
                    <a:p>
                      <a:pPr algn="ctr"/>
                      <a:r>
                        <a:rPr lang="fr-FR" sz="1200" kern="1200" baseline="0" dirty="0">
                          <a:solidFill>
                            <a:srgbClr val="252525"/>
                          </a:solidFill>
                          <a:latin typeface="+mj-lt"/>
                          <a:ea typeface="Segoe UI" panose="020B0502040204020203" pitchFamily="34" charset="0"/>
                          <a:cs typeface="Segoe UI" panose="020B0502040204020203" pitchFamily="34" charset="0"/>
                        </a:rPr>
                        <a:t>d’activité</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spTree>
    <p:extLst>
      <p:ext uri="{BB962C8B-B14F-4D97-AF65-F5344CB8AC3E}">
        <p14:creationId xmlns:p14="http://schemas.microsoft.com/office/powerpoint/2010/main" val="16880919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8260-E747-B4B6-8FE9-57CBBFF9D30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8348256-5F48-E9B5-8815-F36AB817B761}"/>
              </a:ext>
            </a:extLst>
          </p:cNvPr>
          <p:cNvSpPr>
            <a:spLocks noGrp="1"/>
          </p:cNvSpPr>
          <p:nvPr>
            <p:ph type="title"/>
          </p:nvPr>
        </p:nvSpPr>
        <p:spPr/>
        <p:txBody>
          <a:bodyPr>
            <a:normAutofit fontScale="90000"/>
          </a:bodyPr>
          <a:lstStyle/>
          <a:p>
            <a:r>
              <a:rPr lang="fr-FR" dirty="0"/>
              <a:t>Outil 14 – Gérer les risques résiduels</a:t>
            </a:r>
          </a:p>
        </p:txBody>
      </p:sp>
      <p:sp>
        <p:nvSpPr>
          <p:cNvPr id="3" name="Espace réservé du contenu 2">
            <a:extLst>
              <a:ext uri="{FF2B5EF4-FFF2-40B4-BE49-F238E27FC236}">
                <a16:creationId xmlns:a16="http://schemas.microsoft.com/office/drawing/2014/main" id="{029E43DA-65DC-F0C2-E9C3-CF27E9F0D137}"/>
              </a:ext>
            </a:extLst>
          </p:cNvPr>
          <p:cNvSpPr>
            <a:spLocks noGrp="1"/>
          </p:cNvSpPr>
          <p:nvPr>
            <p:ph idx="1"/>
          </p:nvPr>
        </p:nvSpPr>
        <p:spPr/>
        <p:txBody>
          <a:bodyPr>
            <a:normAutofit lnSpcReduction="10000"/>
          </a:bodyPr>
          <a:lstStyle/>
          <a:p>
            <a:pPr marL="0" indent="0">
              <a:buNone/>
            </a:pPr>
            <a:r>
              <a:rPr lang="fr-FR" dirty="0"/>
              <a:t>La logique est la suivante :</a:t>
            </a:r>
          </a:p>
          <a:p>
            <a:pPr marL="514350" indent="-514350">
              <a:buFont typeface="+mj-lt"/>
              <a:buAutoNum type="arabicPeriod"/>
            </a:pPr>
            <a:r>
              <a:rPr lang="fr-FR" b="1" dirty="0" err="1"/>
              <a:t>Ré-estimer</a:t>
            </a:r>
            <a:r>
              <a:rPr lang="fr-FR" b="1" dirty="0"/>
              <a:t> les gravités et vraisemblances</a:t>
            </a:r>
            <a:r>
              <a:rPr lang="fr-FR" dirty="0"/>
              <a:t>, compte tenu des nouvelles mesures déterminées</a:t>
            </a:r>
          </a:p>
          <a:p>
            <a:pPr lvl="1"/>
            <a:r>
              <a:rPr lang="fr-FR" dirty="0"/>
              <a:t>La plupart des mesures peuvent diminuer la vraisemblance (sensibilisation, authentification forte, chiffrement, sauvegardes, etc.)</a:t>
            </a:r>
          </a:p>
          <a:p>
            <a:pPr lvl="1"/>
            <a:r>
              <a:rPr lang="fr-FR" dirty="0"/>
              <a:t>Certaines mesures peuvent également diminuer la gravité (minimisation des données, recours à une assurance, plan de communication, etc.)</a:t>
            </a:r>
          </a:p>
          <a:p>
            <a:pPr lvl="1"/>
            <a:r>
              <a:rPr lang="fr-FR" dirty="0"/>
              <a:t>Mais l’application de mesures ne modifie pas forcément gravité ou vraisemblance (voir les niveaux définis dans les échelles)</a:t>
            </a:r>
          </a:p>
          <a:p>
            <a:pPr marL="514350" indent="-514350">
              <a:buFont typeface="+mj-lt"/>
              <a:buAutoNum type="arabicPeriod"/>
            </a:pPr>
            <a:r>
              <a:rPr lang="fr-FR" b="1" dirty="0"/>
              <a:t>Faire décider de leur acceptation</a:t>
            </a:r>
            <a:r>
              <a:rPr lang="fr-FR" dirty="0"/>
              <a:t> : notion d’homologation de sécurité (dans le cadre de systèmes)</a:t>
            </a:r>
          </a:p>
        </p:txBody>
      </p:sp>
      <p:sp>
        <p:nvSpPr>
          <p:cNvPr id="5" name="Espace réservé du pied de page 4">
            <a:extLst>
              <a:ext uri="{FF2B5EF4-FFF2-40B4-BE49-F238E27FC236}">
                <a16:creationId xmlns:a16="http://schemas.microsoft.com/office/drawing/2014/main" id="{FFD0B2CB-0B83-776C-31E8-CEDAAFD8CCFC}"/>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9FF0AEB-43E1-490D-1455-6A045415D4BE}"/>
              </a:ext>
            </a:extLst>
          </p:cNvPr>
          <p:cNvSpPr>
            <a:spLocks noGrp="1"/>
          </p:cNvSpPr>
          <p:nvPr>
            <p:ph type="sldNum" sz="quarter" idx="12"/>
          </p:nvPr>
        </p:nvSpPr>
        <p:spPr/>
        <p:txBody>
          <a:bodyPr/>
          <a:lstStyle/>
          <a:p>
            <a:pPr rtl="0"/>
            <a:fld id="{294A09A9-5501-47C1-A89A-A340965A2BE2}" type="slidenum">
              <a:rPr lang="fr-FR" noProof="0" smtClean="0"/>
              <a:t>124</a:t>
            </a:fld>
            <a:endParaRPr lang="fr-FR" noProof="0"/>
          </a:p>
        </p:txBody>
      </p:sp>
      <p:sp>
        <p:nvSpPr>
          <p:cNvPr id="4" name="Espace réservé de la date 3">
            <a:extLst>
              <a:ext uri="{FF2B5EF4-FFF2-40B4-BE49-F238E27FC236}">
                <a16:creationId xmlns:a16="http://schemas.microsoft.com/office/drawing/2014/main" id="{55171DB8-4A49-2A6C-460D-F4DBEEFB6ACD}"/>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461C1FE0-8084-2C2C-DA04-E8F66719DCFE}"/>
              </a:ext>
            </a:extLst>
          </p:cNvPr>
          <p:cNvSpPr>
            <a:spLocks noGrp="1"/>
          </p:cNvSpPr>
          <p:nvPr>
            <p:ph type="body" sz="quarter" idx="13"/>
          </p:nvPr>
        </p:nvSpPr>
        <p:spPr/>
        <p:txBody>
          <a:bodyPr>
            <a:normAutofit/>
          </a:bodyPr>
          <a:lstStyle/>
          <a:p>
            <a:r>
              <a:rPr lang="fr-FR" dirty="0"/>
              <a:t>Que faire des risques qui subsistent après application des mesures ?</a:t>
            </a:r>
          </a:p>
        </p:txBody>
      </p:sp>
      <p:sp>
        <p:nvSpPr>
          <p:cNvPr id="8" name="ZoneTexte 7">
            <a:extLst>
              <a:ext uri="{FF2B5EF4-FFF2-40B4-BE49-F238E27FC236}">
                <a16:creationId xmlns:a16="http://schemas.microsoft.com/office/drawing/2014/main" id="{70A6A932-B1F5-BC99-3957-4498B871487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5816195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C19BA2C1-3776-7423-24E8-657C8B68F625}"/>
              </a:ext>
            </a:extLst>
          </p:cNvPr>
          <p:cNvSpPr>
            <a:spLocks noGrp="1"/>
          </p:cNvSpPr>
          <p:nvPr>
            <p:ph type="title"/>
          </p:nvPr>
        </p:nvSpPr>
        <p:spPr/>
        <p:txBody>
          <a:bodyPr>
            <a:normAutofit fontScale="90000"/>
          </a:bodyPr>
          <a:lstStyle/>
          <a:p>
            <a:r>
              <a:rPr lang="fr-FR" dirty="0"/>
              <a:t>Évaluer les risques résiduels</a:t>
            </a:r>
          </a:p>
        </p:txBody>
      </p:sp>
      <p:sp>
        <p:nvSpPr>
          <p:cNvPr id="6" name="Espace réservé de la date 5">
            <a:extLst>
              <a:ext uri="{FF2B5EF4-FFF2-40B4-BE49-F238E27FC236}">
                <a16:creationId xmlns:a16="http://schemas.microsoft.com/office/drawing/2014/main" id="{5CDFF081-923F-76DF-35F2-6C709BCB369D}"/>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0F880CC0-A74B-B0B5-6C60-037177EE71D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12A4C60-5924-C3C5-A2D5-B28C7BE1A1E7}"/>
              </a:ext>
            </a:extLst>
          </p:cNvPr>
          <p:cNvSpPr>
            <a:spLocks noGrp="1"/>
          </p:cNvSpPr>
          <p:nvPr>
            <p:ph type="sldNum" sz="quarter" idx="12"/>
          </p:nvPr>
        </p:nvSpPr>
        <p:spPr/>
        <p:txBody>
          <a:bodyPr/>
          <a:lstStyle/>
          <a:p>
            <a:fld id="{294A09A9-5501-47C1-A89A-A340965A2BE2}" type="slidenum">
              <a:rPr lang="fr-FR" smtClean="0"/>
              <a:pPr/>
              <a:t>125</a:t>
            </a:fld>
            <a:endParaRPr lang="fr-FR"/>
          </a:p>
        </p:txBody>
      </p:sp>
      <p:sp>
        <p:nvSpPr>
          <p:cNvPr id="9" name="Espace réservé du texte 8">
            <a:extLst>
              <a:ext uri="{FF2B5EF4-FFF2-40B4-BE49-F238E27FC236}">
                <a16:creationId xmlns:a16="http://schemas.microsoft.com/office/drawing/2014/main" id="{9A4C1A39-56C2-570D-2D1F-9AC98C1C20B3}"/>
              </a:ext>
            </a:extLst>
          </p:cNvPr>
          <p:cNvSpPr>
            <a:spLocks noGrp="1"/>
          </p:cNvSpPr>
          <p:nvPr>
            <p:ph type="body" sz="quarter" idx="13"/>
          </p:nvPr>
        </p:nvSpPr>
        <p:spPr/>
        <p:txBody>
          <a:bodyPr>
            <a:normAutofit/>
          </a:bodyPr>
          <a:lstStyle/>
          <a:p>
            <a:r>
              <a:rPr lang="fr-FR" dirty="0"/>
              <a:t>Comment la cartographie des risques va-t-elle évoluer ?</a:t>
            </a:r>
          </a:p>
        </p:txBody>
      </p:sp>
      <p:graphicFrame>
        <p:nvGraphicFramePr>
          <p:cNvPr id="10" name="Tableau 9">
            <a:extLst>
              <a:ext uri="{FF2B5EF4-FFF2-40B4-BE49-F238E27FC236}">
                <a16:creationId xmlns:a16="http://schemas.microsoft.com/office/drawing/2014/main" id="{0E6A7F67-7155-4069-A908-A439E3F60363}"/>
              </a:ext>
            </a:extLst>
          </p:cNvPr>
          <p:cNvGraphicFramePr>
            <a:graphicFrameLocks noGrp="1"/>
          </p:cNvGraphicFramePr>
          <p:nvPr>
            <p:extLst>
              <p:ext uri="{D42A27DB-BD31-4B8C-83A1-F6EECF244321}">
                <p14:modId xmlns:p14="http://schemas.microsoft.com/office/powerpoint/2010/main" val="390087472"/>
              </p:ext>
            </p:extLst>
          </p:nvPr>
        </p:nvGraphicFramePr>
        <p:xfrm>
          <a:off x="12505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1" name="Connecteur droit avec flèche 10">
            <a:extLst>
              <a:ext uri="{FF2B5EF4-FFF2-40B4-BE49-F238E27FC236}">
                <a16:creationId xmlns:a16="http://schemas.microsoft.com/office/drawing/2014/main" id="{8D492B54-063C-EABD-F4AB-4EA5AC1C58B8}"/>
              </a:ext>
            </a:extLst>
          </p:cNvPr>
          <p:cNvCxnSpPr>
            <a:cxnSpLocks/>
          </p:cNvCxnSpPr>
          <p:nvPr/>
        </p:nvCxnSpPr>
        <p:spPr>
          <a:xfrm>
            <a:off x="16266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Connecteur droit avec flèche 11">
            <a:extLst>
              <a:ext uri="{FF2B5EF4-FFF2-40B4-BE49-F238E27FC236}">
                <a16:creationId xmlns:a16="http://schemas.microsoft.com/office/drawing/2014/main" id="{B4EA25F4-19BE-F311-BBBD-75A504A3FE15}"/>
              </a:ext>
            </a:extLst>
          </p:cNvPr>
          <p:cNvCxnSpPr>
            <a:cxnSpLocks/>
          </p:cNvCxnSpPr>
          <p:nvPr/>
        </p:nvCxnSpPr>
        <p:spPr>
          <a:xfrm flipV="1">
            <a:off x="16266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Espace réservé du contenu 2">
            <a:extLst>
              <a:ext uri="{FF2B5EF4-FFF2-40B4-BE49-F238E27FC236}">
                <a16:creationId xmlns:a16="http://schemas.microsoft.com/office/drawing/2014/main" id="{A07F29D3-E80C-F8E3-8801-6942BBDDC2CC}"/>
              </a:ext>
            </a:extLst>
          </p:cNvPr>
          <p:cNvSpPr txBox="1">
            <a:spLocks/>
          </p:cNvSpPr>
          <p:nvPr/>
        </p:nvSpPr>
        <p:spPr>
          <a:xfrm>
            <a:off x="6392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4" name="Espace réservé du contenu 2">
            <a:extLst>
              <a:ext uri="{FF2B5EF4-FFF2-40B4-BE49-F238E27FC236}">
                <a16:creationId xmlns:a16="http://schemas.microsoft.com/office/drawing/2014/main" id="{DF2F93C3-802E-A048-A4BF-B699ED870F94}"/>
              </a:ext>
            </a:extLst>
          </p:cNvPr>
          <p:cNvSpPr txBox="1">
            <a:spLocks/>
          </p:cNvSpPr>
          <p:nvPr/>
        </p:nvSpPr>
        <p:spPr>
          <a:xfrm>
            <a:off x="36136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15" name="Tableau 14">
            <a:extLst>
              <a:ext uri="{FF2B5EF4-FFF2-40B4-BE49-F238E27FC236}">
                <a16:creationId xmlns:a16="http://schemas.microsoft.com/office/drawing/2014/main" id="{A01D469C-FBF5-F9F3-30A0-352466BD09C9}"/>
              </a:ext>
            </a:extLst>
          </p:cNvPr>
          <p:cNvGraphicFramePr>
            <a:graphicFrameLocks noGrp="1"/>
          </p:cNvGraphicFramePr>
          <p:nvPr>
            <p:extLst>
              <p:ext uri="{D42A27DB-BD31-4B8C-83A1-F6EECF244321}">
                <p14:modId xmlns:p14="http://schemas.microsoft.com/office/powerpoint/2010/main" val="2446988782"/>
              </p:ext>
            </p:extLst>
          </p:nvPr>
        </p:nvGraphicFramePr>
        <p:xfrm>
          <a:off x="6374860"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5ED850C2-F9AB-D757-052C-19B7F217519B}"/>
              </a:ext>
            </a:extLst>
          </p:cNvPr>
          <p:cNvCxnSpPr>
            <a:cxnSpLocks/>
          </p:cNvCxnSpPr>
          <p:nvPr/>
        </p:nvCxnSpPr>
        <p:spPr>
          <a:xfrm>
            <a:off x="6750924"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2CD5C67D-A21C-6FCE-C406-261EAD8EFB5F}"/>
              </a:ext>
            </a:extLst>
          </p:cNvPr>
          <p:cNvCxnSpPr>
            <a:cxnSpLocks/>
          </p:cNvCxnSpPr>
          <p:nvPr/>
        </p:nvCxnSpPr>
        <p:spPr>
          <a:xfrm flipV="1">
            <a:off x="6750924"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8F7247CE-48BE-278D-600E-3F4409B40899}"/>
              </a:ext>
            </a:extLst>
          </p:cNvPr>
          <p:cNvSpPr txBox="1">
            <a:spLocks/>
          </p:cNvSpPr>
          <p:nvPr/>
        </p:nvSpPr>
        <p:spPr>
          <a:xfrm>
            <a:off x="5763554"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3A4B6867-F0F5-942B-60A6-7F84E8D799D9}"/>
              </a:ext>
            </a:extLst>
          </p:cNvPr>
          <p:cNvSpPr txBox="1">
            <a:spLocks/>
          </p:cNvSpPr>
          <p:nvPr/>
        </p:nvSpPr>
        <p:spPr>
          <a:xfrm>
            <a:off x="8737974"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0" name="Forme libre 15">
            <a:extLst>
              <a:ext uri="{FF2B5EF4-FFF2-40B4-BE49-F238E27FC236}">
                <a16:creationId xmlns:a16="http://schemas.microsoft.com/office/drawing/2014/main" id="{63AF32E5-9C98-6920-76C5-0D98D59D943A}"/>
              </a:ext>
            </a:extLst>
          </p:cNvPr>
          <p:cNvSpPr/>
          <p:nvPr/>
        </p:nvSpPr>
        <p:spPr>
          <a:xfrm>
            <a:off x="5519720" y="3562023"/>
            <a:ext cx="553937" cy="1235675"/>
          </a:xfrm>
          <a:custGeom>
            <a:avLst/>
            <a:gdLst>
              <a:gd name="connsiteX0" fmla="*/ 0 w 547352"/>
              <a:gd name="connsiteY0" fmla="*/ 0 h 1964028"/>
              <a:gd name="connsiteX1" fmla="*/ 547352 w 547352"/>
              <a:gd name="connsiteY1" fmla="*/ 998112 h 1964028"/>
              <a:gd name="connsiteX2" fmla="*/ 6440 w 547352"/>
              <a:gd name="connsiteY2" fmla="*/ 1964028 h 1964028"/>
            </a:gdLst>
            <a:ahLst/>
            <a:cxnLst>
              <a:cxn ang="0">
                <a:pos x="connsiteX0" y="connsiteY0"/>
              </a:cxn>
              <a:cxn ang="0">
                <a:pos x="connsiteX1" y="connsiteY1"/>
              </a:cxn>
              <a:cxn ang="0">
                <a:pos x="connsiteX2" y="connsiteY2"/>
              </a:cxn>
            </a:cxnLst>
            <a:rect l="l" t="t" r="r" b="b"/>
            <a:pathLst>
              <a:path w="547352" h="1964028">
                <a:moveTo>
                  <a:pt x="0" y="0"/>
                </a:moveTo>
                <a:lnTo>
                  <a:pt x="547352" y="998112"/>
                </a:lnTo>
                <a:lnTo>
                  <a:pt x="6440" y="1964028"/>
                </a:lnTo>
              </a:path>
            </a:pathLst>
          </a:custGeom>
          <a:noFill/>
          <a:ln w="381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ZoneTexte 20">
            <a:extLst>
              <a:ext uri="{FF2B5EF4-FFF2-40B4-BE49-F238E27FC236}">
                <a16:creationId xmlns:a16="http://schemas.microsoft.com/office/drawing/2014/main" id="{5F2E9A68-0653-F896-B1A2-865C1CB36F7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pic>
        <p:nvPicPr>
          <p:cNvPr id="2" name="Image 1">
            <a:extLst>
              <a:ext uri="{FF2B5EF4-FFF2-40B4-BE49-F238E27FC236}">
                <a16:creationId xmlns:a16="http://schemas.microsoft.com/office/drawing/2014/main" id="{F77A7BDE-CAB3-0F90-93AF-0AB8C27C4497}"/>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980172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38EB-655C-3E7A-A266-E7C66884BE6C}"/>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2CB3665F-FF0D-6F6B-F7CE-3D094B3F96DD}"/>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Titre 7">
            <a:extLst>
              <a:ext uri="{FF2B5EF4-FFF2-40B4-BE49-F238E27FC236}">
                <a16:creationId xmlns:a16="http://schemas.microsoft.com/office/drawing/2014/main" id="{2DB47356-28CC-F449-A432-6C7DF9846E44}"/>
              </a:ext>
            </a:extLst>
          </p:cNvPr>
          <p:cNvSpPr>
            <a:spLocks noGrp="1"/>
          </p:cNvSpPr>
          <p:nvPr>
            <p:ph type="title"/>
          </p:nvPr>
        </p:nvSpPr>
        <p:spPr/>
        <p:txBody>
          <a:bodyPr>
            <a:normAutofit fontScale="90000"/>
          </a:bodyPr>
          <a:lstStyle/>
          <a:p>
            <a:r>
              <a:rPr lang="fr-FR" dirty="0"/>
              <a:t>Accepter les risques résiduels (cf. homologation)</a:t>
            </a:r>
          </a:p>
        </p:txBody>
      </p:sp>
      <p:sp>
        <p:nvSpPr>
          <p:cNvPr id="6" name="Espace réservé de la date 5">
            <a:extLst>
              <a:ext uri="{FF2B5EF4-FFF2-40B4-BE49-F238E27FC236}">
                <a16:creationId xmlns:a16="http://schemas.microsoft.com/office/drawing/2014/main" id="{0219FDE1-39A5-3955-392A-688788E83A9D}"/>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219D0502-313E-C347-E8D2-364B067AC95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4E69692-E34C-51AE-9C4B-57A31CCD3C8F}"/>
              </a:ext>
            </a:extLst>
          </p:cNvPr>
          <p:cNvSpPr>
            <a:spLocks noGrp="1"/>
          </p:cNvSpPr>
          <p:nvPr>
            <p:ph type="sldNum" sz="quarter" idx="12"/>
          </p:nvPr>
        </p:nvSpPr>
        <p:spPr/>
        <p:txBody>
          <a:bodyPr/>
          <a:lstStyle/>
          <a:p>
            <a:fld id="{294A09A9-5501-47C1-A89A-A340965A2BE2}" type="slidenum">
              <a:rPr lang="fr-FR" smtClean="0"/>
              <a:pPr/>
              <a:t>126</a:t>
            </a:fld>
            <a:endParaRPr lang="fr-FR"/>
          </a:p>
        </p:txBody>
      </p:sp>
      <p:sp>
        <p:nvSpPr>
          <p:cNvPr id="9" name="Espace réservé du texte 8">
            <a:extLst>
              <a:ext uri="{FF2B5EF4-FFF2-40B4-BE49-F238E27FC236}">
                <a16:creationId xmlns:a16="http://schemas.microsoft.com/office/drawing/2014/main" id="{E40590CC-F7FD-045C-2C42-BD5CD32791F8}"/>
              </a:ext>
            </a:extLst>
          </p:cNvPr>
          <p:cNvSpPr>
            <a:spLocks noGrp="1"/>
          </p:cNvSpPr>
          <p:nvPr>
            <p:ph type="body" sz="quarter" idx="13"/>
          </p:nvPr>
        </p:nvSpPr>
        <p:spPr/>
        <p:txBody>
          <a:bodyPr>
            <a:normAutofit/>
          </a:bodyPr>
          <a:lstStyle/>
          <a:p>
            <a:r>
              <a:rPr lang="fr-FR" dirty="0"/>
              <a:t>Une décision éclairée, une prise de responsabilité</a:t>
            </a:r>
          </a:p>
        </p:txBody>
      </p:sp>
      <p:graphicFrame>
        <p:nvGraphicFramePr>
          <p:cNvPr id="15" name="Tableau 14">
            <a:extLst>
              <a:ext uri="{FF2B5EF4-FFF2-40B4-BE49-F238E27FC236}">
                <a16:creationId xmlns:a16="http://schemas.microsoft.com/office/drawing/2014/main" id="{11EECEB1-485F-DCB7-7CB7-7616F549D700}"/>
              </a:ext>
            </a:extLst>
          </p:cNvPr>
          <p:cNvGraphicFramePr>
            <a:graphicFrameLocks noGrp="1"/>
          </p:cNvGraphicFramePr>
          <p:nvPr>
            <p:extLst>
              <p:ext uri="{D42A27DB-BD31-4B8C-83A1-F6EECF244321}">
                <p14:modId xmlns:p14="http://schemas.microsoft.com/office/powerpoint/2010/main" val="1036746035"/>
              </p:ext>
            </p:extLst>
          </p:nvPr>
        </p:nvGraphicFramePr>
        <p:xfrm>
          <a:off x="1307560" y="1745857"/>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6DF70769-8271-4203-22FF-55CEF5477A1D}"/>
              </a:ext>
            </a:extLst>
          </p:cNvPr>
          <p:cNvCxnSpPr>
            <a:cxnSpLocks/>
          </p:cNvCxnSpPr>
          <p:nvPr/>
        </p:nvCxnSpPr>
        <p:spPr>
          <a:xfrm>
            <a:off x="1683624" y="5340124"/>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50751644-548A-5891-F5E1-D1B4A3CF68E3}"/>
              </a:ext>
            </a:extLst>
          </p:cNvPr>
          <p:cNvCxnSpPr>
            <a:cxnSpLocks/>
          </p:cNvCxnSpPr>
          <p:nvPr/>
        </p:nvCxnSpPr>
        <p:spPr>
          <a:xfrm flipV="1">
            <a:off x="1683624" y="1745857"/>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1AF3BD17-9DBF-44BB-3D88-D3A679FC99A0}"/>
              </a:ext>
            </a:extLst>
          </p:cNvPr>
          <p:cNvSpPr txBox="1">
            <a:spLocks/>
          </p:cNvSpPr>
          <p:nvPr/>
        </p:nvSpPr>
        <p:spPr>
          <a:xfrm>
            <a:off x="696254" y="1674543"/>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CF810310-33F6-799D-5401-0A52F7188466}"/>
              </a:ext>
            </a:extLst>
          </p:cNvPr>
          <p:cNvSpPr txBox="1">
            <a:spLocks/>
          </p:cNvSpPr>
          <p:nvPr/>
        </p:nvSpPr>
        <p:spPr>
          <a:xfrm>
            <a:off x="3670674" y="5624754"/>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1" name="ZoneTexte 20">
            <a:extLst>
              <a:ext uri="{FF2B5EF4-FFF2-40B4-BE49-F238E27FC236}">
                <a16:creationId xmlns:a16="http://schemas.microsoft.com/office/drawing/2014/main" id="{722DC2FF-7477-9DFC-330C-FAB4E1F8208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Accepter les risques</a:t>
            </a:r>
          </a:p>
        </p:txBody>
      </p:sp>
      <p:graphicFrame>
        <p:nvGraphicFramePr>
          <p:cNvPr id="22" name="Tableau 21">
            <a:extLst>
              <a:ext uri="{FF2B5EF4-FFF2-40B4-BE49-F238E27FC236}">
                <a16:creationId xmlns:a16="http://schemas.microsoft.com/office/drawing/2014/main" id="{860AEE0B-5930-4A14-884E-9E6D8C378359}"/>
              </a:ext>
            </a:extLst>
          </p:cNvPr>
          <p:cNvGraphicFramePr>
            <a:graphicFrameLocks noGrp="1"/>
          </p:cNvGraphicFramePr>
          <p:nvPr>
            <p:extLst>
              <p:ext uri="{D42A27DB-BD31-4B8C-83A1-F6EECF244321}">
                <p14:modId xmlns:p14="http://schemas.microsoft.com/office/powerpoint/2010/main" val="2772002609"/>
              </p:ext>
            </p:extLst>
          </p:nvPr>
        </p:nvGraphicFramePr>
        <p:xfrm>
          <a:off x="6306917" y="1745857"/>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 name="Organigramme : Alternative 1">
            <a:extLst>
              <a:ext uri="{FF2B5EF4-FFF2-40B4-BE49-F238E27FC236}">
                <a16:creationId xmlns:a16="http://schemas.microsoft.com/office/drawing/2014/main" id="{01166FFB-DCDC-F5E9-DD59-F0FAE42BD6A8}"/>
              </a:ext>
            </a:extLst>
          </p:cNvPr>
          <p:cNvSpPr/>
          <p:nvPr/>
        </p:nvSpPr>
        <p:spPr>
          <a:xfrm>
            <a:off x="6306916" y="4742695"/>
            <a:ext cx="4926805" cy="145756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Ici, plusieurs risques résiduels sont encore moyens, voire élevés. Un responsable (ex : l’autorité d’homologation) va devoir décider de les accepter ou de les refuser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voit aussi que les orientations de l’échelle devraient être améliorées, sinon ce serait un refus automatique…</a:t>
            </a:r>
          </a:p>
        </p:txBody>
      </p:sp>
    </p:spTree>
    <p:extLst>
      <p:ext uri="{BB962C8B-B14F-4D97-AF65-F5344CB8AC3E}">
        <p14:creationId xmlns:p14="http://schemas.microsoft.com/office/powerpoint/2010/main" val="277110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2119-7C75-F0D3-934B-A46B64EC18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D8CEC2-3E1A-3B41-7862-5A608072B2B7}"/>
              </a:ext>
            </a:extLst>
          </p:cNvPr>
          <p:cNvSpPr>
            <a:spLocks noGrp="1"/>
          </p:cNvSpPr>
          <p:nvPr>
            <p:ph type="title"/>
          </p:nvPr>
        </p:nvSpPr>
        <p:spPr/>
        <p:txBody>
          <a:bodyPr>
            <a:normAutofit fontScale="90000"/>
          </a:bodyPr>
          <a:lstStyle/>
          <a:p>
            <a:r>
              <a:rPr lang="fr-FR" dirty="0"/>
              <a:t>Outil 15 – Surveiller et revoir les risques</a:t>
            </a:r>
          </a:p>
        </p:txBody>
      </p:sp>
      <p:sp>
        <p:nvSpPr>
          <p:cNvPr id="3" name="Espace réservé du contenu 2">
            <a:extLst>
              <a:ext uri="{FF2B5EF4-FFF2-40B4-BE49-F238E27FC236}">
                <a16:creationId xmlns:a16="http://schemas.microsoft.com/office/drawing/2014/main" id="{3EABB2B8-9BC8-FFA0-EA64-261798FEF51B}"/>
              </a:ext>
            </a:extLst>
          </p:cNvPr>
          <p:cNvSpPr>
            <a:spLocks noGrp="1"/>
          </p:cNvSpPr>
          <p:nvPr>
            <p:ph idx="1"/>
          </p:nvPr>
        </p:nvSpPr>
        <p:spPr/>
        <p:txBody>
          <a:bodyPr>
            <a:normAutofit fontScale="92500" lnSpcReduction="20000"/>
          </a:bodyPr>
          <a:lstStyle/>
          <a:p>
            <a:pPr marL="0" indent="0">
              <a:buNone/>
            </a:pPr>
            <a:r>
              <a:rPr lang="fr-FR" dirty="0"/>
              <a:t>La logique est la suivante :</a:t>
            </a:r>
          </a:p>
          <a:p>
            <a:pPr marL="514350" indent="-514350">
              <a:buFont typeface="+mj-lt"/>
              <a:buAutoNum type="arabicPeriod"/>
            </a:pPr>
            <a:r>
              <a:rPr lang="fr-FR" dirty="0"/>
              <a:t>Suivre l’avancement de la mise en œuvre des mesures prévues dans le plan de traitement des risques (ex : comité de pilotage)</a:t>
            </a:r>
          </a:p>
          <a:p>
            <a:pPr marL="514350" indent="-514350">
              <a:buFont typeface="+mj-lt"/>
              <a:buAutoNum type="arabicPeriod"/>
            </a:pPr>
            <a:r>
              <a:rPr lang="fr-FR" dirty="0"/>
              <a:t>Éventuellement, estimer la performance des mesures (cf. ISO/IEC 27001) : pertinence (objectifs/moyens), efficacité (objectifs/résultats), efficience (résultats/moyens)</a:t>
            </a:r>
          </a:p>
          <a:p>
            <a:pPr marL="514350" indent="-514350">
              <a:buFont typeface="+mj-lt"/>
              <a:buAutoNum type="arabicPeriod"/>
            </a:pPr>
            <a:r>
              <a:rPr lang="fr-FR" dirty="0"/>
              <a:t>Surveiller les risques (outils et indicateurs), notamment les plus élevés, afin de détecter leur survenance au plus tôt</a:t>
            </a:r>
          </a:p>
          <a:p>
            <a:pPr marL="514350" indent="-514350">
              <a:buFont typeface="+mj-lt"/>
              <a:buAutoNum type="arabicPeriod"/>
            </a:pPr>
            <a:r>
              <a:rPr lang="fr-FR" dirty="0"/>
              <a:t>Revoir l’étude des risques</a:t>
            </a:r>
          </a:p>
          <a:p>
            <a:pPr lvl="1"/>
            <a:r>
              <a:rPr lang="fr-FR" dirty="0"/>
              <a:t>En cas de changement significatif dans les composants des risques (valeurs métier, biens supports, parties prenantes, etc.)</a:t>
            </a:r>
          </a:p>
          <a:p>
            <a:pPr lvl="1"/>
            <a:r>
              <a:rPr lang="fr-FR" dirty="0"/>
              <a:t>Au moins une fois par an (bonne pratique)</a:t>
            </a:r>
          </a:p>
        </p:txBody>
      </p:sp>
      <p:sp>
        <p:nvSpPr>
          <p:cNvPr id="5" name="Espace réservé du pied de page 4">
            <a:extLst>
              <a:ext uri="{FF2B5EF4-FFF2-40B4-BE49-F238E27FC236}">
                <a16:creationId xmlns:a16="http://schemas.microsoft.com/office/drawing/2014/main" id="{19BB1EEB-0A4A-66A9-2B2A-84E215983AFB}"/>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9F3E6F8C-4EA7-FBC9-B5A0-4C0DA164CE98}"/>
              </a:ext>
            </a:extLst>
          </p:cNvPr>
          <p:cNvSpPr>
            <a:spLocks noGrp="1"/>
          </p:cNvSpPr>
          <p:nvPr>
            <p:ph type="sldNum" sz="quarter" idx="12"/>
          </p:nvPr>
        </p:nvSpPr>
        <p:spPr/>
        <p:txBody>
          <a:bodyPr/>
          <a:lstStyle/>
          <a:p>
            <a:pPr rtl="0"/>
            <a:fld id="{294A09A9-5501-47C1-A89A-A340965A2BE2}" type="slidenum">
              <a:rPr lang="fr-FR" noProof="0" smtClean="0"/>
              <a:t>127</a:t>
            </a:fld>
            <a:endParaRPr lang="fr-FR" noProof="0"/>
          </a:p>
        </p:txBody>
      </p:sp>
      <p:sp>
        <p:nvSpPr>
          <p:cNvPr id="4" name="Espace réservé de la date 3">
            <a:extLst>
              <a:ext uri="{FF2B5EF4-FFF2-40B4-BE49-F238E27FC236}">
                <a16:creationId xmlns:a16="http://schemas.microsoft.com/office/drawing/2014/main" id="{516D8830-BB65-E41E-4C65-2E7ACD68935F}"/>
              </a:ext>
            </a:extLst>
          </p:cNvPr>
          <p:cNvSpPr>
            <a:spLocks noGrp="1"/>
          </p:cNvSpPr>
          <p:nvPr>
            <p:ph type="dt" sz="half" idx="10"/>
          </p:nvPr>
        </p:nvSpPr>
        <p:spPr/>
        <p:txBody>
          <a:bodyPr/>
          <a:lstStyle/>
          <a:p>
            <a:pPr rtl="0"/>
            <a:r>
              <a:rPr lang="fr-FR" noProof="0"/>
              <a:t>14/10/2025</a:t>
            </a:r>
          </a:p>
        </p:txBody>
      </p:sp>
      <p:sp>
        <p:nvSpPr>
          <p:cNvPr id="9" name="Espace réservé du texte 8">
            <a:extLst>
              <a:ext uri="{FF2B5EF4-FFF2-40B4-BE49-F238E27FC236}">
                <a16:creationId xmlns:a16="http://schemas.microsoft.com/office/drawing/2014/main" id="{5C44FFDB-E3B1-158E-89D0-981347B00717}"/>
              </a:ext>
            </a:extLst>
          </p:cNvPr>
          <p:cNvSpPr>
            <a:spLocks noGrp="1"/>
          </p:cNvSpPr>
          <p:nvPr>
            <p:ph type="body" sz="quarter" idx="13"/>
          </p:nvPr>
        </p:nvSpPr>
        <p:spPr/>
        <p:txBody>
          <a:bodyPr>
            <a:normAutofit/>
          </a:bodyPr>
          <a:lstStyle/>
          <a:p>
            <a:r>
              <a:rPr lang="fr-FR" dirty="0"/>
              <a:t>Comment maintenir l’objet de l’étude en conditions de sécurité ?</a:t>
            </a:r>
          </a:p>
        </p:txBody>
      </p:sp>
      <p:sp>
        <p:nvSpPr>
          <p:cNvPr id="8" name="ZoneTexte 7">
            <a:extLst>
              <a:ext uri="{FF2B5EF4-FFF2-40B4-BE49-F238E27FC236}">
                <a16:creationId xmlns:a16="http://schemas.microsoft.com/office/drawing/2014/main" id="{5FE7EF20-B2C7-509F-8CC1-DEC42D5597F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Surveillance et revue</a:t>
            </a:r>
          </a:p>
        </p:txBody>
      </p:sp>
    </p:spTree>
    <p:extLst>
      <p:ext uri="{BB962C8B-B14F-4D97-AF65-F5344CB8AC3E}">
        <p14:creationId xmlns:p14="http://schemas.microsoft.com/office/powerpoint/2010/main" val="20700668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92D83-EE47-4F0D-7531-9E9258023F5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E7BE5D-F633-E46B-1C9E-F437A7B5618B}"/>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1EB8C774-3CDA-32B4-6EA6-C39D7268C9E9}"/>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88E831-25EA-28D1-F854-0B2947C21DDE}"/>
              </a:ext>
            </a:extLst>
          </p:cNvPr>
          <p:cNvSpPr>
            <a:spLocks noGrp="1"/>
          </p:cNvSpPr>
          <p:nvPr>
            <p:ph type="sldNum" sz="quarter" idx="12"/>
          </p:nvPr>
        </p:nvSpPr>
        <p:spPr/>
        <p:txBody>
          <a:bodyPr/>
          <a:lstStyle/>
          <a:p>
            <a:pPr rtl="0"/>
            <a:fld id="{294A09A9-5501-47C1-A89A-A340965A2BE2}" type="slidenum">
              <a:rPr lang="fr-FR" noProof="0" smtClean="0"/>
              <a:t>128</a:t>
            </a:fld>
            <a:endParaRPr lang="fr-FR" noProof="0"/>
          </a:p>
        </p:txBody>
      </p:sp>
      <p:sp>
        <p:nvSpPr>
          <p:cNvPr id="4" name="Espace réservé de la date 3">
            <a:extLst>
              <a:ext uri="{FF2B5EF4-FFF2-40B4-BE49-F238E27FC236}">
                <a16:creationId xmlns:a16="http://schemas.microsoft.com/office/drawing/2014/main" id="{250B0567-FD70-338A-9E6E-DB79658E0B1A}"/>
              </a:ext>
            </a:extLst>
          </p:cNvPr>
          <p:cNvSpPr>
            <a:spLocks noGrp="1"/>
          </p:cNvSpPr>
          <p:nvPr>
            <p:ph type="dt" sz="half" idx="10"/>
          </p:nvPr>
        </p:nvSpPr>
        <p:spPr/>
        <p:txBody>
          <a:bodyPr/>
          <a:lstStyle/>
          <a:p>
            <a:pPr rtl="0"/>
            <a:r>
              <a:rPr lang="fr-FR" noProof="0"/>
              <a:t>14/10/2025</a:t>
            </a:r>
          </a:p>
        </p:txBody>
      </p:sp>
      <p:sp>
        <p:nvSpPr>
          <p:cNvPr id="8" name="Espace réservé du texte 7">
            <a:extLst>
              <a:ext uri="{FF2B5EF4-FFF2-40B4-BE49-F238E27FC236}">
                <a16:creationId xmlns:a16="http://schemas.microsoft.com/office/drawing/2014/main" id="{87EBCEE1-F706-1E89-3972-05EEDCCB538E}"/>
              </a:ext>
            </a:extLst>
          </p:cNvPr>
          <p:cNvSpPr>
            <a:spLocks noGrp="1"/>
          </p:cNvSpPr>
          <p:nvPr>
            <p:ph type="body" sz="quarter" idx="13"/>
          </p:nvPr>
        </p:nvSpPr>
        <p:spPr/>
        <p:txBody>
          <a:bodyPr/>
          <a:lstStyle/>
          <a:p>
            <a:r>
              <a:rPr lang="fr-FR" dirty="0"/>
              <a:t>Planifiez la mise en œuvre d’une mesure</a:t>
            </a:r>
          </a:p>
        </p:txBody>
      </p:sp>
      <p:graphicFrame>
        <p:nvGraphicFramePr>
          <p:cNvPr id="11" name="Espace réservé du contenu 10">
            <a:extLst>
              <a:ext uri="{FF2B5EF4-FFF2-40B4-BE49-F238E27FC236}">
                <a16:creationId xmlns:a16="http://schemas.microsoft.com/office/drawing/2014/main" id="{FF42B9EF-4A74-0C01-0157-07A8C8BCF4F0}"/>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98ECD900-362E-86B8-4CA8-36D1768EED7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179288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D3CBA-D9F3-3459-8BB7-E22895D6999E}"/>
            </a:ext>
          </a:extLst>
        </p:cNvPr>
        <p:cNvGrpSpPr/>
        <p:nvPr/>
      </p:nvGrpSpPr>
      <p:grpSpPr>
        <a:xfrm>
          <a:off x="0" y="0"/>
          <a:ext cx="0" cy="0"/>
          <a:chOff x="0" y="0"/>
          <a:chExt cx="0" cy="0"/>
        </a:xfrm>
      </p:grpSpPr>
      <p:sp>
        <p:nvSpPr>
          <p:cNvPr id="10" name="Date Placeholder 3">
            <a:extLst>
              <a:ext uri="{FF2B5EF4-FFF2-40B4-BE49-F238E27FC236}">
                <a16:creationId xmlns:a16="http://schemas.microsoft.com/office/drawing/2014/main" id="{01439067-0959-322D-5ABA-F99D8A579D56}"/>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14/10/2025</a:t>
            </a:r>
            <a:endParaRPr lang="fr-FR" dirty="0">
              <a:solidFill>
                <a:srgbClr val="7A7A7A"/>
              </a:solidFill>
            </a:endParaRPr>
          </a:p>
        </p:txBody>
      </p:sp>
      <p:sp>
        <p:nvSpPr>
          <p:cNvPr id="11" name="Footer Placeholder 4">
            <a:extLst>
              <a:ext uri="{FF2B5EF4-FFF2-40B4-BE49-F238E27FC236}">
                <a16:creationId xmlns:a16="http://schemas.microsoft.com/office/drawing/2014/main" id="{29BFA6CE-0696-581D-57A0-CA1348D69371}"/>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A6641257-4B87-33A4-50E8-CDAAEB3CC9D9}"/>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129</a:t>
            </a:fld>
            <a:endParaRPr lang="fr-FR"/>
          </a:p>
        </p:txBody>
      </p:sp>
      <p:sp>
        <p:nvSpPr>
          <p:cNvPr id="4" name="Espace réservé du contenu 3">
            <a:extLst>
              <a:ext uri="{FF2B5EF4-FFF2-40B4-BE49-F238E27FC236}">
                <a16:creationId xmlns:a16="http://schemas.microsoft.com/office/drawing/2014/main" id="{00440B71-787B-19F1-C486-090E85971396}"/>
              </a:ext>
            </a:extLst>
          </p:cNvPr>
          <p:cNvSpPr>
            <a:spLocks noGrp="1"/>
          </p:cNvSpPr>
          <p:nvPr>
            <p:ph idx="1"/>
          </p:nvPr>
        </p:nvSpPr>
        <p:spPr>
          <a:xfrm>
            <a:off x="5313680" y="1493114"/>
            <a:ext cx="3050032" cy="3517798"/>
          </a:xfrm>
        </p:spPr>
        <p:txBody>
          <a:bodyPr>
            <a:normAutofit lnSpcReduction="10000"/>
          </a:bodyPr>
          <a:lstStyle/>
          <a:p>
            <a:pPr>
              <a:buFont typeface="+mj-lt"/>
              <a:buAutoNum type="arabicPeriod"/>
            </a:pPr>
            <a:r>
              <a:rPr lang="fr-FR" sz="2000" dirty="0"/>
              <a:t>Savoir déterminer des </a:t>
            </a:r>
            <a:r>
              <a:rPr lang="fr-FR" sz="2000" b="1" dirty="0"/>
              <a:t>mesures</a:t>
            </a:r>
            <a:r>
              <a:rPr lang="fr-FR" sz="2000" dirty="0"/>
              <a:t> pour traiter les risques</a:t>
            </a:r>
            <a:endParaRPr lang="fr-FR" sz="2000" noProof="0" dirty="0"/>
          </a:p>
          <a:p>
            <a:pPr>
              <a:buFont typeface="+mj-lt"/>
              <a:buAutoNum type="arabicPeriod"/>
            </a:pPr>
            <a:r>
              <a:rPr lang="fr-FR" sz="2000" noProof="0" dirty="0"/>
              <a:t>Comprendre comment estimer et faire accepter les </a:t>
            </a:r>
            <a:r>
              <a:rPr lang="fr-FR" sz="2000" b="1" noProof="0" dirty="0"/>
              <a:t>risques résiduels</a:t>
            </a:r>
          </a:p>
          <a:p>
            <a:pPr>
              <a:buFont typeface="+mj-lt"/>
              <a:buAutoNum type="arabicPeriod"/>
            </a:pPr>
            <a:r>
              <a:rPr lang="fr-FR" dirty="0"/>
              <a:t>Comprendre comment </a:t>
            </a:r>
            <a:r>
              <a:rPr lang="fr-FR" b="1" dirty="0"/>
              <a:t>surveiller et suivre</a:t>
            </a:r>
            <a:r>
              <a:rPr lang="fr-FR" dirty="0"/>
              <a:t> les risques dans le temps</a:t>
            </a:r>
            <a:endParaRPr lang="fr-FR" sz="2000" b="1" noProof="0" dirty="0"/>
          </a:p>
          <a:p>
            <a:pPr marL="0" indent="0" algn="ctr">
              <a:buNone/>
            </a:pPr>
            <a:r>
              <a:rPr lang="fr-FR" sz="2000" noProof="0" dirty="0">
                <a:sym typeface="Wingdings" panose="05000000000000000000" pitchFamily="2" charset="2"/>
              </a:rPr>
              <a:t> Mettons tout cela en pratique !</a:t>
            </a:r>
            <a:endParaRPr lang="fr-FR" sz="2000" noProof="0" dirty="0"/>
          </a:p>
        </p:txBody>
      </p:sp>
      <p:sp>
        <p:nvSpPr>
          <p:cNvPr id="3" name="ZoneTexte 2">
            <a:extLst>
              <a:ext uri="{FF2B5EF4-FFF2-40B4-BE49-F238E27FC236}">
                <a16:creationId xmlns:a16="http://schemas.microsoft.com/office/drawing/2014/main" id="{E1637D5F-64D7-0133-DCCE-E89D17EC485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568176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EEAAA-AD39-717E-0AA5-C64660D0F921}"/>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22290BE0-AB20-9005-ADB8-483FE096F7C9}"/>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F21B492D-7BBC-DAE5-FAA6-F9995632D39D}"/>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D1282E"/>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5B9EB19D-322B-413B-A1A1-F2599717B266}"/>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6727F25E-55D7-23B5-4572-D70D99ED2B5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92BCE765-ABC7-A6E7-94F3-32BA042D3945}"/>
              </a:ext>
            </a:extLst>
          </p:cNvPr>
          <p:cNvSpPr>
            <a:spLocks noGrp="1"/>
          </p:cNvSpPr>
          <p:nvPr>
            <p:ph type="sldNum" sz="quarter" idx="12"/>
          </p:nvPr>
        </p:nvSpPr>
        <p:spPr/>
        <p:txBody>
          <a:bodyPr/>
          <a:lstStyle/>
          <a:p>
            <a:fld id="{294A09A9-5501-47C1-A89A-A340965A2BE2}" type="slidenum">
              <a:rPr lang="fr-FR" smtClean="0"/>
              <a:pPr/>
              <a:t>130</a:t>
            </a:fld>
            <a:endParaRPr lang="fr-FR"/>
          </a:p>
        </p:txBody>
      </p:sp>
      <p:pic>
        <p:nvPicPr>
          <p:cNvPr id="13" name="Picture 2" descr="Logo - EBIOS Risk Manager">
            <a:extLst>
              <a:ext uri="{FF2B5EF4-FFF2-40B4-BE49-F238E27FC236}">
                <a16:creationId xmlns:a16="http://schemas.microsoft.com/office/drawing/2014/main" id="{D69CA346-D577-7232-3CA7-6D31EAB6CF6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19598839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E1D4ACC0-EB4B-B6B2-8B29-FFD0A36970E4}"/>
              </a:ext>
            </a:extLst>
          </p:cNvPr>
          <p:cNvSpPr>
            <a:spLocks noGrp="1"/>
          </p:cNvSpPr>
          <p:nvPr>
            <p:ph type="title"/>
          </p:nvPr>
        </p:nvSpPr>
        <p:spPr/>
        <p:txBody>
          <a:bodyPr>
            <a:normAutofit fontScale="90000"/>
          </a:bodyPr>
          <a:lstStyle/>
          <a:p>
            <a:r>
              <a:rPr lang="fr-FR" dirty="0"/>
              <a:t>Étude de cas</a:t>
            </a:r>
          </a:p>
        </p:txBody>
      </p:sp>
      <p:sp>
        <p:nvSpPr>
          <p:cNvPr id="2" name="Espace réservé de la date 1">
            <a:extLst>
              <a:ext uri="{FF2B5EF4-FFF2-40B4-BE49-F238E27FC236}">
                <a16:creationId xmlns:a16="http://schemas.microsoft.com/office/drawing/2014/main" id="{827F959A-2D8F-A160-9355-A8002919E597}"/>
              </a:ext>
            </a:extLst>
          </p:cNvPr>
          <p:cNvSpPr>
            <a:spLocks noGrp="1"/>
          </p:cNvSpPr>
          <p:nvPr>
            <p:ph type="dt" sz="half" idx="10"/>
          </p:nvPr>
        </p:nvSpPr>
        <p:spPr/>
        <p:txBody>
          <a:bodyPr/>
          <a:lstStyle/>
          <a:p>
            <a:r>
              <a:rPr lang="fr-FR"/>
              <a:t>14/10/2025</a:t>
            </a:r>
            <a:endParaRPr lang="fr-FR" dirty="0"/>
          </a:p>
        </p:txBody>
      </p:sp>
      <p:sp>
        <p:nvSpPr>
          <p:cNvPr id="3" name="Espace réservé du pied de page 2">
            <a:extLst>
              <a:ext uri="{FF2B5EF4-FFF2-40B4-BE49-F238E27FC236}">
                <a16:creationId xmlns:a16="http://schemas.microsoft.com/office/drawing/2014/main" id="{76BC2940-E382-C1C0-635C-7BE37F63EE8B}"/>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numéro de diapositive 3">
            <a:extLst>
              <a:ext uri="{FF2B5EF4-FFF2-40B4-BE49-F238E27FC236}">
                <a16:creationId xmlns:a16="http://schemas.microsoft.com/office/drawing/2014/main" id="{0118E651-BADD-A085-A548-321D45B46848}"/>
              </a:ext>
            </a:extLst>
          </p:cNvPr>
          <p:cNvSpPr>
            <a:spLocks noGrp="1"/>
          </p:cNvSpPr>
          <p:nvPr>
            <p:ph type="sldNum" sz="quarter" idx="12"/>
          </p:nvPr>
        </p:nvSpPr>
        <p:spPr/>
        <p:txBody>
          <a:bodyPr/>
          <a:lstStyle/>
          <a:p>
            <a:fld id="{294A09A9-5501-47C1-A89A-A340965A2BE2}" type="slidenum">
              <a:rPr lang="fr-FR" smtClean="0"/>
              <a:pPr/>
              <a:t>131</a:t>
            </a:fld>
            <a:endParaRPr lang="fr-FR"/>
          </a:p>
        </p:txBody>
      </p:sp>
      <p:sp>
        <p:nvSpPr>
          <p:cNvPr id="10" name="Espace réservé du texte 9">
            <a:extLst>
              <a:ext uri="{FF2B5EF4-FFF2-40B4-BE49-F238E27FC236}">
                <a16:creationId xmlns:a16="http://schemas.microsoft.com/office/drawing/2014/main" id="{EBA65642-3B7F-7B90-A34C-FE67221EE9FA}"/>
              </a:ext>
            </a:extLst>
          </p:cNvPr>
          <p:cNvSpPr>
            <a:spLocks noGrp="1"/>
          </p:cNvSpPr>
          <p:nvPr>
            <p:ph type="body" sz="quarter" idx="13"/>
          </p:nvPr>
        </p:nvSpPr>
        <p:spPr/>
        <p:txBody>
          <a:bodyPr/>
          <a:lstStyle/>
          <a:p>
            <a:r>
              <a:rPr lang="fr-FR" dirty="0"/>
              <a:t>Présentation</a:t>
            </a:r>
          </a:p>
        </p:txBody>
      </p:sp>
      <p:sp>
        <p:nvSpPr>
          <p:cNvPr id="11" name="Rectangle 10">
            <a:extLst>
              <a:ext uri="{FF2B5EF4-FFF2-40B4-BE49-F238E27FC236}">
                <a16:creationId xmlns:a16="http://schemas.microsoft.com/office/drawing/2014/main" id="{1B3DE877-B137-64D2-B87F-61E5A1823CF1}"/>
              </a:ext>
            </a:extLst>
          </p:cNvPr>
          <p:cNvSpPr/>
          <p:nvPr/>
        </p:nvSpPr>
        <p:spPr>
          <a:xfrm>
            <a:off x="1349642" y="1994732"/>
            <a:ext cx="5133441" cy="2552937"/>
          </a:xfrm>
          <a:prstGeom prst="rect">
            <a:avLst/>
          </a:prstGeom>
        </p:spPr>
        <p:txBody>
          <a:bodyPr vert="horz" lIns="0" tIns="0" rIns="0" bIns="0" rtlCol="0">
            <a:noAutofit/>
          </a:bodyPr>
          <a:lstStyle/>
          <a:p>
            <a:pPr>
              <a:spcBef>
                <a:spcPct val="20000"/>
              </a:spcBef>
              <a:spcAft>
                <a:spcPts val="800"/>
              </a:spcAft>
              <a:buClr>
                <a:srgbClr val="E53D51"/>
              </a:buClr>
            </a:pPr>
            <a:r>
              <a:rPr lang="fr-FR" dirty="0">
                <a:solidFill>
                  <a:srgbClr val="252525"/>
                </a:solidFill>
                <a:latin typeface="+mj-lt"/>
                <a:cs typeface="Segoe UI" panose="020B0502040204020203" pitchFamily="34" charset="0"/>
              </a:rPr>
              <a:t>Vous êtes amené à réfléchir sur un cas d’étude se basant sur la </a:t>
            </a:r>
            <a:r>
              <a:rPr lang="fr-FR" b="1" dirty="0">
                <a:solidFill>
                  <a:srgbClr val="252525"/>
                </a:solidFill>
                <a:latin typeface="+mj-lt"/>
                <a:cs typeface="Segoe UI" panose="020B0502040204020203" pitchFamily="34" charset="0"/>
              </a:rPr>
              <a:t>démarche administrative de renouvellement d’un titre d’identité numérique (TIN)</a:t>
            </a:r>
            <a:r>
              <a:rPr lang="fr-FR" dirty="0">
                <a:solidFill>
                  <a:srgbClr val="252525"/>
                </a:solidFill>
                <a:latin typeface="+mj-lt"/>
                <a:cs typeface="Segoe UI" panose="020B0502040204020203" pitchFamily="34" charset="0"/>
              </a:rPr>
              <a:t>.</a:t>
            </a:r>
          </a:p>
          <a:p>
            <a:pPr>
              <a:spcBef>
                <a:spcPct val="20000"/>
              </a:spcBef>
              <a:spcAft>
                <a:spcPts val="800"/>
              </a:spcAft>
              <a:buClr>
                <a:srgbClr val="E53D51"/>
              </a:buClr>
            </a:pPr>
            <a:r>
              <a:rPr lang="fr-FR" dirty="0">
                <a:solidFill>
                  <a:srgbClr val="252525"/>
                </a:solidFill>
                <a:latin typeface="+mj-lt"/>
                <a:cs typeface="Segoe UI" panose="020B0502040204020203" pitchFamily="34" charset="0"/>
              </a:rPr>
              <a:t>L’objectif de l’étude est de </a:t>
            </a:r>
            <a:r>
              <a:rPr lang="fr-FR" b="1" dirty="0">
                <a:solidFill>
                  <a:srgbClr val="252525"/>
                </a:solidFill>
                <a:latin typeface="+mj-lt"/>
                <a:cs typeface="Segoe UI" panose="020B0502040204020203" pitchFamily="34" charset="0"/>
              </a:rPr>
              <a:t>conduire une étude complète des risques sur le SI de renouvellement de TIN et ses interconnexions avec l’extérieur</a:t>
            </a:r>
            <a:r>
              <a:rPr lang="fr-FR" dirty="0">
                <a:solidFill>
                  <a:srgbClr val="252525"/>
                </a:solidFill>
                <a:latin typeface="+mj-lt"/>
                <a:cs typeface="Segoe UI" panose="020B0502040204020203" pitchFamily="34" charset="0"/>
              </a:rPr>
              <a:t>. Le commanditaire de l’étude est la Société de Gestion des Titres d’Identité Numérique (SGTIN).</a:t>
            </a:r>
          </a:p>
        </p:txBody>
      </p:sp>
      <p:sp>
        <p:nvSpPr>
          <p:cNvPr id="12" name="ZoneTexte 11">
            <a:extLst>
              <a:ext uri="{FF2B5EF4-FFF2-40B4-BE49-F238E27FC236}">
                <a16:creationId xmlns:a16="http://schemas.microsoft.com/office/drawing/2014/main" id="{AD0786C2-11A8-4FDF-6706-75E71A48B5CE}"/>
              </a:ext>
            </a:extLst>
          </p:cNvPr>
          <p:cNvSpPr txBox="1"/>
          <p:nvPr/>
        </p:nvSpPr>
        <p:spPr>
          <a:xfrm>
            <a:off x="1349642" y="4900748"/>
            <a:ext cx="5133441" cy="895499"/>
          </a:xfrm>
          <a:prstGeom prst="rect">
            <a:avLst/>
          </a:prstGeom>
          <a:solidFill>
            <a:srgbClr val="E88B00"/>
          </a:solidFill>
        </p:spPr>
        <p:txBody>
          <a:bodyPr vert="horz" lIns="144000" tIns="0" rIns="0" bIns="0" rtlCol="0" anchor="ctr">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stStyle>
          <a:p>
            <a:pPr marL="95998"/>
            <a:r>
              <a:rPr lang="fr-FR" sz="1800" dirty="0">
                <a:solidFill>
                  <a:schemeClr val="bg1"/>
                </a:solidFill>
                <a:latin typeface="+mj-lt"/>
              </a:rPr>
              <a:t>Vous pouvez désormais prendre connaissance du dossier d’étude de cas fourni.</a:t>
            </a:r>
          </a:p>
        </p:txBody>
      </p:sp>
      <p:pic>
        <p:nvPicPr>
          <p:cNvPr id="13" name="Image 12">
            <a:extLst>
              <a:ext uri="{FF2B5EF4-FFF2-40B4-BE49-F238E27FC236}">
                <a16:creationId xmlns:a16="http://schemas.microsoft.com/office/drawing/2014/main" id="{58EFB73A-85CD-6FAA-9CA2-8370C0125A85}"/>
              </a:ext>
            </a:extLst>
          </p:cNvPr>
          <p:cNvPicPr>
            <a:picLocks noChangeAspect="1"/>
          </p:cNvPicPr>
          <p:nvPr/>
        </p:nvPicPr>
        <p:blipFill>
          <a:blip r:embed="rId2"/>
          <a:stretch>
            <a:fillRect/>
          </a:stretch>
        </p:blipFill>
        <p:spPr>
          <a:xfrm>
            <a:off x="6874477" y="2113526"/>
            <a:ext cx="4784289" cy="3214975"/>
          </a:xfrm>
          <a:prstGeom prst="rect">
            <a:avLst/>
          </a:prstGeom>
        </p:spPr>
      </p:pic>
    </p:spTree>
    <p:extLst>
      <p:ext uri="{BB962C8B-B14F-4D97-AF65-F5344CB8AC3E}">
        <p14:creationId xmlns:p14="http://schemas.microsoft.com/office/powerpoint/2010/main" val="14372336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CED15A-228C-0103-6E34-76F5AEED393F}"/>
              </a:ext>
            </a:extLst>
          </p:cNvPr>
          <p:cNvPicPr>
            <a:picLocks noChangeAspect="1"/>
          </p:cNvPicPr>
          <p:nvPr/>
        </p:nvPicPr>
        <p:blipFill>
          <a:blip r:embed="rId2"/>
          <a:stretch>
            <a:fillRect/>
          </a:stretch>
        </p:blipFill>
        <p:spPr>
          <a:xfrm>
            <a:off x="6371590" y="1879600"/>
            <a:ext cx="5524500" cy="4978400"/>
          </a:xfrm>
          <a:prstGeom prst="rect">
            <a:avLst/>
          </a:prstGeom>
        </p:spPr>
      </p:pic>
      <p:sp>
        <p:nvSpPr>
          <p:cNvPr id="2" name="Titre 1">
            <a:extLst>
              <a:ext uri="{FF2B5EF4-FFF2-40B4-BE49-F238E27FC236}">
                <a16:creationId xmlns:a16="http://schemas.microsoft.com/office/drawing/2014/main" id="{8D37B2C7-F983-8882-1347-590505184777}"/>
              </a:ext>
            </a:extLst>
          </p:cNvPr>
          <p:cNvSpPr>
            <a:spLocks noGrp="1"/>
          </p:cNvSpPr>
          <p:nvPr>
            <p:ph type="title"/>
          </p:nvPr>
        </p:nvSpPr>
        <p:spPr/>
        <p:txBody>
          <a:bodyPr>
            <a:normAutofit fontScale="90000"/>
          </a:bodyPr>
          <a:lstStyle/>
          <a:p>
            <a:r>
              <a:rPr lang="fr-FR" dirty="0"/>
              <a:t>Étude de cas</a:t>
            </a:r>
          </a:p>
        </p:txBody>
      </p:sp>
      <p:sp>
        <p:nvSpPr>
          <p:cNvPr id="3" name="Espace réservé de la date 2">
            <a:extLst>
              <a:ext uri="{FF2B5EF4-FFF2-40B4-BE49-F238E27FC236}">
                <a16:creationId xmlns:a16="http://schemas.microsoft.com/office/drawing/2014/main" id="{59CC9DA0-9347-3B4E-A0B6-011908BFE6AF}"/>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175B52FB-AE82-6285-6636-AD76C4A2010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913B8C8-C9ED-A729-AB92-D12618D9CB83}"/>
              </a:ext>
            </a:extLst>
          </p:cNvPr>
          <p:cNvSpPr>
            <a:spLocks noGrp="1"/>
          </p:cNvSpPr>
          <p:nvPr>
            <p:ph type="sldNum" sz="quarter" idx="12"/>
          </p:nvPr>
        </p:nvSpPr>
        <p:spPr/>
        <p:txBody>
          <a:bodyPr/>
          <a:lstStyle/>
          <a:p>
            <a:fld id="{294A09A9-5501-47C1-A89A-A340965A2BE2}" type="slidenum">
              <a:rPr lang="fr-FR" smtClean="0"/>
              <a:pPr/>
              <a:t>132</a:t>
            </a:fld>
            <a:endParaRPr lang="fr-FR" dirty="0"/>
          </a:p>
        </p:txBody>
      </p:sp>
      <p:sp>
        <p:nvSpPr>
          <p:cNvPr id="6" name="Espace réservé du texte 5">
            <a:extLst>
              <a:ext uri="{FF2B5EF4-FFF2-40B4-BE49-F238E27FC236}">
                <a16:creationId xmlns:a16="http://schemas.microsoft.com/office/drawing/2014/main" id="{FD2D6FF6-9CB9-46E3-2597-7F94511171D7}"/>
              </a:ext>
            </a:extLst>
          </p:cNvPr>
          <p:cNvSpPr>
            <a:spLocks noGrp="1"/>
          </p:cNvSpPr>
          <p:nvPr>
            <p:ph type="body" sz="quarter" idx="13"/>
          </p:nvPr>
        </p:nvSpPr>
        <p:spPr/>
        <p:txBody>
          <a:bodyPr/>
          <a:lstStyle/>
          <a:p>
            <a:r>
              <a:rPr lang="fr-FR" dirty="0"/>
              <a:t>Constituez des équipes et attribuez les rôles</a:t>
            </a:r>
          </a:p>
        </p:txBody>
      </p:sp>
      <p:sp>
        <p:nvSpPr>
          <p:cNvPr id="8" name="ZoneTexte 7">
            <a:extLst>
              <a:ext uri="{FF2B5EF4-FFF2-40B4-BE49-F238E27FC236}">
                <a16:creationId xmlns:a16="http://schemas.microsoft.com/office/drawing/2014/main" id="{A6076226-B9A6-EEDE-3B61-B49670229AB7}"/>
              </a:ext>
            </a:extLst>
          </p:cNvPr>
          <p:cNvSpPr txBox="1"/>
          <p:nvPr/>
        </p:nvSpPr>
        <p:spPr>
          <a:xfrm>
            <a:off x="6553200" y="2545225"/>
            <a:ext cx="3373120" cy="2011256"/>
          </a:xfrm>
          <a:prstGeom prst="rect">
            <a:avLst/>
          </a:prstGeom>
          <a:noFill/>
        </p:spPr>
        <p:txBody>
          <a:bodyPr wrap="square" lIns="0" tIns="0" rIns="0" bIns="0" rtlCol="0">
            <a:spAutoFit/>
          </a:bodyPr>
          <a:lstStyle/>
          <a:p>
            <a:pPr algn="ctr"/>
            <a:r>
              <a:rPr lang="fr-FR" sz="1867" b="1" dirty="0">
                <a:latin typeface="Arial" panose="020B0604020202020204" pitchFamily="34" charset="0"/>
                <a:cs typeface="Arial" panose="020B0604020202020204" pitchFamily="34" charset="0"/>
              </a:rPr>
              <a:t>Répartition des rôles dans chaque équipe</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d’équipes : 1 à 4</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de personnes par</a:t>
            </a:r>
          </a:p>
          <a:p>
            <a:r>
              <a:rPr lang="fr-FR" sz="1867" dirty="0">
                <a:latin typeface="Segoe UI" panose="020B0502040204020203" pitchFamily="34" charset="0"/>
                <a:cs typeface="Segoe UI" panose="020B0502040204020203" pitchFamily="34" charset="0"/>
              </a:rPr>
              <a:t>   équipe : 2 à 5</a:t>
            </a:r>
          </a:p>
        </p:txBody>
      </p:sp>
      <p:pic>
        <p:nvPicPr>
          <p:cNvPr id="9" name="Image 8">
            <a:extLst>
              <a:ext uri="{FF2B5EF4-FFF2-40B4-BE49-F238E27FC236}">
                <a16:creationId xmlns:a16="http://schemas.microsoft.com/office/drawing/2014/main" id="{945D71E5-74A7-1744-EE53-7F7C4490C8BB}"/>
              </a:ext>
            </a:extLst>
          </p:cNvPr>
          <p:cNvPicPr>
            <a:picLocks noChangeAspect="1"/>
          </p:cNvPicPr>
          <p:nvPr/>
        </p:nvPicPr>
        <p:blipFill>
          <a:blip r:embed="rId3"/>
          <a:stretch>
            <a:fillRect/>
          </a:stretch>
        </p:blipFill>
        <p:spPr>
          <a:xfrm>
            <a:off x="1992633" y="1744112"/>
            <a:ext cx="3533775" cy="847725"/>
          </a:xfrm>
          <a:prstGeom prst="rect">
            <a:avLst/>
          </a:prstGeom>
        </p:spPr>
      </p:pic>
      <p:pic>
        <p:nvPicPr>
          <p:cNvPr id="10" name="Image 9">
            <a:extLst>
              <a:ext uri="{FF2B5EF4-FFF2-40B4-BE49-F238E27FC236}">
                <a16:creationId xmlns:a16="http://schemas.microsoft.com/office/drawing/2014/main" id="{B956A265-55D6-9B69-BB2B-2231C594B50D}"/>
              </a:ext>
            </a:extLst>
          </p:cNvPr>
          <p:cNvPicPr>
            <a:picLocks noChangeAspect="1"/>
          </p:cNvPicPr>
          <p:nvPr/>
        </p:nvPicPr>
        <p:blipFill>
          <a:blip r:embed="rId4"/>
          <a:stretch>
            <a:fillRect/>
          </a:stretch>
        </p:blipFill>
        <p:spPr>
          <a:xfrm>
            <a:off x="1992633" y="2593070"/>
            <a:ext cx="3656455" cy="847725"/>
          </a:xfrm>
          <a:prstGeom prst="rect">
            <a:avLst/>
          </a:prstGeom>
        </p:spPr>
      </p:pic>
      <p:pic>
        <p:nvPicPr>
          <p:cNvPr id="11" name="Image 10">
            <a:extLst>
              <a:ext uri="{FF2B5EF4-FFF2-40B4-BE49-F238E27FC236}">
                <a16:creationId xmlns:a16="http://schemas.microsoft.com/office/drawing/2014/main" id="{BF55422F-2E91-A716-18A1-167B6DF37820}"/>
              </a:ext>
            </a:extLst>
          </p:cNvPr>
          <p:cNvPicPr>
            <a:picLocks noChangeAspect="1"/>
          </p:cNvPicPr>
          <p:nvPr/>
        </p:nvPicPr>
        <p:blipFill>
          <a:blip r:embed="rId5"/>
          <a:stretch>
            <a:fillRect/>
          </a:stretch>
        </p:blipFill>
        <p:spPr>
          <a:xfrm>
            <a:off x="1992632" y="3442028"/>
            <a:ext cx="2425669" cy="847725"/>
          </a:xfrm>
          <a:prstGeom prst="rect">
            <a:avLst/>
          </a:prstGeom>
        </p:spPr>
      </p:pic>
      <p:pic>
        <p:nvPicPr>
          <p:cNvPr id="12" name="Image 11">
            <a:extLst>
              <a:ext uri="{FF2B5EF4-FFF2-40B4-BE49-F238E27FC236}">
                <a16:creationId xmlns:a16="http://schemas.microsoft.com/office/drawing/2014/main" id="{311A007D-D484-FE6F-69C6-71F3181C417B}"/>
              </a:ext>
            </a:extLst>
          </p:cNvPr>
          <p:cNvPicPr>
            <a:picLocks noChangeAspect="1"/>
          </p:cNvPicPr>
          <p:nvPr/>
        </p:nvPicPr>
        <p:blipFill>
          <a:blip r:embed="rId6"/>
          <a:stretch>
            <a:fillRect/>
          </a:stretch>
        </p:blipFill>
        <p:spPr>
          <a:xfrm>
            <a:off x="1992633" y="4290986"/>
            <a:ext cx="1497047" cy="847725"/>
          </a:xfrm>
          <a:prstGeom prst="rect">
            <a:avLst/>
          </a:prstGeom>
        </p:spPr>
      </p:pic>
      <p:pic>
        <p:nvPicPr>
          <p:cNvPr id="13" name="Image 12">
            <a:extLst>
              <a:ext uri="{FF2B5EF4-FFF2-40B4-BE49-F238E27FC236}">
                <a16:creationId xmlns:a16="http://schemas.microsoft.com/office/drawing/2014/main" id="{A62671C1-337E-A8FA-CBCA-7BBCCCA57387}"/>
              </a:ext>
            </a:extLst>
          </p:cNvPr>
          <p:cNvPicPr>
            <a:picLocks noChangeAspect="1"/>
          </p:cNvPicPr>
          <p:nvPr/>
        </p:nvPicPr>
        <p:blipFill>
          <a:blip r:embed="rId7"/>
          <a:stretch>
            <a:fillRect/>
          </a:stretch>
        </p:blipFill>
        <p:spPr>
          <a:xfrm>
            <a:off x="1992632" y="5139944"/>
            <a:ext cx="1359893" cy="847725"/>
          </a:xfrm>
          <a:prstGeom prst="rect">
            <a:avLst/>
          </a:prstGeom>
        </p:spPr>
      </p:pic>
    </p:spTree>
    <p:extLst>
      <p:ext uri="{BB962C8B-B14F-4D97-AF65-F5344CB8AC3E}">
        <p14:creationId xmlns:p14="http://schemas.microsoft.com/office/powerpoint/2010/main" val="362272140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D8FD8B-D2EF-48BA-29C5-EE5AB54B2D3B}"/>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68799389-8E35-E2CF-F5EB-B405B0846D5B}"/>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0872FB8F-1CEE-03C2-519B-CB5889A822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338275F-0C64-B77A-16C3-1D38A2A012E6}"/>
              </a:ext>
            </a:extLst>
          </p:cNvPr>
          <p:cNvSpPr>
            <a:spLocks noGrp="1"/>
          </p:cNvSpPr>
          <p:nvPr>
            <p:ph type="sldNum" sz="quarter" idx="12"/>
          </p:nvPr>
        </p:nvSpPr>
        <p:spPr/>
        <p:txBody>
          <a:bodyPr/>
          <a:lstStyle/>
          <a:p>
            <a:fld id="{294A09A9-5501-47C1-A89A-A340965A2BE2}" type="slidenum">
              <a:rPr lang="fr-FR" smtClean="0"/>
              <a:pPr/>
              <a:t>133</a:t>
            </a:fld>
            <a:endParaRPr lang="fr-FR" dirty="0"/>
          </a:p>
        </p:txBody>
      </p:sp>
      <p:graphicFrame>
        <p:nvGraphicFramePr>
          <p:cNvPr id="7" name="Tableau 6">
            <a:extLst>
              <a:ext uri="{FF2B5EF4-FFF2-40B4-BE49-F238E27FC236}">
                <a16:creationId xmlns:a16="http://schemas.microsoft.com/office/drawing/2014/main" id="{F4EF7DE0-8785-BE87-41C3-9EE2F5B53699}"/>
              </a:ext>
            </a:extLst>
          </p:cNvPr>
          <p:cNvGraphicFramePr>
            <a:graphicFrameLocks noGrp="1"/>
          </p:cNvGraphicFramePr>
          <p:nvPr>
            <p:extLst>
              <p:ext uri="{D42A27DB-BD31-4B8C-83A1-F6EECF244321}">
                <p14:modId xmlns:p14="http://schemas.microsoft.com/office/powerpoint/2010/main" val="2128661830"/>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p>
                      <a:pPr marL="0" indent="0" algn="ctr">
                        <a:lnSpc>
                          <a:spcPct val="115000"/>
                        </a:lnSpc>
                        <a:spcBef>
                          <a:spcPts val="0"/>
                        </a:spcBef>
                        <a:spcAft>
                          <a:spcPts val="0"/>
                        </a:spcAft>
                        <a:buFont typeface="Arial" panose="020B0604020202020204" pitchFamily="34" charset="0"/>
                        <a:buNone/>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1771030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0414D7-5094-0CF3-5170-8D5AB39EFE7A}"/>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E75F9310-89D8-4894-A2ED-A7E2AD664857}"/>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50BF7AC0-20F3-A722-1B2E-57FE26CF99F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343915-0CD8-3721-38B8-309D2C63735C}"/>
              </a:ext>
            </a:extLst>
          </p:cNvPr>
          <p:cNvSpPr>
            <a:spLocks noGrp="1"/>
          </p:cNvSpPr>
          <p:nvPr>
            <p:ph type="sldNum" sz="quarter" idx="12"/>
          </p:nvPr>
        </p:nvSpPr>
        <p:spPr/>
        <p:txBody>
          <a:bodyPr/>
          <a:lstStyle/>
          <a:p>
            <a:fld id="{294A09A9-5501-47C1-A89A-A340965A2BE2}" type="slidenum">
              <a:rPr lang="fr-FR" smtClean="0"/>
              <a:pPr/>
              <a:t>134</a:t>
            </a:fld>
            <a:endParaRPr lang="fr-FR" dirty="0"/>
          </a:p>
        </p:txBody>
      </p:sp>
      <p:graphicFrame>
        <p:nvGraphicFramePr>
          <p:cNvPr id="7" name="Tableau 6">
            <a:extLst>
              <a:ext uri="{FF2B5EF4-FFF2-40B4-BE49-F238E27FC236}">
                <a16:creationId xmlns:a16="http://schemas.microsoft.com/office/drawing/2014/main" id="{B4DFBC6A-545C-5EA6-309F-BB1E522BE355}"/>
              </a:ext>
            </a:extLst>
          </p:cNvPr>
          <p:cNvGraphicFramePr>
            <a:graphicFrameLocks noGrp="1"/>
          </p:cNvGraphicFramePr>
          <p:nvPr>
            <p:extLst>
              <p:ext uri="{D42A27DB-BD31-4B8C-83A1-F6EECF244321}">
                <p14:modId xmlns:p14="http://schemas.microsoft.com/office/powerpoint/2010/main" val="2319639885"/>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pré-demandes</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Impression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Distribution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Informations des citoyens</a:t>
                      </a:r>
                      <a:r>
                        <a:rPr lang="fr-FR" sz="1000" b="1" baseline="0" dirty="0">
                          <a:solidFill>
                            <a:schemeClr val="tx1"/>
                          </a:solidFill>
                          <a:effectLst/>
                          <a:latin typeface="Calibri" panose="020F0502020204030204" pitchFamily="34" charset="0"/>
                          <a:ea typeface="Calibri"/>
                          <a:cs typeface="Times New Roman"/>
                        </a:rPr>
                        <a:t> et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Processus</a:t>
                      </a: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Information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SGTIN</a:t>
                      </a:r>
                    </a:p>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(responsable de la valeur métier même si elle peut déléguer l’exécution des processus à un prestataire)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a:t>
                      </a:r>
                      <a:r>
                        <a:rPr lang="fr-FR" sz="1000" kern="1200" baseline="0" dirty="0">
                          <a:solidFill>
                            <a:schemeClr val="tx1"/>
                          </a:solidFill>
                          <a:effectLst/>
                          <a:latin typeface="Calibri" panose="020F0502020204030204" pitchFamily="34" charset="0"/>
                          <a:ea typeface="Calibri"/>
                          <a:cs typeface="Times New Roman"/>
                        </a:rPr>
                        <a:t> de pré-demande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SI de</a:t>
                      </a:r>
                      <a:r>
                        <a:rPr lang="fr-FR" sz="1000" baseline="0" dirty="0">
                          <a:solidFill>
                            <a:schemeClr val="tx1"/>
                          </a:solidFill>
                          <a:effectLst/>
                          <a:latin typeface="Calibri" panose="020F0502020204030204" pitchFamily="34" charset="0"/>
                          <a:ea typeface="Calibri"/>
                          <a:cs typeface="Times New Roman"/>
                        </a:rPr>
                        <a:t> renouvellement de TIN</a:t>
                      </a: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d’impression</a:t>
                      </a:r>
                      <a:r>
                        <a:rPr lang="fr-FR" sz="1000" kern="1200" baseline="0" dirty="0">
                          <a:solidFill>
                            <a:schemeClr val="tx1"/>
                          </a:solidFill>
                          <a:effectLst/>
                          <a:latin typeface="Calibri" panose="020F0502020204030204" pitchFamily="34" charset="0"/>
                          <a:ea typeface="Calibri"/>
                          <a:cs typeface="Times New Roman"/>
                        </a:rPr>
                        <a:t>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Coursier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de</a:t>
                      </a:r>
                      <a:r>
                        <a:rPr lang="fr-FR" sz="1000" kern="1200" baseline="0" dirty="0">
                          <a:solidFill>
                            <a:schemeClr val="tx1"/>
                          </a:solidFill>
                          <a:effectLst/>
                          <a:latin typeface="Calibri" panose="020F0502020204030204" pitchFamily="34" charset="0"/>
                          <a:ea typeface="Calibri"/>
                          <a:cs typeface="Times New Roman"/>
                        </a:rPr>
                        <a:t> la mairie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SI d’impression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 et Mairie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 et Hébergeur</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Société d’acheminement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34160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020339-258E-8BB2-1A91-A413CAD026A8}"/>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A2842801-00E9-774A-1D4E-77291A80E11D}"/>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454799E9-E0C5-E4FD-D4E6-2CD08C687D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956F2F7-1C49-FA30-6BC5-6CE08060DF79}"/>
              </a:ext>
            </a:extLst>
          </p:cNvPr>
          <p:cNvSpPr>
            <a:spLocks noGrp="1"/>
          </p:cNvSpPr>
          <p:nvPr>
            <p:ph type="sldNum" sz="quarter" idx="12"/>
          </p:nvPr>
        </p:nvSpPr>
        <p:spPr/>
        <p:txBody>
          <a:bodyPr/>
          <a:lstStyle/>
          <a:p>
            <a:fld id="{294A09A9-5501-47C1-A89A-A340965A2BE2}" type="slidenum">
              <a:rPr lang="fr-FR" smtClean="0"/>
              <a:pPr/>
              <a:t>135</a:t>
            </a:fld>
            <a:endParaRPr lang="fr-FR" dirty="0"/>
          </a:p>
        </p:txBody>
      </p:sp>
      <p:graphicFrame>
        <p:nvGraphicFramePr>
          <p:cNvPr id="7" name="Tableau 6">
            <a:extLst>
              <a:ext uri="{FF2B5EF4-FFF2-40B4-BE49-F238E27FC236}">
                <a16:creationId xmlns:a16="http://schemas.microsoft.com/office/drawing/2014/main" id="{D61DEC12-819E-A7E2-AAE0-1A2A4ADD6906}"/>
              </a:ext>
            </a:extLst>
          </p:cNvPr>
          <p:cNvGraphicFramePr>
            <a:graphicFrameLocks noGrp="1"/>
          </p:cNvGraphicFramePr>
          <p:nvPr>
            <p:extLst>
              <p:ext uri="{D42A27DB-BD31-4B8C-83A1-F6EECF244321}">
                <p14:modId xmlns:p14="http://schemas.microsoft.com/office/powerpoint/2010/main" val="1442684037"/>
              </p:ext>
            </p:extLst>
          </p:nvPr>
        </p:nvGraphicFramePr>
        <p:xfrm>
          <a:off x="2053210" y="1340769"/>
          <a:ext cx="8075239" cy="4954409"/>
        </p:xfrm>
        <a:graphic>
          <a:graphicData uri="http://schemas.openxmlformats.org/drawingml/2006/table">
            <a:tbl>
              <a:tblPr/>
              <a:tblGrid>
                <a:gridCol w="1022194">
                  <a:extLst>
                    <a:ext uri="{9D8B030D-6E8A-4147-A177-3AD203B41FA5}">
                      <a16:colId xmlns:a16="http://schemas.microsoft.com/office/drawing/2014/main" val="20000"/>
                    </a:ext>
                  </a:extLst>
                </a:gridCol>
                <a:gridCol w="2434433">
                  <a:extLst>
                    <a:ext uri="{9D8B030D-6E8A-4147-A177-3AD203B41FA5}">
                      <a16:colId xmlns:a16="http://schemas.microsoft.com/office/drawing/2014/main" val="20001"/>
                    </a:ext>
                  </a:extLst>
                </a:gridCol>
                <a:gridCol w="1585494">
                  <a:extLst>
                    <a:ext uri="{9D8B030D-6E8A-4147-A177-3AD203B41FA5}">
                      <a16:colId xmlns:a16="http://schemas.microsoft.com/office/drawing/2014/main" val="20002"/>
                    </a:ext>
                  </a:extLst>
                </a:gridCol>
                <a:gridCol w="758280">
                  <a:extLst>
                    <a:ext uri="{9D8B030D-6E8A-4147-A177-3AD203B41FA5}">
                      <a16:colId xmlns:a16="http://schemas.microsoft.com/office/drawing/2014/main" val="20003"/>
                    </a:ext>
                  </a:extLst>
                </a:gridCol>
                <a:gridCol w="2274838">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 d’Impact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dirty="0">
                          <a:solidFill>
                            <a:schemeClr val="tx1"/>
                          </a:solidFill>
                          <a:effectLst/>
                          <a:latin typeface="Calibri Light" panose="020F0302020204030204" pitchFamily="34" charset="0"/>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a:t>
                      </a:r>
                      <a:r>
                        <a:rPr lang="fr-FR" sz="1000" b="0" i="0" u="none" strike="noStrike" dirty="0">
                          <a:solidFill>
                            <a:schemeClr val="tx1"/>
                          </a:solidFill>
                          <a:effectLst/>
                          <a:latin typeface="Calibri Light" panose="020F0302020204030204" pitchFamily="34" charset="0"/>
                        </a:rPr>
                        <a:t>(RGPD)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332F"/>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 </a:t>
                      </a:r>
                      <a:r>
                        <a:rPr lang="fr-FR" sz="1000" b="0" i="0" u="none" strike="noStrike" baseline="0" dirty="0">
                          <a:solidFill>
                            <a:schemeClr val="tx1"/>
                          </a:solidFill>
                          <a:effectLst/>
                          <a:latin typeface="Calibri Light" panose="020F0302020204030204" pitchFamily="34" charset="0"/>
                        </a:rPr>
                        <a:t>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0876">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43953">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47030">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64703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771145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13CEE-682A-48CB-AE94-BE914BC09C89}"/>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F8CA493C-F85E-04C2-2C20-BC1B75FB7D9F}"/>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56E68B7E-9445-20B4-02A4-DD3F231A118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A42E05C-6BDF-CC96-2D1C-B57E8BECD244}"/>
              </a:ext>
            </a:extLst>
          </p:cNvPr>
          <p:cNvSpPr>
            <a:spLocks noGrp="1"/>
          </p:cNvSpPr>
          <p:nvPr>
            <p:ph type="sldNum" sz="quarter" idx="12"/>
          </p:nvPr>
        </p:nvSpPr>
        <p:spPr/>
        <p:txBody>
          <a:bodyPr/>
          <a:lstStyle/>
          <a:p>
            <a:fld id="{294A09A9-5501-47C1-A89A-A340965A2BE2}" type="slidenum">
              <a:rPr lang="fr-FR" smtClean="0"/>
              <a:pPr/>
              <a:t>136</a:t>
            </a:fld>
            <a:endParaRPr lang="fr-FR" dirty="0"/>
          </a:p>
        </p:txBody>
      </p:sp>
      <p:graphicFrame>
        <p:nvGraphicFramePr>
          <p:cNvPr id="7" name="Tableau 6">
            <a:extLst>
              <a:ext uri="{FF2B5EF4-FFF2-40B4-BE49-F238E27FC236}">
                <a16:creationId xmlns:a16="http://schemas.microsoft.com/office/drawing/2014/main" id="{68A15395-9D42-A7B9-9218-3D10705C3CAD}"/>
              </a:ext>
            </a:extLst>
          </p:cNvPr>
          <p:cNvGraphicFramePr>
            <a:graphicFrameLocks noGrp="1"/>
          </p:cNvGraphicFramePr>
          <p:nvPr>
            <p:extLst>
              <p:ext uri="{D42A27DB-BD31-4B8C-83A1-F6EECF244321}">
                <p14:modId xmlns:p14="http://schemas.microsoft.com/office/powerpoint/2010/main" val="3032684877"/>
              </p:ext>
            </p:extLst>
          </p:nvPr>
        </p:nvGraphicFramePr>
        <p:xfrm>
          <a:off x="2053209" y="1465508"/>
          <a:ext cx="8064001" cy="4555781"/>
        </p:xfrm>
        <a:graphic>
          <a:graphicData uri="http://schemas.openxmlformats.org/drawingml/2006/table">
            <a:tbl>
              <a:tblPr/>
              <a:tblGrid>
                <a:gridCol w="1020770">
                  <a:extLst>
                    <a:ext uri="{9D8B030D-6E8A-4147-A177-3AD203B41FA5}">
                      <a16:colId xmlns:a16="http://schemas.microsoft.com/office/drawing/2014/main" val="20000"/>
                    </a:ext>
                  </a:extLst>
                </a:gridCol>
                <a:gridCol w="1869894">
                  <a:extLst>
                    <a:ext uri="{9D8B030D-6E8A-4147-A177-3AD203B41FA5}">
                      <a16:colId xmlns:a16="http://schemas.microsoft.com/office/drawing/2014/main" val="20001"/>
                    </a:ext>
                  </a:extLst>
                </a:gridCol>
                <a:gridCol w="2232248">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2221009">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a:t>
                      </a:r>
                      <a:r>
                        <a:rPr lang="fr-FR" sz="1000" b="1" i="0" u="none" strike="noStrike" cap="all" baseline="0" dirty="0">
                          <a:solidFill>
                            <a:schemeClr val="bg1"/>
                          </a:solidFill>
                          <a:effectLst/>
                          <a:latin typeface="Calibri Light" panose="020F0302020204030204" pitchFamily="34" charset="0"/>
                        </a:rPr>
                        <a:t> d’</a:t>
                      </a:r>
                      <a:r>
                        <a:rPr lang="fr-FR" sz="1000" b="1" i="0" u="none" strike="noStrike" cap="all" dirty="0">
                          <a:solidFill>
                            <a:schemeClr val="bg1"/>
                          </a:solidFill>
                          <a:effectLst/>
                          <a:latin typeface="Calibri Light" panose="020F0302020204030204" pitchFamily="34" charset="0"/>
                        </a:rPr>
                        <a:t>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000" b="0" i="0" u="none" strike="noStrike" kern="1200" dirty="0">
                          <a:solidFill>
                            <a:schemeClr val="tx1"/>
                          </a:solidFill>
                          <a:effectLst/>
                          <a:latin typeface="Calibri Light" panose="020F0302020204030204" pitchFamily="34" charset="0"/>
                          <a:ea typeface="+mn-ea"/>
                          <a:cs typeface="+mn-cs"/>
                        </a:rPr>
                        <a:t>Certains TIN imprimés ne correspondent pas à des demandes légitimes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réimpression du TIN</a:t>
                      </a:r>
                      <a:endParaRPr lang="fr-FR" sz="1000" b="0" i="0" u="none" strike="noStrike" baseline="0" dirty="0">
                        <a:solidFill>
                          <a:schemeClr val="tx1"/>
                        </a:solidFill>
                        <a:effectLst/>
                        <a:latin typeface="Calibri Light" panose="020F0302020204030204" pitchFamily="34" charset="0"/>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lié à l’implication de la SGTIN dans les procès pour création de fausses identités</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baseline="0" dirty="0">
                          <a:solidFill>
                            <a:schemeClr val="tx1"/>
                          </a:solidFill>
                          <a:effectLst/>
                          <a:latin typeface="Calibri Light" panose="020F0302020204030204" pitchFamily="34" charset="0"/>
                        </a:rPr>
                        <a:t>Fraude (création de faux TIN)</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Distribution des TIN /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Vol de TIN légitimes durant leur acheminement à la mairie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renouvellement de TIN</a:t>
                      </a:r>
                      <a:endParaRPr lang="fr-FR" sz="1000" b="0" i="0" u="none" strike="noStrike" baseline="0"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 </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a:t>
                      </a:r>
                      <a:r>
                        <a:rPr lang="fr-FR" sz="1000" b="0" i="0" u="none" strike="noStrike" kern="1200" baseline="0" dirty="0">
                          <a:solidFill>
                            <a:schemeClr val="tx1"/>
                          </a:solidFill>
                          <a:effectLst/>
                          <a:latin typeface="Calibri Light" panose="020F0302020204030204" pitchFamily="34" charset="0"/>
                          <a:ea typeface="+mn-ea"/>
                          <a:cs typeface="+mn-cs"/>
                        </a:rPr>
                        <a:t> service permettant à un agent de mairie de faire une demande de renouvellement de 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3</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Pas</a:t>
                      </a:r>
                      <a:r>
                        <a:rPr lang="fr-FR" sz="1000" b="0" i="0" u="none" strike="noStrike" baseline="0" dirty="0">
                          <a:solidFill>
                            <a:schemeClr val="tx1"/>
                          </a:solidFill>
                          <a:effectLst/>
                          <a:latin typeface="Calibri Light" panose="020F0302020204030204" pitchFamily="34" charset="0"/>
                        </a:rPr>
                        <a:t> d’existence de solution de contournement, impossibilité de réaliser la mission pendant la durée d’indisponibilité</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de notification de renouvellement de TIN n’est pas accessible aux utilisateurs</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 lié au délai</a:t>
                      </a:r>
                      <a:r>
                        <a:rPr lang="fr-FR" sz="1000" b="0" i="0" u="none" strike="noStrike" kern="1200" baseline="0" dirty="0">
                          <a:solidFill>
                            <a:schemeClr val="tx1"/>
                          </a:solidFill>
                          <a:effectLst/>
                          <a:latin typeface="Calibri Light" panose="020F0302020204030204" pitchFamily="34" charset="0"/>
                          <a:ea typeface="+mn-ea"/>
                          <a:cs typeface="+mn-cs"/>
                        </a:rPr>
                        <a:t> d’obtention du TIN</a:t>
                      </a:r>
                      <a:endParaRPr lang="fr-FR" sz="1000" b="0" i="0" u="none" strike="noStrike" kern="1200" dirty="0">
                        <a:solidFill>
                          <a:schemeClr val="tx1"/>
                        </a:solidFill>
                        <a:effectLst/>
                        <a:latin typeface="Calibri Light" panose="020F0302020204030204" pitchFamily="34" charset="0"/>
                        <a:ea typeface="+mn-ea"/>
                        <a:cs typeface="+mn-cs"/>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2</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avec une dégradation des performances (la mairie peut contacter par téléphone ou mail le citoyen pour le notifier)</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5010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pré-demandes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permettant de réaliser une pré-demande par internet auprès de la SGTIN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1</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tc>
                  <a:txBody>
                    <a:bodyPr/>
                    <a:lstStyle/>
                    <a:p>
                      <a:pPr marL="0" indent="0" algn="l" fontAlgn="ctr">
                        <a:buFont typeface="Arial" panose="020B0604020202020204" pitchFamily="34" charset="0"/>
                        <a:buNone/>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(possibilité de renseigner les informations directement à la mairie)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560587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6C7A15-B293-1990-25FA-30DA8FC01EB0}"/>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2B7D3F39-4179-B82F-5F28-84265783EA1A}"/>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7FA9716B-1C14-A426-B082-C6EEC1E5F8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7A683AD-975B-D72D-6763-5C48AB83AF94}"/>
              </a:ext>
            </a:extLst>
          </p:cNvPr>
          <p:cNvSpPr>
            <a:spLocks noGrp="1"/>
          </p:cNvSpPr>
          <p:nvPr>
            <p:ph type="sldNum" sz="quarter" idx="12"/>
          </p:nvPr>
        </p:nvSpPr>
        <p:spPr/>
        <p:txBody>
          <a:bodyPr/>
          <a:lstStyle/>
          <a:p>
            <a:fld id="{294A09A9-5501-47C1-A89A-A340965A2BE2}" type="slidenum">
              <a:rPr lang="fr-FR" smtClean="0"/>
              <a:pPr/>
              <a:t>137</a:t>
            </a:fld>
            <a:endParaRPr lang="fr-FR" dirty="0"/>
          </a:p>
        </p:txBody>
      </p:sp>
      <p:graphicFrame>
        <p:nvGraphicFramePr>
          <p:cNvPr id="7" name="Tableau 6">
            <a:extLst>
              <a:ext uri="{FF2B5EF4-FFF2-40B4-BE49-F238E27FC236}">
                <a16:creationId xmlns:a16="http://schemas.microsoft.com/office/drawing/2014/main" id="{4183B83F-6B56-E780-7AE4-4A5AA1D9CD5D}"/>
              </a:ext>
            </a:extLst>
          </p:cNvPr>
          <p:cNvGraphicFramePr>
            <a:graphicFrameLocks noGrp="1"/>
          </p:cNvGraphicFramePr>
          <p:nvPr>
            <p:extLst>
              <p:ext uri="{D42A27DB-BD31-4B8C-83A1-F6EECF244321}">
                <p14:modId xmlns:p14="http://schemas.microsoft.com/office/powerpoint/2010/main" val="2536822844"/>
              </p:ext>
            </p:extLst>
          </p:nvPr>
        </p:nvGraphicFramePr>
        <p:xfrm>
          <a:off x="1972617" y="1772817"/>
          <a:ext cx="8214084" cy="4104461"/>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1"/>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1"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60113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538F08-B3BC-4914-8F5B-77AC51C65E0F}"/>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7881195E-158B-62A4-5DA6-C613F646D797}"/>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C1C9838E-0C16-8CB3-99D1-E67E5F75FA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557C473-65E3-2C78-44D2-AB31B76DD6B5}"/>
              </a:ext>
            </a:extLst>
          </p:cNvPr>
          <p:cNvSpPr>
            <a:spLocks noGrp="1"/>
          </p:cNvSpPr>
          <p:nvPr>
            <p:ph type="sldNum" sz="quarter" idx="12"/>
          </p:nvPr>
        </p:nvSpPr>
        <p:spPr/>
        <p:txBody>
          <a:bodyPr/>
          <a:lstStyle/>
          <a:p>
            <a:fld id="{294A09A9-5501-47C1-A89A-A340965A2BE2}" type="slidenum">
              <a:rPr lang="fr-FR" smtClean="0"/>
              <a:pPr/>
              <a:t>138</a:t>
            </a:fld>
            <a:endParaRPr lang="fr-FR" dirty="0"/>
          </a:p>
        </p:txBody>
      </p:sp>
      <p:graphicFrame>
        <p:nvGraphicFramePr>
          <p:cNvPr id="7" name="Tableau 6">
            <a:extLst>
              <a:ext uri="{FF2B5EF4-FFF2-40B4-BE49-F238E27FC236}">
                <a16:creationId xmlns:a16="http://schemas.microsoft.com/office/drawing/2014/main" id="{6418BA59-09E0-8CF8-535D-5CA9C140EFB0}"/>
              </a:ext>
            </a:extLst>
          </p:cNvPr>
          <p:cNvGraphicFramePr>
            <a:graphicFrameLocks noGrp="1"/>
          </p:cNvGraphicFramePr>
          <p:nvPr>
            <p:extLst>
              <p:ext uri="{D42A27DB-BD31-4B8C-83A1-F6EECF244321}">
                <p14:modId xmlns:p14="http://schemas.microsoft.com/office/powerpoint/2010/main" val="2947631970"/>
              </p:ext>
            </p:extLst>
          </p:nvPr>
        </p:nvGraphicFramePr>
        <p:xfrm>
          <a:off x="1972617" y="1516988"/>
          <a:ext cx="8214084" cy="4720325"/>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Organisation</a:t>
                      </a:r>
                      <a:r>
                        <a:rPr lang="fr-FR" sz="1100" b="1" i="0" u="none" strike="noStrike" baseline="0" dirty="0">
                          <a:solidFill>
                            <a:schemeClr val="tx1"/>
                          </a:solidFill>
                          <a:effectLst/>
                          <a:latin typeface="Calibri Light" panose="020F0302020204030204" pitchFamily="34" charset="0"/>
                        </a:rPr>
                        <a:t> de malfaiteurs</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Gagner</a:t>
                      </a:r>
                      <a:r>
                        <a:rPr lang="fr-FR" sz="1100" b="0" i="0" u="none" strike="noStrike" kern="1200" baseline="0" dirty="0">
                          <a:solidFill>
                            <a:schemeClr val="tx1"/>
                          </a:solidFill>
                          <a:effectLst/>
                          <a:latin typeface="Calibri Light" panose="020F0302020204030204" pitchFamily="34" charset="0"/>
                          <a:ea typeface="+mn-ea"/>
                          <a:cs typeface="+mn-cs"/>
                        </a:rPr>
                        <a:t>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1"/>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Perturber la fabrication</a:t>
                      </a:r>
                      <a:r>
                        <a:rPr lang="fr-FR" sz="1100" b="0" i="0" u="none" strike="noStrike" kern="1200" baseline="0" dirty="0">
                          <a:solidFill>
                            <a:schemeClr val="tx1"/>
                          </a:solidFill>
                          <a:effectLst/>
                          <a:latin typeface="Calibri Light" panose="020F0302020204030204" pitchFamily="34" charset="0"/>
                          <a:ea typeface="+mn-ea"/>
                          <a:cs typeface="+mn-cs"/>
                        </a:rPr>
                        <a:t> de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2"/>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Faire</a:t>
                      </a:r>
                      <a:r>
                        <a:rPr lang="fr-FR" sz="1100" b="0" i="0" u="none" strike="noStrike" kern="1200" baseline="0" dirty="0">
                          <a:solidFill>
                            <a:schemeClr val="tx1"/>
                          </a:solidFill>
                          <a:effectLst/>
                          <a:latin typeface="Calibri Light" panose="020F0302020204030204" pitchFamily="34" charset="0"/>
                          <a:ea typeface="+mn-ea"/>
                          <a:cs typeface="+mn-cs"/>
                        </a:rPr>
                        <a:t> fabriquer </a:t>
                      </a:r>
                      <a:r>
                        <a:rPr lang="fr-FR" sz="1100" b="0" i="0" u="none" strike="noStrike" kern="1200" dirty="0">
                          <a:solidFill>
                            <a:schemeClr val="tx1"/>
                          </a:solidFill>
                          <a:effectLst/>
                          <a:latin typeface="Calibri Light" panose="020F0302020204030204" pitchFamily="34" charset="0"/>
                          <a:ea typeface="+mn-ea"/>
                          <a:cs typeface="+mn-cs"/>
                        </a:rPr>
                        <a:t>des faux TIN 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illimitées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3"/>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Terroriste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Créer un faux</a:t>
                      </a:r>
                      <a:r>
                        <a:rPr lang="fr-FR" sz="1100" b="0" i="0" u="none" strike="noStrike" kern="1200" baseline="0" dirty="0">
                          <a:solidFill>
                            <a:schemeClr val="tx1"/>
                          </a:solidFill>
                          <a:effectLst/>
                          <a:latin typeface="Calibri Light" panose="020F0302020204030204" pitchFamily="34" charset="0"/>
                          <a:ea typeface="+mn-ea"/>
                          <a:cs typeface="+mn-cs"/>
                        </a:rPr>
                        <a:t> TIN pour entrer sur le territoire</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Asse</a:t>
                      </a:r>
                      <a:r>
                        <a:rPr lang="fr-FR" sz="1100" b="0" i="0" u="none" strike="noStrike" kern="1200" baseline="0" dirty="0">
                          <a:solidFill>
                            <a:schemeClr val="tx1"/>
                          </a:solidFill>
                          <a:effectLst/>
                          <a:latin typeface="Calibri Light" panose="020F0302020204030204" pitchFamily="34" charset="0"/>
                          <a:ea typeface="+mn-ea"/>
                          <a:cs typeface="+mn-cs"/>
                        </a:rPr>
                        <a:t>z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Moyennement</a:t>
                      </a:r>
                      <a:r>
                        <a:rPr lang="fr-FR" sz="1100" b="1" i="0" u="none" strike="noStrike" kern="1200" baseline="0" dirty="0">
                          <a:solidFill>
                            <a:schemeClr val="tx1"/>
                          </a:solidFill>
                          <a:effectLst/>
                          <a:latin typeface="Calibri" panose="020F0502020204030204" pitchFamily="34" charset="0"/>
                          <a:ea typeface="+mn-ea"/>
                          <a:cs typeface="+mn-cs"/>
                        </a:rPr>
                        <a:t> pertinent</a:t>
                      </a:r>
                      <a:endParaRPr lang="fr-FR" sz="1100" b="1"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extLst>
                  <a:ext uri="{0D108BD9-81ED-4DB2-BD59-A6C34878D82A}">
                    <a16:rowId xmlns:a16="http://schemas.microsoft.com/office/drawing/2014/main" val="10005"/>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Citoyen</a:t>
                      </a:r>
                      <a:r>
                        <a:rPr lang="fr-FR" sz="1100" b="1" i="0" u="none" strike="noStrike" baseline="0" dirty="0">
                          <a:solidFill>
                            <a:schemeClr val="tx1"/>
                          </a:solidFill>
                          <a:effectLst/>
                          <a:latin typeface="Calibri Light" panose="020F0302020204030204" pitchFamily="34" charset="0"/>
                        </a:rPr>
                        <a:t> malhonnête</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Créer une</a:t>
                      </a:r>
                      <a:r>
                        <a:rPr lang="fr-FR" sz="1100" b="0" i="0" u="none" strike="noStrike" baseline="0" dirty="0">
                          <a:solidFill>
                            <a:schemeClr val="tx1"/>
                          </a:solidFill>
                          <a:effectLst/>
                          <a:latin typeface="Calibri Light" panose="020F0302020204030204" pitchFamily="34" charset="0"/>
                        </a:rPr>
                        <a:t> fausse identité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baseline="0" dirty="0">
                          <a:solidFill>
                            <a:schemeClr val="tx1"/>
                          </a:solidFill>
                          <a:effectLst/>
                          <a:latin typeface="Calibri Light" panose="020F0302020204030204" pitchFamily="34" charset="0"/>
                        </a:rPr>
                        <a:t>Très peu motivé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a:t>
                      </a:r>
                      <a:r>
                        <a:rPr lang="fr-FR" sz="1100" b="0" i="0" u="none" strike="noStrike" baseline="0" dirty="0">
                          <a:solidFill>
                            <a:schemeClr val="tx1"/>
                          </a:solidFill>
                          <a:effectLst/>
                          <a:latin typeface="Calibri Light" panose="020F0302020204030204" pitchFamily="34" charset="0"/>
                        </a:rPr>
                        <a:t> limitées</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6"/>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Hacker</a:t>
                      </a:r>
                      <a:r>
                        <a:rPr lang="fr-FR" sz="1100" b="1" i="0" u="none" strike="noStrike" baseline="0" dirty="0">
                          <a:solidFill>
                            <a:schemeClr val="tx1"/>
                          </a:solidFill>
                          <a:effectLst/>
                          <a:latin typeface="Calibri Light" panose="020F0302020204030204" pitchFamily="34" charset="0"/>
                        </a:rPr>
                        <a:t> amateur</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Tester</a:t>
                      </a:r>
                      <a:r>
                        <a:rPr lang="fr-FR" sz="1100" b="0" i="0" u="none" strike="noStrike" kern="1200" baseline="0" dirty="0">
                          <a:solidFill>
                            <a:schemeClr val="tx1"/>
                          </a:solidFill>
                          <a:effectLst/>
                          <a:latin typeface="Calibri Light" panose="020F0302020204030204" pitchFamily="34" charset="0"/>
                          <a:ea typeface="+mn-ea"/>
                          <a:cs typeface="+mn-cs"/>
                        </a:rPr>
                        <a:t> ses compétences sur un système « grandeur nature »</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Peu</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1051543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5C4069-C488-7F96-4390-1495F8852DEB}"/>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D3838601-CE19-1077-5084-6361F2B99BC9}"/>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E6E305A2-C873-9D6A-DF0A-E04B3C7DEFA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62DC54-9317-E320-CBF1-DB35D3EF34DB}"/>
              </a:ext>
            </a:extLst>
          </p:cNvPr>
          <p:cNvSpPr>
            <a:spLocks noGrp="1"/>
          </p:cNvSpPr>
          <p:nvPr>
            <p:ph type="sldNum" sz="quarter" idx="12"/>
          </p:nvPr>
        </p:nvSpPr>
        <p:spPr/>
        <p:txBody>
          <a:bodyPr/>
          <a:lstStyle/>
          <a:p>
            <a:fld id="{294A09A9-5501-47C1-A89A-A340965A2BE2}" type="slidenum">
              <a:rPr lang="fr-FR" smtClean="0"/>
              <a:pPr/>
              <a:t>139</a:t>
            </a:fld>
            <a:endParaRPr lang="fr-FR" dirty="0"/>
          </a:p>
        </p:txBody>
      </p:sp>
      <p:sp>
        <p:nvSpPr>
          <p:cNvPr id="7" name="Rectangle 6">
            <a:extLst>
              <a:ext uri="{FF2B5EF4-FFF2-40B4-BE49-F238E27FC236}">
                <a16:creationId xmlns:a16="http://schemas.microsoft.com/office/drawing/2014/main" id="{AEFDD094-EDAB-711D-0708-23FB5C3C2E54}"/>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8" name="Rectangle 7">
            <a:extLst>
              <a:ext uri="{FF2B5EF4-FFF2-40B4-BE49-F238E27FC236}">
                <a16:creationId xmlns:a16="http://schemas.microsoft.com/office/drawing/2014/main" id="{083BB477-BC88-05DB-43B9-F26F1C171D27}"/>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9" name="Tableau 8">
            <a:extLst>
              <a:ext uri="{FF2B5EF4-FFF2-40B4-BE49-F238E27FC236}">
                <a16:creationId xmlns:a16="http://schemas.microsoft.com/office/drawing/2014/main" id="{9CE8F861-1BB5-0668-3B29-6732E749654B}"/>
              </a:ext>
            </a:extLst>
          </p:cNvPr>
          <p:cNvGraphicFramePr>
            <a:graphicFrameLocks noGrp="1"/>
          </p:cNvGraphicFramePr>
          <p:nvPr>
            <p:extLst>
              <p:ext uri="{D42A27DB-BD31-4B8C-83A1-F6EECF244321}">
                <p14:modId xmlns:p14="http://schemas.microsoft.com/office/powerpoint/2010/main" val="1490400186"/>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au 9">
            <a:extLst>
              <a:ext uri="{FF2B5EF4-FFF2-40B4-BE49-F238E27FC236}">
                <a16:creationId xmlns:a16="http://schemas.microsoft.com/office/drawing/2014/main" id="{7913E469-F3B3-452A-0150-40806B61359E}"/>
              </a:ext>
            </a:extLst>
          </p:cNvPr>
          <p:cNvGraphicFramePr>
            <a:graphicFrameLocks noGrp="1"/>
          </p:cNvGraphicFramePr>
          <p:nvPr>
            <p:extLst>
              <p:ext uri="{D42A27DB-BD31-4B8C-83A1-F6EECF244321}">
                <p14:modId xmlns:p14="http://schemas.microsoft.com/office/powerpoint/2010/main" val="1866451402"/>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742958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168F-664D-5800-B464-90506EDC56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4BDFB-72A5-6850-4872-D1DD17F5E1B2}"/>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0E991DAF-B727-E892-A883-A0028A0D415B}"/>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BF486123-0EF7-D2CE-E2FA-E461A05DCE0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8C47455-1F22-0F4C-A2F9-B6CDC38EE93F}"/>
              </a:ext>
            </a:extLst>
          </p:cNvPr>
          <p:cNvSpPr>
            <a:spLocks noGrp="1"/>
          </p:cNvSpPr>
          <p:nvPr>
            <p:ph type="sldNum" sz="quarter" idx="12"/>
          </p:nvPr>
        </p:nvSpPr>
        <p:spPr/>
        <p:txBody>
          <a:bodyPr/>
          <a:lstStyle/>
          <a:p>
            <a:fld id="{294A09A9-5501-47C1-A89A-A340965A2BE2}" type="slidenum">
              <a:rPr lang="fr-FR" smtClean="0"/>
              <a:pPr/>
              <a:t>140</a:t>
            </a:fld>
            <a:endParaRPr lang="fr-FR" dirty="0"/>
          </a:p>
        </p:txBody>
      </p:sp>
      <p:cxnSp>
        <p:nvCxnSpPr>
          <p:cNvPr id="7" name="Connecteur en angle 42">
            <a:extLst>
              <a:ext uri="{FF2B5EF4-FFF2-40B4-BE49-F238E27FC236}">
                <a16:creationId xmlns:a16="http://schemas.microsoft.com/office/drawing/2014/main" id="{9AE2BB5A-63CA-F95A-1CAA-57A7E230F58E}"/>
              </a:ext>
            </a:extLst>
          </p:cNvPr>
          <p:cNvCxnSpPr/>
          <p:nvPr/>
        </p:nvCxnSpPr>
        <p:spPr>
          <a:xfrm flipV="1">
            <a:off x="5398780" y="3555964"/>
            <a:ext cx="1404000" cy="1584000"/>
          </a:xfrm>
          <a:prstGeom prst="bentConnector3">
            <a:avLst>
              <a:gd name="adj1" fmla="val 60198"/>
            </a:avLst>
          </a:prstGeom>
          <a:ln w="28575">
            <a:solidFill>
              <a:schemeClr val="accent4"/>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Connecteur en angle 22">
            <a:extLst>
              <a:ext uri="{FF2B5EF4-FFF2-40B4-BE49-F238E27FC236}">
                <a16:creationId xmlns:a16="http://schemas.microsoft.com/office/drawing/2014/main" id="{DA4440EF-969E-A88D-9360-4ED30C1B2C18}"/>
              </a:ext>
            </a:extLst>
          </p:cNvPr>
          <p:cNvCxnSpPr/>
          <p:nvPr/>
        </p:nvCxnSpPr>
        <p:spPr>
          <a:xfrm flipV="1">
            <a:off x="5408440" y="3140968"/>
            <a:ext cx="1404000" cy="1080120"/>
          </a:xfrm>
          <a:prstGeom prst="bentConnector3">
            <a:avLst>
              <a:gd name="adj1" fmla="val 19064"/>
            </a:avLst>
          </a:prstGeom>
          <a:ln w="28575">
            <a:solidFill>
              <a:srgbClr val="E22A37"/>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CF449FA-2CB6-16CD-1B89-8CF5B3B67AC2}"/>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10" name="Rectangle 9">
            <a:extLst>
              <a:ext uri="{FF2B5EF4-FFF2-40B4-BE49-F238E27FC236}">
                <a16:creationId xmlns:a16="http://schemas.microsoft.com/office/drawing/2014/main" id="{FC5A43C3-3F7B-CCF8-3852-8F1BC2596A58}"/>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11" name="Tableau 10">
            <a:extLst>
              <a:ext uri="{FF2B5EF4-FFF2-40B4-BE49-F238E27FC236}">
                <a16:creationId xmlns:a16="http://schemas.microsoft.com/office/drawing/2014/main" id="{6918BF12-9975-32AF-A4F8-AB6CE19141C7}"/>
              </a:ext>
            </a:extLst>
          </p:cNvPr>
          <p:cNvGraphicFramePr>
            <a:graphicFrameLocks noGrp="1"/>
          </p:cNvGraphicFramePr>
          <p:nvPr>
            <p:extLst>
              <p:ext uri="{D42A27DB-BD31-4B8C-83A1-F6EECF244321}">
                <p14:modId xmlns:p14="http://schemas.microsoft.com/office/powerpoint/2010/main" val="751086641"/>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a:t>
                      </a:r>
                      <a:r>
                        <a:rPr lang="fr-FR" sz="1200" b="1" i="0" u="none" strike="noStrike" cap="all" baseline="0" dirty="0" err="1">
                          <a:solidFill>
                            <a:schemeClr val="bg1"/>
                          </a:solidFill>
                          <a:effectLst/>
                          <a:latin typeface="Calibri" panose="020F0502020204030204" pitchFamily="34" charset="0"/>
                        </a:rPr>
                        <a:t>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2" name="Tableau 11">
            <a:extLst>
              <a:ext uri="{FF2B5EF4-FFF2-40B4-BE49-F238E27FC236}">
                <a16:creationId xmlns:a16="http://schemas.microsoft.com/office/drawing/2014/main" id="{5A0E8077-6FD9-683D-FA82-3B08F381562B}"/>
              </a:ext>
            </a:extLst>
          </p:cNvPr>
          <p:cNvGraphicFramePr>
            <a:graphicFrameLocks noGrp="1"/>
          </p:cNvGraphicFramePr>
          <p:nvPr>
            <p:extLst>
              <p:ext uri="{D42A27DB-BD31-4B8C-83A1-F6EECF244321}">
                <p14:modId xmlns:p14="http://schemas.microsoft.com/office/powerpoint/2010/main" val="4023272718"/>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cxnSp>
        <p:nvCxnSpPr>
          <p:cNvPr id="13" name="Connecteur en angle 37">
            <a:extLst>
              <a:ext uri="{FF2B5EF4-FFF2-40B4-BE49-F238E27FC236}">
                <a16:creationId xmlns:a16="http://schemas.microsoft.com/office/drawing/2014/main" id="{0498777E-AFF2-C868-607F-9473B499C280}"/>
              </a:ext>
            </a:extLst>
          </p:cNvPr>
          <p:cNvCxnSpPr/>
          <p:nvPr/>
        </p:nvCxnSpPr>
        <p:spPr>
          <a:xfrm>
            <a:off x="5377066" y="3345996"/>
            <a:ext cx="1440000" cy="1379149"/>
          </a:xfrm>
          <a:prstGeom prst="bentConnector3">
            <a:avLst>
              <a:gd name="adj1" fmla="val 3579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4" name="Connecteur en angle 33">
            <a:extLst>
              <a:ext uri="{FF2B5EF4-FFF2-40B4-BE49-F238E27FC236}">
                <a16:creationId xmlns:a16="http://schemas.microsoft.com/office/drawing/2014/main" id="{A4A191E7-7458-FCC8-1BB4-BD3D13E324B5}"/>
              </a:ext>
            </a:extLst>
          </p:cNvPr>
          <p:cNvCxnSpPr/>
          <p:nvPr/>
        </p:nvCxnSpPr>
        <p:spPr>
          <a:xfrm>
            <a:off x="5362780" y="3345995"/>
            <a:ext cx="1440000" cy="720000"/>
          </a:xfrm>
          <a:prstGeom prst="bentConnector3">
            <a:avLst>
              <a:gd name="adj1" fmla="val 36177"/>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Connecteur en angle 18">
            <a:extLst>
              <a:ext uri="{FF2B5EF4-FFF2-40B4-BE49-F238E27FC236}">
                <a16:creationId xmlns:a16="http://schemas.microsoft.com/office/drawing/2014/main" id="{86035075-8BE5-70D4-EB67-B25852F522A5}"/>
              </a:ext>
            </a:extLst>
          </p:cNvPr>
          <p:cNvCxnSpPr/>
          <p:nvPr/>
        </p:nvCxnSpPr>
        <p:spPr>
          <a:xfrm>
            <a:off x="5408440" y="3345995"/>
            <a:ext cx="1408626" cy="0"/>
          </a:xfrm>
          <a:prstGeom prst="bentConnector3">
            <a:avLst>
              <a:gd name="adj1" fmla="val 5000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45117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B7D713-958A-1A82-F763-3C92546600A0}"/>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8D4BDF67-A423-953A-F8C6-250736D014C3}"/>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05C33523-4A25-04AD-9241-D4D377BE788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3FC78-8F0D-EC98-4F68-6DC5A9B60844}"/>
              </a:ext>
            </a:extLst>
          </p:cNvPr>
          <p:cNvSpPr>
            <a:spLocks noGrp="1"/>
          </p:cNvSpPr>
          <p:nvPr>
            <p:ph type="sldNum" sz="quarter" idx="12"/>
          </p:nvPr>
        </p:nvSpPr>
        <p:spPr/>
        <p:txBody>
          <a:bodyPr/>
          <a:lstStyle/>
          <a:p>
            <a:fld id="{294A09A9-5501-47C1-A89A-A340965A2BE2}" type="slidenum">
              <a:rPr lang="fr-FR" smtClean="0"/>
              <a:pPr/>
              <a:t>141</a:t>
            </a:fld>
            <a:endParaRPr lang="fr-FR" dirty="0"/>
          </a:p>
        </p:txBody>
      </p:sp>
      <p:graphicFrame>
        <p:nvGraphicFramePr>
          <p:cNvPr id="7" name="Tableau 6">
            <a:extLst>
              <a:ext uri="{FF2B5EF4-FFF2-40B4-BE49-F238E27FC236}">
                <a16:creationId xmlns:a16="http://schemas.microsoft.com/office/drawing/2014/main" id="{E702DEDF-EF1E-570D-7594-4297CF7658D4}"/>
              </a:ext>
            </a:extLst>
          </p:cNvPr>
          <p:cNvGraphicFramePr>
            <a:graphicFrameLocks noGrp="1"/>
          </p:cNvGraphicFramePr>
          <p:nvPr>
            <p:extLst>
              <p:ext uri="{D42A27DB-BD31-4B8C-83A1-F6EECF244321}">
                <p14:modId xmlns:p14="http://schemas.microsoft.com/office/powerpoint/2010/main" val="2525340375"/>
              </p:ext>
            </p:extLst>
          </p:nvPr>
        </p:nvGraphicFramePr>
        <p:xfrm>
          <a:off x="1711676" y="1973676"/>
          <a:ext cx="894413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04098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 (</a:t>
                      </a:r>
                      <a:r>
                        <a:rPr lang="fr-FR" sz="1200" dirty="0" err="1">
                          <a:solidFill>
                            <a:schemeClr val="tx2"/>
                          </a:solidFill>
                          <a:latin typeface="Calibri" panose="020F0502020204030204" pitchFamily="34" charset="0"/>
                        </a:rPr>
                        <a:t>Héberweb</a:t>
                      </a:r>
                      <a:r>
                        <a:rPr lang="fr-FR" sz="1200" dirty="0">
                          <a:solidFill>
                            <a:schemeClr val="tx2"/>
                          </a:solidFill>
                          <a:latin typeface="Calibri" panose="020F0502020204030204" pitchFamily="34" charset="0"/>
                        </a:rPr>
                        <a: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8897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97B79E-54DD-4D74-EC47-6CAAED5B2809}"/>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F51711A3-A31C-067D-DD60-62FA49BDFC61}"/>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F7466E26-E19B-94EC-C4DE-4F98E87987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8A980BC-FB8D-AEC9-A338-AEB72613838C}"/>
              </a:ext>
            </a:extLst>
          </p:cNvPr>
          <p:cNvSpPr>
            <a:spLocks noGrp="1"/>
          </p:cNvSpPr>
          <p:nvPr>
            <p:ph type="sldNum" sz="quarter" idx="12"/>
          </p:nvPr>
        </p:nvSpPr>
        <p:spPr/>
        <p:txBody>
          <a:bodyPr/>
          <a:lstStyle/>
          <a:p>
            <a:fld id="{294A09A9-5501-47C1-A89A-A340965A2BE2}" type="slidenum">
              <a:rPr lang="fr-FR" smtClean="0"/>
              <a:pPr/>
              <a:t>142</a:t>
            </a:fld>
            <a:endParaRPr lang="fr-FR" dirty="0"/>
          </a:p>
        </p:txBody>
      </p:sp>
      <p:cxnSp>
        <p:nvCxnSpPr>
          <p:cNvPr id="7" name="Connecteur droit 6">
            <a:extLst>
              <a:ext uri="{FF2B5EF4-FFF2-40B4-BE49-F238E27FC236}">
                <a16:creationId xmlns:a16="http://schemas.microsoft.com/office/drawing/2014/main" id="{F1F9A883-DC03-FA3A-E7D5-B20DFAAC028A}"/>
              </a:ext>
            </a:extLst>
          </p:cNvPr>
          <p:cNvCxnSpPr/>
          <p:nvPr/>
        </p:nvCxnSpPr>
        <p:spPr>
          <a:xfrm>
            <a:off x="6218831" y="1484784"/>
            <a:ext cx="0" cy="4968552"/>
          </a:xfrm>
          <a:prstGeom prst="line">
            <a:avLst/>
          </a:prstGeom>
          <a:noFill/>
          <a:ln w="9525" cap="flat" cmpd="sng" algn="ctr">
            <a:solidFill>
              <a:sysClr val="window" lastClr="FFFFFF">
                <a:lumMod val="65000"/>
              </a:sysClr>
            </a:solidFill>
            <a:prstDash val="solid"/>
          </a:ln>
          <a:effectLst/>
        </p:spPr>
      </p:cxnSp>
      <p:sp>
        <p:nvSpPr>
          <p:cNvPr id="8" name="Ellipse 7">
            <a:extLst>
              <a:ext uri="{FF2B5EF4-FFF2-40B4-BE49-F238E27FC236}">
                <a16:creationId xmlns:a16="http://schemas.microsoft.com/office/drawing/2014/main" id="{3FD3B8F0-38C3-6578-5B01-1599BCCEB847}"/>
              </a:ext>
            </a:extLst>
          </p:cNvPr>
          <p:cNvSpPr/>
          <p:nvPr/>
        </p:nvSpPr>
        <p:spPr>
          <a:xfrm>
            <a:off x="4290793" y="1976800"/>
            <a:ext cx="3856074" cy="3856073"/>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9" name="Connecteur droit 8">
            <a:extLst>
              <a:ext uri="{FF2B5EF4-FFF2-40B4-BE49-F238E27FC236}">
                <a16:creationId xmlns:a16="http://schemas.microsoft.com/office/drawing/2014/main" id="{5A6E969B-7F13-D139-3445-77346B0EB738}"/>
              </a:ext>
            </a:extLst>
          </p:cNvPr>
          <p:cNvCxnSpPr/>
          <p:nvPr/>
        </p:nvCxnSpPr>
        <p:spPr>
          <a:xfrm>
            <a:off x="3697711" y="3896310"/>
            <a:ext cx="5031874" cy="0"/>
          </a:xfrm>
          <a:prstGeom prst="line">
            <a:avLst/>
          </a:prstGeom>
          <a:noFill/>
          <a:ln w="9525" cap="flat" cmpd="sng" algn="ctr">
            <a:solidFill>
              <a:sysClr val="window" lastClr="FFFFFF">
                <a:lumMod val="65000"/>
              </a:sysClr>
            </a:solidFill>
            <a:prstDash val="solid"/>
          </a:ln>
          <a:effectLst/>
        </p:spPr>
      </p:cxnSp>
      <p:sp>
        <p:nvSpPr>
          <p:cNvPr id="10" name="Ellipse 9">
            <a:extLst>
              <a:ext uri="{FF2B5EF4-FFF2-40B4-BE49-F238E27FC236}">
                <a16:creationId xmlns:a16="http://schemas.microsoft.com/office/drawing/2014/main" id="{2A94D921-A0D2-ABF7-0BEF-716310DE24B1}"/>
              </a:ext>
            </a:extLst>
          </p:cNvPr>
          <p:cNvSpPr/>
          <p:nvPr/>
        </p:nvSpPr>
        <p:spPr>
          <a:xfrm>
            <a:off x="5374450"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b="1" kern="0" dirty="0">
              <a:solidFill>
                <a:prstClr val="black"/>
              </a:solidFill>
              <a:latin typeface="Calibri"/>
            </a:endParaRPr>
          </a:p>
        </p:txBody>
      </p:sp>
      <p:sp>
        <p:nvSpPr>
          <p:cNvPr id="11" name="Ellipse 10">
            <a:extLst>
              <a:ext uri="{FF2B5EF4-FFF2-40B4-BE49-F238E27FC236}">
                <a16:creationId xmlns:a16="http://schemas.microsoft.com/office/drawing/2014/main" id="{A59A9C22-23F1-DDF5-62DC-1CB68259D7AB}"/>
              </a:ext>
            </a:extLst>
          </p:cNvPr>
          <p:cNvSpPr/>
          <p:nvPr/>
        </p:nvSpPr>
        <p:spPr>
          <a:xfrm>
            <a:off x="5707794"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2" name="Ellipse 11">
            <a:extLst>
              <a:ext uri="{FF2B5EF4-FFF2-40B4-BE49-F238E27FC236}">
                <a16:creationId xmlns:a16="http://schemas.microsoft.com/office/drawing/2014/main" id="{19F06458-3A88-53AE-CC5F-E5C266E38931}"/>
              </a:ext>
            </a:extLst>
          </p:cNvPr>
          <p:cNvSpPr/>
          <p:nvPr/>
        </p:nvSpPr>
        <p:spPr>
          <a:xfrm>
            <a:off x="4674670" y="2369965"/>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Rectangle 12">
            <a:extLst>
              <a:ext uri="{FF2B5EF4-FFF2-40B4-BE49-F238E27FC236}">
                <a16:creationId xmlns:a16="http://schemas.microsoft.com/office/drawing/2014/main" id="{06C4C5B3-06FB-15F7-BC5C-B5794025CA8D}"/>
              </a:ext>
            </a:extLst>
          </p:cNvPr>
          <p:cNvSpPr/>
          <p:nvPr/>
        </p:nvSpPr>
        <p:spPr>
          <a:xfrm>
            <a:off x="4217753" y="1769183"/>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4" name="Rectangle 13">
            <a:extLst>
              <a:ext uri="{FF2B5EF4-FFF2-40B4-BE49-F238E27FC236}">
                <a16:creationId xmlns:a16="http://schemas.microsoft.com/office/drawing/2014/main" id="{198265CE-D718-105D-B9EC-E1353966B92B}"/>
              </a:ext>
            </a:extLst>
          </p:cNvPr>
          <p:cNvSpPr/>
          <p:nvPr/>
        </p:nvSpPr>
        <p:spPr>
          <a:xfrm>
            <a:off x="7242117" y="1781008"/>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5" name="Ellipse 14">
            <a:extLst>
              <a:ext uri="{FF2B5EF4-FFF2-40B4-BE49-F238E27FC236}">
                <a16:creationId xmlns:a16="http://schemas.microsoft.com/office/drawing/2014/main" id="{4B78FE8D-C9DE-D462-6FAB-2A32C03CAE31}"/>
              </a:ext>
            </a:extLst>
          </p:cNvPr>
          <p:cNvSpPr/>
          <p:nvPr/>
        </p:nvSpPr>
        <p:spPr>
          <a:xfrm>
            <a:off x="3903260" y="1636992"/>
            <a:ext cx="4619653" cy="4600321"/>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16" name="Connecteur droit avec flèche 15">
            <a:extLst>
              <a:ext uri="{FF2B5EF4-FFF2-40B4-BE49-F238E27FC236}">
                <a16:creationId xmlns:a16="http://schemas.microsoft.com/office/drawing/2014/main" id="{32C25551-92CC-B2C9-0CF8-99D359DAC9B9}"/>
              </a:ext>
            </a:extLst>
          </p:cNvPr>
          <p:cNvCxnSpPr/>
          <p:nvPr/>
        </p:nvCxnSpPr>
        <p:spPr>
          <a:xfrm flipH="1" flipV="1">
            <a:off x="6398555" y="4076105"/>
            <a:ext cx="1951815" cy="1413599"/>
          </a:xfrm>
          <a:prstGeom prst="straightConnector1">
            <a:avLst/>
          </a:prstGeom>
          <a:noFill/>
          <a:ln w="19050" cap="flat" cmpd="sng" algn="ctr">
            <a:solidFill>
              <a:sysClr val="windowText" lastClr="000000"/>
            </a:solidFill>
            <a:prstDash val="solid"/>
            <a:tailEnd type="arrow"/>
          </a:ln>
          <a:effectLst/>
        </p:spPr>
      </p:cxnSp>
      <p:sp>
        <p:nvSpPr>
          <p:cNvPr id="17" name="ZoneTexte 16">
            <a:extLst>
              <a:ext uri="{FF2B5EF4-FFF2-40B4-BE49-F238E27FC236}">
                <a16:creationId xmlns:a16="http://schemas.microsoft.com/office/drawing/2014/main" id="{9694AB09-DF8E-C754-E4D3-E282227854E6}"/>
              </a:ext>
            </a:extLst>
          </p:cNvPr>
          <p:cNvSpPr txBox="1"/>
          <p:nvPr/>
        </p:nvSpPr>
        <p:spPr>
          <a:xfrm rot="2134154">
            <a:off x="6560633" y="4829018"/>
            <a:ext cx="1598002" cy="307777"/>
          </a:xfrm>
          <a:prstGeom prst="rect">
            <a:avLst/>
          </a:prstGeom>
          <a:noFill/>
        </p:spPr>
        <p:txBody>
          <a:bodyPr wrap="none" rtlCol="0">
            <a:spAutoFit/>
          </a:bodyPr>
          <a:lstStyle/>
          <a:p>
            <a:pPr>
              <a:defRPr/>
            </a:pPr>
            <a:r>
              <a:rPr lang="fr-FR" sz="1400" b="1" kern="0" dirty="0">
                <a:solidFill>
                  <a:prstClr val="black"/>
                </a:solidFill>
                <a:latin typeface="Calibri"/>
              </a:rPr>
              <a:t>MENACE ASSOCIEE</a:t>
            </a:r>
          </a:p>
        </p:txBody>
      </p:sp>
      <p:sp>
        <p:nvSpPr>
          <p:cNvPr id="18" name="ZoneTexte 17">
            <a:extLst>
              <a:ext uri="{FF2B5EF4-FFF2-40B4-BE49-F238E27FC236}">
                <a16:creationId xmlns:a16="http://schemas.microsoft.com/office/drawing/2014/main" id="{BE984561-AB33-C1CF-1E8E-5DE31388C7A0}"/>
              </a:ext>
            </a:extLst>
          </p:cNvPr>
          <p:cNvSpPr txBox="1"/>
          <p:nvPr/>
        </p:nvSpPr>
        <p:spPr>
          <a:xfrm>
            <a:off x="2063552" y="2570775"/>
            <a:ext cx="1739122"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19" name="ZoneTexte 18">
            <a:extLst>
              <a:ext uri="{FF2B5EF4-FFF2-40B4-BE49-F238E27FC236}">
                <a16:creationId xmlns:a16="http://schemas.microsoft.com/office/drawing/2014/main" id="{4D9A4EE0-E3D6-3F3C-F465-43A5C742F4DC}"/>
              </a:ext>
            </a:extLst>
          </p:cNvPr>
          <p:cNvSpPr txBox="1"/>
          <p:nvPr/>
        </p:nvSpPr>
        <p:spPr>
          <a:xfrm>
            <a:off x="8854308" y="2101747"/>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20" name="Ellipse 19">
            <a:extLst>
              <a:ext uri="{FF2B5EF4-FFF2-40B4-BE49-F238E27FC236}">
                <a16:creationId xmlns:a16="http://schemas.microsoft.com/office/drawing/2014/main" id="{E375BE83-D430-B88F-7F68-402B463887F6}"/>
              </a:ext>
            </a:extLst>
          </p:cNvPr>
          <p:cNvSpPr/>
          <p:nvPr/>
        </p:nvSpPr>
        <p:spPr>
          <a:xfrm>
            <a:off x="6066702"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21" name="ZoneTexte 20">
            <a:extLst>
              <a:ext uri="{FF2B5EF4-FFF2-40B4-BE49-F238E27FC236}">
                <a16:creationId xmlns:a16="http://schemas.microsoft.com/office/drawing/2014/main" id="{4A5DDE1E-7D29-295D-F580-9A04E54B8D78}"/>
              </a:ext>
            </a:extLst>
          </p:cNvPr>
          <p:cNvSpPr txBox="1"/>
          <p:nvPr/>
        </p:nvSpPr>
        <p:spPr>
          <a:xfrm>
            <a:off x="6384033" y="3860640"/>
            <a:ext cx="1234310" cy="307777"/>
          </a:xfrm>
          <a:prstGeom prst="rect">
            <a:avLst/>
          </a:prstGeom>
          <a:noFill/>
        </p:spPr>
        <p:txBody>
          <a:bodyPr wrap="square" rtlCol="0">
            <a:spAutoFit/>
          </a:bodyPr>
          <a:lstStyle/>
          <a:p>
            <a:pPr>
              <a:defRPr/>
            </a:pPr>
            <a:r>
              <a:rPr lang="fr-FR" sz="1400" b="1" kern="0" spc="-50" dirty="0">
                <a:solidFill>
                  <a:srgbClr val="00B0F0"/>
                </a:solidFill>
                <a:latin typeface="Calibri"/>
              </a:rPr>
              <a:t>SGTIN</a:t>
            </a:r>
          </a:p>
        </p:txBody>
      </p:sp>
      <p:sp>
        <p:nvSpPr>
          <p:cNvPr id="22" name="Ellipse 21">
            <a:extLst>
              <a:ext uri="{FF2B5EF4-FFF2-40B4-BE49-F238E27FC236}">
                <a16:creationId xmlns:a16="http://schemas.microsoft.com/office/drawing/2014/main" id="{FE59AF19-1D8D-6C2B-2527-D3DFCE134495}"/>
              </a:ext>
            </a:extLst>
          </p:cNvPr>
          <p:cNvSpPr/>
          <p:nvPr/>
        </p:nvSpPr>
        <p:spPr>
          <a:xfrm>
            <a:off x="5045108" y="2709274"/>
            <a:ext cx="2385550" cy="2385550"/>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23" name="Rectangle à coins arrondis 202">
            <a:extLst>
              <a:ext uri="{FF2B5EF4-FFF2-40B4-BE49-F238E27FC236}">
                <a16:creationId xmlns:a16="http://schemas.microsoft.com/office/drawing/2014/main" id="{7C86B10A-8560-F1C1-BD49-5E42A60967E3}"/>
              </a:ext>
            </a:extLst>
          </p:cNvPr>
          <p:cNvSpPr/>
          <p:nvPr/>
        </p:nvSpPr>
        <p:spPr>
          <a:xfrm>
            <a:off x="4075960"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4" name="Rectangle à coins arrondis 203">
            <a:extLst>
              <a:ext uri="{FF2B5EF4-FFF2-40B4-BE49-F238E27FC236}">
                <a16:creationId xmlns:a16="http://schemas.microsoft.com/office/drawing/2014/main" id="{0E749B4C-24E7-30BD-7417-7058BDF9F163}"/>
              </a:ext>
            </a:extLst>
          </p:cNvPr>
          <p:cNvSpPr/>
          <p:nvPr/>
        </p:nvSpPr>
        <p:spPr>
          <a:xfrm>
            <a:off x="6290353"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5" name="Rectangle à coins arrondis 204">
            <a:extLst>
              <a:ext uri="{FF2B5EF4-FFF2-40B4-BE49-F238E27FC236}">
                <a16:creationId xmlns:a16="http://schemas.microsoft.com/office/drawing/2014/main" id="{8750CBC9-E975-8960-BEAA-9080530582A4}"/>
              </a:ext>
            </a:extLst>
          </p:cNvPr>
          <p:cNvSpPr/>
          <p:nvPr/>
        </p:nvSpPr>
        <p:spPr>
          <a:xfrm>
            <a:off x="4075960"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6" name="Rectangle 25">
            <a:extLst>
              <a:ext uri="{FF2B5EF4-FFF2-40B4-BE49-F238E27FC236}">
                <a16:creationId xmlns:a16="http://schemas.microsoft.com/office/drawing/2014/main" id="{A15263D1-BA0A-2F4C-DF9E-6B33947CE332}"/>
              </a:ext>
            </a:extLst>
          </p:cNvPr>
          <p:cNvSpPr/>
          <p:nvPr/>
        </p:nvSpPr>
        <p:spPr>
          <a:xfrm>
            <a:off x="4129072" y="5708323"/>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27" name="ZoneTexte 26">
            <a:extLst>
              <a:ext uri="{FF2B5EF4-FFF2-40B4-BE49-F238E27FC236}">
                <a16:creationId xmlns:a16="http://schemas.microsoft.com/office/drawing/2014/main" id="{64638813-3ECB-DB7C-F9DA-7C444F04568D}"/>
              </a:ext>
            </a:extLst>
          </p:cNvPr>
          <p:cNvSpPr txBox="1"/>
          <p:nvPr/>
        </p:nvSpPr>
        <p:spPr>
          <a:xfrm>
            <a:off x="8904313" y="2918614"/>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28" name="ZoneTexte 27">
            <a:extLst>
              <a:ext uri="{FF2B5EF4-FFF2-40B4-BE49-F238E27FC236}">
                <a16:creationId xmlns:a16="http://schemas.microsoft.com/office/drawing/2014/main" id="{46EEDA4A-E255-08E4-AF48-4393F071E8D0}"/>
              </a:ext>
            </a:extLst>
          </p:cNvPr>
          <p:cNvSpPr txBox="1"/>
          <p:nvPr/>
        </p:nvSpPr>
        <p:spPr>
          <a:xfrm>
            <a:off x="1703513" y="4150376"/>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29" name="ZoneTexte 28">
            <a:extLst>
              <a:ext uri="{FF2B5EF4-FFF2-40B4-BE49-F238E27FC236}">
                <a16:creationId xmlns:a16="http://schemas.microsoft.com/office/drawing/2014/main" id="{E6ECD1CC-D5A8-5C21-E161-F1A9485C1BD5}"/>
              </a:ext>
            </a:extLst>
          </p:cNvPr>
          <p:cNvSpPr txBox="1"/>
          <p:nvPr/>
        </p:nvSpPr>
        <p:spPr>
          <a:xfrm>
            <a:off x="1703513" y="5487616"/>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0" name="ZoneTexte 29">
            <a:extLst>
              <a:ext uri="{FF2B5EF4-FFF2-40B4-BE49-F238E27FC236}">
                <a16:creationId xmlns:a16="http://schemas.microsoft.com/office/drawing/2014/main" id="{3E94B370-765F-E6D0-A839-7655C5878227}"/>
              </a:ext>
            </a:extLst>
          </p:cNvPr>
          <p:cNvSpPr txBox="1"/>
          <p:nvPr/>
        </p:nvSpPr>
        <p:spPr>
          <a:xfrm>
            <a:off x="1703513" y="5008938"/>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Tree>
    <p:extLst>
      <p:ext uri="{BB962C8B-B14F-4D97-AF65-F5344CB8AC3E}">
        <p14:creationId xmlns:p14="http://schemas.microsoft.com/office/powerpoint/2010/main" val="52989322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6E23ED-0C3E-9D82-DF01-348AF66CAD86}"/>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7050DA7C-4E9F-81CE-305B-A159F67CBB04}"/>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FD22AC51-A226-0678-48A6-29F8EBB5EF9C}"/>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181E506-D1A3-2FF2-2A51-A910207DE57A}"/>
              </a:ext>
            </a:extLst>
          </p:cNvPr>
          <p:cNvSpPr>
            <a:spLocks noGrp="1"/>
          </p:cNvSpPr>
          <p:nvPr>
            <p:ph type="sldNum" sz="quarter" idx="12"/>
          </p:nvPr>
        </p:nvSpPr>
        <p:spPr/>
        <p:txBody>
          <a:bodyPr/>
          <a:lstStyle/>
          <a:p>
            <a:fld id="{294A09A9-5501-47C1-A89A-A340965A2BE2}" type="slidenum">
              <a:rPr lang="fr-FR" smtClean="0"/>
              <a:pPr/>
              <a:t>143</a:t>
            </a:fld>
            <a:endParaRPr lang="fr-FR" dirty="0"/>
          </a:p>
        </p:txBody>
      </p:sp>
      <p:graphicFrame>
        <p:nvGraphicFramePr>
          <p:cNvPr id="7" name="Tableau 6">
            <a:extLst>
              <a:ext uri="{FF2B5EF4-FFF2-40B4-BE49-F238E27FC236}">
                <a16:creationId xmlns:a16="http://schemas.microsoft.com/office/drawing/2014/main" id="{54C3D185-8CA5-6B81-48FC-40AEFB733621}"/>
              </a:ext>
            </a:extLst>
          </p:cNvPr>
          <p:cNvGraphicFramePr>
            <a:graphicFrameLocks noGrp="1"/>
          </p:cNvGraphicFramePr>
          <p:nvPr>
            <p:extLst>
              <p:ext uri="{D42A27DB-BD31-4B8C-83A1-F6EECF244321}">
                <p14:modId xmlns:p14="http://schemas.microsoft.com/office/powerpoint/2010/main" val="2659703083"/>
              </p:ext>
            </p:extLst>
          </p:nvPr>
        </p:nvGraphicFramePr>
        <p:xfrm>
          <a:off x="1711048" y="1924908"/>
          <a:ext cx="901791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11476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0,75</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a:t>
                      </a:r>
                      <a:r>
                        <a:rPr lang="fr-FR" sz="1200" baseline="0" dirty="0">
                          <a:solidFill>
                            <a:schemeClr val="tx2"/>
                          </a:solidFill>
                          <a:latin typeface="Calibri" panose="020F0502020204030204" pitchFamily="34" charset="0"/>
                        </a:rPr>
                        <a:t> (</a:t>
                      </a:r>
                      <a:r>
                        <a:rPr lang="fr-FR" sz="1200" baseline="0" dirty="0" err="1">
                          <a:solidFill>
                            <a:schemeClr val="tx2"/>
                          </a:solidFill>
                          <a:latin typeface="Calibri" panose="020F0502020204030204" pitchFamily="34" charset="0"/>
                        </a:rPr>
                        <a:t>Héberweb</a:t>
                      </a:r>
                      <a:r>
                        <a:rPr lang="fr-FR" sz="1200" baseline="0" dirty="0">
                          <a:solidFill>
                            <a:schemeClr val="tx2"/>
                          </a:solidFill>
                          <a:latin typeface="Calibri" panose="020F0502020204030204" pitchFamily="34" charset="0"/>
                        </a:rPr>
                        <a:t>)</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
        <p:nvSpPr>
          <p:cNvPr id="8" name="Accolade fermante 7">
            <a:extLst>
              <a:ext uri="{FF2B5EF4-FFF2-40B4-BE49-F238E27FC236}">
                <a16:creationId xmlns:a16="http://schemas.microsoft.com/office/drawing/2014/main" id="{8E866F99-C32F-3BCE-082A-50D897559221}"/>
              </a:ext>
            </a:extLst>
          </p:cNvPr>
          <p:cNvSpPr/>
          <p:nvPr/>
        </p:nvSpPr>
        <p:spPr>
          <a:xfrm rot="5400000">
            <a:off x="5681820" y="4203220"/>
            <a:ext cx="504056" cy="2412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Rectangle 8">
            <a:extLst>
              <a:ext uri="{FF2B5EF4-FFF2-40B4-BE49-F238E27FC236}">
                <a16:creationId xmlns:a16="http://schemas.microsoft.com/office/drawing/2014/main" id="{883BF0D3-EC64-5717-796D-B5A5FAA7E50A}"/>
              </a:ext>
            </a:extLst>
          </p:cNvPr>
          <p:cNvSpPr/>
          <p:nvPr/>
        </p:nvSpPr>
        <p:spPr>
          <a:xfrm>
            <a:off x="47148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Exposition</a:t>
            </a:r>
          </a:p>
        </p:txBody>
      </p:sp>
      <p:sp>
        <p:nvSpPr>
          <p:cNvPr id="10" name="Accolade fermante 9">
            <a:extLst>
              <a:ext uri="{FF2B5EF4-FFF2-40B4-BE49-F238E27FC236}">
                <a16:creationId xmlns:a16="http://schemas.microsoft.com/office/drawing/2014/main" id="{8C2DD3E7-C80B-98AB-5E9C-4A94EA30D3ED}"/>
              </a:ext>
            </a:extLst>
          </p:cNvPr>
          <p:cNvSpPr/>
          <p:nvPr/>
        </p:nvSpPr>
        <p:spPr>
          <a:xfrm rot="5400000">
            <a:off x="8137818" y="4221220"/>
            <a:ext cx="504056" cy="2376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11" name="Rectangle 10">
            <a:extLst>
              <a:ext uri="{FF2B5EF4-FFF2-40B4-BE49-F238E27FC236}">
                <a16:creationId xmlns:a16="http://schemas.microsoft.com/office/drawing/2014/main" id="{4FA1092C-EA6A-CFB6-43C4-9F7501018296}"/>
              </a:ext>
            </a:extLst>
          </p:cNvPr>
          <p:cNvSpPr/>
          <p:nvPr/>
        </p:nvSpPr>
        <p:spPr>
          <a:xfrm>
            <a:off x="71574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Fiabilité cyber</a:t>
            </a:r>
          </a:p>
        </p:txBody>
      </p:sp>
    </p:spTree>
    <p:extLst>
      <p:ext uri="{BB962C8B-B14F-4D97-AF65-F5344CB8AC3E}">
        <p14:creationId xmlns:p14="http://schemas.microsoft.com/office/powerpoint/2010/main" val="38310380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7966EE-1607-CDB2-D2FA-3B6C09070BEF}"/>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9A177BBA-B5EE-1AEF-3E01-EABFD911C005}"/>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E1026443-6B3C-C46B-A82D-8C933E377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D700865-F790-B6B6-021E-1E57A7127575}"/>
              </a:ext>
            </a:extLst>
          </p:cNvPr>
          <p:cNvSpPr>
            <a:spLocks noGrp="1"/>
          </p:cNvSpPr>
          <p:nvPr>
            <p:ph type="sldNum" sz="quarter" idx="12"/>
          </p:nvPr>
        </p:nvSpPr>
        <p:spPr/>
        <p:txBody>
          <a:bodyPr/>
          <a:lstStyle/>
          <a:p>
            <a:fld id="{294A09A9-5501-47C1-A89A-A340965A2BE2}" type="slidenum">
              <a:rPr lang="fr-FR" smtClean="0"/>
              <a:pPr/>
              <a:t>144</a:t>
            </a:fld>
            <a:endParaRPr lang="fr-FR" dirty="0"/>
          </a:p>
        </p:txBody>
      </p:sp>
      <p:grpSp>
        <p:nvGrpSpPr>
          <p:cNvPr id="7" name="Groupe 6">
            <a:extLst>
              <a:ext uri="{FF2B5EF4-FFF2-40B4-BE49-F238E27FC236}">
                <a16:creationId xmlns:a16="http://schemas.microsoft.com/office/drawing/2014/main" id="{CDE4D5B4-A307-AD01-60CF-22FB45FC3AE0}"/>
              </a:ext>
            </a:extLst>
          </p:cNvPr>
          <p:cNvGrpSpPr/>
          <p:nvPr/>
        </p:nvGrpSpPr>
        <p:grpSpPr>
          <a:xfrm>
            <a:off x="1703512" y="1265328"/>
            <a:ext cx="8908445" cy="4968552"/>
            <a:chOff x="179511" y="1484784"/>
            <a:chExt cx="8908445" cy="4968552"/>
          </a:xfrm>
        </p:grpSpPr>
        <p:cxnSp>
          <p:nvCxnSpPr>
            <p:cNvPr id="8" name="Connecteur droit 7">
              <a:extLst>
                <a:ext uri="{FF2B5EF4-FFF2-40B4-BE49-F238E27FC236}">
                  <a16:creationId xmlns:a16="http://schemas.microsoft.com/office/drawing/2014/main" id="{6BAF2072-51F5-2B4D-5291-6E0A1B7BEFF3}"/>
                </a:ext>
              </a:extLst>
            </p:cNvPr>
            <p:cNvCxnSpPr/>
            <p:nvPr/>
          </p:nvCxnSpPr>
          <p:spPr>
            <a:xfrm>
              <a:off x="4334790" y="1484784"/>
              <a:ext cx="0" cy="4968552"/>
            </a:xfrm>
            <a:prstGeom prst="line">
              <a:avLst/>
            </a:prstGeom>
            <a:noFill/>
            <a:ln w="9525" cap="flat" cmpd="sng" algn="ctr">
              <a:solidFill>
                <a:sysClr val="window" lastClr="FFFFFF">
                  <a:lumMod val="65000"/>
                </a:sysClr>
              </a:solidFill>
              <a:prstDash val="solid"/>
            </a:ln>
            <a:effectLst/>
          </p:spPr>
        </p:cxnSp>
        <p:sp>
          <p:nvSpPr>
            <p:cNvPr id="9" name="Ellipse 8">
              <a:extLst>
                <a:ext uri="{FF2B5EF4-FFF2-40B4-BE49-F238E27FC236}">
                  <a16:creationId xmlns:a16="http://schemas.microsoft.com/office/drawing/2014/main" id="{0CE0A131-09C6-CA7E-2856-6FAB9E26BB19}"/>
                </a:ext>
              </a:extLst>
            </p:cNvPr>
            <p:cNvSpPr/>
            <p:nvPr/>
          </p:nvSpPr>
          <p:spPr>
            <a:xfrm>
              <a:off x="2406752" y="1976799"/>
              <a:ext cx="3856074" cy="3856073"/>
            </a:xfrm>
            <a:prstGeom prst="ellipse">
              <a:avLst/>
            </a:prstGeom>
            <a:noFill/>
            <a:ln w="38100" cap="flat" cmpd="sng" algn="ctr">
              <a:solidFill>
                <a:srgbClr val="FFC000"/>
              </a:solidFill>
              <a:prstDash val="solid"/>
            </a:ln>
            <a:effectLst/>
          </p:spPr>
          <p:txBody>
            <a:bodyPr rtlCol="0" anchor="ctr"/>
            <a:lstStyle/>
            <a:p>
              <a:pPr algn="ctr"/>
              <a:endParaRPr lang="fr-FR" sz="1400" kern="0">
                <a:solidFill>
                  <a:prstClr val="black"/>
                </a:solidFill>
                <a:latin typeface="Calibri"/>
              </a:endParaRPr>
            </a:p>
          </p:txBody>
        </p:sp>
        <p:cxnSp>
          <p:nvCxnSpPr>
            <p:cNvPr id="10" name="Connecteur droit 9">
              <a:extLst>
                <a:ext uri="{FF2B5EF4-FFF2-40B4-BE49-F238E27FC236}">
                  <a16:creationId xmlns:a16="http://schemas.microsoft.com/office/drawing/2014/main" id="{8530CCF7-B2D5-C448-F1A2-BB5D647668D7}"/>
                </a:ext>
              </a:extLst>
            </p:cNvPr>
            <p:cNvCxnSpPr/>
            <p:nvPr/>
          </p:nvCxnSpPr>
          <p:spPr>
            <a:xfrm>
              <a:off x="1813670" y="3896310"/>
              <a:ext cx="5031874" cy="0"/>
            </a:xfrm>
            <a:prstGeom prst="line">
              <a:avLst/>
            </a:prstGeom>
            <a:noFill/>
            <a:ln w="9525" cap="flat" cmpd="sng" algn="ctr">
              <a:solidFill>
                <a:sysClr val="window" lastClr="FFFFFF">
                  <a:lumMod val="65000"/>
                </a:sysClr>
              </a:solidFill>
              <a:prstDash val="solid"/>
            </a:ln>
            <a:effectLst/>
          </p:spPr>
        </p:cxnSp>
        <p:sp>
          <p:nvSpPr>
            <p:cNvPr id="11" name="Ellipse 10">
              <a:extLst>
                <a:ext uri="{FF2B5EF4-FFF2-40B4-BE49-F238E27FC236}">
                  <a16:creationId xmlns:a16="http://schemas.microsoft.com/office/drawing/2014/main" id="{330F531B-9EBE-1661-E6AF-3FC68CC03B01}"/>
                </a:ext>
              </a:extLst>
            </p:cNvPr>
            <p:cNvSpPr/>
            <p:nvPr/>
          </p:nvSpPr>
          <p:spPr>
            <a:xfrm>
              <a:off x="3490409"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endParaRPr lang="fr-FR" sz="1400" kern="0" dirty="0">
                <a:solidFill>
                  <a:prstClr val="black"/>
                </a:solidFill>
                <a:latin typeface="Calibri"/>
              </a:endParaRPr>
            </a:p>
          </p:txBody>
        </p:sp>
        <p:sp>
          <p:nvSpPr>
            <p:cNvPr id="12" name="Ellipse 11">
              <a:extLst>
                <a:ext uri="{FF2B5EF4-FFF2-40B4-BE49-F238E27FC236}">
                  <a16:creationId xmlns:a16="http://schemas.microsoft.com/office/drawing/2014/main" id="{7FA55E95-61D6-F36D-5B9B-9551FEDB5B74}"/>
                </a:ext>
              </a:extLst>
            </p:cNvPr>
            <p:cNvSpPr/>
            <p:nvPr/>
          </p:nvSpPr>
          <p:spPr>
            <a:xfrm>
              <a:off x="3823753"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Ellipse 12">
              <a:extLst>
                <a:ext uri="{FF2B5EF4-FFF2-40B4-BE49-F238E27FC236}">
                  <a16:creationId xmlns:a16="http://schemas.microsoft.com/office/drawing/2014/main" id="{2FCB9F86-A8E7-B161-4B48-B92FBB0C9C50}"/>
                </a:ext>
              </a:extLst>
            </p:cNvPr>
            <p:cNvSpPr/>
            <p:nvPr/>
          </p:nvSpPr>
          <p:spPr>
            <a:xfrm>
              <a:off x="2790629" y="2369964"/>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4" name="Rectangle 13">
              <a:extLst>
                <a:ext uri="{FF2B5EF4-FFF2-40B4-BE49-F238E27FC236}">
                  <a16:creationId xmlns:a16="http://schemas.microsoft.com/office/drawing/2014/main" id="{B17C7A3A-6700-97E1-B1F2-12F92DD31C9C}"/>
                </a:ext>
              </a:extLst>
            </p:cNvPr>
            <p:cNvSpPr/>
            <p:nvPr/>
          </p:nvSpPr>
          <p:spPr>
            <a:xfrm>
              <a:off x="2333711" y="1769182"/>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5" name="Rectangle 14">
              <a:extLst>
                <a:ext uri="{FF2B5EF4-FFF2-40B4-BE49-F238E27FC236}">
                  <a16:creationId xmlns:a16="http://schemas.microsoft.com/office/drawing/2014/main" id="{F39C477F-D832-CB7E-DEAC-F44ECEB10B36}"/>
                </a:ext>
              </a:extLst>
            </p:cNvPr>
            <p:cNvSpPr/>
            <p:nvPr/>
          </p:nvSpPr>
          <p:spPr>
            <a:xfrm>
              <a:off x="5358076" y="1781007"/>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6" name="Ellipse 15">
              <a:extLst>
                <a:ext uri="{FF2B5EF4-FFF2-40B4-BE49-F238E27FC236}">
                  <a16:creationId xmlns:a16="http://schemas.microsoft.com/office/drawing/2014/main" id="{D7EBC74B-31F7-E252-0BF5-2573F4BA9538}"/>
                </a:ext>
              </a:extLst>
            </p:cNvPr>
            <p:cNvSpPr/>
            <p:nvPr/>
          </p:nvSpPr>
          <p:spPr>
            <a:xfrm>
              <a:off x="2019218" y="1636991"/>
              <a:ext cx="4619653" cy="4600321"/>
            </a:xfrm>
            <a:prstGeom prst="ellipse">
              <a:avLst/>
            </a:prstGeom>
            <a:noFill/>
            <a:ln w="38100" cap="flat" cmpd="sng" algn="ctr">
              <a:solidFill>
                <a:srgbClr val="00A278"/>
              </a:solidFill>
              <a:prstDash val="solid"/>
            </a:ln>
            <a:effectLst/>
          </p:spPr>
          <p:txBody>
            <a:bodyPr rtlCol="0" anchor="ctr"/>
            <a:lstStyle/>
            <a:p>
              <a:pPr algn="ctr">
                <a:defRPr/>
              </a:pPr>
              <a:endParaRPr lang="fr-FR" sz="1400" kern="0">
                <a:solidFill>
                  <a:prstClr val="black"/>
                </a:solidFill>
                <a:latin typeface="Calibri"/>
              </a:endParaRPr>
            </a:p>
          </p:txBody>
        </p:sp>
        <p:cxnSp>
          <p:nvCxnSpPr>
            <p:cNvPr id="17" name="Connecteur droit avec flèche 16">
              <a:extLst>
                <a:ext uri="{FF2B5EF4-FFF2-40B4-BE49-F238E27FC236}">
                  <a16:creationId xmlns:a16="http://schemas.microsoft.com/office/drawing/2014/main" id="{6C37F3C5-2118-495A-F5A2-495213418D63}"/>
                </a:ext>
              </a:extLst>
            </p:cNvPr>
            <p:cNvCxnSpPr/>
            <p:nvPr/>
          </p:nvCxnSpPr>
          <p:spPr>
            <a:xfrm flipH="1" flipV="1">
              <a:off x="4514513" y="4076104"/>
              <a:ext cx="1951815" cy="1413599"/>
            </a:xfrm>
            <a:prstGeom prst="straightConnector1">
              <a:avLst/>
            </a:prstGeom>
            <a:noFill/>
            <a:ln w="19050" cap="flat" cmpd="sng" algn="ctr">
              <a:solidFill>
                <a:sysClr val="windowText" lastClr="000000"/>
              </a:solidFill>
              <a:prstDash val="solid"/>
              <a:tailEnd type="arrow"/>
            </a:ln>
            <a:effectLst/>
          </p:spPr>
        </p:cxnSp>
        <p:sp>
          <p:nvSpPr>
            <p:cNvPr id="18" name="ZoneTexte 17">
              <a:extLst>
                <a:ext uri="{FF2B5EF4-FFF2-40B4-BE49-F238E27FC236}">
                  <a16:creationId xmlns:a16="http://schemas.microsoft.com/office/drawing/2014/main" id="{E98A2EF8-F7B4-B6B4-2101-EEB7AA2FD8B5}"/>
                </a:ext>
              </a:extLst>
            </p:cNvPr>
            <p:cNvSpPr txBox="1"/>
            <p:nvPr/>
          </p:nvSpPr>
          <p:spPr>
            <a:xfrm rot="2134154">
              <a:off x="4676592" y="4829017"/>
              <a:ext cx="1598002" cy="307777"/>
            </a:xfrm>
            <a:prstGeom prst="rect">
              <a:avLst/>
            </a:prstGeom>
            <a:noFill/>
          </p:spPr>
          <p:txBody>
            <a:bodyPr wrap="none" rtlCol="0">
              <a:spAutoFit/>
            </a:bodyPr>
            <a:lstStyle/>
            <a:p>
              <a:pPr>
                <a:defRPr/>
              </a:pPr>
              <a:r>
                <a:rPr lang="fr-FR" sz="1400" b="1" kern="0" dirty="0">
                  <a:solidFill>
                    <a:prstClr val="black"/>
                  </a:solidFill>
                  <a:latin typeface="Calibri"/>
                </a:rPr>
                <a:t>MENACE ASSOCIEE</a:t>
              </a:r>
            </a:p>
          </p:txBody>
        </p:sp>
        <p:sp>
          <p:nvSpPr>
            <p:cNvPr id="19" name="Ellipse 18">
              <a:extLst>
                <a:ext uri="{FF2B5EF4-FFF2-40B4-BE49-F238E27FC236}">
                  <a16:creationId xmlns:a16="http://schemas.microsoft.com/office/drawing/2014/main" id="{36D517D2-BEED-509E-FD0A-CBA98E08F024}"/>
                </a:ext>
              </a:extLst>
            </p:cNvPr>
            <p:cNvSpPr/>
            <p:nvPr/>
          </p:nvSpPr>
          <p:spPr>
            <a:xfrm>
              <a:off x="8295868" y="5177425"/>
              <a:ext cx="216403" cy="216403"/>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0" name="Ellipse 19">
              <a:extLst>
                <a:ext uri="{FF2B5EF4-FFF2-40B4-BE49-F238E27FC236}">
                  <a16:creationId xmlns:a16="http://schemas.microsoft.com/office/drawing/2014/main" id="{3E0505DC-192A-A764-C57D-31CB009E5907}"/>
                </a:ext>
              </a:extLst>
            </p:cNvPr>
            <p:cNvSpPr/>
            <p:nvPr/>
          </p:nvSpPr>
          <p:spPr>
            <a:xfrm>
              <a:off x="8637379" y="5076993"/>
              <a:ext cx="316835" cy="31683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1" name="Ellipse 20">
              <a:extLst>
                <a:ext uri="{FF2B5EF4-FFF2-40B4-BE49-F238E27FC236}">
                  <a16:creationId xmlns:a16="http://schemas.microsoft.com/office/drawing/2014/main" id="{0B4ACA78-F5ED-E2DE-8CDD-9300E96E93AA}"/>
                </a:ext>
              </a:extLst>
            </p:cNvPr>
            <p:cNvSpPr/>
            <p:nvPr/>
          </p:nvSpPr>
          <p:spPr>
            <a:xfrm>
              <a:off x="7987198" y="5249828"/>
              <a:ext cx="144000" cy="144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2" name="Ellipse 21">
              <a:extLst>
                <a:ext uri="{FF2B5EF4-FFF2-40B4-BE49-F238E27FC236}">
                  <a16:creationId xmlns:a16="http://schemas.microsoft.com/office/drawing/2014/main" id="{71419A17-4198-C2A0-16B9-A00C3564A002}"/>
                </a:ext>
              </a:extLst>
            </p:cNvPr>
            <p:cNvSpPr/>
            <p:nvPr/>
          </p:nvSpPr>
          <p:spPr>
            <a:xfrm>
              <a:off x="7715824" y="5300044"/>
              <a:ext cx="93672" cy="9378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3" name="ZoneTexte 22">
              <a:extLst>
                <a:ext uri="{FF2B5EF4-FFF2-40B4-BE49-F238E27FC236}">
                  <a16:creationId xmlns:a16="http://schemas.microsoft.com/office/drawing/2014/main" id="{4D5AA9E1-D6F7-DEAB-ED2C-E4DCB3916B4A}"/>
                </a:ext>
              </a:extLst>
            </p:cNvPr>
            <p:cNvSpPr txBox="1"/>
            <p:nvPr/>
          </p:nvSpPr>
          <p:spPr>
            <a:xfrm>
              <a:off x="7613052" y="4725144"/>
              <a:ext cx="1423444" cy="307777"/>
            </a:xfrm>
            <a:prstGeom prst="rect">
              <a:avLst/>
            </a:prstGeom>
            <a:noFill/>
          </p:spPr>
          <p:txBody>
            <a:bodyPr wrap="square" rtlCol="0">
              <a:spAutoFit/>
            </a:bodyPr>
            <a:lstStyle/>
            <a:p>
              <a:pPr>
                <a:defRPr/>
              </a:pPr>
              <a:r>
                <a:rPr lang="fr-FR" sz="1400" b="1" i="1" kern="0" dirty="0">
                  <a:solidFill>
                    <a:prstClr val="black"/>
                  </a:solidFill>
                  <a:latin typeface="Calibri"/>
                </a:rPr>
                <a:t>EXPOSITION</a:t>
              </a:r>
              <a:endParaRPr lang="fr-FR" sz="1200" b="1" i="1" kern="0" dirty="0">
                <a:solidFill>
                  <a:prstClr val="black"/>
                </a:solidFill>
                <a:latin typeface="Calibri"/>
              </a:endParaRPr>
            </a:p>
          </p:txBody>
        </p:sp>
        <p:sp>
          <p:nvSpPr>
            <p:cNvPr id="24" name="ZoneTexte 23">
              <a:extLst>
                <a:ext uri="{FF2B5EF4-FFF2-40B4-BE49-F238E27FC236}">
                  <a16:creationId xmlns:a16="http://schemas.microsoft.com/office/drawing/2014/main" id="{5B4057F7-23C5-FE1A-3961-B5427ABCFBE1}"/>
                </a:ext>
              </a:extLst>
            </p:cNvPr>
            <p:cNvSpPr txBox="1"/>
            <p:nvPr/>
          </p:nvSpPr>
          <p:spPr>
            <a:xfrm>
              <a:off x="7596336" y="5661248"/>
              <a:ext cx="1440160" cy="307777"/>
            </a:xfrm>
            <a:prstGeom prst="rect">
              <a:avLst/>
            </a:prstGeom>
            <a:noFill/>
          </p:spPr>
          <p:txBody>
            <a:bodyPr wrap="square" rtlCol="0">
              <a:spAutoFit/>
            </a:bodyPr>
            <a:lstStyle/>
            <a:p>
              <a:pPr>
                <a:defRPr/>
              </a:pPr>
              <a:r>
                <a:rPr lang="fr-FR" sz="1400" b="1" i="1" kern="0" dirty="0">
                  <a:solidFill>
                    <a:prstClr val="black"/>
                  </a:solidFill>
                  <a:latin typeface="Calibri"/>
                </a:rPr>
                <a:t>FIABILITE CYBER</a:t>
              </a:r>
            </a:p>
          </p:txBody>
        </p:sp>
        <p:sp>
          <p:nvSpPr>
            <p:cNvPr id="25" name="Ellipse 24">
              <a:extLst>
                <a:ext uri="{FF2B5EF4-FFF2-40B4-BE49-F238E27FC236}">
                  <a16:creationId xmlns:a16="http://schemas.microsoft.com/office/drawing/2014/main" id="{2E286346-F904-2587-7211-0D6101781AAD}"/>
                </a:ext>
              </a:extLst>
            </p:cNvPr>
            <p:cNvSpPr/>
            <p:nvPr/>
          </p:nvSpPr>
          <p:spPr>
            <a:xfrm>
              <a:off x="7750623" y="6077371"/>
              <a:ext cx="108000" cy="108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6" name="Ellipse 25">
              <a:extLst>
                <a:ext uri="{FF2B5EF4-FFF2-40B4-BE49-F238E27FC236}">
                  <a16:creationId xmlns:a16="http://schemas.microsoft.com/office/drawing/2014/main" id="{60E4DCF4-20DF-5DD8-CF62-1EA98BBE05BD}"/>
                </a:ext>
              </a:extLst>
            </p:cNvPr>
            <p:cNvSpPr/>
            <p:nvPr/>
          </p:nvSpPr>
          <p:spPr>
            <a:xfrm>
              <a:off x="8068490" y="6077371"/>
              <a:ext cx="108000" cy="108000"/>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7" name="Ellipse 26">
              <a:extLst>
                <a:ext uri="{FF2B5EF4-FFF2-40B4-BE49-F238E27FC236}">
                  <a16:creationId xmlns:a16="http://schemas.microsoft.com/office/drawing/2014/main" id="{B7D66282-EE7D-A3ED-C89B-A80885FADA41}"/>
                </a:ext>
              </a:extLst>
            </p:cNvPr>
            <p:cNvSpPr/>
            <p:nvPr/>
          </p:nvSpPr>
          <p:spPr>
            <a:xfrm>
              <a:off x="8424440" y="6077371"/>
              <a:ext cx="108000" cy="108000"/>
            </a:xfrm>
            <a:prstGeom prst="ellipse">
              <a:avLst/>
            </a:prstGeom>
            <a:solidFill>
              <a:srgbClr val="4F81BD">
                <a:lumMod val="40000"/>
                <a:lumOff val="60000"/>
              </a:srgb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8" name="Ellipse 27">
              <a:extLst>
                <a:ext uri="{FF2B5EF4-FFF2-40B4-BE49-F238E27FC236}">
                  <a16:creationId xmlns:a16="http://schemas.microsoft.com/office/drawing/2014/main" id="{D4DB5955-253F-7B74-EADD-C85C23D13231}"/>
                </a:ext>
              </a:extLst>
            </p:cNvPr>
            <p:cNvSpPr/>
            <p:nvPr/>
          </p:nvSpPr>
          <p:spPr>
            <a:xfrm>
              <a:off x="8748464" y="6077371"/>
              <a:ext cx="108000" cy="108000"/>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endParaRPr lang="fr-FR" sz="1100" kern="0" dirty="0">
                <a:solidFill>
                  <a:prstClr val="white">
                    <a:lumMod val="50000"/>
                  </a:prstClr>
                </a:solidFill>
                <a:latin typeface="Akzidenz-Grotesk Pro Cnd" pitchFamily="50" charset="0"/>
              </a:endParaRPr>
            </a:p>
          </p:txBody>
        </p:sp>
        <p:sp>
          <p:nvSpPr>
            <p:cNvPr id="29" name="ZoneTexte 28">
              <a:extLst>
                <a:ext uri="{FF2B5EF4-FFF2-40B4-BE49-F238E27FC236}">
                  <a16:creationId xmlns:a16="http://schemas.microsoft.com/office/drawing/2014/main" id="{CF3FC16D-127F-034F-AD94-368DCAB967C0}"/>
                </a:ext>
              </a:extLst>
            </p:cNvPr>
            <p:cNvSpPr txBox="1"/>
            <p:nvPr/>
          </p:nvSpPr>
          <p:spPr>
            <a:xfrm>
              <a:off x="179511" y="2570774"/>
              <a:ext cx="1296145"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30" name="ZoneTexte 29">
              <a:extLst>
                <a:ext uri="{FF2B5EF4-FFF2-40B4-BE49-F238E27FC236}">
                  <a16:creationId xmlns:a16="http://schemas.microsoft.com/office/drawing/2014/main" id="{720BAADD-F2C9-D6E2-FA37-EFD8EFEF2F4D}"/>
                </a:ext>
              </a:extLst>
            </p:cNvPr>
            <p:cNvSpPr txBox="1"/>
            <p:nvPr/>
          </p:nvSpPr>
          <p:spPr>
            <a:xfrm>
              <a:off x="179513" y="4005064"/>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31" name="ZoneTexte 30">
              <a:extLst>
                <a:ext uri="{FF2B5EF4-FFF2-40B4-BE49-F238E27FC236}">
                  <a16:creationId xmlns:a16="http://schemas.microsoft.com/office/drawing/2014/main" id="{D2BAADE1-8485-DF35-0443-29C2548C2C34}"/>
                </a:ext>
              </a:extLst>
            </p:cNvPr>
            <p:cNvSpPr txBox="1"/>
            <p:nvPr/>
          </p:nvSpPr>
          <p:spPr>
            <a:xfrm>
              <a:off x="6970267" y="2132856"/>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32" name="ZoneTexte 31">
              <a:extLst>
                <a:ext uri="{FF2B5EF4-FFF2-40B4-BE49-F238E27FC236}">
                  <a16:creationId xmlns:a16="http://schemas.microsoft.com/office/drawing/2014/main" id="{9B505030-B92C-A28B-CF15-237A2E9C3D3D}"/>
                </a:ext>
              </a:extLst>
            </p:cNvPr>
            <p:cNvSpPr txBox="1"/>
            <p:nvPr/>
          </p:nvSpPr>
          <p:spPr>
            <a:xfrm>
              <a:off x="6970267" y="3007985"/>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33" name="ZoneTexte 32">
              <a:extLst>
                <a:ext uri="{FF2B5EF4-FFF2-40B4-BE49-F238E27FC236}">
                  <a16:creationId xmlns:a16="http://schemas.microsoft.com/office/drawing/2014/main" id="{228FC620-6677-4AB0-BA0C-077E38239CC0}"/>
                </a:ext>
              </a:extLst>
            </p:cNvPr>
            <p:cNvSpPr txBox="1"/>
            <p:nvPr/>
          </p:nvSpPr>
          <p:spPr>
            <a:xfrm>
              <a:off x="179513" y="5342304"/>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4" name="ZoneTexte 33">
              <a:extLst>
                <a:ext uri="{FF2B5EF4-FFF2-40B4-BE49-F238E27FC236}">
                  <a16:creationId xmlns:a16="http://schemas.microsoft.com/office/drawing/2014/main" id="{32252454-6164-071C-7EDF-230E29EFB412}"/>
                </a:ext>
              </a:extLst>
            </p:cNvPr>
            <p:cNvSpPr txBox="1"/>
            <p:nvPr/>
          </p:nvSpPr>
          <p:spPr>
            <a:xfrm>
              <a:off x="179512" y="4863626"/>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
          <p:nvSpPr>
            <p:cNvPr id="35" name="Ellipse 34">
              <a:extLst>
                <a:ext uri="{FF2B5EF4-FFF2-40B4-BE49-F238E27FC236}">
                  <a16:creationId xmlns:a16="http://schemas.microsoft.com/office/drawing/2014/main" id="{349D3AF5-DBA6-C253-5618-5E4E223F0990}"/>
                </a:ext>
              </a:extLst>
            </p:cNvPr>
            <p:cNvSpPr/>
            <p:nvPr/>
          </p:nvSpPr>
          <p:spPr>
            <a:xfrm>
              <a:off x="4182661"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36" name="ZoneTexte 35">
              <a:extLst>
                <a:ext uri="{FF2B5EF4-FFF2-40B4-BE49-F238E27FC236}">
                  <a16:creationId xmlns:a16="http://schemas.microsoft.com/office/drawing/2014/main" id="{C8D30B9D-6E0A-49C6-64EE-82CA8260E220}"/>
                </a:ext>
              </a:extLst>
            </p:cNvPr>
            <p:cNvSpPr txBox="1"/>
            <p:nvPr/>
          </p:nvSpPr>
          <p:spPr>
            <a:xfrm>
              <a:off x="4414636" y="3860639"/>
              <a:ext cx="1234310" cy="276999"/>
            </a:xfrm>
            <a:prstGeom prst="rect">
              <a:avLst/>
            </a:prstGeom>
            <a:noFill/>
          </p:spPr>
          <p:txBody>
            <a:bodyPr wrap="square" rtlCol="0">
              <a:spAutoFit/>
            </a:bodyPr>
            <a:lstStyle/>
            <a:p>
              <a:pPr>
                <a:defRPr/>
              </a:pPr>
              <a:r>
                <a:rPr lang="fr-FR" sz="1200" b="1" kern="0" spc="-50" dirty="0">
                  <a:solidFill>
                    <a:srgbClr val="00B0F0"/>
                  </a:solidFill>
                  <a:latin typeface="Calibri"/>
                </a:rPr>
                <a:t>Objet de l'étude</a:t>
              </a:r>
            </a:p>
          </p:txBody>
        </p:sp>
        <p:sp>
          <p:nvSpPr>
            <p:cNvPr id="37" name="Ellipse 36">
              <a:extLst>
                <a:ext uri="{FF2B5EF4-FFF2-40B4-BE49-F238E27FC236}">
                  <a16:creationId xmlns:a16="http://schemas.microsoft.com/office/drawing/2014/main" id="{0E350144-6F7B-D61A-D323-868C364EF815}"/>
                </a:ext>
              </a:extLst>
            </p:cNvPr>
            <p:cNvSpPr/>
            <p:nvPr/>
          </p:nvSpPr>
          <p:spPr>
            <a:xfrm>
              <a:off x="3161067" y="2709274"/>
              <a:ext cx="2385550" cy="2385550"/>
            </a:xfrm>
            <a:prstGeom prst="ellipse">
              <a:avLst/>
            </a:prstGeom>
            <a:noFill/>
            <a:ln w="38100" cap="flat" cmpd="sng" algn="ctr">
              <a:solidFill>
                <a:srgbClr val="C00000"/>
              </a:solidFill>
              <a:prstDash val="solid"/>
            </a:ln>
            <a:effectLst/>
          </p:spPr>
          <p:txBody>
            <a:bodyPr rtlCol="0" anchor="ctr"/>
            <a:lstStyle/>
            <a:p>
              <a:pPr algn="ctr">
                <a:defRPr/>
              </a:pPr>
              <a:endParaRPr lang="fr-FR" sz="1400" kern="0">
                <a:solidFill>
                  <a:prstClr val="black"/>
                </a:solidFill>
                <a:latin typeface="Calibri"/>
              </a:endParaRPr>
            </a:p>
          </p:txBody>
        </p:sp>
        <p:sp>
          <p:nvSpPr>
            <p:cNvPr id="38" name="Rectangle à coins arrondis 177">
              <a:extLst>
                <a:ext uri="{FF2B5EF4-FFF2-40B4-BE49-F238E27FC236}">
                  <a16:creationId xmlns:a16="http://schemas.microsoft.com/office/drawing/2014/main" id="{946853A1-BAA6-DD85-93B2-BBE58A4AD2E6}"/>
                </a:ext>
              </a:extLst>
            </p:cNvPr>
            <p:cNvSpPr/>
            <p:nvPr/>
          </p:nvSpPr>
          <p:spPr>
            <a:xfrm>
              <a:off x="2191919"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39" name="Rectangle à coins arrondis 178">
              <a:extLst>
                <a:ext uri="{FF2B5EF4-FFF2-40B4-BE49-F238E27FC236}">
                  <a16:creationId xmlns:a16="http://schemas.microsoft.com/office/drawing/2014/main" id="{60D9B80F-3922-D75A-A265-7AEC30D52CA8}"/>
                </a:ext>
              </a:extLst>
            </p:cNvPr>
            <p:cNvSpPr/>
            <p:nvPr/>
          </p:nvSpPr>
          <p:spPr>
            <a:xfrm>
              <a:off x="4406312"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0" name="Rectangle à coins arrondis 179">
              <a:extLst>
                <a:ext uri="{FF2B5EF4-FFF2-40B4-BE49-F238E27FC236}">
                  <a16:creationId xmlns:a16="http://schemas.microsoft.com/office/drawing/2014/main" id="{CCB1147A-A9EC-6118-9CF3-D5DE683B92EC}"/>
                </a:ext>
              </a:extLst>
            </p:cNvPr>
            <p:cNvSpPr/>
            <p:nvPr/>
          </p:nvSpPr>
          <p:spPr>
            <a:xfrm>
              <a:off x="2191919"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1" name="Rectangle 40">
              <a:extLst>
                <a:ext uri="{FF2B5EF4-FFF2-40B4-BE49-F238E27FC236}">
                  <a16:creationId xmlns:a16="http://schemas.microsoft.com/office/drawing/2014/main" id="{1E41C509-BBCC-58F0-AA99-F50A6815450B}"/>
                </a:ext>
              </a:extLst>
            </p:cNvPr>
            <p:cNvSpPr/>
            <p:nvPr/>
          </p:nvSpPr>
          <p:spPr>
            <a:xfrm>
              <a:off x="2245030" y="5708322"/>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42" name="Rectangle 41">
              <a:extLst>
                <a:ext uri="{FF2B5EF4-FFF2-40B4-BE49-F238E27FC236}">
                  <a16:creationId xmlns:a16="http://schemas.microsoft.com/office/drawing/2014/main" id="{C449D4E8-333D-47BD-1A23-1017556CC5B2}"/>
                </a:ext>
              </a:extLst>
            </p:cNvPr>
            <p:cNvSpPr/>
            <p:nvPr/>
          </p:nvSpPr>
          <p:spPr>
            <a:xfrm>
              <a:off x="751925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&lt;4</a:t>
              </a:r>
            </a:p>
          </p:txBody>
        </p:sp>
        <p:sp>
          <p:nvSpPr>
            <p:cNvPr id="43" name="Rectangle 42">
              <a:extLst>
                <a:ext uri="{FF2B5EF4-FFF2-40B4-BE49-F238E27FC236}">
                  <a16:creationId xmlns:a16="http://schemas.microsoft.com/office/drawing/2014/main" id="{B51DA995-62F6-3905-0BBA-18F90CDBAEF7}"/>
                </a:ext>
              </a:extLst>
            </p:cNvPr>
            <p:cNvSpPr/>
            <p:nvPr/>
          </p:nvSpPr>
          <p:spPr>
            <a:xfrm>
              <a:off x="8524633"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10</a:t>
              </a:r>
            </a:p>
          </p:txBody>
        </p:sp>
        <p:sp>
          <p:nvSpPr>
            <p:cNvPr id="44" name="Rectangle 43">
              <a:extLst>
                <a:ext uri="{FF2B5EF4-FFF2-40B4-BE49-F238E27FC236}">
                  <a16:creationId xmlns:a16="http://schemas.microsoft.com/office/drawing/2014/main" id="{1E86A646-E9C0-B201-E6C0-DE875AE2D443}"/>
                </a:ext>
              </a:extLst>
            </p:cNvPr>
            <p:cNvSpPr/>
            <p:nvPr/>
          </p:nvSpPr>
          <p:spPr>
            <a:xfrm>
              <a:off x="782604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4-7</a:t>
              </a:r>
            </a:p>
          </p:txBody>
        </p:sp>
        <p:sp>
          <p:nvSpPr>
            <p:cNvPr id="45" name="Rectangle 44">
              <a:extLst>
                <a:ext uri="{FF2B5EF4-FFF2-40B4-BE49-F238E27FC236}">
                  <a16:creationId xmlns:a16="http://schemas.microsoft.com/office/drawing/2014/main" id="{3F229C6D-1033-ADE4-338C-86EFD64E642A}"/>
                </a:ext>
              </a:extLst>
            </p:cNvPr>
            <p:cNvSpPr/>
            <p:nvPr/>
          </p:nvSpPr>
          <p:spPr>
            <a:xfrm>
              <a:off x="8132831"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8-10</a:t>
              </a:r>
            </a:p>
          </p:txBody>
        </p:sp>
        <p:sp>
          <p:nvSpPr>
            <p:cNvPr id="46" name="Rectangle 45">
              <a:extLst>
                <a:ext uri="{FF2B5EF4-FFF2-40B4-BE49-F238E27FC236}">
                  <a16:creationId xmlns:a16="http://schemas.microsoft.com/office/drawing/2014/main" id="{0BD46992-7C27-D714-C6E2-1CFDBB6B9167}"/>
                </a:ext>
              </a:extLst>
            </p:cNvPr>
            <p:cNvSpPr/>
            <p:nvPr/>
          </p:nvSpPr>
          <p:spPr>
            <a:xfrm>
              <a:off x="7596336"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 4</a:t>
              </a:r>
            </a:p>
          </p:txBody>
        </p:sp>
        <p:sp>
          <p:nvSpPr>
            <p:cNvPr id="47" name="Rectangle 46">
              <a:extLst>
                <a:ext uri="{FF2B5EF4-FFF2-40B4-BE49-F238E27FC236}">
                  <a16:creationId xmlns:a16="http://schemas.microsoft.com/office/drawing/2014/main" id="{ED776ABA-E0B6-0185-4567-CD5D5A4D51E6}"/>
                </a:ext>
              </a:extLst>
            </p:cNvPr>
            <p:cNvSpPr/>
            <p:nvPr/>
          </p:nvSpPr>
          <p:spPr>
            <a:xfrm>
              <a:off x="8604448"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8</a:t>
              </a:r>
            </a:p>
          </p:txBody>
        </p:sp>
        <p:sp>
          <p:nvSpPr>
            <p:cNvPr id="48" name="Rectangle 47">
              <a:extLst>
                <a:ext uri="{FF2B5EF4-FFF2-40B4-BE49-F238E27FC236}">
                  <a16:creationId xmlns:a16="http://schemas.microsoft.com/office/drawing/2014/main" id="{EF23ED10-61F9-3AEB-3051-84928B0FCEF7}"/>
                </a:ext>
              </a:extLst>
            </p:cNvPr>
            <p:cNvSpPr/>
            <p:nvPr/>
          </p:nvSpPr>
          <p:spPr>
            <a:xfrm>
              <a:off x="7932373"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4-5</a:t>
              </a:r>
            </a:p>
          </p:txBody>
        </p:sp>
        <p:sp>
          <p:nvSpPr>
            <p:cNvPr id="49" name="Rectangle 48">
              <a:extLst>
                <a:ext uri="{FF2B5EF4-FFF2-40B4-BE49-F238E27FC236}">
                  <a16:creationId xmlns:a16="http://schemas.microsoft.com/office/drawing/2014/main" id="{AF118910-7463-03F7-01D5-48B58FD0EB28}"/>
                </a:ext>
              </a:extLst>
            </p:cNvPr>
            <p:cNvSpPr/>
            <p:nvPr/>
          </p:nvSpPr>
          <p:spPr>
            <a:xfrm>
              <a:off x="8268410"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6-8</a:t>
              </a:r>
            </a:p>
          </p:txBody>
        </p:sp>
        <p:sp>
          <p:nvSpPr>
            <p:cNvPr id="50" name="Ellipse 49">
              <a:extLst>
                <a:ext uri="{FF2B5EF4-FFF2-40B4-BE49-F238E27FC236}">
                  <a16:creationId xmlns:a16="http://schemas.microsoft.com/office/drawing/2014/main" id="{F367D830-F2BD-55C8-307A-2325E90BD2F4}"/>
                </a:ext>
              </a:extLst>
            </p:cNvPr>
            <p:cNvSpPr/>
            <p:nvPr/>
          </p:nvSpPr>
          <p:spPr>
            <a:xfrm>
              <a:off x="2771800" y="2662381"/>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1" name="Rectangle 50">
              <a:extLst>
                <a:ext uri="{FF2B5EF4-FFF2-40B4-BE49-F238E27FC236}">
                  <a16:creationId xmlns:a16="http://schemas.microsoft.com/office/drawing/2014/main" id="{57C37405-6B67-C621-4ED9-7EADFE7FDAA3}"/>
                </a:ext>
              </a:extLst>
            </p:cNvPr>
            <p:cNvSpPr/>
            <p:nvPr/>
          </p:nvSpPr>
          <p:spPr>
            <a:xfrm>
              <a:off x="6012160" y="5137143"/>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0</a:t>
              </a:r>
            </a:p>
          </p:txBody>
        </p:sp>
        <p:sp>
          <p:nvSpPr>
            <p:cNvPr id="52" name="Rectangle 51">
              <a:extLst>
                <a:ext uri="{FF2B5EF4-FFF2-40B4-BE49-F238E27FC236}">
                  <a16:creationId xmlns:a16="http://schemas.microsoft.com/office/drawing/2014/main" id="{21367B71-9C48-70B7-54A8-CE30085FC913}"/>
                </a:ext>
              </a:extLst>
            </p:cNvPr>
            <p:cNvSpPr/>
            <p:nvPr/>
          </p:nvSpPr>
          <p:spPr>
            <a:xfrm>
              <a:off x="5681724" y="491516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1</a:t>
              </a:r>
            </a:p>
          </p:txBody>
        </p:sp>
        <p:sp>
          <p:nvSpPr>
            <p:cNvPr id="53" name="Rectangle 52">
              <a:extLst>
                <a:ext uri="{FF2B5EF4-FFF2-40B4-BE49-F238E27FC236}">
                  <a16:creationId xmlns:a16="http://schemas.microsoft.com/office/drawing/2014/main" id="{79620057-42D4-BD2F-71C4-45A8E4B6FD93}"/>
                </a:ext>
              </a:extLst>
            </p:cNvPr>
            <p:cNvSpPr/>
            <p:nvPr/>
          </p:nvSpPr>
          <p:spPr>
            <a:xfrm>
              <a:off x="5380090" y="469461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2</a:t>
              </a:r>
            </a:p>
          </p:txBody>
        </p:sp>
        <p:sp>
          <p:nvSpPr>
            <p:cNvPr id="54" name="Rectangle 53">
              <a:extLst>
                <a:ext uri="{FF2B5EF4-FFF2-40B4-BE49-F238E27FC236}">
                  <a16:creationId xmlns:a16="http://schemas.microsoft.com/office/drawing/2014/main" id="{5D4E38D2-C151-EC33-FDBC-2FF3B78EF6D9}"/>
                </a:ext>
              </a:extLst>
            </p:cNvPr>
            <p:cNvSpPr/>
            <p:nvPr/>
          </p:nvSpPr>
          <p:spPr>
            <a:xfrm>
              <a:off x="5099128" y="4497116"/>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3</a:t>
              </a:r>
            </a:p>
          </p:txBody>
        </p:sp>
        <p:sp>
          <p:nvSpPr>
            <p:cNvPr id="55" name="Rectangle 54">
              <a:extLst>
                <a:ext uri="{FF2B5EF4-FFF2-40B4-BE49-F238E27FC236}">
                  <a16:creationId xmlns:a16="http://schemas.microsoft.com/office/drawing/2014/main" id="{43181B1A-5726-B4FC-E87C-0F8C2F48FF58}"/>
                </a:ext>
              </a:extLst>
            </p:cNvPr>
            <p:cNvSpPr/>
            <p:nvPr/>
          </p:nvSpPr>
          <p:spPr>
            <a:xfrm>
              <a:off x="4792635" y="4258727"/>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a:t>
              </a:r>
            </a:p>
          </p:txBody>
        </p:sp>
        <p:sp>
          <p:nvSpPr>
            <p:cNvPr id="56" name="Rectangle 55">
              <a:extLst>
                <a:ext uri="{FF2B5EF4-FFF2-40B4-BE49-F238E27FC236}">
                  <a16:creationId xmlns:a16="http://schemas.microsoft.com/office/drawing/2014/main" id="{C1AD41BA-108D-DC97-E581-2FB4AA5994CE}"/>
                </a:ext>
              </a:extLst>
            </p:cNvPr>
            <p:cNvSpPr/>
            <p:nvPr/>
          </p:nvSpPr>
          <p:spPr>
            <a:xfrm>
              <a:off x="4532931" y="407610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5</a:t>
              </a:r>
            </a:p>
          </p:txBody>
        </p:sp>
        <p:sp>
          <p:nvSpPr>
            <p:cNvPr id="57" name="Ellipse 56">
              <a:extLst>
                <a:ext uri="{FF2B5EF4-FFF2-40B4-BE49-F238E27FC236}">
                  <a16:creationId xmlns:a16="http://schemas.microsoft.com/office/drawing/2014/main" id="{259D2157-3989-AF17-060B-58E5E09681B3}"/>
                </a:ext>
              </a:extLst>
            </p:cNvPr>
            <p:cNvSpPr/>
            <p:nvPr/>
          </p:nvSpPr>
          <p:spPr>
            <a:xfrm>
              <a:off x="3823117" y="5248450"/>
              <a:ext cx="316835" cy="316835"/>
            </a:xfrm>
            <a:prstGeom prst="ellipse">
              <a:avLst/>
            </a:prstGeom>
            <a:solidFill>
              <a:schemeClr val="bg1">
                <a:lumMod val="75000"/>
              </a:scheme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8" name="Ellipse 57">
              <a:extLst>
                <a:ext uri="{FF2B5EF4-FFF2-40B4-BE49-F238E27FC236}">
                  <a16:creationId xmlns:a16="http://schemas.microsoft.com/office/drawing/2014/main" id="{308DC8C5-5FD4-9B31-1CBD-A3624A96BD61}"/>
                </a:ext>
              </a:extLst>
            </p:cNvPr>
            <p:cNvSpPr/>
            <p:nvPr/>
          </p:nvSpPr>
          <p:spPr>
            <a:xfrm>
              <a:off x="2704497" y="4840357"/>
              <a:ext cx="316835" cy="316835"/>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cxnSp>
          <p:nvCxnSpPr>
            <p:cNvPr id="59" name="Connecteur droit avec flèche 58">
              <a:extLst>
                <a:ext uri="{FF2B5EF4-FFF2-40B4-BE49-F238E27FC236}">
                  <a16:creationId xmlns:a16="http://schemas.microsoft.com/office/drawing/2014/main" id="{742B7FD5-BE32-198F-BB5C-89D4549ACF41}"/>
                </a:ext>
              </a:extLst>
            </p:cNvPr>
            <p:cNvCxnSpPr>
              <a:stCxn id="29" idx="3"/>
              <a:endCxn id="50" idx="2"/>
            </p:cNvCxnSpPr>
            <p:nvPr/>
          </p:nvCxnSpPr>
          <p:spPr>
            <a:xfrm flipV="1">
              <a:off x="1475656" y="2709273"/>
              <a:ext cx="1296144" cy="1"/>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0" name="Connecteur droit avec flèche 59">
              <a:extLst>
                <a:ext uri="{FF2B5EF4-FFF2-40B4-BE49-F238E27FC236}">
                  <a16:creationId xmlns:a16="http://schemas.microsoft.com/office/drawing/2014/main" id="{5080AF74-7294-E0E2-0B4A-5830036BD00A}"/>
                </a:ext>
              </a:extLst>
            </p:cNvPr>
            <p:cNvCxnSpPr>
              <a:stCxn id="30" idx="3"/>
              <a:endCxn id="67" idx="2"/>
            </p:cNvCxnSpPr>
            <p:nvPr/>
          </p:nvCxnSpPr>
          <p:spPr>
            <a:xfrm flipV="1">
              <a:off x="1619673" y="4326463"/>
              <a:ext cx="1584174" cy="1767"/>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1" name="Connecteur droit avec flèche 60">
              <a:extLst>
                <a:ext uri="{FF2B5EF4-FFF2-40B4-BE49-F238E27FC236}">
                  <a16:creationId xmlns:a16="http://schemas.microsoft.com/office/drawing/2014/main" id="{89FD2DC2-4FC7-9028-EE78-13598E6387C9}"/>
                </a:ext>
              </a:extLst>
            </p:cNvPr>
            <p:cNvCxnSpPr>
              <a:stCxn id="34" idx="3"/>
              <a:endCxn id="58" idx="2"/>
            </p:cNvCxnSpPr>
            <p:nvPr/>
          </p:nvCxnSpPr>
          <p:spPr>
            <a:xfrm flipV="1">
              <a:off x="1619673" y="4998775"/>
              <a:ext cx="1084824" cy="3351"/>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2" name="Connecteur droit avec flèche 61">
              <a:extLst>
                <a:ext uri="{FF2B5EF4-FFF2-40B4-BE49-F238E27FC236}">
                  <a16:creationId xmlns:a16="http://schemas.microsoft.com/office/drawing/2014/main" id="{E3D0D134-E543-8F4C-1FE4-A0A2CADBB044}"/>
                </a:ext>
              </a:extLst>
            </p:cNvPr>
            <p:cNvCxnSpPr>
              <a:stCxn id="33" idx="3"/>
              <a:endCxn id="57" idx="2"/>
            </p:cNvCxnSpPr>
            <p:nvPr/>
          </p:nvCxnSpPr>
          <p:spPr>
            <a:xfrm flipV="1">
              <a:off x="1619673" y="5406868"/>
              <a:ext cx="2203444" cy="166269"/>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3" name="Connecteur droit avec flèche 62">
              <a:extLst>
                <a:ext uri="{FF2B5EF4-FFF2-40B4-BE49-F238E27FC236}">
                  <a16:creationId xmlns:a16="http://schemas.microsoft.com/office/drawing/2014/main" id="{90E5EA32-074E-8F30-839A-9E03C9B17E9A}"/>
                </a:ext>
              </a:extLst>
            </p:cNvPr>
            <p:cNvCxnSpPr>
              <a:stCxn id="32" idx="1"/>
              <a:endCxn id="65" idx="6"/>
            </p:cNvCxnSpPr>
            <p:nvPr/>
          </p:nvCxnSpPr>
          <p:spPr>
            <a:xfrm flipH="1">
              <a:off x="6283356" y="3146485"/>
              <a:ext cx="686911" cy="349"/>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4" name="Connecteur droit avec flèche 63">
              <a:extLst>
                <a:ext uri="{FF2B5EF4-FFF2-40B4-BE49-F238E27FC236}">
                  <a16:creationId xmlns:a16="http://schemas.microsoft.com/office/drawing/2014/main" id="{7EBF1BA2-0F4E-13DB-A0FF-03DF8250C3A6}"/>
                </a:ext>
              </a:extLst>
            </p:cNvPr>
            <p:cNvCxnSpPr>
              <a:stCxn id="31" idx="1"/>
              <a:endCxn id="66" idx="6"/>
            </p:cNvCxnSpPr>
            <p:nvPr/>
          </p:nvCxnSpPr>
          <p:spPr>
            <a:xfrm flipH="1">
              <a:off x="5076040" y="2271356"/>
              <a:ext cx="1894227" cy="250692"/>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EFF60563-0C2E-B74B-9FE5-BA147204A092}"/>
                </a:ext>
              </a:extLst>
            </p:cNvPr>
            <p:cNvSpPr/>
            <p:nvPr/>
          </p:nvSpPr>
          <p:spPr>
            <a:xfrm>
              <a:off x="6189684" y="3099942"/>
              <a:ext cx="93672" cy="93784"/>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66" name="Ellipse 65">
              <a:extLst>
                <a:ext uri="{FF2B5EF4-FFF2-40B4-BE49-F238E27FC236}">
                  <a16:creationId xmlns:a16="http://schemas.microsoft.com/office/drawing/2014/main" id="{5D34D82A-13F2-10A5-5497-E959374E4B24}"/>
                </a:ext>
              </a:extLst>
            </p:cNvPr>
            <p:cNvSpPr/>
            <p:nvPr/>
          </p:nvSpPr>
          <p:spPr>
            <a:xfrm>
              <a:off x="4932040" y="2450048"/>
              <a:ext cx="144000" cy="144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grpSp>
      <p:sp>
        <p:nvSpPr>
          <p:cNvPr id="67" name="Ellipse 66">
            <a:extLst>
              <a:ext uri="{FF2B5EF4-FFF2-40B4-BE49-F238E27FC236}">
                <a16:creationId xmlns:a16="http://schemas.microsoft.com/office/drawing/2014/main" id="{FC26C21C-51F6-E1D3-C15C-C34AB4B1FC7D}"/>
              </a:ext>
            </a:extLst>
          </p:cNvPr>
          <p:cNvSpPr/>
          <p:nvPr/>
        </p:nvSpPr>
        <p:spPr>
          <a:xfrm>
            <a:off x="4727848" y="4060115"/>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Tree>
    <p:extLst>
      <p:ext uri="{BB962C8B-B14F-4D97-AF65-F5344CB8AC3E}">
        <p14:creationId xmlns:p14="http://schemas.microsoft.com/office/powerpoint/2010/main" val="377588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7E2EF8-71D6-ED00-D9E6-BBDF0C781BE8}"/>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863EEEBD-F16B-91C6-CDD9-89408D123600}"/>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D674BACB-9D50-BF4D-4A41-280A7BB612E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41379C-AC9C-E37C-A238-BE3D2E5D8238}"/>
              </a:ext>
            </a:extLst>
          </p:cNvPr>
          <p:cNvSpPr>
            <a:spLocks noGrp="1"/>
          </p:cNvSpPr>
          <p:nvPr>
            <p:ph type="sldNum" sz="quarter" idx="12"/>
          </p:nvPr>
        </p:nvSpPr>
        <p:spPr/>
        <p:txBody>
          <a:bodyPr/>
          <a:lstStyle/>
          <a:p>
            <a:fld id="{294A09A9-5501-47C1-A89A-A340965A2BE2}" type="slidenum">
              <a:rPr lang="fr-FR" smtClean="0"/>
              <a:pPr/>
              <a:t>145</a:t>
            </a:fld>
            <a:endParaRPr lang="fr-FR" dirty="0"/>
          </a:p>
        </p:txBody>
      </p:sp>
      <p:sp>
        <p:nvSpPr>
          <p:cNvPr id="11" name="ZoneTexte 10">
            <a:extLst>
              <a:ext uri="{FF2B5EF4-FFF2-40B4-BE49-F238E27FC236}">
                <a16:creationId xmlns:a16="http://schemas.microsoft.com/office/drawing/2014/main" id="{3DFE8C03-3698-4548-9038-E095B0D30734}"/>
              </a:ext>
            </a:extLst>
          </p:cNvPr>
          <p:cNvSpPr txBox="1"/>
          <p:nvPr/>
        </p:nvSpPr>
        <p:spPr>
          <a:xfrm>
            <a:off x="8472264" y="6181460"/>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a:t>
            </a:r>
          </a:p>
        </p:txBody>
      </p:sp>
      <p:sp>
        <p:nvSpPr>
          <p:cNvPr id="12" name="Rectangle 11">
            <a:extLst>
              <a:ext uri="{FF2B5EF4-FFF2-40B4-BE49-F238E27FC236}">
                <a16:creationId xmlns:a16="http://schemas.microsoft.com/office/drawing/2014/main" id="{3BD6DEBE-A75A-3A2D-0DA4-71E7C1C987E2}"/>
              </a:ext>
            </a:extLst>
          </p:cNvPr>
          <p:cNvSpPr/>
          <p:nvPr/>
        </p:nvSpPr>
        <p:spPr>
          <a:xfrm>
            <a:off x="8538143" y="1782721"/>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7A813258-1FCF-ACC2-4D3B-BC2D1BF6C030}"/>
              </a:ext>
            </a:extLst>
          </p:cNvPr>
          <p:cNvSpPr/>
          <p:nvPr/>
        </p:nvSpPr>
        <p:spPr>
          <a:xfrm>
            <a:off x="3824156" y="1782721"/>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0C268C98-AA73-0BFC-A6B2-E2F2623790EC}"/>
              </a:ext>
            </a:extLst>
          </p:cNvPr>
          <p:cNvSpPr/>
          <p:nvPr/>
        </p:nvSpPr>
        <p:spPr>
          <a:xfrm>
            <a:off x="1666672" y="1782721"/>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Rectangle 14">
            <a:extLst>
              <a:ext uri="{FF2B5EF4-FFF2-40B4-BE49-F238E27FC236}">
                <a16:creationId xmlns:a16="http://schemas.microsoft.com/office/drawing/2014/main" id="{C184D482-327F-CA06-22FA-5FC69B0AD941}"/>
              </a:ext>
            </a:extLst>
          </p:cNvPr>
          <p:cNvSpPr/>
          <p:nvPr/>
        </p:nvSpPr>
        <p:spPr>
          <a:xfrm>
            <a:off x="1706432"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9C4B6585-29F0-E8D1-A4FB-1EB8EA85568A}"/>
              </a:ext>
            </a:extLst>
          </p:cNvPr>
          <p:cNvSpPr txBox="1"/>
          <p:nvPr/>
        </p:nvSpPr>
        <p:spPr>
          <a:xfrm>
            <a:off x="2001566"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17" name="ZoneTexte 16">
            <a:extLst>
              <a:ext uri="{FF2B5EF4-FFF2-40B4-BE49-F238E27FC236}">
                <a16:creationId xmlns:a16="http://schemas.microsoft.com/office/drawing/2014/main" id="{77017A93-7B28-08B8-CBED-5EB9A72042C9}"/>
              </a:ext>
            </a:extLst>
          </p:cNvPr>
          <p:cNvSpPr txBox="1"/>
          <p:nvPr/>
        </p:nvSpPr>
        <p:spPr>
          <a:xfrm>
            <a:off x="5612896"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Tree>
    <p:extLst>
      <p:ext uri="{BB962C8B-B14F-4D97-AF65-F5344CB8AC3E}">
        <p14:creationId xmlns:p14="http://schemas.microsoft.com/office/powerpoint/2010/main" val="265172080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72C898-4C5C-F111-6D25-96F6CD2F9EED}"/>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A718D26D-EB1C-F74C-3EEF-6FFFC8620D5C}"/>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AA96E3AD-B718-86FA-FB50-9B526A7405DD}"/>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FA68C4DC-7B3B-D685-0BFE-DC1FBF4275BE}"/>
              </a:ext>
            </a:extLst>
          </p:cNvPr>
          <p:cNvSpPr>
            <a:spLocks noGrp="1"/>
          </p:cNvSpPr>
          <p:nvPr>
            <p:ph type="sldNum" sz="quarter" idx="12"/>
          </p:nvPr>
        </p:nvSpPr>
        <p:spPr/>
        <p:txBody>
          <a:bodyPr/>
          <a:lstStyle/>
          <a:p>
            <a:fld id="{294A09A9-5501-47C1-A89A-A340965A2BE2}" type="slidenum">
              <a:rPr lang="fr-FR" smtClean="0"/>
              <a:pPr/>
              <a:t>146</a:t>
            </a:fld>
            <a:endParaRPr lang="fr-FR" dirty="0"/>
          </a:p>
        </p:txBody>
      </p:sp>
      <p:sp>
        <p:nvSpPr>
          <p:cNvPr id="7" name="Rectangle 6">
            <a:extLst>
              <a:ext uri="{FF2B5EF4-FFF2-40B4-BE49-F238E27FC236}">
                <a16:creationId xmlns:a16="http://schemas.microsoft.com/office/drawing/2014/main" id="{6419728F-5C56-78ED-9B3B-A8579AED7047}"/>
              </a:ext>
            </a:extLst>
          </p:cNvPr>
          <p:cNvSpPr/>
          <p:nvPr/>
        </p:nvSpPr>
        <p:spPr>
          <a:xfrm>
            <a:off x="1718624"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A316408-0472-9517-3CC1-80BA5A8DFA37}"/>
              </a:ext>
            </a:extLst>
          </p:cNvPr>
          <p:cNvSpPr txBox="1"/>
          <p:nvPr/>
        </p:nvSpPr>
        <p:spPr>
          <a:xfrm>
            <a:off x="2013758"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9" name="ZoneTexte 8">
            <a:extLst>
              <a:ext uri="{FF2B5EF4-FFF2-40B4-BE49-F238E27FC236}">
                <a16:creationId xmlns:a16="http://schemas.microsoft.com/office/drawing/2014/main" id="{93C2F138-0BE7-29D6-7210-1062356ADB68}"/>
              </a:ext>
            </a:extLst>
          </p:cNvPr>
          <p:cNvSpPr txBox="1"/>
          <p:nvPr/>
        </p:nvSpPr>
        <p:spPr>
          <a:xfrm>
            <a:off x="5625088"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
        <p:nvSpPr>
          <p:cNvPr id="11" name="ZoneTexte 10">
            <a:extLst>
              <a:ext uri="{FF2B5EF4-FFF2-40B4-BE49-F238E27FC236}">
                <a16:creationId xmlns:a16="http://schemas.microsoft.com/office/drawing/2014/main" id="{33E3491A-5618-021C-FFC9-A6989A6FE3B0}"/>
              </a:ext>
            </a:extLst>
          </p:cNvPr>
          <p:cNvSpPr txBox="1"/>
          <p:nvPr/>
        </p:nvSpPr>
        <p:spPr>
          <a:xfrm>
            <a:off x="8472264" y="6193652"/>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2" name="Rectangle 11">
            <a:extLst>
              <a:ext uri="{FF2B5EF4-FFF2-40B4-BE49-F238E27FC236}">
                <a16:creationId xmlns:a16="http://schemas.microsoft.com/office/drawing/2014/main" id="{8F5314D4-3343-C53E-34B1-ADE7ECACB1C7}"/>
              </a:ext>
            </a:extLst>
          </p:cNvPr>
          <p:cNvSpPr/>
          <p:nvPr/>
        </p:nvSpPr>
        <p:spPr>
          <a:xfrm>
            <a:off x="8538143" y="1794913"/>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878777BE-E831-2C88-588D-BDFFAB9BDBA8}"/>
              </a:ext>
            </a:extLst>
          </p:cNvPr>
          <p:cNvSpPr/>
          <p:nvPr/>
        </p:nvSpPr>
        <p:spPr>
          <a:xfrm>
            <a:off x="3824156" y="1794913"/>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B008CD6E-8BD7-301C-633A-EA7DE3C03C12}"/>
              </a:ext>
            </a:extLst>
          </p:cNvPr>
          <p:cNvSpPr/>
          <p:nvPr/>
        </p:nvSpPr>
        <p:spPr>
          <a:xfrm>
            <a:off x="1666672" y="1794913"/>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Ellipse 14">
            <a:extLst>
              <a:ext uri="{FF2B5EF4-FFF2-40B4-BE49-F238E27FC236}">
                <a16:creationId xmlns:a16="http://schemas.microsoft.com/office/drawing/2014/main" id="{1636FC2D-619C-DBA6-6303-1CFCF6EC30D7}"/>
              </a:ext>
            </a:extLst>
          </p:cNvPr>
          <p:cNvSpPr/>
          <p:nvPr/>
        </p:nvSpPr>
        <p:spPr>
          <a:xfrm>
            <a:off x="1851820" y="3688824"/>
            <a:ext cx="1609705" cy="914400"/>
          </a:xfrm>
          <a:prstGeom prst="ellipse">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latin typeface="Calibri" panose="020F0502020204030204" pitchFamily="34" charset="0"/>
              </a:rPr>
              <a:t>Organisation de malfaiteurs</a:t>
            </a:r>
          </a:p>
        </p:txBody>
      </p:sp>
      <p:sp>
        <p:nvSpPr>
          <p:cNvPr id="16" name="Rectangle 15">
            <a:extLst>
              <a:ext uri="{FF2B5EF4-FFF2-40B4-BE49-F238E27FC236}">
                <a16:creationId xmlns:a16="http://schemas.microsoft.com/office/drawing/2014/main" id="{5DA41D71-82DA-47EC-B62F-88D0E6B58154}"/>
              </a:ext>
            </a:extLst>
          </p:cNvPr>
          <p:cNvSpPr/>
          <p:nvPr/>
        </p:nvSpPr>
        <p:spPr>
          <a:xfrm>
            <a:off x="5365067" y="2752720"/>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Mairie</a:t>
            </a:r>
          </a:p>
        </p:txBody>
      </p:sp>
      <p:sp>
        <p:nvSpPr>
          <p:cNvPr id="17" name="Rectangle 16">
            <a:extLst>
              <a:ext uri="{FF2B5EF4-FFF2-40B4-BE49-F238E27FC236}">
                <a16:creationId xmlns:a16="http://schemas.microsoft.com/office/drawing/2014/main" id="{6F09EFE6-A67E-6E37-3896-8079CEF20916}"/>
              </a:ext>
            </a:extLst>
          </p:cNvPr>
          <p:cNvSpPr/>
          <p:nvPr/>
        </p:nvSpPr>
        <p:spPr>
          <a:xfrm>
            <a:off x="5365067" y="5345008"/>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Société d’administration</a:t>
            </a:r>
          </a:p>
        </p:txBody>
      </p:sp>
      <p:sp>
        <p:nvSpPr>
          <p:cNvPr id="18" name="Ellipse 17">
            <a:extLst>
              <a:ext uri="{FF2B5EF4-FFF2-40B4-BE49-F238E27FC236}">
                <a16:creationId xmlns:a16="http://schemas.microsoft.com/office/drawing/2014/main" id="{BA43A0AB-A4C1-07C2-7316-4003A8819381}"/>
              </a:ext>
            </a:extLst>
          </p:cNvPr>
          <p:cNvSpPr/>
          <p:nvPr/>
        </p:nvSpPr>
        <p:spPr>
          <a:xfrm>
            <a:off x="8832305" y="3675176"/>
            <a:ext cx="1487509" cy="914400"/>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Informations</a:t>
            </a:r>
            <a:r>
              <a:rPr lang="fr-FR" sz="1200" dirty="0">
                <a:latin typeface="Calibri" panose="020F0502020204030204" pitchFamily="34" charset="0"/>
              </a:rPr>
              <a:t> </a:t>
            </a:r>
            <a:r>
              <a:rPr lang="fr-FR" sz="1050" dirty="0">
                <a:latin typeface="Calibri" panose="020F0502020204030204" pitchFamily="34" charset="0"/>
              </a:rPr>
              <a:t>(données des citoyens)</a:t>
            </a:r>
          </a:p>
        </p:txBody>
      </p:sp>
      <p:sp>
        <p:nvSpPr>
          <p:cNvPr id="19" name="Ellipse 18">
            <a:extLst>
              <a:ext uri="{FF2B5EF4-FFF2-40B4-BE49-F238E27FC236}">
                <a16:creationId xmlns:a16="http://schemas.microsoft.com/office/drawing/2014/main" id="{F02E7308-8A8C-E30F-3709-ACEB64639FBA}"/>
              </a:ext>
            </a:extLst>
          </p:cNvPr>
          <p:cNvSpPr/>
          <p:nvPr/>
        </p:nvSpPr>
        <p:spPr>
          <a:xfrm>
            <a:off x="6600056" y="2341620"/>
            <a:ext cx="1431776" cy="746156"/>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TIN </a:t>
            </a:r>
            <a:r>
              <a:rPr lang="fr-FR" sz="1050" dirty="0">
                <a:latin typeface="Calibri" panose="020F0502020204030204" pitchFamily="34" charset="0"/>
              </a:rPr>
              <a:t>(contenant des données des citoyens)</a:t>
            </a:r>
          </a:p>
        </p:txBody>
      </p:sp>
      <p:cxnSp>
        <p:nvCxnSpPr>
          <p:cNvPr id="20" name="Connecteur en angle 46">
            <a:extLst>
              <a:ext uri="{FF2B5EF4-FFF2-40B4-BE49-F238E27FC236}">
                <a16:creationId xmlns:a16="http://schemas.microsoft.com/office/drawing/2014/main" id="{D85BC342-28AF-041D-CF12-39E002ED5055}"/>
              </a:ext>
            </a:extLst>
          </p:cNvPr>
          <p:cNvCxnSpPr>
            <a:stCxn id="15" idx="0"/>
            <a:endCxn id="16" idx="1"/>
          </p:cNvCxnSpPr>
          <p:nvPr/>
        </p:nvCxnSpPr>
        <p:spPr>
          <a:xfrm rot="5400000" flipH="1" flipV="1">
            <a:off x="3681407" y="2005166"/>
            <a:ext cx="65892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Connecteur en angle 47">
            <a:extLst>
              <a:ext uri="{FF2B5EF4-FFF2-40B4-BE49-F238E27FC236}">
                <a16:creationId xmlns:a16="http://schemas.microsoft.com/office/drawing/2014/main" id="{E4E1206C-2FAB-FA3D-0430-98D3B76687E9}"/>
              </a:ext>
            </a:extLst>
          </p:cNvPr>
          <p:cNvCxnSpPr>
            <a:stCxn id="15" idx="4"/>
            <a:endCxn id="17" idx="1"/>
          </p:cNvCxnSpPr>
          <p:nvPr/>
        </p:nvCxnSpPr>
        <p:spPr>
          <a:xfrm rot="16200000" flipH="1">
            <a:off x="3501387" y="3758509"/>
            <a:ext cx="101896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Connecteur en angle 48">
            <a:extLst>
              <a:ext uri="{FF2B5EF4-FFF2-40B4-BE49-F238E27FC236}">
                <a16:creationId xmlns:a16="http://schemas.microsoft.com/office/drawing/2014/main" id="{A6BE669F-6040-06D9-F7F8-24E9E3D67AE4}"/>
              </a:ext>
            </a:extLst>
          </p:cNvPr>
          <p:cNvCxnSpPr>
            <a:stCxn id="17" idx="3"/>
            <a:endCxn id="18" idx="4"/>
          </p:cNvCxnSpPr>
          <p:nvPr/>
        </p:nvCxnSpPr>
        <p:spPr>
          <a:xfrm flipV="1">
            <a:off x="6949243" y="4589576"/>
            <a:ext cx="2626816" cy="1032612"/>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Connecteur en angle 49">
            <a:extLst>
              <a:ext uri="{FF2B5EF4-FFF2-40B4-BE49-F238E27FC236}">
                <a16:creationId xmlns:a16="http://schemas.microsoft.com/office/drawing/2014/main" id="{2DFF83A7-CDD8-ED7C-8A8D-D04CEE904B50}"/>
              </a:ext>
            </a:extLst>
          </p:cNvPr>
          <p:cNvCxnSpPr>
            <a:stCxn id="15" idx="6"/>
            <a:endCxn id="18" idx="2"/>
          </p:cNvCxnSpPr>
          <p:nvPr/>
        </p:nvCxnSpPr>
        <p:spPr>
          <a:xfrm flipV="1">
            <a:off x="3461524" y="4132376"/>
            <a:ext cx="5370780" cy="0"/>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2786C3C-521B-BC15-9149-BFB8A35BF166}"/>
              </a:ext>
            </a:extLst>
          </p:cNvPr>
          <p:cNvSpPr/>
          <p:nvPr/>
        </p:nvSpPr>
        <p:spPr>
          <a:xfrm>
            <a:off x="4079796" y="2628186"/>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1</a:t>
            </a:r>
          </a:p>
        </p:txBody>
      </p:sp>
      <p:sp>
        <p:nvSpPr>
          <p:cNvPr id="25" name="Ellipse 24">
            <a:extLst>
              <a:ext uri="{FF2B5EF4-FFF2-40B4-BE49-F238E27FC236}">
                <a16:creationId xmlns:a16="http://schemas.microsoft.com/office/drawing/2014/main" id="{3D4FC180-0663-4BF0-9EFC-D966D249E936}"/>
              </a:ext>
            </a:extLst>
          </p:cNvPr>
          <p:cNvSpPr/>
          <p:nvPr/>
        </p:nvSpPr>
        <p:spPr>
          <a:xfrm>
            <a:off x="4079796" y="3739128"/>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2</a:t>
            </a:r>
          </a:p>
        </p:txBody>
      </p:sp>
      <p:sp>
        <p:nvSpPr>
          <p:cNvPr id="26" name="Ellipse 25">
            <a:extLst>
              <a:ext uri="{FF2B5EF4-FFF2-40B4-BE49-F238E27FC236}">
                <a16:creationId xmlns:a16="http://schemas.microsoft.com/office/drawing/2014/main" id="{34AEEFC9-FED5-D81B-6014-E38B5D014F0B}"/>
              </a:ext>
            </a:extLst>
          </p:cNvPr>
          <p:cNvSpPr/>
          <p:nvPr/>
        </p:nvSpPr>
        <p:spPr>
          <a:xfrm>
            <a:off x="4079796" y="5220474"/>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4</a:t>
            </a:r>
          </a:p>
        </p:txBody>
      </p:sp>
      <p:sp>
        <p:nvSpPr>
          <p:cNvPr id="27" name="Rectangle 26">
            <a:extLst>
              <a:ext uri="{FF2B5EF4-FFF2-40B4-BE49-F238E27FC236}">
                <a16:creationId xmlns:a16="http://schemas.microsoft.com/office/drawing/2014/main" id="{45EA8BFB-8D77-92AF-32DD-2563BCC2FC76}"/>
              </a:ext>
            </a:extLst>
          </p:cNvPr>
          <p:cNvSpPr/>
          <p:nvPr/>
        </p:nvSpPr>
        <p:spPr>
          <a:xfrm>
            <a:off x="5365067" y="4589576"/>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Hébergeur</a:t>
            </a:r>
          </a:p>
        </p:txBody>
      </p:sp>
      <p:cxnSp>
        <p:nvCxnSpPr>
          <p:cNvPr id="28" name="Connecteur en angle 54">
            <a:extLst>
              <a:ext uri="{FF2B5EF4-FFF2-40B4-BE49-F238E27FC236}">
                <a16:creationId xmlns:a16="http://schemas.microsoft.com/office/drawing/2014/main" id="{F53789D2-DC6C-536C-BEE0-28E2E0522904}"/>
              </a:ext>
            </a:extLst>
          </p:cNvPr>
          <p:cNvCxnSpPr>
            <a:stCxn id="15" idx="5"/>
            <a:endCxn id="27" idx="1"/>
          </p:cNvCxnSpPr>
          <p:nvPr/>
        </p:nvCxnSpPr>
        <p:spPr>
          <a:xfrm rot="16200000" flipH="1">
            <a:off x="4096707" y="3598395"/>
            <a:ext cx="397443" cy="2139279"/>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55">
            <a:extLst>
              <a:ext uri="{FF2B5EF4-FFF2-40B4-BE49-F238E27FC236}">
                <a16:creationId xmlns:a16="http://schemas.microsoft.com/office/drawing/2014/main" id="{5DAF890B-9DC0-1E6D-8643-C92527F86440}"/>
              </a:ext>
            </a:extLst>
          </p:cNvPr>
          <p:cNvCxnSpPr>
            <a:stCxn id="27" idx="3"/>
            <a:endCxn id="18" idx="3"/>
          </p:cNvCxnSpPr>
          <p:nvPr/>
        </p:nvCxnSpPr>
        <p:spPr>
          <a:xfrm flipV="1">
            <a:off x="6949243" y="4455666"/>
            <a:ext cx="2100902" cy="411091"/>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Ellipse 29">
            <a:extLst>
              <a:ext uri="{FF2B5EF4-FFF2-40B4-BE49-F238E27FC236}">
                <a16:creationId xmlns:a16="http://schemas.microsoft.com/office/drawing/2014/main" id="{0DBCD6BD-AED3-DCC6-76AC-5FC240277953}"/>
              </a:ext>
            </a:extLst>
          </p:cNvPr>
          <p:cNvSpPr/>
          <p:nvPr/>
        </p:nvSpPr>
        <p:spPr>
          <a:xfrm>
            <a:off x="4079796" y="4455665"/>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3</a:t>
            </a:r>
          </a:p>
        </p:txBody>
      </p:sp>
      <p:cxnSp>
        <p:nvCxnSpPr>
          <p:cNvPr id="31" name="Connecteur en angle 33">
            <a:extLst>
              <a:ext uri="{FF2B5EF4-FFF2-40B4-BE49-F238E27FC236}">
                <a16:creationId xmlns:a16="http://schemas.microsoft.com/office/drawing/2014/main" id="{5705522F-F21B-033A-9A56-F0F99E3ABC06}"/>
              </a:ext>
            </a:extLst>
          </p:cNvPr>
          <p:cNvCxnSpPr>
            <a:stCxn id="16" idx="2"/>
            <a:endCxn id="18" idx="0"/>
          </p:cNvCxnSpPr>
          <p:nvPr/>
        </p:nvCxnSpPr>
        <p:spPr>
          <a:xfrm rot="16200000" flipH="1">
            <a:off x="7682559" y="1781676"/>
            <a:ext cx="368096" cy="3418904"/>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87496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DC6B9-E37A-6DF5-F36F-0D857E75D999}"/>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5496723D-C5AC-BE5D-B9A1-A2F37991DCE0}"/>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EB305DB2-B5F2-03D5-0D76-986D17F53B97}"/>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56AA7CF-6D8B-1AA5-A8BB-645AC41D5B77}"/>
              </a:ext>
            </a:extLst>
          </p:cNvPr>
          <p:cNvSpPr>
            <a:spLocks noGrp="1"/>
          </p:cNvSpPr>
          <p:nvPr>
            <p:ph type="sldNum" sz="quarter" idx="12"/>
          </p:nvPr>
        </p:nvSpPr>
        <p:spPr/>
        <p:txBody>
          <a:bodyPr/>
          <a:lstStyle/>
          <a:p>
            <a:fld id="{294A09A9-5501-47C1-A89A-A340965A2BE2}" type="slidenum">
              <a:rPr lang="fr-FR" smtClean="0"/>
              <a:pPr/>
              <a:t>147</a:t>
            </a:fld>
            <a:endParaRPr lang="fr-FR" dirty="0"/>
          </a:p>
        </p:txBody>
      </p:sp>
      <p:sp>
        <p:nvSpPr>
          <p:cNvPr id="7" name="Rectangle 6">
            <a:extLst>
              <a:ext uri="{FF2B5EF4-FFF2-40B4-BE49-F238E27FC236}">
                <a16:creationId xmlns:a16="http://schemas.microsoft.com/office/drawing/2014/main" id="{752511E7-577B-9AD6-D5D4-B83BC809BF69}"/>
              </a:ext>
            </a:extLst>
          </p:cNvPr>
          <p:cNvSpPr/>
          <p:nvPr/>
        </p:nvSpPr>
        <p:spPr>
          <a:xfrm>
            <a:off x="1682964" y="1842536"/>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024021D5-0354-08CC-7575-414D95EDB00B}"/>
              </a:ext>
            </a:extLst>
          </p:cNvPr>
          <p:cNvSpPr/>
          <p:nvPr/>
        </p:nvSpPr>
        <p:spPr>
          <a:xfrm>
            <a:off x="6450820" y="1842536"/>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D069D10D-9637-FF3D-83CF-9C563F2E04EF}"/>
              </a:ext>
            </a:extLst>
          </p:cNvPr>
          <p:cNvSpPr/>
          <p:nvPr/>
        </p:nvSpPr>
        <p:spPr>
          <a:xfrm>
            <a:off x="8542670" y="1842536"/>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A0541ED6-B87E-3A59-5AB4-32E09C17DD85}"/>
              </a:ext>
            </a:extLst>
          </p:cNvPr>
          <p:cNvSpPr/>
          <p:nvPr/>
        </p:nvSpPr>
        <p:spPr>
          <a:xfrm>
            <a:off x="3360045" y="1842536"/>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6" name="Rectangle 15">
            <a:extLst>
              <a:ext uri="{FF2B5EF4-FFF2-40B4-BE49-F238E27FC236}">
                <a16:creationId xmlns:a16="http://schemas.microsoft.com/office/drawing/2014/main" id="{0550952A-72D3-ABAF-931D-FA54866CDBF7}"/>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2771B56B-CC5B-D03B-3E0E-709C0D6CE6D3}"/>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8" name="ZoneTexte 17">
            <a:extLst>
              <a:ext uri="{FF2B5EF4-FFF2-40B4-BE49-F238E27FC236}">
                <a16:creationId xmlns:a16="http://schemas.microsoft.com/office/drawing/2014/main" id="{E15A0855-F000-2B03-E05D-DBA0E81FF6CA}"/>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9" name="ZoneTexte 18">
            <a:extLst>
              <a:ext uri="{FF2B5EF4-FFF2-40B4-BE49-F238E27FC236}">
                <a16:creationId xmlns:a16="http://schemas.microsoft.com/office/drawing/2014/main" id="{F6432CB8-764C-5E0F-1EF4-4B734F0AB60C}"/>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Tree>
    <p:extLst>
      <p:ext uri="{BB962C8B-B14F-4D97-AF65-F5344CB8AC3E}">
        <p14:creationId xmlns:p14="http://schemas.microsoft.com/office/powerpoint/2010/main" val="14101644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79E6DB-326A-8760-ABA0-D864E5EEBF86}"/>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31223F46-5262-CD04-E325-BECF9F904E27}"/>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CF38A4A4-228C-CB8C-7032-AB7B7682CEF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5505EB5-8B35-458F-81C7-082C08AAC05A}"/>
              </a:ext>
            </a:extLst>
          </p:cNvPr>
          <p:cNvSpPr>
            <a:spLocks noGrp="1"/>
          </p:cNvSpPr>
          <p:nvPr>
            <p:ph type="sldNum" sz="quarter" idx="12"/>
          </p:nvPr>
        </p:nvSpPr>
        <p:spPr/>
        <p:txBody>
          <a:bodyPr/>
          <a:lstStyle/>
          <a:p>
            <a:fld id="{294A09A9-5501-47C1-A89A-A340965A2BE2}" type="slidenum">
              <a:rPr lang="fr-FR" smtClean="0"/>
              <a:pPr/>
              <a:t>148</a:t>
            </a:fld>
            <a:endParaRPr lang="fr-FR" dirty="0"/>
          </a:p>
        </p:txBody>
      </p:sp>
      <p:sp>
        <p:nvSpPr>
          <p:cNvPr id="7" name="Rectangle 6">
            <a:extLst>
              <a:ext uri="{FF2B5EF4-FFF2-40B4-BE49-F238E27FC236}">
                <a16:creationId xmlns:a16="http://schemas.microsoft.com/office/drawing/2014/main" id="{DC6D9C8A-0804-35DF-48A4-1980660E032B}"/>
              </a:ext>
            </a:extLst>
          </p:cNvPr>
          <p:cNvSpPr/>
          <p:nvPr/>
        </p:nvSpPr>
        <p:spPr>
          <a:xfrm>
            <a:off x="1682964" y="1805960"/>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A753802E-A5FB-F81D-5356-170638358EEE}"/>
              </a:ext>
            </a:extLst>
          </p:cNvPr>
          <p:cNvSpPr/>
          <p:nvPr/>
        </p:nvSpPr>
        <p:spPr>
          <a:xfrm>
            <a:off x="6450820" y="1805960"/>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BBD7BE95-A2BD-91DA-D138-F4F3EF156108}"/>
              </a:ext>
            </a:extLst>
          </p:cNvPr>
          <p:cNvSpPr/>
          <p:nvPr/>
        </p:nvSpPr>
        <p:spPr>
          <a:xfrm>
            <a:off x="8542670" y="1805960"/>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2CDC9509-070E-1D32-4C88-91E5DB0679AC}"/>
              </a:ext>
            </a:extLst>
          </p:cNvPr>
          <p:cNvSpPr/>
          <p:nvPr/>
        </p:nvSpPr>
        <p:spPr>
          <a:xfrm>
            <a:off x="3360045" y="1805960"/>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1" name="Rectangle 10">
            <a:extLst>
              <a:ext uri="{FF2B5EF4-FFF2-40B4-BE49-F238E27FC236}">
                <a16:creationId xmlns:a16="http://schemas.microsoft.com/office/drawing/2014/main" id="{8E4D2FF5-BDA1-5B94-B1B8-9BFA5D4A3705}"/>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6C27EFCA-1844-D707-6C12-023B0EF13E72}"/>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4" name="ZoneTexte 13">
            <a:extLst>
              <a:ext uri="{FF2B5EF4-FFF2-40B4-BE49-F238E27FC236}">
                <a16:creationId xmlns:a16="http://schemas.microsoft.com/office/drawing/2014/main" id="{288A24AC-59C5-02F2-4E7E-35F7D4E31638}"/>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5" name="ZoneTexte 14">
            <a:extLst>
              <a:ext uri="{FF2B5EF4-FFF2-40B4-BE49-F238E27FC236}">
                <a16:creationId xmlns:a16="http://schemas.microsoft.com/office/drawing/2014/main" id="{723E2E2B-F570-A4A0-325A-0DCF36593240}"/>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
        <p:nvSpPr>
          <p:cNvPr id="16" name="Rectangle à coins arrondis 17">
            <a:extLst>
              <a:ext uri="{FF2B5EF4-FFF2-40B4-BE49-F238E27FC236}">
                <a16:creationId xmlns:a16="http://schemas.microsoft.com/office/drawing/2014/main" id="{5EB9A937-F854-7F6C-8ACE-FC2DCE96C80A}"/>
              </a:ext>
            </a:extLst>
          </p:cNvPr>
          <p:cNvSpPr/>
          <p:nvPr/>
        </p:nvSpPr>
        <p:spPr>
          <a:xfrm>
            <a:off x="1826980" y="3218498"/>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Reconnaissance externe en sources ouvertes</a:t>
            </a:r>
            <a:endParaRPr lang="fr-FR" sz="1050" kern="0" dirty="0">
              <a:solidFill>
                <a:srgbClr val="05314E"/>
              </a:solidFill>
              <a:latin typeface="Calibri Light" panose="020F0302020204030204" pitchFamily="34" charset="0"/>
            </a:endParaRPr>
          </a:p>
        </p:txBody>
      </p:sp>
      <p:sp>
        <p:nvSpPr>
          <p:cNvPr id="17" name="Rectangle à coins arrondis 18">
            <a:extLst>
              <a:ext uri="{FF2B5EF4-FFF2-40B4-BE49-F238E27FC236}">
                <a16:creationId xmlns:a16="http://schemas.microsoft.com/office/drawing/2014/main" id="{3ACF7079-99A1-EA25-FA2C-C18FE54C6DE3}"/>
              </a:ext>
            </a:extLst>
          </p:cNvPr>
          <p:cNvSpPr/>
          <p:nvPr/>
        </p:nvSpPr>
        <p:spPr>
          <a:xfrm>
            <a:off x="3483164"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Intrusion via une pièce jointe dans un mail de hameçonnage</a:t>
            </a:r>
            <a:endParaRPr lang="fr-FR" sz="1050" kern="0" dirty="0">
              <a:solidFill>
                <a:srgbClr val="05314E"/>
              </a:solidFill>
              <a:latin typeface="Calibri Light" panose="020F0302020204030204" pitchFamily="34" charset="0"/>
            </a:endParaRPr>
          </a:p>
        </p:txBody>
      </p:sp>
      <p:sp>
        <p:nvSpPr>
          <p:cNvPr id="18" name="Rectangle à coins arrondis 19">
            <a:extLst>
              <a:ext uri="{FF2B5EF4-FFF2-40B4-BE49-F238E27FC236}">
                <a16:creationId xmlns:a16="http://schemas.microsoft.com/office/drawing/2014/main" id="{464DC7A6-EAE1-D7C1-563C-4BA5B7BBBDE1}"/>
              </a:ext>
            </a:extLst>
          </p:cNvPr>
          <p:cNvSpPr/>
          <p:nvPr/>
        </p:nvSpPr>
        <p:spPr>
          <a:xfrm>
            <a:off x="3483164" y="5046319"/>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Corruption d’un employé de la SGTIN</a:t>
            </a:r>
            <a:endParaRPr lang="fr-FR" sz="1050" kern="0" dirty="0">
              <a:solidFill>
                <a:srgbClr val="05314E"/>
              </a:solidFill>
              <a:latin typeface="Calibri Light" panose="020F0302020204030204" pitchFamily="34" charset="0"/>
            </a:endParaRPr>
          </a:p>
        </p:txBody>
      </p:sp>
      <p:sp>
        <p:nvSpPr>
          <p:cNvPr id="19" name="Rectangle à coins arrondis 20">
            <a:extLst>
              <a:ext uri="{FF2B5EF4-FFF2-40B4-BE49-F238E27FC236}">
                <a16:creationId xmlns:a16="http://schemas.microsoft.com/office/drawing/2014/main" id="{E6BA4545-D1FC-4F1A-2A0C-4DC7AAB3B51C}"/>
              </a:ext>
            </a:extLst>
          </p:cNvPr>
          <p:cNvSpPr/>
          <p:nvPr/>
        </p:nvSpPr>
        <p:spPr>
          <a:xfrm>
            <a:off x="4906140" y="3971627"/>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Prise de contrôle du poste de travail</a:t>
            </a:r>
            <a:endParaRPr lang="fr-FR" sz="1050" kern="0" dirty="0">
              <a:solidFill>
                <a:srgbClr val="05314E"/>
              </a:solidFill>
              <a:latin typeface="Calibri Light" panose="020F0302020204030204" pitchFamily="34" charset="0"/>
            </a:endParaRPr>
          </a:p>
        </p:txBody>
      </p:sp>
      <p:sp>
        <p:nvSpPr>
          <p:cNvPr id="20" name="Rectangle à coins arrondis 21">
            <a:extLst>
              <a:ext uri="{FF2B5EF4-FFF2-40B4-BE49-F238E27FC236}">
                <a16:creationId xmlns:a16="http://schemas.microsoft.com/office/drawing/2014/main" id="{23A18D88-F548-87B5-CB09-120E5A172986}"/>
              </a:ext>
            </a:extLst>
          </p:cNvPr>
          <p:cNvSpPr/>
          <p:nvPr/>
        </p:nvSpPr>
        <p:spPr>
          <a:xfrm>
            <a:off x="8920602" y="4929831"/>
            <a:ext cx="1224136" cy="792088"/>
          </a:xfrm>
          <a:prstGeom prst="roundRect">
            <a:avLst/>
          </a:prstGeom>
          <a:solidFill>
            <a:schemeClr val="accent2">
              <a:lumMod val="40000"/>
              <a:lumOff val="60000"/>
            </a:schemeClr>
          </a:solidFill>
          <a:ln w="12700" cap="flat" cmpd="sng" algn="ctr">
            <a:solidFill>
              <a:schemeClr val="accent1"/>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Vol des informations des citoyens</a:t>
            </a:r>
            <a:endParaRPr lang="fr-FR" sz="1050" kern="0" dirty="0">
              <a:solidFill>
                <a:srgbClr val="05314E"/>
              </a:solidFill>
              <a:latin typeface="Calibri Light" panose="020F0302020204030204" pitchFamily="34" charset="0"/>
            </a:endParaRPr>
          </a:p>
        </p:txBody>
      </p:sp>
      <p:sp>
        <p:nvSpPr>
          <p:cNvPr id="21" name="Rectangle à coins arrondis 22">
            <a:extLst>
              <a:ext uri="{FF2B5EF4-FFF2-40B4-BE49-F238E27FC236}">
                <a16:creationId xmlns:a16="http://schemas.microsoft.com/office/drawing/2014/main" id="{DEEC8CBB-FDCE-F350-13CD-B2F9EC94E1E9}"/>
              </a:ext>
            </a:extLst>
          </p:cNvPr>
          <p:cNvSpPr/>
          <p:nvPr/>
        </p:nvSpPr>
        <p:spPr>
          <a:xfrm>
            <a:off x="6791772"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Exploitation d’une vulnérabilité logicielle</a:t>
            </a:r>
            <a:endParaRPr lang="fr-FR" sz="1050" kern="0" dirty="0">
              <a:solidFill>
                <a:srgbClr val="05314E"/>
              </a:solidFill>
              <a:latin typeface="Calibri Light" panose="020F0302020204030204" pitchFamily="34" charset="0"/>
            </a:endParaRPr>
          </a:p>
        </p:txBody>
      </p:sp>
      <p:sp>
        <p:nvSpPr>
          <p:cNvPr id="22" name="Rectangle à coins arrondis 23">
            <a:extLst>
              <a:ext uri="{FF2B5EF4-FFF2-40B4-BE49-F238E27FC236}">
                <a16:creationId xmlns:a16="http://schemas.microsoft.com/office/drawing/2014/main" id="{A8F6BCA3-BC0A-89E0-643E-BC2D42A8315E}"/>
              </a:ext>
            </a:extLst>
          </p:cNvPr>
          <p:cNvSpPr/>
          <p:nvPr/>
        </p:nvSpPr>
        <p:spPr>
          <a:xfrm>
            <a:off x="6791772" y="465027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Exploration des fichiers et dossiers</a:t>
            </a:r>
            <a:endParaRPr lang="fr-FR" sz="1050" kern="0" dirty="0">
              <a:solidFill>
                <a:srgbClr val="05314E"/>
              </a:solidFill>
              <a:latin typeface="Calibri Light" panose="020F0302020204030204" pitchFamily="34" charset="0"/>
            </a:endParaRPr>
          </a:p>
        </p:txBody>
      </p:sp>
      <p:sp>
        <p:nvSpPr>
          <p:cNvPr id="23" name="Rectangle à coins arrondis 24">
            <a:extLst>
              <a:ext uri="{FF2B5EF4-FFF2-40B4-BE49-F238E27FC236}">
                <a16:creationId xmlns:a16="http://schemas.microsoft.com/office/drawing/2014/main" id="{B0E01F7F-76DD-E24D-4546-516736AD48EF}"/>
              </a:ext>
            </a:extLst>
          </p:cNvPr>
          <p:cNvSpPr/>
          <p:nvPr/>
        </p:nvSpPr>
        <p:spPr>
          <a:xfrm>
            <a:off x="8920602" y="372255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Compression et segmentation des fichiers puis création d’un canal FTP</a:t>
            </a:r>
          </a:p>
        </p:txBody>
      </p:sp>
      <p:sp>
        <p:nvSpPr>
          <p:cNvPr id="24" name="Rectangle à coins arrondis 25">
            <a:extLst>
              <a:ext uri="{FF2B5EF4-FFF2-40B4-BE49-F238E27FC236}">
                <a16:creationId xmlns:a16="http://schemas.microsoft.com/office/drawing/2014/main" id="{684CA8D3-9C05-6CBC-C71D-D6F50CB207EA}"/>
              </a:ext>
            </a:extLst>
          </p:cNvPr>
          <p:cNvSpPr/>
          <p:nvPr/>
        </p:nvSpPr>
        <p:spPr>
          <a:xfrm>
            <a:off x="4906407" y="5046320"/>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Introduction d’un maliciel via un média amovible (clé USB)</a:t>
            </a:r>
            <a:endParaRPr lang="fr-FR" sz="1050" kern="0" dirty="0">
              <a:solidFill>
                <a:srgbClr val="05314E"/>
              </a:solidFill>
              <a:latin typeface="Calibri Light" panose="020F0302020204030204" pitchFamily="34" charset="0"/>
            </a:endParaRPr>
          </a:p>
        </p:txBody>
      </p:sp>
      <p:sp>
        <p:nvSpPr>
          <p:cNvPr id="25" name="Rectangle à coins arrondis 27">
            <a:extLst>
              <a:ext uri="{FF2B5EF4-FFF2-40B4-BE49-F238E27FC236}">
                <a16:creationId xmlns:a16="http://schemas.microsoft.com/office/drawing/2014/main" id="{A8B21F05-F223-CE50-41D5-68CDC1AC9190}"/>
              </a:ext>
            </a:extLst>
          </p:cNvPr>
          <p:cNvSpPr/>
          <p:nvPr/>
        </p:nvSpPr>
        <p:spPr>
          <a:xfrm>
            <a:off x="6791772" y="339432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Élévation de privilèges</a:t>
            </a:r>
            <a:endParaRPr lang="fr-FR" sz="1050" kern="0" dirty="0">
              <a:solidFill>
                <a:srgbClr val="05314E"/>
              </a:solidFill>
              <a:latin typeface="Calibri Light" panose="020F0302020204030204" pitchFamily="34" charset="0"/>
            </a:endParaRPr>
          </a:p>
        </p:txBody>
      </p:sp>
      <p:cxnSp>
        <p:nvCxnSpPr>
          <p:cNvPr id="26" name="Connecteur en angle 3">
            <a:extLst>
              <a:ext uri="{FF2B5EF4-FFF2-40B4-BE49-F238E27FC236}">
                <a16:creationId xmlns:a16="http://schemas.microsoft.com/office/drawing/2014/main" id="{65E74E38-3A27-2894-B6BA-104A161142A4}"/>
              </a:ext>
            </a:extLst>
          </p:cNvPr>
          <p:cNvCxnSpPr>
            <a:stCxn id="16" idx="0"/>
            <a:endCxn id="17" idx="1"/>
          </p:cNvCxnSpPr>
          <p:nvPr/>
        </p:nvCxnSpPr>
        <p:spPr>
          <a:xfrm rot="5400000" flipH="1" flipV="1">
            <a:off x="2655072" y="2390406"/>
            <a:ext cx="612068"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7" name="Connecteur en angle 31">
            <a:extLst>
              <a:ext uri="{FF2B5EF4-FFF2-40B4-BE49-F238E27FC236}">
                <a16:creationId xmlns:a16="http://schemas.microsoft.com/office/drawing/2014/main" id="{A39093E2-0148-ADA9-C723-4EA9447516AF}"/>
              </a:ext>
            </a:extLst>
          </p:cNvPr>
          <p:cNvCxnSpPr>
            <a:stCxn id="17" idx="3"/>
            <a:endCxn id="21" idx="1"/>
          </p:cNvCxnSpPr>
          <p:nvPr/>
        </p:nvCxnSpPr>
        <p:spPr>
          <a:xfrm>
            <a:off x="4707300" y="2606430"/>
            <a:ext cx="208447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8" name="Connecteur en angle 37">
            <a:extLst>
              <a:ext uri="{FF2B5EF4-FFF2-40B4-BE49-F238E27FC236}">
                <a16:creationId xmlns:a16="http://schemas.microsoft.com/office/drawing/2014/main" id="{62F90C8A-6B0F-66CC-44A8-63ABBACAAEB4}"/>
              </a:ext>
            </a:extLst>
          </p:cNvPr>
          <p:cNvCxnSpPr>
            <a:stCxn id="21" idx="2"/>
            <a:endCxn id="25" idx="0"/>
          </p:cNvCxnSpPr>
          <p:nvPr/>
        </p:nvCxnSpPr>
        <p:spPr>
          <a:xfrm rot="5400000">
            <a:off x="7214264" y="3204750"/>
            <a:ext cx="39185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41">
            <a:extLst>
              <a:ext uri="{FF2B5EF4-FFF2-40B4-BE49-F238E27FC236}">
                <a16:creationId xmlns:a16="http://schemas.microsoft.com/office/drawing/2014/main" id="{967D30DC-2A90-FFF5-4602-B60B0A93057F}"/>
              </a:ext>
            </a:extLst>
          </p:cNvPr>
          <p:cNvCxnSpPr>
            <a:stCxn id="25" idx="2"/>
            <a:endCxn id="22" idx="0"/>
          </p:cNvCxnSpPr>
          <p:nvPr/>
        </p:nvCxnSpPr>
        <p:spPr>
          <a:xfrm rot="5400000">
            <a:off x="7178260" y="4424694"/>
            <a:ext cx="463860"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0" name="Connecteur en angle 43">
            <a:extLst>
              <a:ext uri="{FF2B5EF4-FFF2-40B4-BE49-F238E27FC236}">
                <a16:creationId xmlns:a16="http://schemas.microsoft.com/office/drawing/2014/main" id="{CB8AF7F8-0D42-3E2F-4AD8-CDC6280C97FA}"/>
              </a:ext>
            </a:extLst>
          </p:cNvPr>
          <p:cNvCxnSpPr>
            <a:stCxn id="22" idx="3"/>
            <a:endCxn id="23" idx="0"/>
          </p:cNvCxnSpPr>
          <p:nvPr/>
        </p:nvCxnSpPr>
        <p:spPr>
          <a:xfrm flipV="1">
            <a:off x="8015908" y="3722554"/>
            <a:ext cx="1516762" cy="1323764"/>
          </a:xfrm>
          <a:prstGeom prst="bentConnector4">
            <a:avLst>
              <a:gd name="adj1" fmla="val 29823"/>
              <a:gd name="adj2" fmla="val 117269"/>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1" name="Connecteur en angle 49">
            <a:extLst>
              <a:ext uri="{FF2B5EF4-FFF2-40B4-BE49-F238E27FC236}">
                <a16:creationId xmlns:a16="http://schemas.microsoft.com/office/drawing/2014/main" id="{58FAFD0C-A41D-1F10-2CEB-443B9686F403}"/>
              </a:ext>
            </a:extLst>
          </p:cNvPr>
          <p:cNvCxnSpPr>
            <a:stCxn id="23" idx="2"/>
            <a:endCxn id="20" idx="0"/>
          </p:cNvCxnSpPr>
          <p:nvPr/>
        </p:nvCxnSpPr>
        <p:spPr>
          <a:xfrm rot="5400000">
            <a:off x="9331427" y="4728586"/>
            <a:ext cx="415189"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2" name="Connecteur en angle 56">
            <a:extLst>
              <a:ext uri="{FF2B5EF4-FFF2-40B4-BE49-F238E27FC236}">
                <a16:creationId xmlns:a16="http://schemas.microsoft.com/office/drawing/2014/main" id="{D2D50F65-39E9-0D69-6CF4-583E1D62B9CA}"/>
              </a:ext>
            </a:extLst>
          </p:cNvPr>
          <p:cNvCxnSpPr>
            <a:stCxn id="18" idx="3"/>
            <a:endCxn id="24" idx="1"/>
          </p:cNvCxnSpPr>
          <p:nvPr/>
        </p:nvCxnSpPr>
        <p:spPr>
          <a:xfrm>
            <a:off x="4707301" y="5442364"/>
            <a:ext cx="199107" cy="1"/>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3" name="Connecteur en angle 60">
            <a:extLst>
              <a:ext uri="{FF2B5EF4-FFF2-40B4-BE49-F238E27FC236}">
                <a16:creationId xmlns:a16="http://schemas.microsoft.com/office/drawing/2014/main" id="{4F49CD20-F348-4FE0-3B9A-7BA11B19B551}"/>
              </a:ext>
            </a:extLst>
          </p:cNvPr>
          <p:cNvCxnSpPr>
            <a:stCxn id="24" idx="0"/>
            <a:endCxn id="19" idx="2"/>
          </p:cNvCxnSpPr>
          <p:nvPr/>
        </p:nvCxnSpPr>
        <p:spPr>
          <a:xfrm rot="16200000" flipV="1">
            <a:off x="5377041" y="4904885"/>
            <a:ext cx="282605" cy="267"/>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4" name="Connecteur en angle 65">
            <a:extLst>
              <a:ext uri="{FF2B5EF4-FFF2-40B4-BE49-F238E27FC236}">
                <a16:creationId xmlns:a16="http://schemas.microsoft.com/office/drawing/2014/main" id="{CE8C89B2-4495-6E31-DFC0-E53E7A0B09DC}"/>
              </a:ext>
            </a:extLst>
          </p:cNvPr>
          <p:cNvCxnSpPr>
            <a:stCxn id="18" idx="2"/>
            <a:endCxn id="20" idx="2"/>
          </p:cNvCxnSpPr>
          <p:nvPr/>
        </p:nvCxnSpPr>
        <p:spPr>
          <a:xfrm rot="5400000" flipH="1" flipV="1">
            <a:off x="6755707" y="3061444"/>
            <a:ext cx="116488" cy="5437438"/>
          </a:xfrm>
          <a:prstGeom prst="bentConnector3">
            <a:avLst>
              <a:gd name="adj1" fmla="val -169784"/>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5" name="Connecteur en angle 68">
            <a:extLst>
              <a:ext uri="{FF2B5EF4-FFF2-40B4-BE49-F238E27FC236}">
                <a16:creationId xmlns:a16="http://schemas.microsoft.com/office/drawing/2014/main" id="{5D51F19F-7715-85F9-3F5C-0A9305A2512B}"/>
              </a:ext>
            </a:extLst>
          </p:cNvPr>
          <p:cNvCxnSpPr>
            <a:stCxn id="16" idx="2"/>
            <a:endCxn id="18" idx="1"/>
          </p:cNvCxnSpPr>
          <p:nvPr/>
        </p:nvCxnSpPr>
        <p:spPr>
          <a:xfrm rot="16200000" flipH="1">
            <a:off x="2245219" y="4204416"/>
            <a:ext cx="1431777"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6" name="Connecteur en angle 88">
            <a:extLst>
              <a:ext uri="{FF2B5EF4-FFF2-40B4-BE49-F238E27FC236}">
                <a16:creationId xmlns:a16="http://schemas.microsoft.com/office/drawing/2014/main" id="{CBE22D3B-72B3-1756-4386-0AF93B7A5749}"/>
              </a:ext>
            </a:extLst>
          </p:cNvPr>
          <p:cNvCxnSpPr>
            <a:stCxn id="19" idx="3"/>
            <a:endCxn id="22" idx="1"/>
          </p:cNvCxnSpPr>
          <p:nvPr/>
        </p:nvCxnSpPr>
        <p:spPr>
          <a:xfrm>
            <a:off x="6130276" y="4367672"/>
            <a:ext cx="661496" cy="678647"/>
          </a:xfrm>
          <a:prstGeom prst="bentConnector3">
            <a:avLst>
              <a:gd name="adj1" fmla="val 36021"/>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
        <p:nvSpPr>
          <p:cNvPr id="37" name="Rectangle à coins arrondis 91">
            <a:extLst>
              <a:ext uri="{FF2B5EF4-FFF2-40B4-BE49-F238E27FC236}">
                <a16:creationId xmlns:a16="http://schemas.microsoft.com/office/drawing/2014/main" id="{7475F7D7-C830-4D83-EF47-5F68B4748FED}"/>
              </a:ext>
            </a:extLst>
          </p:cNvPr>
          <p:cNvSpPr/>
          <p:nvPr/>
        </p:nvSpPr>
        <p:spPr>
          <a:xfrm>
            <a:off x="3483164" y="320822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Envoi d’un média amovible piégé par courrier </a:t>
            </a:r>
            <a:endParaRPr lang="fr-FR" sz="1050" kern="0" dirty="0">
              <a:solidFill>
                <a:srgbClr val="05314E"/>
              </a:solidFill>
              <a:latin typeface="Calibri Light" panose="020F0302020204030204" pitchFamily="34" charset="0"/>
            </a:endParaRPr>
          </a:p>
        </p:txBody>
      </p:sp>
      <p:cxnSp>
        <p:nvCxnSpPr>
          <p:cNvPr id="38" name="Connecteur en angle 103">
            <a:extLst>
              <a:ext uri="{FF2B5EF4-FFF2-40B4-BE49-F238E27FC236}">
                <a16:creationId xmlns:a16="http://schemas.microsoft.com/office/drawing/2014/main" id="{8CF35594-7031-66B9-56A8-66565E1079AD}"/>
              </a:ext>
            </a:extLst>
          </p:cNvPr>
          <p:cNvCxnSpPr>
            <a:stCxn id="16" idx="3"/>
            <a:endCxn id="37" idx="1"/>
          </p:cNvCxnSpPr>
          <p:nvPr/>
        </p:nvCxnSpPr>
        <p:spPr>
          <a:xfrm flipV="1">
            <a:off x="3051116" y="3604268"/>
            <a:ext cx="432048"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9" name="Connecteur en angle 113">
            <a:extLst>
              <a:ext uri="{FF2B5EF4-FFF2-40B4-BE49-F238E27FC236}">
                <a16:creationId xmlns:a16="http://schemas.microsoft.com/office/drawing/2014/main" id="{A450CD7F-9AB5-E890-CCB3-E678D1984244}"/>
              </a:ext>
            </a:extLst>
          </p:cNvPr>
          <p:cNvCxnSpPr>
            <a:stCxn id="37" idx="3"/>
            <a:endCxn id="19" idx="0"/>
          </p:cNvCxnSpPr>
          <p:nvPr/>
        </p:nvCxnSpPr>
        <p:spPr>
          <a:xfrm>
            <a:off x="4707300" y="3604269"/>
            <a:ext cx="810908" cy="367359"/>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08473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C958DD-E228-73A5-90FD-FCFED0204A99}"/>
              </a:ext>
            </a:extLst>
          </p:cNvPr>
          <p:cNvSpPr>
            <a:spLocks noGrp="1"/>
          </p:cNvSpPr>
          <p:nvPr>
            <p:ph type="title"/>
          </p:nvPr>
        </p:nvSpPr>
        <p:spPr>
          <a:xfrm>
            <a:off x="1237674" y="365126"/>
            <a:ext cx="10539798" cy="669348"/>
          </a:xfrm>
        </p:spPr>
        <p:txBody>
          <a:bodyPr>
            <a:normAutofit fontScale="90000"/>
          </a:bodyPr>
          <a:lstStyle/>
          <a:p>
            <a:r>
              <a:rPr lang="fr-FR" dirty="0"/>
              <a:t>Positionnez le risque ainsi constitué pour l’évaluer</a:t>
            </a:r>
          </a:p>
        </p:txBody>
      </p:sp>
      <p:sp>
        <p:nvSpPr>
          <p:cNvPr id="3" name="Espace réservé de la date 2">
            <a:extLst>
              <a:ext uri="{FF2B5EF4-FFF2-40B4-BE49-F238E27FC236}">
                <a16:creationId xmlns:a16="http://schemas.microsoft.com/office/drawing/2014/main" id="{0971709B-E5D3-2067-AEF1-C44FD0A18D4C}"/>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949847C2-6187-DECB-9410-10B912CD1B2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222628C-06BB-F213-D54F-699061D16666}"/>
              </a:ext>
            </a:extLst>
          </p:cNvPr>
          <p:cNvSpPr>
            <a:spLocks noGrp="1"/>
          </p:cNvSpPr>
          <p:nvPr>
            <p:ph type="sldNum" sz="quarter" idx="12"/>
          </p:nvPr>
        </p:nvSpPr>
        <p:spPr/>
        <p:txBody>
          <a:bodyPr/>
          <a:lstStyle/>
          <a:p>
            <a:fld id="{294A09A9-5501-47C1-A89A-A340965A2BE2}" type="slidenum">
              <a:rPr lang="fr-FR" smtClean="0"/>
              <a:pPr/>
              <a:t>149</a:t>
            </a:fld>
            <a:endParaRPr lang="fr-FR" dirty="0"/>
          </a:p>
        </p:txBody>
      </p:sp>
      <p:grpSp>
        <p:nvGrpSpPr>
          <p:cNvPr id="8" name="Groupe 7">
            <a:extLst>
              <a:ext uri="{FF2B5EF4-FFF2-40B4-BE49-F238E27FC236}">
                <a16:creationId xmlns:a16="http://schemas.microsoft.com/office/drawing/2014/main" id="{5186BEB7-F53E-3A3D-24A8-96026181CEA5}"/>
              </a:ext>
            </a:extLst>
          </p:cNvPr>
          <p:cNvGrpSpPr/>
          <p:nvPr/>
        </p:nvGrpSpPr>
        <p:grpSpPr>
          <a:xfrm>
            <a:off x="2135560" y="1628800"/>
            <a:ext cx="7776864" cy="4393814"/>
            <a:chOff x="35496" y="3005755"/>
            <a:chExt cx="5877309" cy="3576558"/>
          </a:xfrm>
        </p:grpSpPr>
        <p:grpSp>
          <p:nvGrpSpPr>
            <p:cNvPr id="9" name="Groupe 8">
              <a:extLst>
                <a:ext uri="{FF2B5EF4-FFF2-40B4-BE49-F238E27FC236}">
                  <a16:creationId xmlns:a16="http://schemas.microsoft.com/office/drawing/2014/main" id="{288235A9-42EF-E08E-38FA-5DCFEE81C13C}"/>
                </a:ext>
              </a:extLst>
            </p:cNvPr>
            <p:cNvGrpSpPr/>
            <p:nvPr/>
          </p:nvGrpSpPr>
          <p:grpSpPr>
            <a:xfrm>
              <a:off x="747163" y="3310068"/>
              <a:ext cx="4269604" cy="2947930"/>
              <a:chOff x="747163" y="3310068"/>
              <a:chExt cx="4269604" cy="2947930"/>
            </a:xfrm>
          </p:grpSpPr>
          <p:sp>
            <p:nvSpPr>
              <p:cNvPr id="22" name="Rectangle 21">
                <a:extLst>
                  <a:ext uri="{FF2B5EF4-FFF2-40B4-BE49-F238E27FC236}">
                    <a16:creationId xmlns:a16="http://schemas.microsoft.com/office/drawing/2014/main" id="{80717B7B-AE94-66E5-01B5-83D545741580}"/>
                  </a:ext>
                </a:extLst>
              </p:cNvPr>
              <p:cNvSpPr/>
              <p:nvPr/>
            </p:nvSpPr>
            <p:spPr>
              <a:xfrm>
                <a:off x="747163"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3" name="Rectangle 22">
                <a:extLst>
                  <a:ext uri="{FF2B5EF4-FFF2-40B4-BE49-F238E27FC236}">
                    <a16:creationId xmlns:a16="http://schemas.microsoft.com/office/drawing/2014/main" id="{BAF0BC6A-6313-010A-F91E-96C3556F9283}"/>
                  </a:ext>
                </a:extLst>
              </p:cNvPr>
              <p:cNvSpPr/>
              <p:nvPr/>
            </p:nvSpPr>
            <p:spPr>
              <a:xfrm>
                <a:off x="747163"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4" name="Rectangle 23">
                <a:extLst>
                  <a:ext uri="{FF2B5EF4-FFF2-40B4-BE49-F238E27FC236}">
                    <a16:creationId xmlns:a16="http://schemas.microsoft.com/office/drawing/2014/main" id="{7FCC6B78-936E-9B01-D761-82ECE8428727}"/>
                  </a:ext>
                </a:extLst>
              </p:cNvPr>
              <p:cNvSpPr/>
              <p:nvPr/>
            </p:nvSpPr>
            <p:spPr>
              <a:xfrm>
                <a:off x="747163" y="4047051"/>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5" name="Rectangle 24">
                <a:extLst>
                  <a:ext uri="{FF2B5EF4-FFF2-40B4-BE49-F238E27FC236}">
                    <a16:creationId xmlns:a16="http://schemas.microsoft.com/office/drawing/2014/main" id="{89DB4F15-D7BF-24B5-273D-AAF2A6F53C5B}"/>
                  </a:ext>
                </a:extLst>
              </p:cNvPr>
              <p:cNvSpPr/>
              <p:nvPr/>
            </p:nvSpPr>
            <p:spPr>
              <a:xfrm>
                <a:off x="747163"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6" name="Rectangle 25">
                <a:extLst>
                  <a:ext uri="{FF2B5EF4-FFF2-40B4-BE49-F238E27FC236}">
                    <a16:creationId xmlns:a16="http://schemas.microsoft.com/office/drawing/2014/main" id="{DFC8A34F-B911-48FD-8B07-D17C056CC792}"/>
                  </a:ext>
                </a:extLst>
              </p:cNvPr>
              <p:cNvSpPr/>
              <p:nvPr/>
            </p:nvSpPr>
            <p:spPr>
              <a:xfrm>
                <a:off x="1814564"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7" name="Rectangle 26">
                <a:extLst>
                  <a:ext uri="{FF2B5EF4-FFF2-40B4-BE49-F238E27FC236}">
                    <a16:creationId xmlns:a16="http://schemas.microsoft.com/office/drawing/2014/main" id="{345474C2-1919-65C4-696D-DA1C4F29CFB1}"/>
                  </a:ext>
                </a:extLst>
              </p:cNvPr>
              <p:cNvSpPr/>
              <p:nvPr/>
            </p:nvSpPr>
            <p:spPr>
              <a:xfrm>
                <a:off x="1814564"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8" name="Rectangle 27">
                <a:extLst>
                  <a:ext uri="{FF2B5EF4-FFF2-40B4-BE49-F238E27FC236}">
                    <a16:creationId xmlns:a16="http://schemas.microsoft.com/office/drawing/2014/main" id="{EEE94AAB-A453-00B7-F55F-DA51C7EB8591}"/>
                  </a:ext>
                </a:extLst>
              </p:cNvPr>
              <p:cNvSpPr/>
              <p:nvPr/>
            </p:nvSpPr>
            <p:spPr>
              <a:xfrm>
                <a:off x="1814564" y="4047051"/>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9" name="Rectangle 28">
                <a:extLst>
                  <a:ext uri="{FF2B5EF4-FFF2-40B4-BE49-F238E27FC236}">
                    <a16:creationId xmlns:a16="http://schemas.microsoft.com/office/drawing/2014/main" id="{04112AD7-B8A7-44F1-4E56-D8BEF92BAEDF}"/>
                  </a:ext>
                </a:extLst>
              </p:cNvPr>
              <p:cNvSpPr/>
              <p:nvPr/>
            </p:nvSpPr>
            <p:spPr>
              <a:xfrm>
                <a:off x="1814564"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0" name="Rectangle 29">
                <a:extLst>
                  <a:ext uri="{FF2B5EF4-FFF2-40B4-BE49-F238E27FC236}">
                    <a16:creationId xmlns:a16="http://schemas.microsoft.com/office/drawing/2014/main" id="{EBAD1051-0F0F-DBDF-E70E-9E32A8BBE8A5}"/>
                  </a:ext>
                </a:extLst>
              </p:cNvPr>
              <p:cNvSpPr/>
              <p:nvPr/>
            </p:nvSpPr>
            <p:spPr>
              <a:xfrm>
                <a:off x="2881965"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1" name="Rectangle 30">
                <a:extLst>
                  <a:ext uri="{FF2B5EF4-FFF2-40B4-BE49-F238E27FC236}">
                    <a16:creationId xmlns:a16="http://schemas.microsoft.com/office/drawing/2014/main" id="{9A7F0DFA-C8FC-774D-1596-AB5BBD79932D}"/>
                  </a:ext>
                </a:extLst>
              </p:cNvPr>
              <p:cNvSpPr/>
              <p:nvPr/>
            </p:nvSpPr>
            <p:spPr>
              <a:xfrm>
                <a:off x="2881965" y="4784033"/>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2" name="Rectangle 31">
                <a:extLst>
                  <a:ext uri="{FF2B5EF4-FFF2-40B4-BE49-F238E27FC236}">
                    <a16:creationId xmlns:a16="http://schemas.microsoft.com/office/drawing/2014/main" id="{0515F76A-0C3E-BDB0-66E1-C86B5638A86B}"/>
                  </a:ext>
                </a:extLst>
              </p:cNvPr>
              <p:cNvSpPr/>
              <p:nvPr/>
            </p:nvSpPr>
            <p:spPr>
              <a:xfrm>
                <a:off x="2881965"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3" name="Rectangle 32">
                <a:extLst>
                  <a:ext uri="{FF2B5EF4-FFF2-40B4-BE49-F238E27FC236}">
                    <a16:creationId xmlns:a16="http://schemas.microsoft.com/office/drawing/2014/main" id="{CB7549ED-A16A-11D6-E34A-239A5E2F349D}"/>
                  </a:ext>
                </a:extLst>
              </p:cNvPr>
              <p:cNvSpPr/>
              <p:nvPr/>
            </p:nvSpPr>
            <p:spPr>
              <a:xfrm>
                <a:off x="2881965"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4" name="Rectangle 33">
                <a:extLst>
                  <a:ext uri="{FF2B5EF4-FFF2-40B4-BE49-F238E27FC236}">
                    <a16:creationId xmlns:a16="http://schemas.microsoft.com/office/drawing/2014/main" id="{2B425815-B864-FB7E-8C80-F73516241D3B}"/>
                  </a:ext>
                </a:extLst>
              </p:cNvPr>
              <p:cNvSpPr/>
              <p:nvPr/>
            </p:nvSpPr>
            <p:spPr>
              <a:xfrm>
                <a:off x="3949366"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5" name="Rectangle 34">
                <a:extLst>
                  <a:ext uri="{FF2B5EF4-FFF2-40B4-BE49-F238E27FC236}">
                    <a16:creationId xmlns:a16="http://schemas.microsoft.com/office/drawing/2014/main" id="{E481A884-3AED-D286-CA85-CA1F25EE46D1}"/>
                  </a:ext>
                </a:extLst>
              </p:cNvPr>
              <p:cNvSpPr/>
              <p:nvPr/>
            </p:nvSpPr>
            <p:spPr>
              <a:xfrm>
                <a:off x="3949366" y="4784033"/>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6" name="Rectangle 35">
                <a:extLst>
                  <a:ext uri="{FF2B5EF4-FFF2-40B4-BE49-F238E27FC236}">
                    <a16:creationId xmlns:a16="http://schemas.microsoft.com/office/drawing/2014/main" id="{DB53B96B-8902-8D31-5C40-702527251115}"/>
                  </a:ext>
                </a:extLst>
              </p:cNvPr>
              <p:cNvSpPr/>
              <p:nvPr/>
            </p:nvSpPr>
            <p:spPr>
              <a:xfrm>
                <a:off x="3949366"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7" name="Rectangle 36">
                <a:extLst>
                  <a:ext uri="{FF2B5EF4-FFF2-40B4-BE49-F238E27FC236}">
                    <a16:creationId xmlns:a16="http://schemas.microsoft.com/office/drawing/2014/main" id="{A005A0E6-ADD2-0EBA-16EB-6E2EDCBEFF35}"/>
                  </a:ext>
                </a:extLst>
              </p:cNvPr>
              <p:cNvSpPr/>
              <p:nvPr/>
            </p:nvSpPr>
            <p:spPr>
              <a:xfrm>
                <a:off x="3949366"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grpSp>
        <p:sp>
          <p:nvSpPr>
            <p:cNvPr id="10" name="ZoneTexte 9">
              <a:extLst>
                <a:ext uri="{FF2B5EF4-FFF2-40B4-BE49-F238E27FC236}">
                  <a16:creationId xmlns:a16="http://schemas.microsoft.com/office/drawing/2014/main" id="{30EE94A8-1D70-E602-0431-CEB705C3ACF4}"/>
                </a:ext>
              </a:extLst>
            </p:cNvPr>
            <p:cNvSpPr txBox="1"/>
            <p:nvPr/>
          </p:nvSpPr>
          <p:spPr>
            <a:xfrm>
              <a:off x="4675171" y="6306731"/>
              <a:ext cx="1237634" cy="275582"/>
            </a:xfrm>
            <a:prstGeom prst="rect">
              <a:avLst/>
            </a:prstGeom>
            <a:noFill/>
          </p:spPr>
          <p:txBody>
            <a:bodyPr wrap="square" rtlCol="0" anchor="ctr">
              <a:spAutoFit/>
            </a:bodyPr>
            <a:lstStyle/>
            <a:p>
              <a:pPr algn="ctr"/>
              <a:r>
                <a:rPr lang="fr-FR" sz="1600" b="1" dirty="0"/>
                <a:t>Vraisemblance</a:t>
              </a:r>
              <a:endParaRPr lang="fr-FR" sz="2400" b="1" dirty="0"/>
            </a:p>
          </p:txBody>
        </p:sp>
        <p:sp>
          <p:nvSpPr>
            <p:cNvPr id="11" name="ZoneTexte 10">
              <a:extLst>
                <a:ext uri="{FF2B5EF4-FFF2-40B4-BE49-F238E27FC236}">
                  <a16:creationId xmlns:a16="http://schemas.microsoft.com/office/drawing/2014/main" id="{48235213-0470-D325-7B5B-62036313E858}"/>
                </a:ext>
              </a:extLst>
            </p:cNvPr>
            <p:cNvSpPr txBox="1"/>
            <p:nvPr/>
          </p:nvSpPr>
          <p:spPr>
            <a:xfrm>
              <a:off x="35496" y="3005755"/>
              <a:ext cx="711666" cy="275582"/>
            </a:xfrm>
            <a:prstGeom prst="rect">
              <a:avLst/>
            </a:prstGeom>
            <a:noFill/>
          </p:spPr>
          <p:txBody>
            <a:bodyPr wrap="square" rtlCol="0" anchor="ctr">
              <a:spAutoFit/>
            </a:bodyPr>
            <a:lstStyle/>
            <a:p>
              <a:pPr algn="ctr"/>
              <a:r>
                <a:rPr lang="fr-FR" sz="1600" b="1" dirty="0"/>
                <a:t>Gravité</a:t>
              </a:r>
              <a:endParaRPr lang="fr-FR" sz="2400" b="1" dirty="0"/>
            </a:p>
          </p:txBody>
        </p:sp>
        <p:sp>
          <p:nvSpPr>
            <p:cNvPr id="12" name="ZoneTexte 11">
              <a:extLst>
                <a:ext uri="{FF2B5EF4-FFF2-40B4-BE49-F238E27FC236}">
                  <a16:creationId xmlns:a16="http://schemas.microsoft.com/office/drawing/2014/main" id="{D4D08A9E-469D-F54C-FB2A-A8A5DCF6D798}"/>
                </a:ext>
              </a:extLst>
            </p:cNvPr>
            <p:cNvSpPr txBox="1"/>
            <p:nvPr/>
          </p:nvSpPr>
          <p:spPr>
            <a:xfrm>
              <a:off x="344370" y="3565819"/>
              <a:ext cx="296232" cy="225477"/>
            </a:xfrm>
            <a:prstGeom prst="rect">
              <a:avLst/>
            </a:prstGeom>
            <a:noFill/>
          </p:spPr>
          <p:txBody>
            <a:bodyPr wrap="square" rtlCol="0" anchor="ctr">
              <a:spAutoFit/>
            </a:bodyPr>
            <a:lstStyle/>
            <a:p>
              <a:pPr algn="ctr"/>
              <a:r>
                <a:rPr lang="fr-FR" sz="1200" b="1" dirty="0"/>
                <a:t>4</a:t>
              </a:r>
              <a:endParaRPr lang="fr-FR" sz="2400" b="1" dirty="0"/>
            </a:p>
          </p:txBody>
        </p:sp>
        <p:sp>
          <p:nvSpPr>
            <p:cNvPr id="13" name="ZoneTexte 12">
              <a:extLst>
                <a:ext uri="{FF2B5EF4-FFF2-40B4-BE49-F238E27FC236}">
                  <a16:creationId xmlns:a16="http://schemas.microsoft.com/office/drawing/2014/main" id="{6DBE41DD-64EF-8CBC-2E79-4B6D7F6788FB}"/>
                </a:ext>
              </a:extLst>
            </p:cNvPr>
            <p:cNvSpPr txBox="1"/>
            <p:nvPr/>
          </p:nvSpPr>
          <p:spPr>
            <a:xfrm>
              <a:off x="344370" y="4302803"/>
              <a:ext cx="296232" cy="225477"/>
            </a:xfrm>
            <a:prstGeom prst="rect">
              <a:avLst/>
            </a:prstGeom>
            <a:noFill/>
          </p:spPr>
          <p:txBody>
            <a:bodyPr wrap="square" rtlCol="0" anchor="ctr">
              <a:spAutoFit/>
            </a:bodyPr>
            <a:lstStyle/>
            <a:p>
              <a:pPr algn="ctr"/>
              <a:r>
                <a:rPr lang="fr-FR" sz="1200" b="1" dirty="0"/>
                <a:t>3</a:t>
              </a:r>
              <a:endParaRPr lang="fr-FR" sz="2400" b="1" dirty="0"/>
            </a:p>
          </p:txBody>
        </p:sp>
        <p:sp>
          <p:nvSpPr>
            <p:cNvPr id="14" name="ZoneTexte 13">
              <a:extLst>
                <a:ext uri="{FF2B5EF4-FFF2-40B4-BE49-F238E27FC236}">
                  <a16:creationId xmlns:a16="http://schemas.microsoft.com/office/drawing/2014/main" id="{77271AF6-ADBE-DDA1-2CDE-50AAF7DC0C86}"/>
                </a:ext>
              </a:extLst>
            </p:cNvPr>
            <p:cNvSpPr txBox="1"/>
            <p:nvPr/>
          </p:nvSpPr>
          <p:spPr>
            <a:xfrm>
              <a:off x="344370" y="5039786"/>
              <a:ext cx="296232" cy="225477"/>
            </a:xfrm>
            <a:prstGeom prst="rect">
              <a:avLst/>
            </a:prstGeom>
            <a:noFill/>
          </p:spPr>
          <p:txBody>
            <a:bodyPr wrap="square" rtlCol="0" anchor="ctr">
              <a:spAutoFit/>
            </a:bodyPr>
            <a:lstStyle/>
            <a:p>
              <a:pPr algn="ctr"/>
              <a:r>
                <a:rPr lang="fr-FR" sz="1200" b="1" dirty="0"/>
                <a:t>2</a:t>
              </a:r>
              <a:endParaRPr lang="fr-FR" sz="2400" b="1" dirty="0"/>
            </a:p>
          </p:txBody>
        </p:sp>
        <p:sp>
          <p:nvSpPr>
            <p:cNvPr id="15" name="ZoneTexte 14">
              <a:extLst>
                <a:ext uri="{FF2B5EF4-FFF2-40B4-BE49-F238E27FC236}">
                  <a16:creationId xmlns:a16="http://schemas.microsoft.com/office/drawing/2014/main" id="{AADC266E-6CF9-DAFE-F6BA-C73A9D1EA5FA}"/>
                </a:ext>
              </a:extLst>
            </p:cNvPr>
            <p:cNvSpPr txBox="1"/>
            <p:nvPr/>
          </p:nvSpPr>
          <p:spPr>
            <a:xfrm>
              <a:off x="344370" y="5776770"/>
              <a:ext cx="296232" cy="225477"/>
            </a:xfrm>
            <a:prstGeom prst="rect">
              <a:avLst/>
            </a:prstGeom>
            <a:noFill/>
          </p:spPr>
          <p:txBody>
            <a:bodyPr wrap="square" rtlCol="0" anchor="ctr">
              <a:spAutoFit/>
            </a:bodyPr>
            <a:lstStyle/>
            <a:p>
              <a:pPr algn="ctr"/>
              <a:r>
                <a:rPr lang="fr-FR" sz="1200" b="1" dirty="0"/>
                <a:t>1</a:t>
              </a:r>
              <a:endParaRPr lang="fr-FR" sz="2400" b="1" dirty="0"/>
            </a:p>
          </p:txBody>
        </p:sp>
        <p:cxnSp>
          <p:nvCxnSpPr>
            <p:cNvPr id="16" name="Connecteur droit avec flèche 15">
              <a:extLst>
                <a:ext uri="{FF2B5EF4-FFF2-40B4-BE49-F238E27FC236}">
                  <a16:creationId xmlns:a16="http://schemas.microsoft.com/office/drawing/2014/main" id="{0416B8BA-FAD1-5A93-01B0-A4529BB637DB}"/>
                </a:ext>
              </a:extLst>
            </p:cNvPr>
            <p:cNvCxnSpPr/>
            <p:nvPr/>
          </p:nvCxnSpPr>
          <p:spPr>
            <a:xfrm>
              <a:off x="747162" y="6257968"/>
              <a:ext cx="4467106"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Connecteur droit avec flèche 16">
              <a:extLst>
                <a:ext uri="{FF2B5EF4-FFF2-40B4-BE49-F238E27FC236}">
                  <a16:creationId xmlns:a16="http://schemas.microsoft.com/office/drawing/2014/main" id="{D026DFCF-6E32-0784-FE62-594318EDF369}"/>
                </a:ext>
              </a:extLst>
            </p:cNvPr>
            <p:cNvCxnSpPr/>
            <p:nvPr/>
          </p:nvCxnSpPr>
          <p:spPr>
            <a:xfrm flipV="1">
              <a:off x="747162" y="3040761"/>
              <a:ext cx="0" cy="321720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ZoneTexte 17">
              <a:extLst>
                <a:ext uri="{FF2B5EF4-FFF2-40B4-BE49-F238E27FC236}">
                  <a16:creationId xmlns:a16="http://schemas.microsoft.com/office/drawing/2014/main" id="{C8D55E5F-FE9E-4852-C632-C5821848EC77}"/>
                </a:ext>
              </a:extLst>
            </p:cNvPr>
            <p:cNvSpPr txBox="1"/>
            <p:nvPr/>
          </p:nvSpPr>
          <p:spPr>
            <a:xfrm>
              <a:off x="2099450" y="6311663"/>
              <a:ext cx="497629" cy="225477"/>
            </a:xfrm>
            <a:prstGeom prst="rect">
              <a:avLst/>
            </a:prstGeom>
            <a:noFill/>
          </p:spPr>
          <p:txBody>
            <a:bodyPr wrap="square" rtlCol="0" anchor="ctr">
              <a:spAutoFit/>
            </a:bodyPr>
            <a:lstStyle/>
            <a:p>
              <a:pPr algn="ctr"/>
              <a:r>
                <a:rPr lang="fr-FR" sz="1200" b="1" dirty="0"/>
                <a:t>2</a:t>
              </a:r>
              <a:endParaRPr lang="fr-FR" sz="2400" b="1" dirty="0"/>
            </a:p>
          </p:txBody>
        </p:sp>
        <p:sp>
          <p:nvSpPr>
            <p:cNvPr id="19" name="ZoneTexte 18">
              <a:extLst>
                <a:ext uri="{FF2B5EF4-FFF2-40B4-BE49-F238E27FC236}">
                  <a16:creationId xmlns:a16="http://schemas.microsoft.com/office/drawing/2014/main" id="{4195DEFC-8257-7902-DE4D-D4DB92AFED8D}"/>
                </a:ext>
              </a:extLst>
            </p:cNvPr>
            <p:cNvSpPr txBox="1"/>
            <p:nvPr/>
          </p:nvSpPr>
          <p:spPr>
            <a:xfrm>
              <a:off x="1032049" y="6311663"/>
              <a:ext cx="497629" cy="225477"/>
            </a:xfrm>
            <a:prstGeom prst="rect">
              <a:avLst/>
            </a:prstGeom>
            <a:noFill/>
          </p:spPr>
          <p:txBody>
            <a:bodyPr wrap="square" rtlCol="0" anchor="ctr">
              <a:spAutoFit/>
            </a:bodyPr>
            <a:lstStyle/>
            <a:p>
              <a:pPr algn="ctr"/>
              <a:r>
                <a:rPr lang="fr-FR" sz="1200" b="1" dirty="0"/>
                <a:t>1</a:t>
              </a:r>
              <a:endParaRPr lang="fr-FR" sz="2400" b="1" dirty="0"/>
            </a:p>
          </p:txBody>
        </p:sp>
        <p:sp>
          <p:nvSpPr>
            <p:cNvPr id="20" name="ZoneTexte 19">
              <a:extLst>
                <a:ext uri="{FF2B5EF4-FFF2-40B4-BE49-F238E27FC236}">
                  <a16:creationId xmlns:a16="http://schemas.microsoft.com/office/drawing/2014/main" id="{DD389C21-9AAB-681A-C584-30A6DC2452E3}"/>
                </a:ext>
              </a:extLst>
            </p:cNvPr>
            <p:cNvSpPr txBox="1"/>
            <p:nvPr/>
          </p:nvSpPr>
          <p:spPr>
            <a:xfrm>
              <a:off x="3166851" y="6311663"/>
              <a:ext cx="497629" cy="225477"/>
            </a:xfrm>
            <a:prstGeom prst="rect">
              <a:avLst/>
            </a:prstGeom>
            <a:noFill/>
          </p:spPr>
          <p:txBody>
            <a:bodyPr wrap="square" rtlCol="0" anchor="ctr">
              <a:spAutoFit/>
            </a:bodyPr>
            <a:lstStyle/>
            <a:p>
              <a:pPr algn="ctr"/>
              <a:r>
                <a:rPr lang="fr-FR" sz="1200" b="1" dirty="0"/>
                <a:t>3</a:t>
              </a:r>
              <a:endParaRPr lang="fr-FR" sz="2400" b="1" dirty="0"/>
            </a:p>
          </p:txBody>
        </p:sp>
        <p:sp>
          <p:nvSpPr>
            <p:cNvPr id="21" name="ZoneTexte 20">
              <a:extLst>
                <a:ext uri="{FF2B5EF4-FFF2-40B4-BE49-F238E27FC236}">
                  <a16:creationId xmlns:a16="http://schemas.microsoft.com/office/drawing/2014/main" id="{CC47DCBE-853A-5E01-9F3A-2FC0C3E509A4}"/>
                </a:ext>
              </a:extLst>
            </p:cNvPr>
            <p:cNvSpPr txBox="1"/>
            <p:nvPr/>
          </p:nvSpPr>
          <p:spPr>
            <a:xfrm>
              <a:off x="4234252" y="6311663"/>
              <a:ext cx="497629" cy="225477"/>
            </a:xfrm>
            <a:prstGeom prst="rect">
              <a:avLst/>
            </a:prstGeom>
            <a:noFill/>
          </p:spPr>
          <p:txBody>
            <a:bodyPr wrap="square" rtlCol="0" anchor="ctr">
              <a:spAutoFit/>
            </a:bodyPr>
            <a:lstStyle/>
            <a:p>
              <a:pPr algn="ctr"/>
              <a:r>
                <a:rPr lang="fr-FR" sz="1200" b="1" dirty="0"/>
                <a:t>4</a:t>
              </a:r>
              <a:endParaRPr lang="fr-FR" sz="2400" b="1" dirty="0"/>
            </a:p>
          </p:txBody>
        </p:sp>
      </p:grpSp>
    </p:spTree>
    <p:extLst>
      <p:ext uri="{BB962C8B-B14F-4D97-AF65-F5344CB8AC3E}">
        <p14:creationId xmlns:p14="http://schemas.microsoft.com/office/powerpoint/2010/main" val="44472046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E9613-B0E3-E836-7948-F916A52A0D83}"/>
              </a:ext>
            </a:extLst>
          </p:cNvPr>
          <p:cNvSpPr>
            <a:spLocks noGrp="1"/>
          </p:cNvSpPr>
          <p:nvPr>
            <p:ph type="title"/>
          </p:nvPr>
        </p:nvSpPr>
        <p:spPr/>
        <p:txBody>
          <a:bodyPr>
            <a:normAutofit fontScale="90000"/>
          </a:bodyPr>
          <a:lstStyle/>
          <a:p>
            <a:r>
              <a:rPr lang="fr-FR" dirty="0"/>
              <a:t>Définissez un plan de traitement du risque</a:t>
            </a:r>
          </a:p>
        </p:txBody>
      </p:sp>
      <p:sp>
        <p:nvSpPr>
          <p:cNvPr id="3" name="Espace réservé de la date 2">
            <a:extLst>
              <a:ext uri="{FF2B5EF4-FFF2-40B4-BE49-F238E27FC236}">
                <a16:creationId xmlns:a16="http://schemas.microsoft.com/office/drawing/2014/main" id="{BF4214D9-9F5E-447E-FA48-6EF7E4C9501C}"/>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8C5B195B-DDF4-5919-D02F-C9D627A0BD41}"/>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C463A92-5171-3A19-A9E8-C9A10C71F2C7}"/>
              </a:ext>
            </a:extLst>
          </p:cNvPr>
          <p:cNvSpPr>
            <a:spLocks noGrp="1"/>
          </p:cNvSpPr>
          <p:nvPr>
            <p:ph type="sldNum" sz="quarter" idx="12"/>
          </p:nvPr>
        </p:nvSpPr>
        <p:spPr/>
        <p:txBody>
          <a:bodyPr/>
          <a:lstStyle/>
          <a:p>
            <a:fld id="{294A09A9-5501-47C1-A89A-A340965A2BE2}" type="slidenum">
              <a:rPr lang="fr-FR" smtClean="0"/>
              <a:pPr/>
              <a:t>150</a:t>
            </a:fld>
            <a:endParaRPr lang="fr-FR" dirty="0"/>
          </a:p>
        </p:txBody>
      </p:sp>
      <p:graphicFrame>
        <p:nvGraphicFramePr>
          <p:cNvPr id="7" name="Tableau 6">
            <a:extLst>
              <a:ext uri="{FF2B5EF4-FFF2-40B4-BE49-F238E27FC236}">
                <a16:creationId xmlns:a16="http://schemas.microsoft.com/office/drawing/2014/main" id="{216F084C-12C1-0589-66CA-E9F67A3E8292}"/>
              </a:ext>
            </a:extLst>
          </p:cNvPr>
          <p:cNvGraphicFramePr>
            <a:graphicFrameLocks noGrp="1"/>
          </p:cNvGraphicFramePr>
          <p:nvPr>
            <p:extLst>
              <p:ext uri="{D42A27DB-BD31-4B8C-83A1-F6EECF244321}">
                <p14:modId xmlns:p14="http://schemas.microsoft.com/office/powerpoint/2010/main" val="3028713859"/>
              </p:ext>
            </p:extLst>
          </p:nvPr>
        </p:nvGraphicFramePr>
        <p:xfrm>
          <a:off x="719328" y="1204369"/>
          <a:ext cx="10546081" cy="4977189"/>
        </p:xfrm>
        <a:graphic>
          <a:graphicData uri="http://schemas.openxmlformats.org/drawingml/2006/table">
            <a:tbl>
              <a:tblPr/>
              <a:tblGrid>
                <a:gridCol w="2340864">
                  <a:extLst>
                    <a:ext uri="{9D8B030D-6E8A-4147-A177-3AD203B41FA5}">
                      <a16:colId xmlns:a16="http://schemas.microsoft.com/office/drawing/2014/main" val="20000"/>
                    </a:ext>
                  </a:extLst>
                </a:gridCol>
                <a:gridCol w="1853184">
                  <a:extLst>
                    <a:ext uri="{9D8B030D-6E8A-4147-A177-3AD203B41FA5}">
                      <a16:colId xmlns:a16="http://schemas.microsoft.com/office/drawing/2014/main" val="20002"/>
                    </a:ext>
                  </a:extLst>
                </a:gridCol>
                <a:gridCol w="2791968">
                  <a:extLst>
                    <a:ext uri="{9D8B030D-6E8A-4147-A177-3AD203B41FA5}">
                      <a16:colId xmlns:a16="http://schemas.microsoft.com/office/drawing/2014/main" val="20003"/>
                    </a:ext>
                  </a:extLst>
                </a:gridCol>
                <a:gridCol w="2508274">
                  <a:extLst>
                    <a:ext uri="{9D8B030D-6E8A-4147-A177-3AD203B41FA5}">
                      <a16:colId xmlns:a16="http://schemas.microsoft.com/office/drawing/2014/main" val="20004"/>
                    </a:ext>
                  </a:extLst>
                </a:gridCol>
                <a:gridCol w="1051791">
                  <a:extLst>
                    <a:ext uri="{9D8B030D-6E8A-4147-A177-3AD203B41FA5}">
                      <a16:colId xmlns:a16="http://schemas.microsoft.com/office/drawing/2014/main" val="20005"/>
                    </a:ext>
                  </a:extLst>
                </a:gridCol>
              </a:tblGrid>
              <a:tr h="67733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Mesure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Responsable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Freins</a:t>
                      </a:r>
                      <a:r>
                        <a:rPr lang="fr-FR" sz="1000" b="1" i="0" u="none" strike="noStrike" cap="all" baseline="0" dirty="0">
                          <a:solidFill>
                            <a:schemeClr val="bg1"/>
                          </a:solidFill>
                          <a:effectLst/>
                          <a:latin typeface="Calibri Light" panose="020F0302020204030204" pitchFamily="34" charset="0"/>
                        </a:rPr>
                        <a:t> et difficulté de mise en œuvre</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Coût / Complexité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Échéance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8156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7700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928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479282">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8392558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61125-E42F-DFED-82AC-0AEE22A16F90}"/>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325FFF9-6E79-264C-9448-E4416A911573}"/>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AEE1C8F-4C6F-31EC-A8EF-058FF1F411D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D1282E"/>
                </a:solidFill>
              </a:rPr>
              <a:t>Conclusion</a:t>
            </a:r>
          </a:p>
        </p:txBody>
      </p:sp>
      <p:sp>
        <p:nvSpPr>
          <p:cNvPr id="4" name="Espace réservé de la date 3">
            <a:extLst>
              <a:ext uri="{FF2B5EF4-FFF2-40B4-BE49-F238E27FC236}">
                <a16:creationId xmlns:a16="http://schemas.microsoft.com/office/drawing/2014/main" id="{99271941-3AF1-E7BB-56E5-7168831F73CC}"/>
              </a:ext>
            </a:extLst>
          </p:cNvPr>
          <p:cNvSpPr>
            <a:spLocks noGrp="1"/>
          </p:cNvSpPr>
          <p:nvPr>
            <p:ph type="dt" sz="half" idx="10"/>
          </p:nvPr>
        </p:nvSpPr>
        <p:spPr/>
        <p:txBody>
          <a:bodyPr/>
          <a:lstStyle/>
          <a:p>
            <a:r>
              <a:rPr lang="fr-FR"/>
              <a:t>14/10/2025</a:t>
            </a:r>
            <a:endParaRPr lang="fr-FR" dirty="0"/>
          </a:p>
        </p:txBody>
      </p:sp>
      <p:sp>
        <p:nvSpPr>
          <p:cNvPr id="5" name="Espace réservé du pied de page 4">
            <a:extLst>
              <a:ext uri="{FF2B5EF4-FFF2-40B4-BE49-F238E27FC236}">
                <a16:creationId xmlns:a16="http://schemas.microsoft.com/office/drawing/2014/main" id="{F1BCDE9B-393B-6523-79AE-1986312F1DD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8C78C06-5F38-619F-E0F8-28728494D657}"/>
              </a:ext>
            </a:extLst>
          </p:cNvPr>
          <p:cNvSpPr>
            <a:spLocks noGrp="1"/>
          </p:cNvSpPr>
          <p:nvPr>
            <p:ph type="sldNum" sz="quarter" idx="12"/>
          </p:nvPr>
        </p:nvSpPr>
        <p:spPr/>
        <p:txBody>
          <a:bodyPr/>
          <a:lstStyle/>
          <a:p>
            <a:fld id="{294A09A9-5501-47C1-A89A-A340965A2BE2}" type="slidenum">
              <a:rPr lang="fr-FR" smtClean="0"/>
              <a:pPr/>
              <a:t>151</a:t>
            </a:fld>
            <a:endParaRPr lang="fr-FR"/>
          </a:p>
        </p:txBody>
      </p:sp>
      <p:pic>
        <p:nvPicPr>
          <p:cNvPr id="13" name="Picture 2" descr="Logo - EBIOS Risk Manager">
            <a:extLst>
              <a:ext uri="{FF2B5EF4-FFF2-40B4-BE49-F238E27FC236}">
                <a16:creationId xmlns:a16="http://schemas.microsoft.com/office/drawing/2014/main" id="{14F294E2-9BFB-8B4B-42B5-8078B5931D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23970805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4500896-5975-3811-72E4-8FD902824AE7}"/>
              </a:ext>
            </a:extLst>
          </p:cNvPr>
          <p:cNvSpPr>
            <a:spLocks noGrp="1"/>
          </p:cNvSpPr>
          <p:nvPr>
            <p:ph type="title"/>
          </p:nvPr>
        </p:nvSpPr>
        <p:spPr/>
        <p:txBody>
          <a:bodyPr>
            <a:normAutofit fontScale="90000"/>
          </a:bodyPr>
          <a:lstStyle/>
          <a:p>
            <a:r>
              <a:rPr lang="fr-FR" dirty="0"/>
              <a:t>Ateliers d’EBIOS Risk Manager</a:t>
            </a:r>
          </a:p>
        </p:txBody>
      </p:sp>
      <p:sp>
        <p:nvSpPr>
          <p:cNvPr id="6" name="Espace réservé de la date 5">
            <a:extLst>
              <a:ext uri="{FF2B5EF4-FFF2-40B4-BE49-F238E27FC236}">
                <a16:creationId xmlns:a16="http://schemas.microsoft.com/office/drawing/2014/main" id="{27C43FB2-200E-0702-9933-FBAB0E60FF74}"/>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2C76B4BA-640F-78DA-F5A4-9AFA06A97CD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1F74B7A-245B-3B8B-9079-A8949185EE45}"/>
              </a:ext>
            </a:extLst>
          </p:cNvPr>
          <p:cNvSpPr>
            <a:spLocks noGrp="1"/>
          </p:cNvSpPr>
          <p:nvPr>
            <p:ph type="sldNum" sz="quarter" idx="12"/>
          </p:nvPr>
        </p:nvSpPr>
        <p:spPr/>
        <p:txBody>
          <a:bodyPr/>
          <a:lstStyle/>
          <a:p>
            <a:fld id="{294A09A9-5501-47C1-A89A-A340965A2BE2}" type="slidenum">
              <a:rPr lang="fr-FR" smtClean="0"/>
              <a:pPr/>
              <a:t>152</a:t>
            </a:fld>
            <a:endParaRPr lang="fr-FR"/>
          </a:p>
        </p:txBody>
      </p:sp>
      <p:sp>
        <p:nvSpPr>
          <p:cNvPr id="9" name="Espace réservé du texte 8">
            <a:extLst>
              <a:ext uri="{FF2B5EF4-FFF2-40B4-BE49-F238E27FC236}">
                <a16:creationId xmlns:a16="http://schemas.microsoft.com/office/drawing/2014/main" id="{B2B1EBBF-AEDE-9A63-D97F-D4D8A86EFAB7}"/>
              </a:ext>
            </a:extLst>
          </p:cNvPr>
          <p:cNvSpPr>
            <a:spLocks noGrp="1"/>
          </p:cNvSpPr>
          <p:nvPr>
            <p:ph type="body" sz="quarter" idx="13"/>
          </p:nvPr>
        </p:nvSpPr>
        <p:spPr/>
        <p:txBody>
          <a:bodyPr/>
          <a:lstStyle/>
          <a:p>
            <a:r>
              <a:rPr lang="fr-FR" dirty="0"/>
              <a:t>Résultats de la démarche complète</a:t>
            </a:r>
          </a:p>
        </p:txBody>
      </p:sp>
      <p:sp>
        <p:nvSpPr>
          <p:cNvPr id="20" name="Rectangle 19">
            <a:extLst>
              <a:ext uri="{FF2B5EF4-FFF2-40B4-BE49-F238E27FC236}">
                <a16:creationId xmlns:a16="http://schemas.microsoft.com/office/drawing/2014/main" id="{B897E311-29B0-D22B-37F9-8861CDD16386}"/>
              </a:ext>
            </a:extLst>
          </p:cNvPr>
          <p:cNvSpPr/>
          <p:nvPr/>
        </p:nvSpPr>
        <p:spPr>
          <a:xfrm>
            <a:off x="9413013" y="4980901"/>
            <a:ext cx="1595363" cy="677301"/>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Mesures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 résiduels</a:t>
            </a:r>
          </a:p>
        </p:txBody>
      </p:sp>
      <p:cxnSp>
        <p:nvCxnSpPr>
          <p:cNvPr id="36" name="Connecteur droit 35">
            <a:extLst>
              <a:ext uri="{FF2B5EF4-FFF2-40B4-BE49-F238E27FC236}">
                <a16:creationId xmlns:a16="http://schemas.microsoft.com/office/drawing/2014/main" id="{7024B38A-0270-E710-3E45-97B80D8A5D25}"/>
              </a:ext>
            </a:extLst>
          </p:cNvPr>
          <p:cNvCxnSpPr>
            <a:cxnSpLocks/>
          </p:cNvCxnSpPr>
          <p:nvPr/>
        </p:nvCxnSpPr>
        <p:spPr>
          <a:xfrm>
            <a:off x="9943985" y="3695173"/>
            <a:ext cx="0" cy="1174044"/>
          </a:xfrm>
          <a:prstGeom prst="line">
            <a:avLst/>
          </a:prstGeom>
          <a:ln w="19050">
            <a:solidFill>
              <a:srgbClr val="E73C50"/>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D4A1F3C2-1799-4237-ADB2-7871C43C4312}"/>
              </a:ext>
            </a:extLst>
          </p:cNvPr>
          <p:cNvPicPr>
            <a:picLocks noChangeAspect="1"/>
          </p:cNvPicPr>
          <p:nvPr/>
        </p:nvPicPr>
        <p:blipFill>
          <a:blip r:embed="rId2"/>
          <a:stretch>
            <a:fillRect/>
          </a:stretch>
        </p:blipFill>
        <p:spPr>
          <a:xfrm>
            <a:off x="1735742" y="2063838"/>
            <a:ext cx="8893873" cy="3160095"/>
          </a:xfrm>
          <a:prstGeom prst="rect">
            <a:avLst/>
          </a:prstGeom>
        </p:spPr>
      </p:pic>
      <p:sp>
        <p:nvSpPr>
          <p:cNvPr id="11" name="Rectangle 10">
            <a:extLst>
              <a:ext uri="{FF2B5EF4-FFF2-40B4-BE49-F238E27FC236}">
                <a16:creationId xmlns:a16="http://schemas.microsoft.com/office/drawing/2014/main" id="{C6F0F630-D750-4446-A28C-C4AEBBF5BAA9}"/>
              </a:ext>
            </a:extLst>
          </p:cNvPr>
          <p:cNvSpPr/>
          <p:nvPr/>
        </p:nvSpPr>
        <p:spPr>
          <a:xfrm>
            <a:off x="6467042" y="5627681"/>
            <a:ext cx="2725726" cy="619831"/>
          </a:xfrm>
          <a:prstGeom prst="rect">
            <a:avLst/>
          </a:prstGeom>
          <a:noFill/>
          <a:ln w="25400" cap="flat" cmpd="sng" algn="ctr">
            <a:noFill/>
            <a:prstDash val="solid"/>
          </a:ln>
          <a:effectLst/>
        </p:spPr>
        <p:txBody>
          <a:bodyPr lIns="0" tIns="0" rIns="0" bIns="0" rtlCol="0" anchor="t" anchorCtr="0"/>
          <a:lstStyle/>
          <a:p>
            <a:pPr marL="124881" indent="-124881">
              <a:buClr>
                <a:srgbClr val="C8A90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opérationnels, avec leurs différentes chaînes d’attaque (et vraisemblances)</a:t>
            </a:r>
          </a:p>
        </p:txBody>
      </p:sp>
      <p:cxnSp>
        <p:nvCxnSpPr>
          <p:cNvPr id="12" name="Connecteur droit 11">
            <a:extLst>
              <a:ext uri="{FF2B5EF4-FFF2-40B4-BE49-F238E27FC236}">
                <a16:creationId xmlns:a16="http://schemas.microsoft.com/office/drawing/2014/main" id="{026C1C4F-48C2-46FA-BEDD-79743A087779}"/>
              </a:ext>
            </a:extLst>
          </p:cNvPr>
          <p:cNvCxnSpPr>
            <a:cxnSpLocks/>
          </p:cNvCxnSpPr>
          <p:nvPr/>
        </p:nvCxnSpPr>
        <p:spPr>
          <a:xfrm flipH="1">
            <a:off x="7829403" y="4198237"/>
            <a:ext cx="2" cy="1312547"/>
          </a:xfrm>
          <a:prstGeom prst="line">
            <a:avLst/>
          </a:prstGeom>
          <a:noFill/>
          <a:ln w="19050">
            <a:solidFill>
              <a:srgbClr val="C9AD00"/>
            </a:solidFill>
            <a:prstDash val="sysDot"/>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92DCA682-F8DE-4E52-96FA-BB9352A339C4}"/>
              </a:ext>
            </a:extLst>
          </p:cNvPr>
          <p:cNvSpPr/>
          <p:nvPr/>
        </p:nvSpPr>
        <p:spPr>
          <a:xfrm>
            <a:off x="7735209" y="1780235"/>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Parties prenantes (et dangerosités)</a:t>
            </a:r>
          </a:p>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stratégiques</a:t>
            </a:r>
          </a:p>
        </p:txBody>
      </p:sp>
      <p:cxnSp>
        <p:nvCxnSpPr>
          <p:cNvPr id="14" name="Connecteur : en angle 13">
            <a:extLst>
              <a:ext uri="{FF2B5EF4-FFF2-40B4-BE49-F238E27FC236}">
                <a16:creationId xmlns:a16="http://schemas.microsoft.com/office/drawing/2014/main" id="{7AA12A21-A7D6-4804-A7CE-9088B822974E}"/>
              </a:ext>
            </a:extLst>
          </p:cNvPr>
          <p:cNvCxnSpPr>
            <a:cxnSpLocks/>
          </p:cNvCxnSpPr>
          <p:nvPr/>
        </p:nvCxnSpPr>
        <p:spPr>
          <a:xfrm flipV="1">
            <a:off x="7829403" y="2342933"/>
            <a:ext cx="1061499" cy="1034571"/>
          </a:xfrm>
          <a:prstGeom prst="bentConnector2">
            <a:avLst/>
          </a:prstGeom>
          <a:ln w="19050">
            <a:solidFill>
              <a:srgbClr val="00AFAA"/>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0F9766C-119C-4356-B56D-C787B236C18F}"/>
              </a:ext>
            </a:extLst>
          </p:cNvPr>
          <p:cNvSpPr/>
          <p:nvPr/>
        </p:nvSpPr>
        <p:spPr>
          <a:xfrm>
            <a:off x="7319320" y="2822372"/>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66A350A3-81C4-4E71-AD30-86EFA5F147DC}"/>
              </a:ext>
            </a:extLst>
          </p:cNvPr>
          <p:cNvSpPr/>
          <p:nvPr/>
        </p:nvSpPr>
        <p:spPr>
          <a:xfrm>
            <a:off x="8635860" y="1610621"/>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2" name="Connecteur droit 21">
            <a:extLst>
              <a:ext uri="{FF2B5EF4-FFF2-40B4-BE49-F238E27FC236}">
                <a16:creationId xmlns:a16="http://schemas.microsoft.com/office/drawing/2014/main" id="{1BD6D891-2D28-4850-9487-FA16EC2DFE3A}"/>
              </a:ext>
            </a:extLst>
          </p:cNvPr>
          <p:cNvCxnSpPr>
            <a:cxnSpLocks/>
          </p:cNvCxnSpPr>
          <p:nvPr/>
        </p:nvCxnSpPr>
        <p:spPr>
          <a:xfrm flipV="1">
            <a:off x="4201500" y="2286620"/>
            <a:ext cx="0" cy="1185448"/>
          </a:xfrm>
          <a:prstGeom prst="line">
            <a:avLst/>
          </a:prstGeom>
          <a:ln w="19050">
            <a:solidFill>
              <a:srgbClr val="9C248D"/>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53617C6-79A9-4D0F-889E-C731034D8F97}"/>
              </a:ext>
            </a:extLst>
          </p:cNvPr>
          <p:cNvSpPr/>
          <p:nvPr/>
        </p:nvSpPr>
        <p:spPr>
          <a:xfrm>
            <a:off x="3275725" y="1746048"/>
            <a:ext cx="3119791" cy="451534"/>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Sources de risques (et pertinences)</a:t>
            </a:r>
          </a:p>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Objectifs visés</a:t>
            </a:r>
          </a:p>
        </p:txBody>
      </p:sp>
      <p:sp>
        <p:nvSpPr>
          <p:cNvPr id="24" name="Rectangle 23">
            <a:extLst>
              <a:ext uri="{FF2B5EF4-FFF2-40B4-BE49-F238E27FC236}">
                <a16:creationId xmlns:a16="http://schemas.microsoft.com/office/drawing/2014/main" id="{F3D017BD-47FB-4E90-8E4F-8E9B31488316}"/>
              </a:ext>
            </a:extLst>
          </p:cNvPr>
          <p:cNvSpPr/>
          <p:nvPr/>
        </p:nvSpPr>
        <p:spPr>
          <a:xfrm>
            <a:off x="1634921" y="5111647"/>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Valeurs métier</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Événements redoutés (et gravités)</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Évaluation du socle</a:t>
            </a:r>
          </a:p>
        </p:txBody>
      </p:sp>
      <p:cxnSp>
        <p:nvCxnSpPr>
          <p:cNvPr id="25" name="Connecteur droit 24">
            <a:extLst>
              <a:ext uri="{FF2B5EF4-FFF2-40B4-BE49-F238E27FC236}">
                <a16:creationId xmlns:a16="http://schemas.microsoft.com/office/drawing/2014/main" id="{6410511D-DEE8-4D7C-9203-6B70A7E83D93}"/>
              </a:ext>
            </a:extLst>
          </p:cNvPr>
          <p:cNvCxnSpPr>
            <a:cxnSpLocks/>
          </p:cNvCxnSpPr>
          <p:nvPr/>
        </p:nvCxnSpPr>
        <p:spPr>
          <a:xfrm>
            <a:off x="2427621" y="3990716"/>
            <a:ext cx="0" cy="1051129"/>
          </a:xfrm>
          <a:prstGeom prst="line">
            <a:avLst/>
          </a:prstGeom>
          <a:ln w="19050">
            <a:solidFill>
              <a:srgbClr val="E6007E"/>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646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85C752B-4743-5439-C493-3BB3CFABA561}"/>
              </a:ext>
            </a:extLst>
          </p:cNvPr>
          <p:cNvSpPr>
            <a:spLocks noGrp="1"/>
          </p:cNvSpPr>
          <p:nvPr>
            <p:ph type="title"/>
          </p:nvPr>
        </p:nvSpPr>
        <p:spPr/>
        <p:txBody>
          <a:bodyPr>
            <a:normAutofit fontScale="90000"/>
          </a:bodyPr>
          <a:lstStyle/>
          <a:p>
            <a:r>
              <a:rPr lang="fr-FR" noProof="0" dirty="0"/>
              <a:t>Allez, un dernier exercice !</a:t>
            </a:r>
          </a:p>
        </p:txBody>
      </p:sp>
      <p:sp>
        <p:nvSpPr>
          <p:cNvPr id="6" name="Espace réservé de la date 5">
            <a:extLst>
              <a:ext uri="{FF2B5EF4-FFF2-40B4-BE49-F238E27FC236}">
                <a16:creationId xmlns:a16="http://schemas.microsoft.com/office/drawing/2014/main" id="{2B333F70-678A-4F76-4481-3F53E31D286B}"/>
              </a:ext>
            </a:extLst>
          </p:cNvPr>
          <p:cNvSpPr>
            <a:spLocks noGrp="1"/>
          </p:cNvSpPr>
          <p:nvPr>
            <p:ph type="dt" sz="half" idx="10"/>
          </p:nvPr>
        </p:nvSpPr>
        <p:spPr/>
        <p:txBody>
          <a:bodyPr/>
          <a:lstStyle/>
          <a:p>
            <a:pPr rtl="0"/>
            <a:r>
              <a:rPr lang="fr-FR" noProof="0"/>
              <a:t>14/10/2025</a:t>
            </a:r>
          </a:p>
        </p:txBody>
      </p:sp>
      <p:sp>
        <p:nvSpPr>
          <p:cNvPr id="4" name="Espace réservé du pied de page 3">
            <a:extLst>
              <a:ext uri="{FF2B5EF4-FFF2-40B4-BE49-F238E27FC236}">
                <a16:creationId xmlns:a16="http://schemas.microsoft.com/office/drawing/2014/main" id="{BBB74001-CD97-94F9-D83E-860990AB5A40}"/>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73323524-11BD-7644-8102-A8BB0C9C90AC}"/>
              </a:ext>
            </a:extLst>
          </p:cNvPr>
          <p:cNvSpPr>
            <a:spLocks noGrp="1"/>
          </p:cNvSpPr>
          <p:nvPr>
            <p:ph type="sldNum" sz="quarter" idx="12"/>
          </p:nvPr>
        </p:nvSpPr>
        <p:spPr/>
        <p:txBody>
          <a:bodyPr/>
          <a:lstStyle/>
          <a:p>
            <a:pPr rtl="0"/>
            <a:fld id="{3A98EE3D-8CD1-4C3F-BD1C-C98C9596463C}" type="slidenum">
              <a:rPr lang="fr-FR" noProof="0" smtClean="0"/>
              <a:pPr rtl="0"/>
              <a:t>153</a:t>
            </a:fld>
            <a:endParaRPr lang="fr-FR" noProof="0"/>
          </a:p>
        </p:txBody>
      </p:sp>
      <p:sp>
        <p:nvSpPr>
          <p:cNvPr id="2" name="Espace réservé du texte 1">
            <a:extLst>
              <a:ext uri="{FF2B5EF4-FFF2-40B4-BE49-F238E27FC236}">
                <a16:creationId xmlns:a16="http://schemas.microsoft.com/office/drawing/2014/main" id="{12A42207-7A32-FD34-757B-EE256AB03E92}"/>
              </a:ext>
            </a:extLst>
          </p:cNvPr>
          <p:cNvSpPr>
            <a:spLocks noGrp="1"/>
          </p:cNvSpPr>
          <p:nvPr>
            <p:ph type="body" sz="quarter" idx="13"/>
          </p:nvPr>
        </p:nvSpPr>
        <p:spPr/>
        <p:txBody>
          <a:bodyPr/>
          <a:lstStyle/>
          <a:p>
            <a:r>
              <a:rPr lang="fr-FR" dirty="0"/>
              <a:t>Qu’est-ce qu’EBIOS ?</a:t>
            </a:r>
          </a:p>
        </p:txBody>
      </p:sp>
      <p:graphicFrame>
        <p:nvGraphicFramePr>
          <p:cNvPr id="11" name="Espace réservé du contenu 8">
            <a:extLst>
              <a:ext uri="{FF2B5EF4-FFF2-40B4-BE49-F238E27FC236}">
                <a16:creationId xmlns:a16="http://schemas.microsoft.com/office/drawing/2014/main" id="{189AB891-FA64-10CF-5ADF-808D9F67E23C}"/>
              </a:ext>
            </a:extLst>
          </p:cNvPr>
          <p:cNvGraphicFramePr>
            <a:graphicFrameLocks noGrp="1"/>
          </p:cNvGraphicFramePr>
          <p:nvPr>
            <p:ph idx="4294967295"/>
            <p:extLst>
              <p:ext uri="{D42A27DB-BD31-4B8C-83A1-F6EECF244321}">
                <p14:modId xmlns:p14="http://schemas.microsoft.com/office/powerpoint/2010/main" val="757192761"/>
              </p:ext>
            </p:extLst>
          </p:nvPr>
        </p:nvGraphicFramePr>
        <p:xfrm>
          <a:off x="1261872" y="1532763"/>
          <a:ext cx="9601200" cy="2244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19" name="Groupe 18">
            <a:extLst>
              <a:ext uri="{FF2B5EF4-FFF2-40B4-BE49-F238E27FC236}">
                <a16:creationId xmlns:a16="http://schemas.microsoft.com/office/drawing/2014/main" id="{E7EF934B-7245-F3A8-3791-C57A2C3183A5}"/>
              </a:ext>
            </a:extLst>
          </p:cNvPr>
          <p:cNvGrpSpPr/>
          <p:nvPr/>
        </p:nvGrpSpPr>
        <p:grpSpPr>
          <a:xfrm>
            <a:off x="2005584" y="3568652"/>
            <a:ext cx="2194560" cy="2222282"/>
            <a:chOff x="2092960" y="4017724"/>
            <a:chExt cx="2194560" cy="2222282"/>
          </a:xfrm>
        </p:grpSpPr>
        <p:sp>
          <p:nvSpPr>
            <p:cNvPr id="10" name="ZoneTexte 9">
              <a:extLst>
                <a:ext uri="{FF2B5EF4-FFF2-40B4-BE49-F238E27FC236}">
                  <a16:creationId xmlns:a16="http://schemas.microsoft.com/office/drawing/2014/main" id="{78ABB60F-D09F-F2B1-F0F4-BBCA7E0838F4}"/>
                </a:ext>
              </a:extLst>
            </p:cNvPr>
            <p:cNvSpPr txBox="1"/>
            <p:nvPr/>
          </p:nvSpPr>
          <p:spPr>
            <a:xfrm>
              <a:off x="2092960" y="4424124"/>
              <a:ext cx="2194560" cy="1815882"/>
            </a:xfrm>
            <a:prstGeom prst="rect">
              <a:avLst/>
            </a:prstGeom>
            <a:noFill/>
          </p:spPr>
          <p:txBody>
            <a:bodyPr wrap="square" rtlCol="0">
              <a:spAutoFit/>
            </a:bodyPr>
            <a:lstStyle/>
            <a:p>
              <a:pPr algn="ctr"/>
              <a:r>
                <a:rPr lang="fr-FR" sz="1600" b="1" dirty="0"/>
                <a:t>Non</a:t>
              </a:r>
              <a:r>
                <a:rPr lang="fr-FR" sz="1600" dirty="0"/>
                <a:t>, c’est une méthode de gestion des risques : contexte, appréciation (identification, analyse, évaluation), traitement, communication, revue</a:t>
              </a:r>
            </a:p>
          </p:txBody>
        </p:sp>
        <p:sp>
          <p:nvSpPr>
            <p:cNvPr id="15" name="Ellipse 14">
              <a:extLst>
                <a:ext uri="{FF2B5EF4-FFF2-40B4-BE49-F238E27FC236}">
                  <a16:creationId xmlns:a16="http://schemas.microsoft.com/office/drawing/2014/main" id="{79EC8FD8-6878-8B9B-C379-2EF31960C058}"/>
                </a:ext>
              </a:extLst>
            </p:cNvPr>
            <p:cNvSpPr/>
            <p:nvPr/>
          </p:nvSpPr>
          <p:spPr>
            <a:xfrm>
              <a:off x="30632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828912C5-744C-8CB9-56A6-3F3A832D2205}"/>
              </a:ext>
            </a:extLst>
          </p:cNvPr>
          <p:cNvGrpSpPr/>
          <p:nvPr/>
        </p:nvGrpSpPr>
        <p:grpSpPr>
          <a:xfrm>
            <a:off x="4108704" y="3568652"/>
            <a:ext cx="2194560" cy="2222282"/>
            <a:chOff x="4084320" y="4017724"/>
            <a:chExt cx="2194560" cy="2222282"/>
          </a:xfrm>
        </p:grpSpPr>
        <p:sp>
          <p:nvSpPr>
            <p:cNvPr id="12" name="ZoneTexte 11">
              <a:extLst>
                <a:ext uri="{FF2B5EF4-FFF2-40B4-BE49-F238E27FC236}">
                  <a16:creationId xmlns:a16="http://schemas.microsoft.com/office/drawing/2014/main" id="{DF6A3906-C4B3-383D-EC9A-5E8AF091C135}"/>
                </a:ext>
              </a:extLst>
            </p:cNvPr>
            <p:cNvSpPr txBox="1"/>
            <p:nvPr/>
          </p:nvSpPr>
          <p:spPr>
            <a:xfrm>
              <a:off x="4084320" y="4424124"/>
              <a:ext cx="2194560" cy="1815882"/>
            </a:xfrm>
            <a:prstGeom prst="rect">
              <a:avLst/>
            </a:prstGeom>
            <a:noFill/>
          </p:spPr>
          <p:txBody>
            <a:bodyPr wrap="square" rtlCol="0">
              <a:spAutoFit/>
            </a:bodyPr>
            <a:lstStyle/>
            <a:p>
              <a:pPr algn="ctr"/>
              <a:r>
                <a:rPr lang="fr-FR" sz="1600" b="1" dirty="0"/>
                <a:t>Non</a:t>
              </a:r>
              <a:r>
                <a:rPr lang="fr-FR" sz="1600" dirty="0"/>
                <a:t>, c’est une boîte à outils, qu’il faut employer de manière appropriée (au commanditaire, à l’objectif, au niveau de maturité, etc.)</a:t>
              </a:r>
            </a:p>
          </p:txBody>
        </p:sp>
        <p:sp>
          <p:nvSpPr>
            <p:cNvPr id="16" name="Ellipse 15">
              <a:extLst>
                <a:ext uri="{FF2B5EF4-FFF2-40B4-BE49-F238E27FC236}">
                  <a16:creationId xmlns:a16="http://schemas.microsoft.com/office/drawing/2014/main" id="{E1DA8D7E-A50C-8E46-B9F3-3587475BDF05}"/>
                </a:ext>
              </a:extLst>
            </p:cNvPr>
            <p:cNvSpPr/>
            <p:nvPr/>
          </p:nvSpPr>
          <p:spPr>
            <a:xfrm>
              <a:off x="50444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2" name="Groupe 21">
            <a:extLst>
              <a:ext uri="{FF2B5EF4-FFF2-40B4-BE49-F238E27FC236}">
                <a16:creationId xmlns:a16="http://schemas.microsoft.com/office/drawing/2014/main" id="{681455E6-5C89-5850-B63F-3BEA3F04FE2C}"/>
              </a:ext>
            </a:extLst>
          </p:cNvPr>
          <p:cNvGrpSpPr/>
          <p:nvPr/>
        </p:nvGrpSpPr>
        <p:grpSpPr>
          <a:xfrm>
            <a:off x="7908544" y="3568652"/>
            <a:ext cx="2308352" cy="2222282"/>
            <a:chOff x="7945120" y="4017724"/>
            <a:chExt cx="2308352" cy="2222282"/>
          </a:xfrm>
        </p:grpSpPr>
        <p:sp>
          <p:nvSpPr>
            <p:cNvPr id="14" name="ZoneTexte 13">
              <a:extLst>
                <a:ext uri="{FF2B5EF4-FFF2-40B4-BE49-F238E27FC236}">
                  <a16:creationId xmlns:a16="http://schemas.microsoft.com/office/drawing/2014/main" id="{2FF5844F-1F12-EACD-3B9E-DC054F1169F5}"/>
                </a:ext>
              </a:extLst>
            </p:cNvPr>
            <p:cNvSpPr txBox="1"/>
            <p:nvPr/>
          </p:nvSpPr>
          <p:spPr>
            <a:xfrm>
              <a:off x="7945120" y="4424124"/>
              <a:ext cx="2308352" cy="1815882"/>
            </a:xfrm>
            <a:prstGeom prst="rect">
              <a:avLst/>
            </a:prstGeom>
            <a:noFill/>
          </p:spPr>
          <p:txBody>
            <a:bodyPr wrap="square" rtlCol="0">
              <a:spAutoFit/>
            </a:bodyPr>
            <a:lstStyle/>
            <a:p>
              <a:pPr algn="ctr"/>
              <a:r>
                <a:rPr lang="fr-FR" sz="1600" b="1" dirty="0"/>
                <a:t>Évidemment</a:t>
              </a:r>
              <a:r>
                <a:rPr lang="fr-FR" sz="1600" dirty="0"/>
                <a:t> !</a:t>
              </a:r>
            </a:p>
            <a:p>
              <a:pPr algn="ctr"/>
              <a:r>
                <a:rPr lang="fr-FR" sz="1600" dirty="0"/>
                <a:t>On peut l’employer dans tous les domaines (sécurité, vie privée, etc.) et sur tous les objets (organisation, système, composant, etc.)</a:t>
              </a:r>
            </a:p>
          </p:txBody>
        </p:sp>
        <p:sp>
          <p:nvSpPr>
            <p:cNvPr id="18" name="Ellipse 17">
              <a:extLst>
                <a:ext uri="{FF2B5EF4-FFF2-40B4-BE49-F238E27FC236}">
                  <a16:creationId xmlns:a16="http://schemas.microsoft.com/office/drawing/2014/main" id="{36F48E31-7820-B5A7-1A17-4B0083084D42}"/>
                </a:ext>
              </a:extLst>
            </p:cNvPr>
            <p:cNvSpPr/>
            <p:nvPr/>
          </p:nvSpPr>
          <p:spPr>
            <a:xfrm>
              <a:off x="8966200" y="40177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5" name="Groupe 24">
            <a:extLst>
              <a:ext uri="{FF2B5EF4-FFF2-40B4-BE49-F238E27FC236}">
                <a16:creationId xmlns:a16="http://schemas.microsoft.com/office/drawing/2014/main" id="{B1BCD53E-5C48-7206-4455-D811B7886C06}"/>
              </a:ext>
            </a:extLst>
          </p:cNvPr>
          <p:cNvGrpSpPr/>
          <p:nvPr/>
        </p:nvGrpSpPr>
        <p:grpSpPr>
          <a:xfrm>
            <a:off x="6008624" y="3568652"/>
            <a:ext cx="2194560" cy="2116824"/>
            <a:chOff x="6045200" y="4119324"/>
            <a:chExt cx="2194560" cy="2116824"/>
          </a:xfrm>
        </p:grpSpPr>
        <p:sp>
          <p:nvSpPr>
            <p:cNvPr id="13" name="ZoneTexte 12">
              <a:extLst>
                <a:ext uri="{FF2B5EF4-FFF2-40B4-BE49-F238E27FC236}">
                  <a16:creationId xmlns:a16="http://schemas.microsoft.com/office/drawing/2014/main" id="{5C7F74AE-2D87-C624-C72A-EAB3AC47185B}"/>
                </a:ext>
              </a:extLst>
            </p:cNvPr>
            <p:cNvSpPr txBox="1"/>
            <p:nvPr/>
          </p:nvSpPr>
          <p:spPr>
            <a:xfrm>
              <a:off x="6045200" y="4525724"/>
              <a:ext cx="2194560" cy="338554"/>
            </a:xfrm>
            <a:prstGeom prst="rect">
              <a:avLst/>
            </a:prstGeom>
            <a:noFill/>
          </p:spPr>
          <p:txBody>
            <a:bodyPr wrap="square" rtlCol="0">
              <a:spAutoFit/>
            </a:bodyPr>
            <a:lstStyle/>
            <a:p>
              <a:pPr algn="ctr"/>
              <a:r>
                <a:rPr lang="fr-FR" sz="1600" dirty="0"/>
                <a:t>Hé </a:t>
              </a:r>
              <a:r>
                <a:rPr lang="fr-FR" sz="1600" b="1" dirty="0"/>
                <a:t>Oui</a:t>
              </a:r>
              <a:r>
                <a:rPr lang="fr-FR" sz="1600" dirty="0"/>
                <a:t> ;)</a:t>
              </a:r>
            </a:p>
          </p:txBody>
        </p:sp>
        <p:sp>
          <p:nvSpPr>
            <p:cNvPr id="17" name="Ellipse 16">
              <a:extLst>
                <a:ext uri="{FF2B5EF4-FFF2-40B4-BE49-F238E27FC236}">
                  <a16:creationId xmlns:a16="http://schemas.microsoft.com/office/drawing/2014/main" id="{817CBC66-BF24-CCCF-6A60-C011DC30937C}"/>
                </a:ext>
              </a:extLst>
            </p:cNvPr>
            <p:cNvSpPr/>
            <p:nvPr/>
          </p:nvSpPr>
          <p:spPr>
            <a:xfrm>
              <a:off x="7005320" y="41193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4" name="Image 23" descr="Une image contenant texte, jaune, nourriture&#10;&#10;Description générée automatiquement">
              <a:extLst>
                <a:ext uri="{FF2B5EF4-FFF2-40B4-BE49-F238E27FC236}">
                  <a16:creationId xmlns:a16="http://schemas.microsoft.com/office/drawing/2014/main" id="{4B9BC401-5DAE-0551-827B-8F87FB07AA56}"/>
                </a:ext>
              </a:extLst>
            </p:cNvPr>
            <p:cNvPicPr>
              <a:picLocks noChangeAspect="1"/>
            </p:cNvPicPr>
            <p:nvPr/>
          </p:nvPicPr>
          <p:blipFill>
            <a:blip r:embed="rId7"/>
            <a:stretch>
              <a:fillRect/>
            </a:stretch>
          </p:blipFill>
          <p:spPr>
            <a:xfrm>
              <a:off x="6699266" y="5081515"/>
              <a:ext cx="876852" cy="1154633"/>
            </a:xfrm>
            <a:prstGeom prst="rect">
              <a:avLst/>
            </a:prstGeom>
          </p:spPr>
        </p:pic>
      </p:grpSp>
    </p:spTree>
    <p:extLst>
      <p:ext uri="{BB962C8B-B14F-4D97-AF65-F5344CB8AC3E}">
        <p14:creationId xmlns:p14="http://schemas.microsoft.com/office/powerpoint/2010/main" val="1946972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C1375-B1C1-CD44-452A-BB597E890E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3B83888-C946-AAC1-2EF8-26B31C378E05}"/>
              </a:ext>
            </a:extLst>
          </p:cNvPr>
          <p:cNvSpPr>
            <a:spLocks noGrp="1"/>
          </p:cNvSpPr>
          <p:nvPr>
            <p:ph type="title"/>
          </p:nvPr>
        </p:nvSpPr>
        <p:spPr/>
        <p:txBody>
          <a:bodyPr>
            <a:normAutofit fontScale="90000"/>
          </a:bodyPr>
          <a:lstStyle/>
          <a:p>
            <a:r>
              <a:rPr lang="fr-FR" noProof="0" dirty="0"/>
              <a:t>Et maintenant ?</a:t>
            </a:r>
          </a:p>
        </p:txBody>
      </p:sp>
      <p:sp>
        <p:nvSpPr>
          <p:cNvPr id="7" name="Espace réservé du contenu 6">
            <a:extLst>
              <a:ext uri="{FF2B5EF4-FFF2-40B4-BE49-F238E27FC236}">
                <a16:creationId xmlns:a16="http://schemas.microsoft.com/office/drawing/2014/main" id="{A02C170B-4D45-7AFB-D5FE-F649E5327622}"/>
              </a:ext>
            </a:extLst>
          </p:cNvPr>
          <p:cNvSpPr>
            <a:spLocks noGrp="1"/>
          </p:cNvSpPr>
          <p:nvPr>
            <p:ph idx="1"/>
          </p:nvPr>
        </p:nvSpPr>
        <p:spPr/>
        <p:txBody>
          <a:bodyPr/>
          <a:lstStyle/>
          <a:p>
            <a:r>
              <a:rPr lang="fr-FR" dirty="0"/>
              <a:t>Vous êtes maintenant capables de mener des études de risques, notamment avec la méthode EBIOS </a:t>
            </a:r>
            <a:r>
              <a:rPr lang="fr-FR" i="1" dirty="0"/>
              <a:t>Risk Manager</a:t>
            </a:r>
          </a:p>
          <a:p>
            <a:endParaRPr lang="fr-FR" dirty="0"/>
          </a:p>
          <a:p>
            <a:r>
              <a:rPr lang="fr-FR" dirty="0"/>
              <a:t>Vous trouverez d’autres informations dans les guides de l’ANSSI</a:t>
            </a:r>
          </a:p>
          <a:p>
            <a:pPr lvl="1"/>
            <a:r>
              <a:rPr lang="fr-FR" dirty="0"/>
              <a:t>Des informations plus détaillées</a:t>
            </a:r>
          </a:p>
          <a:p>
            <a:pPr lvl="1"/>
            <a:r>
              <a:rPr lang="fr-FR" dirty="0"/>
              <a:t>Des termes parfois différents (notamment ceux qui ne respectent pas les normes et cultures d’entreprises)</a:t>
            </a:r>
          </a:p>
          <a:p>
            <a:endParaRPr lang="fr-FR" dirty="0"/>
          </a:p>
          <a:p>
            <a:r>
              <a:rPr lang="fr-FR" dirty="0"/>
              <a:t>Pour être compétent, l’idéal est de mener une étude de risques réelle</a:t>
            </a:r>
          </a:p>
        </p:txBody>
      </p:sp>
      <p:sp>
        <p:nvSpPr>
          <p:cNvPr id="4" name="Espace réservé du pied de page 3">
            <a:extLst>
              <a:ext uri="{FF2B5EF4-FFF2-40B4-BE49-F238E27FC236}">
                <a16:creationId xmlns:a16="http://schemas.microsoft.com/office/drawing/2014/main" id="{DC1808A4-1CCC-9FE5-16D6-3450B29B8A9D}"/>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9FC9370D-BAAA-EF15-DA29-D75E6B12914E}"/>
              </a:ext>
            </a:extLst>
          </p:cNvPr>
          <p:cNvSpPr>
            <a:spLocks noGrp="1"/>
          </p:cNvSpPr>
          <p:nvPr>
            <p:ph type="sldNum" sz="quarter" idx="12"/>
          </p:nvPr>
        </p:nvSpPr>
        <p:spPr/>
        <p:txBody>
          <a:bodyPr/>
          <a:lstStyle/>
          <a:p>
            <a:pPr rtl="0"/>
            <a:fld id="{294A09A9-5501-47C1-A89A-A340965A2BE2}" type="slidenum">
              <a:rPr lang="fr-FR" noProof="0" smtClean="0"/>
              <a:t>154</a:t>
            </a:fld>
            <a:endParaRPr lang="fr-FR" noProof="0"/>
          </a:p>
        </p:txBody>
      </p:sp>
      <p:sp>
        <p:nvSpPr>
          <p:cNvPr id="3" name="Espace réservé de la date 2">
            <a:extLst>
              <a:ext uri="{FF2B5EF4-FFF2-40B4-BE49-F238E27FC236}">
                <a16:creationId xmlns:a16="http://schemas.microsoft.com/office/drawing/2014/main" id="{44588CF5-448C-5E9A-588E-0FA5182E3A5A}"/>
              </a:ext>
            </a:extLst>
          </p:cNvPr>
          <p:cNvSpPr>
            <a:spLocks noGrp="1"/>
          </p:cNvSpPr>
          <p:nvPr>
            <p:ph type="dt" sz="half" idx="10"/>
          </p:nvPr>
        </p:nvSpPr>
        <p:spPr/>
        <p:txBody>
          <a:bodyPr/>
          <a:lstStyle/>
          <a:p>
            <a:pPr rtl="0"/>
            <a:r>
              <a:rPr lang="fr-FR" noProof="0"/>
              <a:t>14/10/2025</a:t>
            </a:r>
          </a:p>
        </p:txBody>
      </p:sp>
    </p:spTree>
    <p:extLst>
      <p:ext uri="{BB962C8B-B14F-4D97-AF65-F5344CB8AC3E}">
        <p14:creationId xmlns:p14="http://schemas.microsoft.com/office/powerpoint/2010/main" val="974699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lstStyle/>
          <a:p>
            <a:r>
              <a:rPr lang="fr-FR" dirty="0"/>
              <a:t>Vous sentez-vous prêts à mener une étude de risques ?</a:t>
            </a:r>
          </a:p>
          <a:p>
            <a:endParaRPr lang="fr-FR" dirty="0"/>
          </a:p>
          <a:p>
            <a:r>
              <a:rPr lang="fr-FR" dirty="0"/>
              <a:t>Vos objectifs pour cette formation sont-ils atteints ?</a:t>
            </a:r>
          </a:p>
          <a:p>
            <a:endParaRPr lang="fr-FR" dirty="0"/>
          </a:p>
          <a:p>
            <a:r>
              <a:rPr lang="fr-FR" dirty="0"/>
              <a:t>Avez-vous des questions ?</a:t>
            </a:r>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EBIOS Risk Manager - Formation</a:t>
            </a:r>
          </a:p>
        </p:txBody>
      </p:sp>
      <p:sp>
        <p:nvSpPr>
          <p:cNvPr id="2" name="Espace réservé de la date 1">
            <a:extLst>
              <a:ext uri="{FF2B5EF4-FFF2-40B4-BE49-F238E27FC236}">
                <a16:creationId xmlns:a16="http://schemas.microsoft.com/office/drawing/2014/main" id="{A1A36A52-EEF3-64DC-1490-20C2C60042FB}"/>
              </a:ext>
            </a:extLst>
          </p:cNvPr>
          <p:cNvSpPr>
            <a:spLocks noGrp="1"/>
          </p:cNvSpPr>
          <p:nvPr>
            <p:ph type="dt" sz="half" idx="10"/>
          </p:nvPr>
        </p:nvSpPr>
        <p:spPr/>
        <p:txBody>
          <a:bodyPr/>
          <a:lstStyle/>
          <a:p>
            <a:r>
              <a:rPr lang="fr-FR"/>
              <a:t>14/10/2025</a:t>
            </a:r>
            <a:endParaRPr lang="fr-FR" dirty="0"/>
          </a:p>
        </p:txBody>
      </p:sp>
      <p:sp>
        <p:nvSpPr>
          <p:cNvPr id="3" name="Espace réservé du numéro de diapositive 2">
            <a:extLst>
              <a:ext uri="{FF2B5EF4-FFF2-40B4-BE49-F238E27FC236}">
                <a16:creationId xmlns:a16="http://schemas.microsoft.com/office/drawing/2014/main" id="{DACFBD97-3657-853F-F26B-D98F04AE0B50}"/>
              </a:ext>
            </a:extLst>
          </p:cNvPr>
          <p:cNvSpPr>
            <a:spLocks noGrp="1"/>
          </p:cNvSpPr>
          <p:nvPr>
            <p:ph type="sldNum" sz="quarter" idx="12"/>
          </p:nvPr>
        </p:nvSpPr>
        <p:spPr/>
        <p:txBody>
          <a:bodyPr/>
          <a:lstStyle/>
          <a:p>
            <a:fld id="{294A09A9-5501-47C1-A89A-A340965A2BE2}" type="slidenum">
              <a:rPr lang="fr-FR" smtClean="0"/>
              <a:pPr/>
              <a:t>155</a:t>
            </a:fld>
            <a:endParaRPr lang="fr-FR"/>
          </a:p>
        </p:txBody>
      </p:sp>
    </p:spTree>
    <p:extLst>
      <p:ext uri="{BB962C8B-B14F-4D97-AF65-F5344CB8AC3E}">
        <p14:creationId xmlns:p14="http://schemas.microsoft.com/office/powerpoint/2010/main" val="34028806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e la date 5">
            <a:extLst>
              <a:ext uri="{FF2B5EF4-FFF2-40B4-BE49-F238E27FC236}">
                <a16:creationId xmlns:a16="http://schemas.microsoft.com/office/drawing/2014/main" id="{E594D15E-D004-E1E7-80F4-B8FF335D85E7}"/>
              </a:ext>
            </a:extLst>
          </p:cNvPr>
          <p:cNvSpPr>
            <a:spLocks noGrp="1"/>
          </p:cNvSpPr>
          <p:nvPr>
            <p:ph type="dt" sz="half" idx="10"/>
          </p:nvPr>
        </p:nvSpPr>
        <p:spPr/>
        <p:txBody>
          <a:bodyPr/>
          <a:lstStyle/>
          <a:p>
            <a:r>
              <a:rPr lang="fr-FR"/>
              <a:t>14/10/2025</a:t>
            </a:r>
            <a:endParaRPr lang="fr-FR" dirty="0"/>
          </a:p>
        </p:txBody>
      </p:sp>
      <p:sp>
        <p:nvSpPr>
          <p:cNvPr id="4" name="Espace réservé du pied de page 3">
            <a:extLst>
              <a:ext uri="{FF2B5EF4-FFF2-40B4-BE49-F238E27FC236}">
                <a16:creationId xmlns:a16="http://schemas.microsoft.com/office/drawing/2014/main" id="{EB7EBB5A-1B83-33FB-A46B-4692B2B4F23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E34D9A6-5C0D-4CA3-85D9-FB800E8B86CE}"/>
              </a:ext>
            </a:extLst>
          </p:cNvPr>
          <p:cNvSpPr>
            <a:spLocks noGrp="1"/>
          </p:cNvSpPr>
          <p:nvPr>
            <p:ph type="sldNum" sz="quarter" idx="12"/>
          </p:nvPr>
        </p:nvSpPr>
        <p:spPr/>
        <p:txBody>
          <a:bodyPr/>
          <a:lstStyle/>
          <a:p>
            <a:fld id="{294A09A9-5501-47C1-A89A-A340965A2BE2}" type="slidenum">
              <a:rPr lang="fr-FR" smtClean="0"/>
              <a:pPr/>
              <a:t>156</a:t>
            </a:fld>
            <a:endParaRPr lang="fr-FR"/>
          </a:p>
        </p:txBody>
      </p:sp>
      <p:sp>
        <p:nvSpPr>
          <p:cNvPr id="10" name="Titre 1">
            <a:extLst>
              <a:ext uri="{FF2B5EF4-FFF2-40B4-BE49-F238E27FC236}">
                <a16:creationId xmlns:a16="http://schemas.microsoft.com/office/drawing/2014/main" id="{85CFD0B2-997C-1997-D42A-F2C14028655B}"/>
              </a:ext>
            </a:extLst>
          </p:cNvPr>
          <p:cNvSpPr>
            <a:spLocks noGrp="1"/>
          </p:cNvSpPr>
          <p:nvPr>
            <p:ph type="title"/>
          </p:nvPr>
        </p:nvSpPr>
        <p:spPr>
          <a:xfrm>
            <a:off x="1158948" y="1233378"/>
            <a:ext cx="5441285" cy="2911902"/>
          </a:xfrm>
        </p:spPr>
        <p:txBody>
          <a:bodyPr rtlCol="0">
            <a:noAutofit/>
          </a:bodyPr>
          <a:lstStyle/>
          <a:p>
            <a:pPr rtl="0"/>
            <a:r>
              <a:rPr lang="fr-FR" i="1" noProof="0" dirty="0"/>
              <a:t>La meilleure manière de commencer, c’est d’arrêter de parler et de s’y mettre.</a:t>
            </a:r>
          </a:p>
        </p:txBody>
      </p:sp>
      <p:sp>
        <p:nvSpPr>
          <p:cNvPr id="11" name="Sous-titre 2">
            <a:extLst>
              <a:ext uri="{FF2B5EF4-FFF2-40B4-BE49-F238E27FC236}">
                <a16:creationId xmlns:a16="http://schemas.microsoft.com/office/drawing/2014/main" id="{30CBB935-38AF-3243-EBA6-C5350B6AD371}"/>
              </a:ext>
            </a:extLst>
          </p:cNvPr>
          <p:cNvSpPr txBox="1">
            <a:spLocks/>
          </p:cNvSpPr>
          <p:nvPr/>
        </p:nvSpPr>
        <p:spPr>
          <a:xfrm>
            <a:off x="1158948" y="4495800"/>
            <a:ext cx="5441286" cy="777874"/>
          </a:xfrm>
          <a:prstGeom prst="rect">
            <a:avLst/>
          </a:prstGeom>
        </p:spPr>
        <p:txBody>
          <a:bodyPr rtlCol="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a:t>Walt Disney</a:t>
            </a:r>
          </a:p>
        </p:txBody>
      </p:sp>
      <p:pic>
        <p:nvPicPr>
          <p:cNvPr id="12" name="Espace réservé d’image 24" descr="Image contenant du texte, personne, intérieur, personne lisant">
            <a:extLst>
              <a:ext uri="{FF2B5EF4-FFF2-40B4-BE49-F238E27FC236}">
                <a16:creationId xmlns:a16="http://schemas.microsoft.com/office/drawing/2014/main" id="{7F2DD86A-984E-31A5-AA4D-E8DF7C68E33B}"/>
              </a:ext>
            </a:extLst>
          </p:cNvPr>
          <p:cNvPicPr>
            <a:picLocks noChangeAspect="1"/>
          </p:cNvPicPr>
          <p:nvPr/>
        </p:nvPicPr>
        <p:blipFill rotWithShape="1">
          <a:blip r:embed="rId2" cstate="screen">
            <a:extLst>
              <a:ext uri="{28A0092B-C50C-407E-A947-70E740481C1C}">
                <a14:useLocalDpi xmlns:a14="http://schemas.microsoft.com/office/drawing/2010/main" val="0"/>
              </a:ext>
            </a:extLst>
          </a:blip>
          <a:srcRect/>
          <a:stretch/>
        </p:blipFill>
        <p:spPr>
          <a:xfrm>
            <a:off x="7848600" y="642938"/>
            <a:ext cx="3700463" cy="2625725"/>
          </a:xfrm>
          <a:prstGeom prst="rect">
            <a:avLst/>
          </a:prstGeom>
        </p:spPr>
      </p:pic>
      <p:pic>
        <p:nvPicPr>
          <p:cNvPr id="13" name="Espace réservé d’image 26" descr="Image contenant une personne, intérieur">
            <a:extLst>
              <a:ext uri="{FF2B5EF4-FFF2-40B4-BE49-F238E27FC236}">
                <a16:creationId xmlns:a16="http://schemas.microsoft.com/office/drawing/2014/main" id="{F4F18F89-0432-2069-0744-FCA40A7F9AC8}"/>
              </a:ext>
            </a:extLst>
          </p:cNvPr>
          <p:cNvPicPr>
            <a:picLocks noChangeAspect="1"/>
          </p:cNvPicPr>
          <p:nvPr/>
        </p:nvPicPr>
        <p:blipFill rotWithShape="1">
          <a:blip r:embed="rId3" cstate="screen">
            <a:extLst>
              <a:ext uri="{28A0092B-C50C-407E-A947-70E740481C1C}">
                <a14:useLocalDpi xmlns:a14="http://schemas.microsoft.com/office/drawing/2010/main" val="0"/>
              </a:ext>
            </a:extLst>
          </a:blip>
          <a:srcRect l="130" r="130"/>
          <a:stretch/>
        </p:blipFill>
        <p:spPr>
          <a:xfrm>
            <a:off x="7848600" y="3600901"/>
            <a:ext cx="3700463" cy="2625725"/>
          </a:xfrm>
          <a:prstGeom prst="rect">
            <a:avLst/>
          </a:prstGeom>
        </p:spPr>
      </p:pic>
    </p:spTree>
    <p:extLst>
      <p:ext uri="{BB962C8B-B14F-4D97-AF65-F5344CB8AC3E}">
        <p14:creationId xmlns:p14="http://schemas.microsoft.com/office/powerpoint/2010/main" val="2863441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7B5D-6111-B415-D996-DFD361F49673}"/>
            </a:ext>
          </a:extLst>
        </p:cNvPr>
        <p:cNvGrpSpPr/>
        <p:nvPr/>
      </p:nvGrpSpPr>
      <p:grpSpPr>
        <a:xfrm>
          <a:off x="0" y="0"/>
          <a:ext cx="0" cy="0"/>
          <a:chOff x="0" y="0"/>
          <a:chExt cx="0" cy="0"/>
        </a:xfrm>
      </p:grpSpPr>
      <p:sp>
        <p:nvSpPr>
          <p:cNvPr id="16" name="Espace réservé du texte 15">
            <a:extLst>
              <a:ext uri="{FF2B5EF4-FFF2-40B4-BE49-F238E27FC236}">
                <a16:creationId xmlns:a16="http://schemas.microsoft.com/office/drawing/2014/main" id="{9803E23C-E639-EAEF-A06F-BF6DB208E34B}"/>
              </a:ext>
            </a:extLst>
          </p:cNvPr>
          <p:cNvSpPr>
            <a:spLocks noGrp="1"/>
          </p:cNvSpPr>
          <p:nvPr>
            <p:ph type="body" sz="quarter" idx="14"/>
          </p:nvPr>
        </p:nvSpPr>
        <p:spPr/>
        <p:txBody>
          <a:bodyPr/>
          <a:lstStyle/>
          <a:p>
            <a:r>
              <a:rPr lang="fr-FR" dirty="0"/>
              <a:t>TLP:CLEAR</a:t>
            </a:r>
          </a:p>
        </p:txBody>
      </p:sp>
      <p:sp>
        <p:nvSpPr>
          <p:cNvPr id="18" name="Espace réservé du texte 17">
            <a:extLst>
              <a:ext uri="{FF2B5EF4-FFF2-40B4-BE49-F238E27FC236}">
                <a16:creationId xmlns:a16="http://schemas.microsoft.com/office/drawing/2014/main" id="{1A928015-A991-E4C4-3BFB-F2740C99DC55}"/>
              </a:ext>
            </a:extLst>
          </p:cNvPr>
          <p:cNvSpPr>
            <a:spLocks noGrp="1"/>
          </p:cNvSpPr>
          <p:nvPr>
            <p:ph type="body" sz="quarter" idx="15"/>
          </p:nvPr>
        </p:nvSpPr>
        <p:spPr/>
        <p:txBody>
          <a:bodyPr/>
          <a:lstStyle/>
          <a:p>
            <a:r>
              <a:rPr lang="fr-FR" dirty="0"/>
              <a:t>PAP:CLEAR</a:t>
            </a:r>
          </a:p>
        </p:txBody>
      </p:sp>
      <p:sp>
        <p:nvSpPr>
          <p:cNvPr id="2" name="ZoneTexte 1">
            <a:extLst>
              <a:ext uri="{FF2B5EF4-FFF2-40B4-BE49-F238E27FC236}">
                <a16:creationId xmlns:a16="http://schemas.microsoft.com/office/drawing/2014/main" id="{3B56702B-ACCE-07E6-9602-CD92AE3542B7}"/>
              </a:ext>
            </a:extLst>
          </p:cNvPr>
          <p:cNvSpPr txBox="1"/>
          <p:nvPr/>
        </p:nvSpPr>
        <p:spPr>
          <a:xfrm>
            <a:off x="292455" y="2018369"/>
            <a:ext cx="6030818" cy="2031325"/>
          </a:xfrm>
          <a:prstGeom prst="rect">
            <a:avLst/>
          </a:prstGeom>
          <a:noFill/>
        </p:spPr>
        <p:txBody>
          <a:bodyPr wrap="none" rtlCol="0">
            <a:spAutoFit/>
          </a:bodyPr>
          <a:lstStyle/>
          <a:p>
            <a:r>
              <a:rPr lang="fr-FR" sz="3600" dirty="0">
                <a:solidFill>
                  <a:srgbClr val="D1282E"/>
                </a:solidFill>
              </a:rPr>
              <a:t>Merci pour votre participation !</a:t>
            </a:r>
          </a:p>
          <a:p>
            <a:endParaRPr lang="fr-FR" dirty="0"/>
          </a:p>
          <a:p>
            <a:endParaRPr lang="fr-FR" dirty="0"/>
          </a:p>
          <a:p>
            <a:endParaRPr lang="fr-FR" dirty="0"/>
          </a:p>
          <a:p>
            <a:r>
              <a:rPr lang="fr-FR" b="1" dirty="0"/>
              <a:t>Matthieu GRALL</a:t>
            </a:r>
          </a:p>
          <a:p>
            <a:r>
              <a:rPr lang="fr-FR" dirty="0">
                <a:solidFill>
                  <a:srgbClr val="7A7A7A"/>
                </a:solidFill>
              </a:rPr>
              <a:t>matthieu.grall@expert-conseil.pro</a:t>
            </a:r>
          </a:p>
        </p:txBody>
      </p:sp>
      <p:sp>
        <p:nvSpPr>
          <p:cNvPr id="4" name="Espace réservé de la date 2">
            <a:extLst>
              <a:ext uri="{FF2B5EF4-FFF2-40B4-BE49-F238E27FC236}">
                <a16:creationId xmlns:a16="http://schemas.microsoft.com/office/drawing/2014/main" id="{2E733995-D778-5216-1663-AB86F3D84024}"/>
              </a:ext>
            </a:extLst>
          </p:cNvPr>
          <p:cNvSpPr>
            <a:spLocks noGrp="1"/>
          </p:cNvSpPr>
          <p:nvPr>
            <p:ph type="dt" sz="half" idx="10"/>
          </p:nvPr>
        </p:nvSpPr>
        <p:spPr>
          <a:xfrm>
            <a:off x="832104" y="5577355"/>
            <a:ext cx="936000" cy="365125"/>
          </a:xfrm>
        </p:spPr>
        <p:txBody>
          <a:bodyPr/>
          <a:lstStyle>
            <a:lvl1pPr algn="ctr">
              <a:defRPr>
                <a:solidFill>
                  <a:schemeClr val="tx1"/>
                </a:solidFill>
              </a:defRPr>
            </a:lvl1pPr>
          </a:lstStyle>
          <a:p>
            <a:r>
              <a:rPr lang="fr-FR" dirty="0"/>
              <a:t>14/10/2025</a:t>
            </a:r>
          </a:p>
        </p:txBody>
      </p:sp>
    </p:spTree>
    <p:extLst>
      <p:ext uri="{BB962C8B-B14F-4D97-AF65-F5344CB8AC3E}">
        <p14:creationId xmlns:p14="http://schemas.microsoft.com/office/powerpoint/2010/main" val="338202826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solidFill>
                  <a:srgbClr val="7A7A7A"/>
                </a:solidFill>
              </a:rPr>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Documents de référence</a:t>
            </a:r>
          </a:p>
          <a:p>
            <a:pPr lvl="1"/>
            <a:r>
              <a:rPr lang="fr-FR" dirty="0"/>
              <a:t>ISO 31000:2018</a:t>
            </a:r>
          </a:p>
          <a:p>
            <a:pPr lvl="1"/>
            <a:r>
              <a:rPr lang="fr-FR" dirty="0"/>
              <a:t>ISO/IEC 27005:2002</a:t>
            </a:r>
          </a:p>
          <a:p>
            <a:pPr lvl="1"/>
            <a:r>
              <a:rPr lang="fr-FR" dirty="0"/>
              <a:t>EBIOS </a:t>
            </a:r>
            <a:r>
              <a:rPr lang="fr-FR" i="1" dirty="0"/>
              <a:t>Risk Manager</a:t>
            </a:r>
            <a:r>
              <a:rPr lang="fr-FR" dirty="0"/>
              <a:t> de 2024</a:t>
            </a:r>
          </a:p>
          <a:p>
            <a:pPr lvl="1"/>
            <a:r>
              <a:rPr lang="fr-FR" dirty="0"/>
              <a:t>Kit de formation EBIOS </a:t>
            </a:r>
            <a:r>
              <a:rPr lang="fr-FR" i="1" dirty="0"/>
              <a:t>Risk Manager</a:t>
            </a:r>
            <a:r>
              <a:rPr lang="fr-FR" dirty="0"/>
              <a:t> de 2024</a:t>
            </a:r>
            <a:endParaRPr lang="fr-FR" i="1" dirty="0"/>
          </a:p>
          <a:p>
            <a:r>
              <a:rPr lang="fr-FR" dirty="0"/>
              <a:t>Images</a:t>
            </a:r>
          </a:p>
          <a:p>
            <a:pPr lvl="1"/>
            <a:r>
              <a:rPr lang="fr-FR" dirty="0"/>
              <a:t>Page de garde : </a:t>
            </a:r>
            <a:r>
              <a:rPr lang="fr-FR" dirty="0" err="1"/>
              <a:t>Grid</a:t>
            </a:r>
            <a:r>
              <a:rPr lang="fr-FR" dirty="0"/>
              <a:t>, par Magic Creative, de PIXABAY</a:t>
            </a:r>
          </a:p>
          <a:p>
            <a:pPr lvl="1"/>
            <a:r>
              <a:rPr lang="fr-FR" dirty="0"/>
              <a:t>Logo : Matthieu GRALL</a:t>
            </a:r>
          </a:p>
          <a:p>
            <a:pPr lvl="1"/>
            <a:r>
              <a:rPr lang="fr-FR" dirty="0"/>
              <a:t>Illustrations liées à EBIOS </a:t>
            </a:r>
            <a:r>
              <a:rPr lang="fr-FR" i="1" dirty="0"/>
              <a:t>Risk Manager</a:t>
            </a:r>
            <a:r>
              <a:rPr lang="fr-FR" dirty="0"/>
              <a:t> : kit de formation de l’ANSSI</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158</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14/10/2025</a:t>
            </a:r>
          </a:p>
        </p:txBody>
      </p:sp>
    </p:spTree>
    <p:extLst>
      <p:ext uri="{BB962C8B-B14F-4D97-AF65-F5344CB8AC3E}">
        <p14:creationId xmlns:p14="http://schemas.microsoft.com/office/powerpoint/2010/main" val="367687958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159</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14/10/2025</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1939561177"/>
              </p:ext>
            </p:extLst>
          </p:nvPr>
        </p:nvGraphicFramePr>
        <p:xfrm>
          <a:off x="444402" y="1387885"/>
          <a:ext cx="11387328" cy="3921506"/>
        </p:xfrm>
        <a:graphic>
          <a:graphicData uri="http://schemas.openxmlformats.org/drawingml/2006/table">
            <a:tbl>
              <a:tblPr firstRow="1" bandRow="1">
                <a:tableStyleId>{46F890A9-2807-4EBB-B81D-B2AA78EC7F39}</a:tableStyleId>
              </a:tblPr>
              <a:tblGrid>
                <a:gridCol w="1219200">
                  <a:extLst>
                    <a:ext uri="{9D8B030D-6E8A-4147-A177-3AD203B41FA5}">
                      <a16:colId xmlns:a16="http://schemas.microsoft.com/office/drawing/2014/main" val="20000"/>
                    </a:ext>
                  </a:extLst>
                </a:gridCol>
                <a:gridCol w="9217758">
                  <a:extLst>
                    <a:ext uri="{9D8B030D-6E8A-4147-A177-3AD203B41FA5}">
                      <a16:colId xmlns:a16="http://schemas.microsoft.com/office/drawing/2014/main" val="20001"/>
                    </a:ext>
                  </a:extLst>
                </a:gridCol>
                <a:gridCol w="950370">
                  <a:extLst>
                    <a:ext uri="{9D8B030D-6E8A-4147-A177-3AD203B41FA5}">
                      <a16:colId xmlns:a16="http://schemas.microsoft.com/office/drawing/2014/main" val="20002"/>
                    </a:ext>
                  </a:extLst>
                </a:gridCol>
              </a:tblGrid>
              <a:tr h="47879">
                <a:tc>
                  <a:txBody>
                    <a:bodyPr/>
                    <a:lstStyle/>
                    <a:p>
                      <a:pPr algn="ctr">
                        <a:lnSpc>
                          <a:spcPct val="115000"/>
                        </a:lnSpc>
                        <a:spcBef>
                          <a:spcPts val="600"/>
                        </a:spcBef>
                        <a:spcAft>
                          <a:spcPts val="600"/>
                        </a:spcAft>
                      </a:pPr>
                      <a:r>
                        <a:rPr lang="fr-FR" sz="1600" b="0" dirty="0">
                          <a:latin typeface="Calibri" pitchFamily="34" charset="0"/>
                          <a:cs typeface="Calibri" pitchFamily="34" charset="0"/>
                        </a:rPr>
                        <a:t>Date</a:t>
                      </a:r>
                      <a:endParaRPr lang="fr-FR" sz="1600" b="0" dirty="0">
                        <a:latin typeface="Calibri" pitchFamily="34" charset="0"/>
                        <a:ea typeface="Calibri"/>
                        <a:cs typeface="Calibri" pitchFamily="34" charset="0"/>
                      </a:endParaRPr>
                    </a:p>
                  </a:txBody>
                  <a:tcPr marL="68580" marR="68580" marT="0" marB="0" anchor="ctr"/>
                </a:tc>
                <a:tc gridSpan="2">
                  <a:txBody>
                    <a:bodyPr/>
                    <a:lstStyle/>
                    <a:p>
                      <a:pPr algn="ctr">
                        <a:lnSpc>
                          <a:spcPct val="115000"/>
                        </a:lnSpc>
                        <a:spcBef>
                          <a:spcPts val="600"/>
                        </a:spcBef>
                        <a:spcAft>
                          <a:spcPts val="600"/>
                        </a:spcAft>
                      </a:pPr>
                      <a:r>
                        <a:rPr lang="fr-FR" sz="1600" b="0" dirty="0">
                          <a:latin typeface="Calibri" pitchFamily="34" charset="0"/>
                          <a:cs typeface="Calibri" pitchFamily="34" charset="0"/>
                        </a:rPr>
                        <a:t>Actions réalisées</a:t>
                      </a:r>
                      <a:endParaRPr lang="fr-FR" sz="1600" b="0" dirty="0">
                        <a:latin typeface="Calibri" pitchFamily="34" charset="0"/>
                        <a:ea typeface="Calibri"/>
                        <a:cs typeface="Calibri" pitchFamily="34" charset="0"/>
                      </a:endParaRPr>
                    </a:p>
                  </a:txBody>
                  <a:tcPr marL="68580" marR="68580" marT="0" marB="0" anchor="ctr"/>
                </a:tc>
                <a:tc hMerge="1">
                  <a:txBody>
                    <a:bodyPr/>
                    <a:lstStyle/>
                    <a:p>
                      <a:pPr algn="ctr">
                        <a:lnSpc>
                          <a:spcPct val="115000"/>
                        </a:lnSpc>
                        <a:spcBef>
                          <a:spcPts val="600"/>
                        </a:spcBef>
                        <a:spcAft>
                          <a:spcPts val="600"/>
                        </a:spcAft>
                      </a:pP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0"/>
                  </a:ext>
                </a:extLst>
              </a:tr>
              <a:tr h="220853">
                <a:tc>
                  <a:txBody>
                    <a:bodyPr/>
                    <a:lstStyle/>
                    <a:p>
                      <a:pPr algn="r">
                        <a:lnSpc>
                          <a:spcPct val="100000"/>
                        </a:lnSpc>
                        <a:spcBef>
                          <a:spcPts val="0"/>
                        </a:spcBef>
                        <a:spcAft>
                          <a:spcPts val="0"/>
                        </a:spcAft>
                      </a:pPr>
                      <a:r>
                        <a:rPr lang="fr-FR" sz="1600" dirty="0">
                          <a:latin typeface="Calibri" pitchFamily="34" charset="0"/>
                          <a:cs typeface="Calibri" pitchFamily="34" charset="0"/>
                        </a:rPr>
                        <a:t>2018-2019</a:t>
                      </a:r>
                      <a:endParaRPr lang="fr-FR" sz="1600" b="0" dirty="0">
                        <a:latin typeface="Calibri" pitchFamily="34" charset="0"/>
                        <a:ea typeface="Calibri"/>
                        <a:cs typeface="Calibri" pitchFamily="34" charset="0"/>
                      </a:endParaRPr>
                    </a:p>
                  </a:txBody>
                  <a:tcPr marL="68580" marR="68580" marT="0" marB="0" anchor="ctr"/>
                </a:tc>
                <a:tc>
                  <a:txBody>
                    <a:bodyPr/>
                    <a:lstStyle/>
                    <a:p>
                      <a:pPr>
                        <a:lnSpc>
                          <a:spcPct val="100000"/>
                        </a:lnSpc>
                        <a:spcBef>
                          <a:spcPts val="0"/>
                        </a:spcBef>
                        <a:spcAft>
                          <a:spcPts val="0"/>
                        </a:spcAft>
                      </a:pPr>
                      <a:r>
                        <a:rPr lang="fr-FR" sz="1600" dirty="0">
                          <a:latin typeface="Calibri" pitchFamily="34" charset="0"/>
                          <a:cs typeface="Calibri" pitchFamily="34" charset="0"/>
                        </a:rPr>
                        <a:t>Création d’une nouvelle présentation</a:t>
                      </a:r>
                    </a:p>
                    <a:p>
                      <a:pPr>
                        <a:lnSpc>
                          <a:spcPct val="100000"/>
                        </a:lnSpc>
                        <a:spcBef>
                          <a:spcPts val="0"/>
                        </a:spcBef>
                        <a:spcAft>
                          <a:spcPts val="0"/>
                        </a:spcAft>
                      </a:pPr>
                      <a:r>
                        <a:rPr lang="fr-FR" sz="1600" dirty="0">
                          <a:latin typeface="Calibri" pitchFamily="34" charset="0"/>
                          <a:cs typeface="Calibri" pitchFamily="34" charset="0"/>
                        </a:rPr>
                        <a:t>Julie DUCLOS et Maricela PELEGRIN-BOMEL (ANSSI)</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00000"/>
                        </a:lnSpc>
                        <a:spcBef>
                          <a:spcPts val="0"/>
                        </a:spcBef>
                        <a:spcAft>
                          <a:spcPts val="0"/>
                        </a:spcAft>
                      </a:pPr>
                      <a:r>
                        <a:rPr lang="fr-FR" sz="1600" dirty="0">
                          <a:latin typeface="Calibri" pitchFamily="34" charset="0"/>
                          <a:cs typeface="Calibri" pitchFamily="34" charset="0"/>
                        </a:rPr>
                        <a:t> </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109093">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08/04/2020</a:t>
                      </a:r>
                    </a:p>
                  </a:txBody>
                  <a:tcPr marL="68580" marR="68580" marT="0" marB="0" anchor="ctr"/>
                </a:tc>
                <a:tc>
                  <a:txBody>
                    <a:bodyPr/>
                    <a:lstStyle/>
                    <a:p>
                      <a:pPr>
                        <a:lnSpc>
                          <a:spcPct val="100000"/>
                        </a:lnSpc>
                        <a:spcBef>
                          <a:spcPts val="0"/>
                        </a:spcBef>
                        <a:spcAft>
                          <a:spcPts val="0"/>
                        </a:spcAft>
                      </a:pPr>
                      <a:r>
                        <a:rPr lang="fr-FR" sz="1600" kern="1200" dirty="0">
                          <a:latin typeface="Calibri" pitchFamily="34" charset="0"/>
                          <a:cs typeface="Calibri" pitchFamily="34" charset="0"/>
                        </a:rPr>
                        <a:t>Améliorations (mise en cohérence avec le Livret formateur et le Livret stagiaire)</a:t>
                      </a:r>
                    </a:p>
                    <a:p>
                      <a:pPr>
                        <a:lnSpc>
                          <a:spcPct val="100000"/>
                        </a:lnSpc>
                        <a:spcBef>
                          <a:spcPts val="0"/>
                        </a:spcBef>
                        <a:spcAft>
                          <a:spcPts val="0"/>
                        </a:spcAft>
                      </a:pPr>
                      <a:r>
                        <a:rPr lang="fr-FR" sz="1600" kern="1200" dirty="0">
                          <a:latin typeface="Calibri" pitchFamily="34" charset="0"/>
                          <a:cs typeface="Calibri" pitchFamily="34" charset="0"/>
                        </a:rPr>
                        <a:t>Matthieu GRALL (SODIFRANCE)</a:t>
                      </a:r>
                      <a:endParaRPr lang="fr-FR" sz="1600" dirty="0">
                        <a:latin typeface="Calibri" pitchFamily="34" charset="0"/>
                        <a:ea typeface="Calibri"/>
                        <a:cs typeface="Calibri" pitchFamily="34" charset="0"/>
                      </a:endParaRPr>
                    </a:p>
                  </a:txBody>
                  <a:tcPr marL="68580" marR="68580" marT="0" marB="0" anchor="ctr"/>
                </a:tc>
                <a:tc>
                  <a:txBody>
                    <a:bodyPr/>
                    <a:lstStyle/>
                    <a:p>
                      <a:pPr algn="ctr">
                        <a:lnSpc>
                          <a:spcPct val="100000"/>
                        </a:lnSpc>
                        <a:spcBef>
                          <a:spcPts val="0"/>
                        </a:spcBef>
                        <a:spcAft>
                          <a:spcPts val="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2"/>
                  </a:ext>
                </a:extLst>
              </a:tr>
              <a:tr h="0">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2024</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Publication d’un nouveau kit de formation</a:t>
                      </a:r>
                    </a:p>
                    <a:p>
                      <a:pPr>
                        <a:lnSpc>
                          <a:spcPct val="100000"/>
                        </a:lnSpc>
                        <a:spcBef>
                          <a:spcPts val="0"/>
                        </a:spcBef>
                        <a:spcAft>
                          <a:spcPts val="0"/>
                        </a:spcAft>
                      </a:pPr>
                      <a:r>
                        <a:rPr lang="fr-FR" sz="1600" dirty="0">
                          <a:latin typeface="Calibri" pitchFamily="34" charset="0"/>
                          <a:ea typeface="Calibri"/>
                          <a:cs typeface="Calibri" pitchFamily="34" charset="0"/>
                        </a:rPr>
                        <a:t>ANSSI</a:t>
                      </a:r>
                    </a:p>
                  </a:txBody>
                  <a:tcPr marL="68580" marR="68580" marT="0" marB="0" anchor="ctr"/>
                </a:tc>
                <a:tc>
                  <a:txBody>
                    <a:bodyPr/>
                    <a:lstStyle/>
                    <a:p>
                      <a:pPr algn="ctr">
                        <a:lnSpc>
                          <a:spcPct val="100000"/>
                        </a:lnSpc>
                        <a:spcBef>
                          <a:spcPts val="0"/>
                        </a:spcBef>
                        <a:spcAft>
                          <a:spcPts val="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3301869157"/>
                  </a:ext>
                </a:extLst>
              </a:tr>
              <a:tr h="0">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08/07/2025</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Exploitation du nouveau kit de formation de l’ANSSI (récupération d’illustrations, non reprise des éléments marketing, obsolètes, de culture générale, trop détaillés ou inutiles dans le cadre d’une formation à EBIOS </a:t>
                      </a:r>
                      <a:r>
                        <a:rPr lang="fr-FR" sz="1600" i="1" dirty="0">
                          <a:latin typeface="Calibri" pitchFamily="34" charset="0"/>
                          <a:ea typeface="Calibri"/>
                          <a:cs typeface="Calibri" pitchFamily="34" charset="0"/>
                        </a:rPr>
                        <a:t>Risk Manager</a:t>
                      </a:r>
                      <a:r>
                        <a:rPr lang="fr-FR" sz="1600" dirty="0">
                          <a:latin typeface="Calibri" pitchFamily="34" charset="0"/>
                          <a:ea typeface="Calibri"/>
                          <a:cs typeface="Calibri" pitchFamily="34" charset="0"/>
                        </a:rPr>
                        <a:t>, corrections des erreurs méthodologiques et des incohérences), amélioration de la cohérence avec les normes, ajout d’explications, d’exercices et de corrections, mise en évidence des outils, améliorations mineures diverses (modèle, forme, animations, harmonisation de termes, etc.)</a:t>
                      </a:r>
                    </a:p>
                    <a:p>
                      <a:pPr>
                        <a:lnSpc>
                          <a:spcPct val="100000"/>
                        </a:lnSpc>
                        <a:spcBef>
                          <a:spcPts val="0"/>
                        </a:spcBef>
                        <a:spcAft>
                          <a:spcPts val="0"/>
                        </a:spcAft>
                      </a:pPr>
                      <a:r>
                        <a:rPr lang="fr-FR" sz="1600" dirty="0">
                          <a:latin typeface="Calibri" pitchFamily="34" charset="0"/>
                          <a:ea typeface="Calibri"/>
                          <a:cs typeface="Calibri" pitchFamily="34" charset="0"/>
                        </a:rPr>
                        <a:t>Matthieu GRALL</a:t>
                      </a:r>
                    </a:p>
                  </a:txBody>
                  <a:tcPr marL="68580" marR="68580" marT="0" marB="0" anchor="ctr"/>
                </a:tc>
                <a:tc>
                  <a:txBody>
                    <a:bodyPr/>
                    <a:lstStyle/>
                    <a:p>
                      <a:pPr algn="ctr">
                        <a:lnSpc>
                          <a:spcPct val="100000"/>
                        </a:lnSpc>
                        <a:spcBef>
                          <a:spcPts val="0"/>
                        </a:spcBef>
                        <a:spcAft>
                          <a:spcPts val="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939033961"/>
                  </a:ext>
                </a:extLst>
              </a:tr>
              <a:tr h="664689">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14/10/2025</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Remplacement du terme « mode opératoire » par « chaîne d’attaque », correction des mesures pour les scénarios opérationnels, améliorations mineures</a:t>
                      </a:r>
                    </a:p>
                    <a:p>
                      <a:pPr>
                        <a:lnSpc>
                          <a:spcPct val="100000"/>
                        </a:lnSpc>
                        <a:spcBef>
                          <a:spcPts val="0"/>
                        </a:spcBef>
                        <a:spcAft>
                          <a:spcPts val="0"/>
                        </a:spcAft>
                      </a:pPr>
                      <a:r>
                        <a:rPr lang="fr-FR" sz="1600" dirty="0">
                          <a:latin typeface="Calibri" pitchFamily="34" charset="0"/>
                          <a:ea typeface="Calibri"/>
                          <a:cs typeface="Calibri" pitchFamily="34" charset="0"/>
                        </a:rPr>
                        <a:t>Matthieu GRALL</a:t>
                      </a:r>
                    </a:p>
                  </a:txBody>
                  <a:tcPr marL="68580" marR="68580" marT="0" marB="0" anchor="ctr"/>
                </a:tc>
                <a:tc>
                  <a:txBody>
                    <a:bodyPr/>
                    <a:lstStyle/>
                    <a:p>
                      <a:pPr algn="ctr">
                        <a:lnSpc>
                          <a:spcPct val="100000"/>
                        </a:lnSpc>
                        <a:spcBef>
                          <a:spcPts val="0"/>
                        </a:spcBef>
                        <a:spcAft>
                          <a:spcPts val="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3431474098"/>
                  </a:ext>
                </a:extLst>
              </a:tr>
            </a:tbl>
          </a:graphicData>
        </a:graphic>
      </p:graphicFrame>
      <p:pic>
        <p:nvPicPr>
          <p:cNvPr id="17" name="Image 16" descr="Fichier:Anssi.png — Wikipédia">
            <a:extLst>
              <a:ext uri="{FF2B5EF4-FFF2-40B4-BE49-F238E27FC236}">
                <a16:creationId xmlns:a16="http://schemas.microsoft.com/office/drawing/2014/main" id="{473B9448-0AB5-BFCA-1017-15715D395E9E}"/>
              </a:ext>
            </a:extLst>
          </p:cNvPr>
          <p:cNvPicPr/>
          <p:nvPr/>
        </p:nvPicPr>
        <p:blipFill>
          <a:blip r:embed="rId2" cstate="print"/>
          <a:srcRect/>
          <a:stretch>
            <a:fillRect/>
          </a:stretch>
        </p:blipFill>
        <p:spPr bwMode="auto">
          <a:xfrm>
            <a:off x="11182997" y="1708680"/>
            <a:ext cx="360000" cy="360000"/>
          </a:xfrm>
          <a:prstGeom prst="rect">
            <a:avLst/>
          </a:prstGeom>
          <a:noFill/>
          <a:ln w="9525">
            <a:noFill/>
            <a:miter lim="800000"/>
            <a:headEnd/>
            <a:tailEnd/>
          </a:ln>
        </p:spPr>
      </p:pic>
      <p:pic>
        <p:nvPicPr>
          <p:cNvPr id="18" name="Image 17" descr="Fichier:Logo Sodifrance bleu dégradé.png — Wikipédia">
            <a:extLst>
              <a:ext uri="{FF2B5EF4-FFF2-40B4-BE49-F238E27FC236}">
                <a16:creationId xmlns:a16="http://schemas.microsoft.com/office/drawing/2014/main" id="{50A05FB1-E2DE-85D4-EFF6-6A9F784B0850}"/>
              </a:ext>
            </a:extLst>
          </p:cNvPr>
          <p:cNvPicPr>
            <a:picLocks noChangeAspect="1"/>
          </p:cNvPicPr>
          <p:nvPr/>
        </p:nvPicPr>
        <p:blipFill>
          <a:blip r:embed="rId3" cstate="print"/>
          <a:srcRect/>
          <a:stretch>
            <a:fillRect/>
          </a:stretch>
        </p:blipFill>
        <p:spPr bwMode="auto">
          <a:xfrm>
            <a:off x="11065461" y="2213366"/>
            <a:ext cx="595072" cy="360000"/>
          </a:xfrm>
          <a:prstGeom prst="rect">
            <a:avLst/>
          </a:prstGeom>
          <a:noFill/>
          <a:ln w="9525">
            <a:noFill/>
            <a:miter lim="800000"/>
            <a:headEnd/>
            <a:tailEnd/>
          </a:ln>
        </p:spPr>
      </p:pic>
      <p:pic>
        <p:nvPicPr>
          <p:cNvPr id="19" name="Image 18" descr="Fichier:Anssi.png — Wikipédia">
            <a:extLst>
              <a:ext uri="{FF2B5EF4-FFF2-40B4-BE49-F238E27FC236}">
                <a16:creationId xmlns:a16="http://schemas.microsoft.com/office/drawing/2014/main" id="{2D66AD61-4BF9-EDAA-1D8C-FA2A65BBCC35}"/>
              </a:ext>
            </a:extLst>
          </p:cNvPr>
          <p:cNvPicPr/>
          <p:nvPr/>
        </p:nvPicPr>
        <p:blipFill>
          <a:blip r:embed="rId2" cstate="print"/>
          <a:srcRect/>
          <a:stretch>
            <a:fillRect/>
          </a:stretch>
        </p:blipFill>
        <p:spPr bwMode="auto">
          <a:xfrm>
            <a:off x="11182997" y="2694200"/>
            <a:ext cx="360000" cy="360000"/>
          </a:xfrm>
          <a:prstGeom prst="rect">
            <a:avLst/>
          </a:prstGeom>
          <a:noFill/>
          <a:ln w="9525">
            <a:noFill/>
            <a:miter lim="800000"/>
            <a:headEnd/>
            <a:tailEnd/>
          </a:ln>
        </p:spPr>
      </p:pic>
      <p:pic>
        <p:nvPicPr>
          <p:cNvPr id="20" name="Image 19" descr="Une image contenant art, capture d’écran, Rectangle, motif&#10;&#10;Description générée automatiquement">
            <a:extLst>
              <a:ext uri="{FF2B5EF4-FFF2-40B4-BE49-F238E27FC236}">
                <a16:creationId xmlns:a16="http://schemas.microsoft.com/office/drawing/2014/main" id="{376D387C-CF4C-8482-F168-72A9E7EE9E6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82997" y="3653170"/>
            <a:ext cx="360000" cy="360000"/>
          </a:xfrm>
          <a:prstGeom prst="rect">
            <a:avLst/>
          </a:prstGeom>
        </p:spPr>
      </p:pic>
      <p:pic>
        <p:nvPicPr>
          <p:cNvPr id="3" name="Image 2" descr="Une image contenant art, capture d’écran, Rectangle, motif&#10;&#10;Description générée automatiquement">
            <a:extLst>
              <a:ext uri="{FF2B5EF4-FFF2-40B4-BE49-F238E27FC236}">
                <a16:creationId xmlns:a16="http://schemas.microsoft.com/office/drawing/2014/main" id="{83449F3C-80D3-81D2-05C5-73AD6BE7BD4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82997" y="4770770"/>
            <a:ext cx="360000" cy="360000"/>
          </a:xfrm>
          <a:prstGeom prst="rect">
            <a:avLst/>
          </a:prstGeom>
        </p:spPr>
      </p:pic>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2.xml><?xml version="1.0" encoding="utf-8"?>
<ds:datastoreItem xmlns:ds="http://schemas.openxmlformats.org/officeDocument/2006/customXml" ds:itemID="{DF06F3F2-9398-47DD-B339-5E062F7F29B5}">
  <ds:schemaRefs>
    <ds:schemaRef ds:uri="http://schemas.microsoft.com/sharepoint/v3"/>
    <ds:schemaRef ds:uri="230e9df3-be65-4c73-a93b-d1236ebd677e"/>
    <ds:schemaRef ds:uri="http://purl.org/dc/terms/"/>
    <ds:schemaRef ds:uri="http://schemas.openxmlformats.org/package/2006/metadata/core-properties"/>
    <ds:schemaRef ds:uri="16c05727-aa75-4e4a-9b5f-8a80a1165891"/>
    <ds:schemaRef ds:uri="http://schemas.microsoft.com/office/2006/documentManagement/types"/>
    <ds:schemaRef ds:uri="http://schemas.microsoft.com/office/infopath/2007/PartnerControls"/>
    <ds:schemaRef ds:uri="http://purl.org/dc/elements/1.1/"/>
    <ds:schemaRef ds:uri="71af3243-3dd4-4a8d-8c0d-dd76da1f02a5"/>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47884</TotalTime>
  <Words>17046</Words>
  <Application>Microsoft Office PowerPoint</Application>
  <PresentationFormat>Grand écran</PresentationFormat>
  <Paragraphs>3419</Paragraphs>
  <Slides>159</Slides>
  <Notes>14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159</vt:i4>
      </vt:variant>
    </vt:vector>
  </HeadingPairs>
  <TitlesOfParts>
    <vt:vector size="168" baseType="lpstr">
      <vt:lpstr>Malgun Gothic</vt:lpstr>
      <vt:lpstr>Akzidenz-Grotesk Pro Cnd</vt:lpstr>
      <vt:lpstr>Arial</vt:lpstr>
      <vt:lpstr>Calibri</vt:lpstr>
      <vt:lpstr>Calibri Light</vt:lpstr>
      <vt:lpstr>Segoe UI</vt:lpstr>
      <vt:lpstr>Segoe UI Semibold</vt:lpstr>
      <vt:lpstr>Wingdings</vt:lpstr>
      <vt:lpstr>MG - Global</vt:lpstr>
      <vt:lpstr>Formation</vt:lpstr>
      <vt:lpstr>Introduction</vt:lpstr>
      <vt:lpstr>Plan de la formation</vt:lpstr>
      <vt:lpstr>Plan de la formation</vt:lpstr>
      <vt:lpstr>Présentation PowerPoint</vt:lpstr>
      <vt:lpstr>Présentations</vt:lpstr>
      <vt:lpstr>Qu’allez-vous apprendre ? Comment ?</vt:lpstr>
      <vt:lpstr>Présentation PowerPoint</vt:lpstr>
      <vt:lpstr>Plan de la formation</vt:lpstr>
      <vt:lpstr>Présentation PowerPoint</vt:lpstr>
      <vt:lpstr>Qu’est-ce qu’un risque ?</vt:lpstr>
      <vt:lpstr>Analyse des risques</vt:lpstr>
      <vt:lpstr>Exercice collégial</vt:lpstr>
      <vt:lpstr>Correction</vt:lpstr>
      <vt:lpstr>Exercice collégial</vt:lpstr>
      <vt:lpstr>Correction</vt:lpstr>
      <vt:lpstr>Exercice collégial</vt:lpstr>
      <vt:lpstr>Correction</vt:lpstr>
      <vt:lpstr>Estimation des risques</vt:lpstr>
      <vt:lpstr>Estimation des risques</vt:lpstr>
      <vt:lpstr>Estimation des risques</vt:lpstr>
      <vt:lpstr>Exercice collégial</vt:lpstr>
      <vt:lpstr>Correction</vt:lpstr>
      <vt:lpstr>Le processus de gestion des risques</vt:lpstr>
      <vt:lpstr>La méthode EBIOS Risk Manager</vt:lpstr>
      <vt:lpstr>EBIOS Risk Manager vs. ISO/IEC 27005</vt:lpstr>
      <vt:lpstr>Présentation PowerPoint</vt:lpstr>
      <vt:lpstr>Plan de la formation</vt:lpstr>
      <vt:lpstr>Présentation PowerPoint</vt:lpstr>
      <vt:lpstr>Outil 01 – Cadrer une étude</vt:lpstr>
      <vt:lpstr>Exercice collégial</vt:lpstr>
      <vt:lpstr>Correction</vt:lpstr>
      <vt:lpstr>Outil 02 – Choisir et affecter les outils</vt:lpstr>
      <vt:lpstr>Qui va faire quoi ?</vt:lpstr>
      <vt:lpstr>Outil 03 – Identifier le périmètre</vt:lpstr>
      <vt:lpstr>Exercice collégial</vt:lpstr>
      <vt:lpstr>Correction</vt:lpstr>
      <vt:lpstr>Outil 04 – Identifier les parties prenantes</vt:lpstr>
      <vt:lpstr>Exercice collégial</vt:lpstr>
      <vt:lpstr>Correction</vt:lpstr>
      <vt:lpstr>Contexte des exercices à venir</vt:lpstr>
      <vt:lpstr>Exercice en groupes</vt:lpstr>
      <vt:lpstr>Correction</vt:lpstr>
      <vt:lpstr>Exercice en groupes</vt:lpstr>
      <vt:lpstr>Correction</vt:lpstr>
      <vt:lpstr>Conseil pour ne pas se noyer</vt:lpstr>
      <vt:lpstr>Et chez vous alors ? Exercice personnel</vt:lpstr>
      <vt:lpstr>Présentation PowerPoint</vt:lpstr>
      <vt:lpstr>Plan de la formation</vt:lpstr>
      <vt:lpstr>L’efficacité d’EBIOS Risk Manager</vt:lpstr>
      <vt:lpstr>Plan de la formation</vt:lpstr>
      <vt:lpstr>Présentation PowerPoint</vt:lpstr>
      <vt:lpstr>Outil 05 – Identifier et évaluer le socle de règles</vt:lpstr>
      <vt:lpstr>Exercice collégial</vt:lpstr>
      <vt:lpstr>Correction</vt:lpstr>
      <vt:lpstr>Comment évaluer la conformité au socle ?</vt:lpstr>
      <vt:lpstr>Les bonnes pratiques traitent les risques standards et non ciblés</vt:lpstr>
      <vt:lpstr>Mesures</vt:lpstr>
      <vt:lpstr>Et chez vous alors ? Exercice personnel</vt:lpstr>
      <vt:lpstr>Présentation PowerPoint</vt:lpstr>
      <vt:lpstr>Plan de la formation</vt:lpstr>
      <vt:lpstr>Présentation PowerPoint</vt:lpstr>
      <vt:lpstr>Des scénarios par raffinements successifs</vt:lpstr>
      <vt:lpstr>Outil 06 – Identifier et analyser les événements redoutés Que doit-on craindre ?</vt:lpstr>
      <vt:lpstr>Comment estimer la gravité ?</vt:lpstr>
      <vt:lpstr>Comment estimer la gravité ?</vt:lpstr>
      <vt:lpstr>Exercice en groupes</vt:lpstr>
      <vt:lpstr>Correction</vt:lpstr>
      <vt:lpstr>Mesures</vt:lpstr>
      <vt:lpstr>Outil 07 – Analyser les sources de risques À quels attaquants est-on exposé ?</vt:lpstr>
      <vt:lpstr>Exercice collégial</vt:lpstr>
      <vt:lpstr>Exercice collégial</vt:lpstr>
      <vt:lpstr>Exercice collégial</vt:lpstr>
      <vt:lpstr>Comment estimer la pertinence des sources de risques / objectifs visés ?</vt:lpstr>
      <vt:lpstr>Exercice en groupes</vt:lpstr>
      <vt:lpstr>Correction</vt:lpstr>
      <vt:lpstr>Il faut ensuite « raccrocher » les composants…</vt:lpstr>
      <vt:lpstr>Autre technique</vt:lpstr>
      <vt:lpstr>Mesures</vt:lpstr>
      <vt:lpstr>Outil 08 – Analyser les parties prenantes</vt:lpstr>
      <vt:lpstr>Comment estimer la dangerosité des parties prenantes ?</vt:lpstr>
      <vt:lpstr>Exemple</vt:lpstr>
      <vt:lpstr>Exercice en groupes</vt:lpstr>
      <vt:lpstr>Correction</vt:lpstr>
      <vt:lpstr>Correction (suite)</vt:lpstr>
      <vt:lpstr>Outil 09 – Analyser les scénarios stratégiques</vt:lpstr>
      <vt:lpstr>La démarche</vt:lpstr>
      <vt:lpstr>Exemple</vt:lpstr>
      <vt:lpstr>Exercice collégial</vt:lpstr>
      <vt:lpstr>Correction</vt:lpstr>
      <vt:lpstr>Mesures</vt:lpstr>
      <vt:lpstr>Exemple</vt:lpstr>
      <vt:lpstr>Outil 10 – Analyser les scénarios opérationnels</vt:lpstr>
      <vt:lpstr>Le séquencement type d’une attaque</vt:lpstr>
      <vt:lpstr>Exemple</vt:lpstr>
      <vt:lpstr>Exemple</vt:lpstr>
      <vt:lpstr>Exemple</vt:lpstr>
      <vt:lpstr>Exemple</vt:lpstr>
      <vt:lpstr>Exemple</vt:lpstr>
      <vt:lpstr>Exemple</vt:lpstr>
      <vt:lpstr>Exemple</vt:lpstr>
      <vt:lpstr>Autre exemple</vt:lpstr>
      <vt:lpstr>Autre exemple</vt:lpstr>
      <vt:lpstr>Comment estimer la vraisemblance ?</vt:lpstr>
      <vt:lpstr>Exercice en groupes</vt:lpstr>
      <vt:lpstr>Correction</vt:lpstr>
      <vt:lpstr>Mesures</vt:lpstr>
      <vt:lpstr>Outil 11 – Évaluer les risques</vt:lpstr>
      <vt:lpstr>Comment formuler et estimer les risques ?</vt:lpstr>
      <vt:lpstr>Exemple</vt:lpstr>
      <vt:lpstr>Comment représenter les risques ?</vt:lpstr>
      <vt:lpstr>Comment juger de l’acceptabilité des risques ?</vt:lpstr>
      <vt:lpstr>Application de l’échelle d’acceptation</vt:lpstr>
      <vt:lpstr>Et chez vous alors ? Exercice personnel</vt:lpstr>
      <vt:lpstr>Présentation PowerPoint</vt:lpstr>
      <vt:lpstr>Plan de la formation</vt:lpstr>
      <vt:lpstr>Présentation PowerPoint</vt:lpstr>
      <vt:lpstr>Outil 12 – Choisir les options de traitement</vt:lpstr>
      <vt:lpstr>Choix des options de traitement</vt:lpstr>
      <vt:lpstr>Outil 13 – Déterminer les mesures</vt:lpstr>
      <vt:lpstr>Bâtir son plan de traitement des risques</vt:lpstr>
      <vt:lpstr>Bâtir son plan de traitement des risques</vt:lpstr>
      <vt:lpstr>Bâtir son plan de traitement des risques</vt:lpstr>
      <vt:lpstr>Outil 14 – Gérer les risques résiduels</vt:lpstr>
      <vt:lpstr>Évaluer les risques résiduels</vt:lpstr>
      <vt:lpstr>Accepter les risques résiduels (cf. homologation)</vt:lpstr>
      <vt:lpstr>Outil 15 – Surveiller et revoir les risques</vt:lpstr>
      <vt:lpstr>Et chez vous alors ? Exercice personnel</vt:lpstr>
      <vt:lpstr>Présentation PowerPoint</vt:lpstr>
      <vt:lpstr>Plan de la formation</vt:lpstr>
      <vt:lpstr>Étude de cas</vt:lpstr>
      <vt:lpstr>Étude de cas</vt:lpstr>
      <vt:lpstr>Définissez le périmètre métier et technique</vt:lpstr>
      <vt:lpstr>Définissez le périmètre métier et technique</vt:lpstr>
      <vt:lpstr>Appréciez les événements redoutés (ER)</vt:lpstr>
      <vt:lpstr>Appréciez les événements redoutés (ER)</vt:lpstr>
      <vt:lpstr>Évaluez les couples SR/OV</vt:lpstr>
      <vt:lpstr>Évaluez les couples SR/OV</vt:lpstr>
      <vt:lpstr>Reliez événements redoutés et couples SR/OV</vt:lpstr>
      <vt:lpstr>Reliez événements redoutés et couples SR/OV</vt:lpstr>
      <vt:lpstr>Construisez la cartographie de l’écosystème</vt:lpstr>
      <vt:lpstr>Construisez la cartographie de l’écosystème</vt:lpstr>
      <vt:lpstr>Construisez la cartographie de l’écosystème</vt:lpstr>
      <vt:lpstr>Construisez la cartographie de l’écosystème</vt:lpstr>
      <vt:lpstr>Élaborez un scénario stratégique</vt:lpstr>
      <vt:lpstr>Élaborez un scénario stratégique</vt:lpstr>
      <vt:lpstr>Élaborez un scénario opérationnel</vt:lpstr>
      <vt:lpstr>Élaborez un scénario opérationnel</vt:lpstr>
      <vt:lpstr>Positionnez le risque ainsi constitué pour l’évaluer</vt:lpstr>
      <vt:lpstr>Définissez un plan de traitement du risque</vt:lpstr>
      <vt:lpstr>Plan de la formation</vt:lpstr>
      <vt:lpstr>Ateliers d’EBIOS Risk Manager</vt:lpstr>
      <vt:lpstr>Allez, un dernier exercice !</vt:lpstr>
      <vt:lpstr>Et maintenant ?</vt:lpstr>
      <vt:lpstr>Pour finir…</vt:lpstr>
      <vt:lpstr>La meilleure manière de commencer, c’est d’arrêter de parler et de s’y mettre.</vt:lpstr>
      <vt:lpstr>Présentation PowerPoint</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cp:lastPrinted>2025-10-14T12:28:36Z</cp:lastPrinted>
  <dcterms:created xsi:type="dcterms:W3CDTF">2024-08-08T18:09:03Z</dcterms:created>
  <dcterms:modified xsi:type="dcterms:W3CDTF">2025-10-14T13:07:38Z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