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21" r:id="rId4"/>
  </p:sldMasterIdLst>
  <p:notesMasterIdLst>
    <p:notesMasterId r:id="rId164"/>
  </p:notesMasterIdLst>
  <p:handoutMasterIdLst>
    <p:handoutMasterId r:id="rId165"/>
  </p:handoutMasterIdLst>
  <p:sldIdLst>
    <p:sldId id="1249" r:id="rId5"/>
    <p:sldId id="403" r:id="rId6"/>
    <p:sldId id="1181" r:id="rId7"/>
    <p:sldId id="1183" r:id="rId8"/>
    <p:sldId id="1051" r:id="rId9"/>
    <p:sldId id="1034" r:id="rId10"/>
    <p:sldId id="517" r:id="rId11"/>
    <p:sldId id="1049" r:id="rId12"/>
    <p:sldId id="1184" r:id="rId13"/>
    <p:sldId id="1185" r:id="rId14"/>
    <p:sldId id="746" r:id="rId15"/>
    <p:sldId id="603" r:id="rId16"/>
    <p:sldId id="614" r:id="rId17"/>
    <p:sldId id="1058" r:id="rId18"/>
    <p:sldId id="1214" r:id="rId19"/>
    <p:sldId id="1216" r:id="rId20"/>
    <p:sldId id="1217" r:id="rId21"/>
    <p:sldId id="1218" r:id="rId22"/>
    <p:sldId id="747" r:id="rId23"/>
    <p:sldId id="1057" r:id="rId24"/>
    <p:sldId id="755" r:id="rId25"/>
    <p:sldId id="766" r:id="rId26"/>
    <p:sldId id="1063" r:id="rId27"/>
    <p:sldId id="1101" r:id="rId28"/>
    <p:sldId id="1100" r:id="rId29"/>
    <p:sldId id="1213" r:id="rId30"/>
    <p:sldId id="1050" r:id="rId31"/>
    <p:sldId id="1186" r:id="rId32"/>
    <p:sldId id="1187" r:id="rId33"/>
    <p:sldId id="1060" r:id="rId34"/>
    <p:sldId id="1061" r:id="rId35"/>
    <p:sldId id="1064" r:id="rId36"/>
    <p:sldId id="1219" r:id="rId37"/>
    <p:sldId id="1062" r:id="rId38"/>
    <p:sldId id="1069" r:id="rId39"/>
    <p:sldId id="1066" r:id="rId40"/>
    <p:sldId id="1067" r:id="rId41"/>
    <p:sldId id="1106" r:id="rId42"/>
    <p:sldId id="1107" r:id="rId43"/>
    <p:sldId id="1108" r:id="rId44"/>
    <p:sldId id="1070" r:id="rId45"/>
    <p:sldId id="1109" r:id="rId46"/>
    <p:sldId id="1111" r:id="rId47"/>
    <p:sldId id="1110" r:id="rId48"/>
    <p:sldId id="1112" r:id="rId49"/>
    <p:sldId id="1076" r:id="rId50"/>
    <p:sldId id="1227" r:id="rId51"/>
    <p:sldId id="1065" r:id="rId52"/>
    <p:sldId id="1188" r:id="rId53"/>
    <p:sldId id="1096" r:id="rId54"/>
    <p:sldId id="1189" r:id="rId55"/>
    <p:sldId id="1075" r:id="rId56"/>
    <p:sldId id="1087" r:id="rId57"/>
    <p:sldId id="1098" r:id="rId58"/>
    <p:sldId id="1102" r:id="rId59"/>
    <p:sldId id="1105" r:id="rId60"/>
    <p:sldId id="1113" r:id="rId61"/>
    <p:sldId id="1159" r:id="rId62"/>
    <p:sldId id="1228" r:id="rId63"/>
    <p:sldId id="1104" r:id="rId64"/>
    <p:sldId id="1190" r:id="rId65"/>
    <p:sldId id="1191" r:id="rId66"/>
    <p:sldId id="1121" r:id="rId67"/>
    <p:sldId id="1116" r:id="rId68"/>
    <p:sldId id="1144" r:id="rId69"/>
    <p:sldId id="1117" r:id="rId70"/>
    <p:sldId id="1118" r:id="rId71"/>
    <p:sldId id="1133" r:id="rId72"/>
    <p:sldId id="1120" r:id="rId73"/>
    <p:sldId id="1129" r:id="rId74"/>
    <p:sldId id="1149" r:id="rId75"/>
    <p:sldId id="1147" r:id="rId76"/>
    <p:sldId id="1148" r:id="rId77"/>
    <p:sldId id="1142" r:id="rId78"/>
    <p:sldId id="1131" r:id="rId79"/>
    <p:sldId id="1134" r:id="rId80"/>
    <p:sldId id="1146" r:id="rId81"/>
    <p:sldId id="1150" r:id="rId82"/>
    <p:sldId id="1132" r:id="rId83"/>
    <p:sldId id="1141" r:id="rId84"/>
    <p:sldId id="1143" r:id="rId85"/>
    <p:sldId id="1153" r:id="rId86"/>
    <p:sldId id="1122" r:id="rId87"/>
    <p:sldId id="1135" r:id="rId88"/>
    <p:sldId id="1155" r:id="rId89"/>
    <p:sldId id="1151" r:id="rId90"/>
    <p:sldId id="1119" r:id="rId91"/>
    <p:sldId id="1157" r:id="rId92"/>
    <p:sldId id="1156" r:id="rId93"/>
    <p:sldId id="1160" r:id="rId94"/>
    <p:sldId id="1158" r:id="rId95"/>
    <p:sldId id="1161" r:id="rId96"/>
    <p:sldId id="1140" r:id="rId97"/>
    <p:sldId id="1164" r:id="rId98"/>
    <p:sldId id="1165" r:id="rId99"/>
    <p:sldId id="1166" r:id="rId100"/>
    <p:sldId id="1167" r:id="rId101"/>
    <p:sldId id="1168" r:id="rId102"/>
    <p:sldId id="1169" r:id="rId103"/>
    <p:sldId id="1170" r:id="rId104"/>
    <p:sldId id="1171" r:id="rId105"/>
    <p:sldId id="1172" r:id="rId106"/>
    <p:sldId id="1173" r:id="rId107"/>
    <p:sldId id="1176" r:id="rId108"/>
    <p:sldId id="1125" r:id="rId109"/>
    <p:sldId id="1175" r:id="rId110"/>
    <p:sldId id="1126" r:id="rId111"/>
    <p:sldId id="1128" r:id="rId112"/>
    <p:sldId id="1177" r:id="rId113"/>
    <p:sldId id="1178" r:id="rId114"/>
    <p:sldId id="1192" r:id="rId115"/>
    <p:sldId id="1193" r:id="rId116"/>
    <p:sldId id="1194" r:id="rId117"/>
    <p:sldId id="1229" r:id="rId118"/>
    <p:sldId id="1195" r:id="rId119"/>
    <p:sldId id="1196" r:id="rId120"/>
    <p:sldId id="1197" r:id="rId121"/>
    <p:sldId id="1200" r:id="rId122"/>
    <p:sldId id="1201" r:id="rId123"/>
    <p:sldId id="1202" r:id="rId124"/>
    <p:sldId id="1204" r:id="rId125"/>
    <p:sldId id="1206" r:id="rId126"/>
    <p:sldId id="1207" r:id="rId127"/>
    <p:sldId id="1203" r:id="rId128"/>
    <p:sldId id="1208" r:id="rId129"/>
    <p:sldId id="1209" r:id="rId130"/>
    <p:sldId id="1205" r:id="rId131"/>
    <p:sldId id="1230" r:id="rId132"/>
    <p:sldId id="1210" r:id="rId133"/>
    <p:sldId id="1198" r:id="rId134"/>
    <p:sldId id="1220" r:id="rId135"/>
    <p:sldId id="1221" r:id="rId136"/>
    <p:sldId id="1231" r:id="rId137"/>
    <p:sldId id="1232" r:id="rId138"/>
    <p:sldId id="1233" r:id="rId139"/>
    <p:sldId id="1234" r:id="rId140"/>
    <p:sldId id="1236" r:id="rId141"/>
    <p:sldId id="1235" r:id="rId142"/>
    <p:sldId id="1237" r:id="rId143"/>
    <p:sldId id="1238" r:id="rId144"/>
    <p:sldId id="1239" r:id="rId145"/>
    <p:sldId id="1240" r:id="rId146"/>
    <p:sldId id="1241" r:id="rId147"/>
    <p:sldId id="1242" r:id="rId148"/>
    <p:sldId id="1243" r:id="rId149"/>
    <p:sldId id="1244" r:id="rId150"/>
    <p:sldId id="1245" r:id="rId151"/>
    <p:sldId id="1246" r:id="rId152"/>
    <p:sldId id="1247" r:id="rId153"/>
    <p:sldId id="1248" r:id="rId154"/>
    <p:sldId id="1199" r:id="rId155"/>
    <p:sldId id="1222" r:id="rId156"/>
    <p:sldId id="1054" r:id="rId157"/>
    <p:sldId id="1211" r:id="rId158"/>
    <p:sldId id="1223" r:id="rId159"/>
    <p:sldId id="1224" r:id="rId160"/>
    <p:sldId id="1250" r:id="rId161"/>
    <p:sldId id="1056" r:id="rId162"/>
    <p:sldId id="1225" r:id="rId163"/>
  </p:sldIdLst>
  <p:sldSz cx="12192000" cy="6858000"/>
  <p:notesSz cx="7104063" cy="102346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0D05D4-2185-4605-9CBA-1198ACAF49AA}">
          <p14:sldIdLst>
            <p14:sldId id="1249"/>
            <p14:sldId id="403"/>
            <p14:sldId id="1181"/>
          </p14:sldIdLst>
        </p14:section>
        <p14:section name="Objectifs" id="{0EE0E986-90EF-453D-8D14-CB871F1C7965}">
          <p14:sldIdLst>
            <p14:sldId id="1183"/>
            <p14:sldId id="1051"/>
            <p14:sldId id="1034"/>
            <p14:sldId id="517"/>
            <p14:sldId id="1049"/>
          </p14:sldIdLst>
        </p14:section>
        <p14:section name="Concepts" id="{0830D6BD-764A-45C3-A078-13C4196E6523}">
          <p14:sldIdLst>
            <p14:sldId id="1184"/>
            <p14:sldId id="1185"/>
            <p14:sldId id="746"/>
            <p14:sldId id="603"/>
            <p14:sldId id="614"/>
            <p14:sldId id="1058"/>
            <p14:sldId id="1214"/>
            <p14:sldId id="1216"/>
            <p14:sldId id="1217"/>
            <p14:sldId id="1218"/>
            <p14:sldId id="747"/>
            <p14:sldId id="1057"/>
            <p14:sldId id="755"/>
            <p14:sldId id="766"/>
            <p14:sldId id="1063"/>
            <p14:sldId id="1101"/>
            <p14:sldId id="1100"/>
            <p14:sldId id="1213"/>
            <p14:sldId id="1050"/>
          </p14:sldIdLst>
        </p14:section>
        <p14:section name="Contexte" id="{0F80FABC-5656-4E65-A491-4E4CFA7C4FAB}">
          <p14:sldIdLst>
            <p14:sldId id="1186"/>
            <p14:sldId id="1187"/>
            <p14:sldId id="1060"/>
            <p14:sldId id="1061"/>
            <p14:sldId id="1064"/>
            <p14:sldId id="1219"/>
            <p14:sldId id="1062"/>
            <p14:sldId id="1069"/>
            <p14:sldId id="1066"/>
            <p14:sldId id="1067"/>
            <p14:sldId id="1106"/>
            <p14:sldId id="1107"/>
            <p14:sldId id="1108"/>
            <p14:sldId id="1070"/>
            <p14:sldId id="1109"/>
            <p14:sldId id="1111"/>
            <p14:sldId id="1110"/>
            <p14:sldId id="1112"/>
            <p14:sldId id="1076"/>
            <p14:sldId id="1227"/>
            <p14:sldId id="1065"/>
          </p14:sldIdLst>
        </p14:section>
        <p14:section name="Appréciation - Général" id="{DB6A4881-1DF5-4C62-A4EC-44EC33C2BF15}">
          <p14:sldIdLst>
            <p14:sldId id="1188"/>
            <p14:sldId id="1096"/>
          </p14:sldIdLst>
        </p14:section>
        <p14:section name="Appréciation - Conformité" id="{B4E62AC1-0698-4E81-8C31-FBF39A8BAF0A}">
          <p14:sldIdLst>
            <p14:sldId id="1189"/>
            <p14:sldId id="1075"/>
            <p14:sldId id="1087"/>
            <p14:sldId id="1098"/>
            <p14:sldId id="1102"/>
            <p14:sldId id="1105"/>
            <p14:sldId id="1113"/>
            <p14:sldId id="1159"/>
            <p14:sldId id="1228"/>
            <p14:sldId id="1104"/>
          </p14:sldIdLst>
        </p14:section>
        <p14:section name="Appréciation - Scénarios" id="{E724F8AF-2B1B-4509-9849-733CEF1EFFAF}">
          <p14:sldIdLst>
            <p14:sldId id="1190"/>
            <p14:sldId id="1191"/>
            <p14:sldId id="1121"/>
            <p14:sldId id="1116"/>
            <p14:sldId id="1144"/>
            <p14:sldId id="1117"/>
            <p14:sldId id="1118"/>
            <p14:sldId id="1133"/>
            <p14:sldId id="1120"/>
            <p14:sldId id="1129"/>
            <p14:sldId id="1149"/>
            <p14:sldId id="1147"/>
            <p14:sldId id="1148"/>
            <p14:sldId id="1142"/>
            <p14:sldId id="1131"/>
            <p14:sldId id="1134"/>
            <p14:sldId id="1146"/>
            <p14:sldId id="1150"/>
            <p14:sldId id="1132"/>
            <p14:sldId id="1141"/>
            <p14:sldId id="1143"/>
            <p14:sldId id="1153"/>
            <p14:sldId id="1122"/>
            <p14:sldId id="1135"/>
            <p14:sldId id="1155"/>
            <p14:sldId id="1151"/>
            <p14:sldId id="1119"/>
            <p14:sldId id="1157"/>
            <p14:sldId id="1156"/>
            <p14:sldId id="1160"/>
            <p14:sldId id="1158"/>
            <p14:sldId id="1161"/>
            <p14:sldId id="1140"/>
            <p14:sldId id="1164"/>
            <p14:sldId id="1165"/>
            <p14:sldId id="1166"/>
            <p14:sldId id="1167"/>
            <p14:sldId id="1168"/>
            <p14:sldId id="1169"/>
            <p14:sldId id="1170"/>
            <p14:sldId id="1171"/>
            <p14:sldId id="1172"/>
            <p14:sldId id="1173"/>
            <p14:sldId id="1176"/>
            <p14:sldId id="1125"/>
            <p14:sldId id="1175"/>
            <p14:sldId id="1126"/>
            <p14:sldId id="1128"/>
            <p14:sldId id="1177"/>
            <p14:sldId id="1178"/>
            <p14:sldId id="1192"/>
            <p14:sldId id="1193"/>
            <p14:sldId id="1194"/>
            <p14:sldId id="1229"/>
            <p14:sldId id="1195"/>
          </p14:sldIdLst>
        </p14:section>
        <p14:section name="Traitement" id="{22E56C3C-7309-4535-8941-B032EB94F240}">
          <p14:sldIdLst>
            <p14:sldId id="1196"/>
            <p14:sldId id="1197"/>
            <p14:sldId id="1200"/>
            <p14:sldId id="1201"/>
            <p14:sldId id="1202"/>
            <p14:sldId id="1204"/>
            <p14:sldId id="1206"/>
            <p14:sldId id="1207"/>
            <p14:sldId id="1203"/>
            <p14:sldId id="1208"/>
            <p14:sldId id="1209"/>
            <p14:sldId id="1205"/>
            <p14:sldId id="1230"/>
            <p14:sldId id="1210"/>
          </p14:sldIdLst>
        </p14:section>
        <p14:section name="Etude de cas" id="{A5F61D42-51C3-4FFF-B540-547AA5BBD3E4}">
          <p14:sldIdLst>
            <p14:sldId id="1198"/>
            <p14:sldId id="1220"/>
            <p14:sldId id="1221"/>
            <p14:sldId id="1231"/>
            <p14:sldId id="1232"/>
            <p14:sldId id="1233"/>
            <p14:sldId id="1234"/>
            <p14:sldId id="1236"/>
            <p14:sldId id="1235"/>
            <p14:sldId id="1237"/>
            <p14:sldId id="1238"/>
            <p14:sldId id="1239"/>
            <p14:sldId id="1240"/>
            <p14:sldId id="1241"/>
            <p14:sldId id="1242"/>
            <p14:sldId id="1243"/>
            <p14:sldId id="1244"/>
            <p14:sldId id="1245"/>
            <p14:sldId id="1246"/>
            <p14:sldId id="1247"/>
            <p14:sldId id="1248"/>
          </p14:sldIdLst>
        </p14:section>
        <p14:section name="Conclusion" id="{178D7389-06C8-4EAB-9049-C6839BB1169E}">
          <p14:sldIdLst>
            <p14:sldId id="1199"/>
            <p14:sldId id="1222"/>
            <p14:sldId id="1054"/>
            <p14:sldId id="1211"/>
            <p14:sldId id="1223"/>
            <p14:sldId id="1224"/>
            <p14:sldId id="1250"/>
            <p14:sldId id="1056"/>
            <p14:sldId id="122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7A7A"/>
    <a:srgbClr val="D1282E"/>
    <a:srgbClr val="CCFFCC"/>
    <a:srgbClr val="E9E9E2"/>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946F94-920D-4506-B5B7-9EEEF5276AE3}" v="394" dt="2025-11-19T12:02:24.6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Style moyen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86493" autoAdjust="0"/>
  </p:normalViewPr>
  <p:slideViewPr>
    <p:cSldViewPr snapToGrid="0">
      <p:cViewPr varScale="1">
        <p:scale>
          <a:sx n="94" d="100"/>
          <a:sy n="94" d="100"/>
        </p:scale>
        <p:origin x="588" y="84"/>
      </p:cViewPr>
      <p:guideLst/>
    </p:cSldViewPr>
  </p:slideViewPr>
  <p:outlineViewPr>
    <p:cViewPr>
      <p:scale>
        <a:sx n="33" d="100"/>
        <a:sy n="33" d="100"/>
      </p:scale>
      <p:origin x="0" y="-59418"/>
    </p:cViewPr>
  </p:outlineViewPr>
  <p:notesTextViewPr>
    <p:cViewPr>
      <p:scale>
        <a:sx n="1" d="1"/>
        <a:sy n="1" d="1"/>
      </p:scale>
      <p:origin x="0" y="0"/>
    </p:cViewPr>
  </p:notesTextViewPr>
  <p:sorterViewPr>
    <p:cViewPr>
      <p:scale>
        <a:sx n="90" d="100"/>
        <a:sy n="90" d="100"/>
      </p:scale>
      <p:origin x="0" y="-1426"/>
    </p:cViewPr>
  </p:sorterViewPr>
  <p:notesViewPr>
    <p:cSldViewPr snapToGrid="0">
      <p:cViewPr varScale="1">
        <p:scale>
          <a:sx n="84" d="100"/>
          <a:sy n="84" d="100"/>
        </p:scale>
        <p:origin x="3048"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38" Type="http://schemas.openxmlformats.org/officeDocument/2006/relationships/slide" Target="slides/slide134.xml"/><Relationship Id="rId154" Type="http://schemas.openxmlformats.org/officeDocument/2006/relationships/slide" Target="slides/slide150.xml"/><Relationship Id="rId159" Type="http://schemas.openxmlformats.org/officeDocument/2006/relationships/slide" Target="slides/slide155.xml"/><Relationship Id="rId170" Type="http://schemas.microsoft.com/office/2016/11/relationships/changesInfo" Target="changesInfos/changesInfo1.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slide" Target="slides/slide124.xml"/><Relationship Id="rId144" Type="http://schemas.openxmlformats.org/officeDocument/2006/relationships/slide" Target="slides/slide140.xml"/><Relationship Id="rId149" Type="http://schemas.openxmlformats.org/officeDocument/2006/relationships/slide" Target="slides/slide145.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160" Type="http://schemas.openxmlformats.org/officeDocument/2006/relationships/slide" Target="slides/slide156.xml"/><Relationship Id="rId165" Type="http://schemas.openxmlformats.org/officeDocument/2006/relationships/handoutMaster" Target="handoutMasters/handoutMaster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slide" Target="slides/slide135.xml"/><Relationship Id="rId80" Type="http://schemas.openxmlformats.org/officeDocument/2006/relationships/slide" Target="slides/slide76.xml"/><Relationship Id="rId85" Type="http://schemas.openxmlformats.org/officeDocument/2006/relationships/slide" Target="slides/slide81.xml"/><Relationship Id="rId150" Type="http://schemas.openxmlformats.org/officeDocument/2006/relationships/slide" Target="slides/slide146.xml"/><Relationship Id="rId155" Type="http://schemas.openxmlformats.org/officeDocument/2006/relationships/slide" Target="slides/slide151.xml"/><Relationship Id="rId171" Type="http://schemas.microsoft.com/office/2015/10/relationships/revisionInfo" Target="revisionInfo.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slide" Target="slides/slide102.xml"/><Relationship Id="rId114" Type="http://schemas.openxmlformats.org/officeDocument/2006/relationships/slide" Target="slides/slide110.xml"/><Relationship Id="rId119" Type="http://schemas.openxmlformats.org/officeDocument/2006/relationships/slide" Target="slides/slide115.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30" Type="http://schemas.openxmlformats.org/officeDocument/2006/relationships/slide" Target="slides/slide126.xml"/><Relationship Id="rId135" Type="http://schemas.openxmlformats.org/officeDocument/2006/relationships/slide" Target="slides/slide131.xml"/><Relationship Id="rId143" Type="http://schemas.openxmlformats.org/officeDocument/2006/relationships/slide" Target="slides/slide139.xml"/><Relationship Id="rId148" Type="http://schemas.openxmlformats.org/officeDocument/2006/relationships/slide" Target="slides/slide144.xml"/><Relationship Id="rId151" Type="http://schemas.openxmlformats.org/officeDocument/2006/relationships/slide" Target="slides/slide147.xml"/><Relationship Id="rId156" Type="http://schemas.openxmlformats.org/officeDocument/2006/relationships/slide" Target="slides/slide152.xml"/><Relationship Id="rId164" Type="http://schemas.openxmlformats.org/officeDocument/2006/relationships/notesMaster" Target="notesMasters/notesMaster1.xml"/><Relationship Id="rId16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GRALL" userId="118c06a7-9453-4716-8b3c-62df6b2b424e" providerId="ADAL" clId="{58FAAD79-255B-491A-AC31-6EF27ECA3FED}"/>
    <pc:docChg chg="undo redo custSel addSld delSld modSld modMainMaster modSection modNotesMaster modHandout">
      <pc:chgData name="Matthieu GRALL" userId="118c06a7-9453-4716-8b3c-62df6b2b424e" providerId="ADAL" clId="{58FAAD79-255B-491A-AC31-6EF27ECA3FED}" dt="2025-11-19T12:02:58.827" v="2107" actId="1036"/>
      <pc:docMkLst>
        <pc:docMk/>
      </pc:docMkLst>
      <pc:sldChg chg="modSp mod modNotes">
        <pc:chgData name="Matthieu GRALL" userId="118c06a7-9453-4716-8b3c-62df6b2b424e" providerId="ADAL" clId="{58FAAD79-255B-491A-AC31-6EF27ECA3FED}" dt="2025-10-21T11:22:30.943" v="1391" actId="1035"/>
        <pc:sldMkLst>
          <pc:docMk/>
          <pc:sldMk cId="692695152" sldId="517"/>
        </pc:sldMkLst>
        <pc:spChg chg="mod">
          <ac:chgData name="Matthieu GRALL" userId="118c06a7-9453-4716-8b3c-62df6b2b424e" providerId="ADAL" clId="{58FAAD79-255B-491A-AC31-6EF27ECA3FED}" dt="2025-10-21T11:22:17.764" v="1367" actId="1035"/>
          <ac:spMkLst>
            <pc:docMk/>
            <pc:sldMk cId="692695152" sldId="517"/>
            <ac:spMk id="12" creationId="{00000000-0000-0000-0000-000000000000}"/>
          </ac:spMkLst>
        </pc:spChg>
        <pc:cxnChg chg="mod">
          <ac:chgData name="Matthieu GRALL" userId="118c06a7-9453-4716-8b3c-62df6b2b424e" providerId="ADAL" clId="{58FAAD79-255B-491A-AC31-6EF27ECA3FED}" dt="2025-10-21T11:22:30.943" v="1391" actId="1035"/>
          <ac:cxnSpMkLst>
            <pc:docMk/>
            <pc:sldMk cId="692695152" sldId="517"/>
            <ac:cxnSpMk id="8" creationId="{1510449A-532F-E515-2241-918A18F54193}"/>
          </ac:cxnSpMkLst>
        </pc:cxnChg>
      </pc:sldChg>
      <pc:sldChg chg="modSp mod modNotes">
        <pc:chgData name="Matthieu GRALL" userId="118c06a7-9453-4716-8b3c-62df6b2b424e" providerId="ADAL" clId="{58FAAD79-255B-491A-AC31-6EF27ECA3FED}" dt="2025-10-21T15:20:32.406" v="1532" actId="6549"/>
        <pc:sldMkLst>
          <pc:docMk/>
          <pc:sldMk cId="3225738763" sldId="766"/>
        </pc:sldMkLst>
        <pc:spChg chg="mod">
          <ac:chgData name="Matthieu GRALL" userId="118c06a7-9453-4716-8b3c-62df6b2b424e" providerId="ADAL" clId="{58FAAD79-255B-491A-AC31-6EF27ECA3FED}" dt="2025-10-21T15:20:32.406" v="1532" actId="6549"/>
          <ac:spMkLst>
            <pc:docMk/>
            <pc:sldMk cId="3225738763" sldId="766"/>
            <ac:spMk id="35" creationId="{4D3BC8F2-3979-425F-9602-072E4DB93F98}"/>
          </ac:spMkLst>
        </pc:spChg>
      </pc:sldChg>
      <pc:sldChg chg="modSp mod">
        <pc:chgData name="Matthieu GRALL" userId="118c06a7-9453-4716-8b3c-62df6b2b424e" providerId="ADAL" clId="{58FAAD79-255B-491A-AC31-6EF27ECA3FED}" dt="2025-11-19T11:34:13.278" v="1915" actId="207"/>
        <pc:sldMkLst>
          <pc:docMk/>
          <pc:sldMk cId="2126662429" sldId="1060"/>
        </pc:sldMkLst>
        <pc:graphicFrameChg chg="modGraphic">
          <ac:chgData name="Matthieu GRALL" userId="118c06a7-9453-4716-8b3c-62df6b2b424e" providerId="ADAL" clId="{58FAAD79-255B-491A-AC31-6EF27ECA3FED}" dt="2025-11-19T11:34:13.278" v="1915" actId="207"/>
          <ac:graphicFrameMkLst>
            <pc:docMk/>
            <pc:sldMk cId="2126662429" sldId="1060"/>
            <ac:graphicFrameMk id="8" creationId="{A91E991E-D9D7-752F-2809-DCF2C061DB42}"/>
          </ac:graphicFrameMkLst>
        </pc:graphicFrameChg>
      </pc:sldChg>
      <pc:sldChg chg="modSp">
        <pc:chgData name="Matthieu GRALL" userId="118c06a7-9453-4716-8b3c-62df6b2b424e" providerId="ADAL" clId="{58FAAD79-255B-491A-AC31-6EF27ECA3FED}" dt="2025-11-19T11:30:28.380" v="1833"/>
        <pc:sldMkLst>
          <pc:docMk/>
          <pc:sldMk cId="1609253854" sldId="1107"/>
        </pc:sldMkLst>
        <pc:spChg chg="mod">
          <ac:chgData name="Matthieu GRALL" userId="118c06a7-9453-4716-8b3c-62df6b2b424e" providerId="ADAL" clId="{58FAAD79-255B-491A-AC31-6EF27ECA3FED}" dt="2025-11-19T11:30:28.380" v="1833"/>
          <ac:spMkLst>
            <pc:docMk/>
            <pc:sldMk cId="1609253854" sldId="1107"/>
            <ac:spMk id="8" creationId="{D8B2DE86-D477-7C99-2B40-169C6CC69046}"/>
          </ac:spMkLst>
        </pc:spChg>
      </pc:sldChg>
      <pc:sldChg chg="addSp delSp modSp mod modAnim">
        <pc:chgData name="Matthieu GRALL" userId="118c06a7-9453-4716-8b3c-62df6b2b424e" providerId="ADAL" clId="{58FAAD79-255B-491A-AC31-6EF27ECA3FED}" dt="2025-11-19T11:32:34.606" v="1914"/>
        <pc:sldMkLst>
          <pc:docMk/>
          <pc:sldMk cId="963854095" sldId="1108"/>
        </pc:sldMkLst>
        <pc:spChg chg="mod">
          <ac:chgData name="Matthieu GRALL" userId="118c06a7-9453-4716-8b3c-62df6b2b424e" providerId="ADAL" clId="{58FAAD79-255B-491A-AC31-6EF27ECA3FED}" dt="2025-11-19T11:30:17.966" v="1832" actId="20577"/>
          <ac:spMkLst>
            <pc:docMk/>
            <pc:sldMk cId="963854095" sldId="1108"/>
            <ac:spMk id="8" creationId="{D8B2DE86-D477-7C99-2B40-169C6CC69046}"/>
          </ac:spMkLst>
        </pc:spChg>
        <pc:spChg chg="mod">
          <ac:chgData name="Matthieu GRALL" userId="118c06a7-9453-4716-8b3c-62df6b2b424e" providerId="ADAL" clId="{58FAAD79-255B-491A-AC31-6EF27ECA3FED}" dt="2025-11-19T11:30:46.173" v="1834"/>
          <ac:spMkLst>
            <pc:docMk/>
            <pc:sldMk cId="963854095" sldId="1108"/>
            <ac:spMk id="80" creationId="{12445302-223D-1DE5-E1A1-013E36D7C66D}"/>
          </ac:spMkLst>
        </pc:spChg>
        <pc:spChg chg="mod">
          <ac:chgData name="Matthieu GRALL" userId="118c06a7-9453-4716-8b3c-62df6b2b424e" providerId="ADAL" clId="{58FAAD79-255B-491A-AC31-6EF27ECA3FED}" dt="2025-11-19T11:32:26.856" v="1912" actId="1076"/>
          <ac:spMkLst>
            <pc:docMk/>
            <pc:sldMk cId="963854095" sldId="1108"/>
            <ac:spMk id="89" creationId="{A3FF59B6-BC98-83D7-2976-11A3B7C2EFA3}"/>
          </ac:spMkLst>
        </pc:spChg>
        <pc:grpChg chg="add mod">
          <ac:chgData name="Matthieu GRALL" userId="118c06a7-9453-4716-8b3c-62df6b2b424e" providerId="ADAL" clId="{58FAAD79-255B-491A-AC31-6EF27ECA3FED}" dt="2025-11-19T11:32:26.856" v="1912" actId="1076"/>
          <ac:grpSpMkLst>
            <pc:docMk/>
            <pc:sldMk cId="963854095" sldId="1108"/>
            <ac:grpSpMk id="14" creationId="{1FE7BFAC-7FF4-2B7F-6E06-136CA3BC72B1}"/>
          </ac:grpSpMkLst>
        </pc:grpChg>
        <pc:grpChg chg="del mod">
          <ac:chgData name="Matthieu GRALL" userId="118c06a7-9453-4716-8b3c-62df6b2b424e" providerId="ADAL" clId="{58FAAD79-255B-491A-AC31-6EF27ECA3FED}" dt="2025-11-19T11:31:06.300" v="1838" actId="478"/>
          <ac:grpSpMkLst>
            <pc:docMk/>
            <pc:sldMk cId="963854095" sldId="1108"/>
            <ac:grpSpMk id="87" creationId="{2DA0B5A9-447D-783A-B524-E0270E46687F}"/>
          </ac:grpSpMkLst>
        </pc:grpChg>
        <pc:picChg chg="add mod">
          <ac:chgData name="Matthieu GRALL" userId="118c06a7-9453-4716-8b3c-62df6b2b424e" providerId="ADAL" clId="{58FAAD79-255B-491A-AC31-6EF27ECA3FED}" dt="2025-11-19T11:32:26.856" v="1912" actId="1076"/>
          <ac:picMkLst>
            <pc:docMk/>
            <pc:sldMk cId="963854095" sldId="1108"/>
            <ac:picMk id="11" creationId="{06EDD1C7-5DAB-FA8E-25A7-3FC504C59237}"/>
          </ac:picMkLst>
        </pc:picChg>
        <pc:picChg chg="del">
          <ac:chgData name="Matthieu GRALL" userId="118c06a7-9453-4716-8b3c-62df6b2b424e" providerId="ADAL" clId="{58FAAD79-255B-491A-AC31-6EF27ECA3FED}" dt="2025-11-19T11:31:06.300" v="1838" actId="478"/>
          <ac:picMkLst>
            <pc:docMk/>
            <pc:sldMk cId="963854095" sldId="1108"/>
            <ac:picMk id="88" creationId="{A445CDB2-BBFF-DBA0-440E-1A5B7194DE61}"/>
          </ac:picMkLst>
        </pc:picChg>
      </pc:sldChg>
      <pc:sldChg chg="modSp mod">
        <pc:chgData name="Matthieu GRALL" userId="118c06a7-9453-4716-8b3c-62df6b2b424e" providerId="ADAL" clId="{58FAAD79-255B-491A-AC31-6EF27ECA3FED}" dt="2025-11-19T11:37:55.362" v="1929" actId="207"/>
        <pc:sldMkLst>
          <pc:docMk/>
          <pc:sldMk cId="3678163508" sldId="1109"/>
        </pc:sldMkLst>
        <pc:graphicFrameChg chg="modGraphic">
          <ac:chgData name="Matthieu GRALL" userId="118c06a7-9453-4716-8b3c-62df6b2b424e" providerId="ADAL" clId="{58FAAD79-255B-491A-AC31-6EF27ECA3FED}" dt="2025-11-19T11:37:55.362" v="1929" actId="207"/>
          <ac:graphicFrameMkLst>
            <pc:docMk/>
            <pc:sldMk cId="3678163508" sldId="1109"/>
            <ac:graphicFrameMk id="12" creationId="{465FFAC6-6299-DCC4-8B2D-FA0623716C31}"/>
          </ac:graphicFrameMkLst>
        </pc:graphicFrameChg>
      </pc:sldChg>
      <pc:sldChg chg="modSp mod">
        <pc:chgData name="Matthieu GRALL" userId="118c06a7-9453-4716-8b3c-62df6b2b424e" providerId="ADAL" clId="{58FAAD79-255B-491A-AC31-6EF27ECA3FED}" dt="2025-11-19T11:37:47.053" v="1928" actId="207"/>
        <pc:sldMkLst>
          <pc:docMk/>
          <pc:sldMk cId="1348902480" sldId="1111"/>
        </pc:sldMkLst>
        <pc:graphicFrameChg chg="modGraphic">
          <ac:chgData name="Matthieu GRALL" userId="118c06a7-9453-4716-8b3c-62df6b2b424e" providerId="ADAL" clId="{58FAAD79-255B-491A-AC31-6EF27ECA3FED}" dt="2025-11-19T11:37:47.053" v="1928" actId="207"/>
          <ac:graphicFrameMkLst>
            <pc:docMk/>
            <pc:sldMk cId="1348902480" sldId="1111"/>
            <ac:graphicFrameMk id="13" creationId="{465FFAC6-6299-DCC4-8B2D-FA0623716C31}"/>
          </ac:graphicFrameMkLst>
        </pc:graphicFrameChg>
      </pc:sldChg>
      <pc:sldChg chg="modSp mod">
        <pc:chgData name="Matthieu GRALL" userId="118c06a7-9453-4716-8b3c-62df6b2b424e" providerId="ADAL" clId="{58FAAD79-255B-491A-AC31-6EF27ECA3FED}" dt="2025-11-19T11:42:38.444" v="1960" actId="207"/>
        <pc:sldMkLst>
          <pc:docMk/>
          <pc:sldMk cId="2258595350" sldId="1121"/>
        </pc:sldMkLst>
        <pc:graphicFrameChg chg="mod modGraphic">
          <ac:chgData name="Matthieu GRALL" userId="118c06a7-9453-4716-8b3c-62df6b2b424e" providerId="ADAL" clId="{58FAAD79-255B-491A-AC31-6EF27ECA3FED}" dt="2025-11-19T11:42:38.444" v="1960" actId="207"/>
          <ac:graphicFrameMkLst>
            <pc:docMk/>
            <pc:sldMk cId="2258595350" sldId="1121"/>
            <ac:graphicFrameMk id="7" creationId="{C9467867-81B2-2F67-514D-0C7853F09722}"/>
          </ac:graphicFrameMkLst>
        </pc:graphicFrameChg>
      </pc:sldChg>
      <pc:sldChg chg="delSp mod delAnim">
        <pc:chgData name="Matthieu GRALL" userId="118c06a7-9453-4716-8b3c-62df6b2b424e" providerId="ADAL" clId="{58FAAD79-255B-491A-AC31-6EF27ECA3FED}" dt="2025-10-22T12:17:04.790" v="1728" actId="478"/>
        <pc:sldMkLst>
          <pc:docMk/>
          <pc:sldMk cId="3855446942" sldId="1131"/>
        </pc:sldMkLst>
      </pc:sldChg>
      <pc:sldChg chg="modSp mod">
        <pc:chgData name="Matthieu GRALL" userId="118c06a7-9453-4716-8b3c-62df6b2b424e" providerId="ADAL" clId="{58FAAD79-255B-491A-AC31-6EF27ECA3FED}" dt="2025-11-19T11:53:50.780" v="1985" actId="14100"/>
        <pc:sldMkLst>
          <pc:docMk/>
          <pc:sldMk cId="2282294363" sldId="1140"/>
        </pc:sldMkLst>
        <pc:spChg chg="mod">
          <ac:chgData name="Matthieu GRALL" userId="118c06a7-9453-4716-8b3c-62df6b2b424e" providerId="ADAL" clId="{58FAAD79-255B-491A-AC31-6EF27ECA3FED}" dt="2025-11-19T11:53:50.780" v="1985" actId="14100"/>
          <ac:spMkLst>
            <pc:docMk/>
            <pc:sldMk cId="2282294363" sldId="1140"/>
            <ac:spMk id="10" creationId="{D8530B2A-C8C6-9014-88E4-474B94A1650B}"/>
          </ac:spMkLst>
        </pc:spChg>
      </pc:sldChg>
      <pc:sldChg chg="addSp modSp mod modAnim">
        <pc:chgData name="Matthieu GRALL" userId="118c06a7-9453-4716-8b3c-62df6b2b424e" providerId="ADAL" clId="{58FAAD79-255B-491A-AC31-6EF27ECA3FED}" dt="2025-11-19T12:02:58.827" v="2107" actId="1036"/>
        <pc:sldMkLst>
          <pc:docMk/>
          <pc:sldMk cId="2633670147" sldId="1141"/>
        </pc:sldMkLst>
        <pc:spChg chg="mod">
          <ac:chgData name="Matthieu GRALL" userId="118c06a7-9453-4716-8b3c-62df6b2b424e" providerId="ADAL" clId="{58FAAD79-255B-491A-AC31-6EF27ECA3FED}" dt="2025-11-19T12:02:11.485" v="2076" actId="164"/>
          <ac:spMkLst>
            <pc:docMk/>
            <pc:sldMk cId="2633670147" sldId="1141"/>
            <ac:spMk id="167" creationId="{728A53E7-F9F0-F209-19D8-E3B8C9E9BBDE}"/>
          </ac:spMkLst>
        </pc:spChg>
        <pc:grpChg chg="add mod">
          <ac:chgData name="Matthieu GRALL" userId="118c06a7-9453-4716-8b3c-62df6b2b424e" providerId="ADAL" clId="{58FAAD79-255B-491A-AC31-6EF27ECA3FED}" dt="2025-11-19T12:02:11.485" v="2076" actId="164"/>
          <ac:grpSpMkLst>
            <pc:docMk/>
            <pc:sldMk cId="2633670147" sldId="1141"/>
            <ac:grpSpMk id="2" creationId="{E3564D83-0C75-0F81-20E9-0FC4650CE1DC}"/>
          </ac:grpSpMkLst>
        </pc:grpChg>
        <pc:grpChg chg="mod">
          <ac:chgData name="Matthieu GRALL" userId="118c06a7-9453-4716-8b3c-62df6b2b424e" providerId="ADAL" clId="{58FAAD79-255B-491A-AC31-6EF27ECA3FED}" dt="2025-11-19T12:02:58.827" v="2107" actId="1036"/>
          <ac:grpSpMkLst>
            <pc:docMk/>
            <pc:sldMk cId="2633670147" sldId="1141"/>
            <ac:grpSpMk id="26" creationId="{2C432DC3-D9AB-8FF5-AE93-9A547D0CDEC6}"/>
          </ac:grpSpMkLst>
        </pc:grpChg>
        <pc:picChg chg="mod">
          <ac:chgData name="Matthieu GRALL" userId="118c06a7-9453-4716-8b3c-62df6b2b424e" providerId="ADAL" clId="{58FAAD79-255B-491A-AC31-6EF27ECA3FED}" dt="2025-11-19T12:02:11.485" v="2076" actId="164"/>
          <ac:picMkLst>
            <pc:docMk/>
            <pc:sldMk cId="2633670147" sldId="1141"/>
            <ac:picMk id="7" creationId="{47D488DA-193C-6CEF-5458-C0F797E9F816}"/>
          </ac:picMkLst>
        </pc:picChg>
      </pc:sldChg>
      <pc:sldChg chg="modSp mod">
        <pc:chgData name="Matthieu GRALL" userId="118c06a7-9453-4716-8b3c-62df6b2b424e" providerId="ADAL" clId="{58FAAD79-255B-491A-AC31-6EF27ECA3FED}" dt="2025-11-19T11:48:27.375" v="1961" actId="13822"/>
        <pc:sldMkLst>
          <pc:docMk/>
          <pc:sldMk cId="2228376451" sldId="1146"/>
        </pc:sldMkLst>
        <pc:spChg chg="mod">
          <ac:chgData name="Matthieu GRALL" userId="118c06a7-9453-4716-8b3c-62df6b2b424e" providerId="ADAL" clId="{58FAAD79-255B-491A-AC31-6EF27ECA3FED}" dt="2025-11-19T11:48:27.375" v="1961" actId="13822"/>
          <ac:spMkLst>
            <pc:docMk/>
            <pc:sldMk cId="2228376451" sldId="1146"/>
            <ac:spMk id="9" creationId="{76D2A20C-F763-A293-C60F-C75C121E63C8}"/>
          </ac:spMkLst>
        </pc:spChg>
      </pc:sldChg>
      <pc:sldChg chg="modSp mod">
        <pc:chgData name="Matthieu GRALL" userId="118c06a7-9453-4716-8b3c-62df6b2b424e" providerId="ADAL" clId="{58FAAD79-255B-491A-AC31-6EF27ECA3FED}" dt="2025-10-22T12:07:14.334" v="1723" actId="20577"/>
        <pc:sldMkLst>
          <pc:docMk/>
          <pc:sldMk cId="2051895864" sldId="1147"/>
        </pc:sldMkLst>
        <pc:graphicFrameChg chg="modGraphic">
          <ac:chgData name="Matthieu GRALL" userId="118c06a7-9453-4716-8b3c-62df6b2b424e" providerId="ADAL" clId="{58FAAD79-255B-491A-AC31-6EF27ECA3FED}" dt="2025-10-22T12:07:14.334" v="1723" actId="20577"/>
          <ac:graphicFrameMkLst>
            <pc:docMk/>
            <pc:sldMk cId="2051895864" sldId="1147"/>
            <ac:graphicFrameMk id="11" creationId="{B26D755D-5F0A-BF84-B3EE-EB9A8906AE14}"/>
          </ac:graphicFrameMkLst>
        </pc:graphicFrameChg>
      </pc:sldChg>
      <pc:sldChg chg="modSp mod">
        <pc:chgData name="Matthieu GRALL" userId="118c06a7-9453-4716-8b3c-62df6b2b424e" providerId="ADAL" clId="{58FAAD79-255B-491A-AC31-6EF27ECA3FED}" dt="2025-10-22T12:06:57.464" v="1719" actId="6549"/>
        <pc:sldMkLst>
          <pc:docMk/>
          <pc:sldMk cId="511842156" sldId="1148"/>
        </pc:sldMkLst>
        <pc:graphicFrameChg chg="modGraphic">
          <ac:chgData name="Matthieu GRALL" userId="118c06a7-9453-4716-8b3c-62df6b2b424e" providerId="ADAL" clId="{58FAAD79-255B-491A-AC31-6EF27ECA3FED}" dt="2025-10-22T12:06:57.464" v="1719" actId="6549"/>
          <ac:graphicFrameMkLst>
            <pc:docMk/>
            <pc:sldMk cId="511842156" sldId="1148"/>
            <ac:graphicFrameMk id="11" creationId="{BA1CEB85-9460-92EE-16DF-E1A565FD4428}"/>
          </ac:graphicFrameMkLst>
        </pc:graphicFrameChg>
      </pc:sldChg>
      <pc:sldChg chg="modSp mod">
        <pc:chgData name="Matthieu GRALL" userId="118c06a7-9453-4716-8b3c-62df6b2b424e" providerId="ADAL" clId="{58FAAD79-255B-491A-AC31-6EF27ECA3FED}" dt="2025-10-22T12:07:21.365" v="1727" actId="20577"/>
        <pc:sldMkLst>
          <pc:docMk/>
          <pc:sldMk cId="3068500926" sldId="1149"/>
        </pc:sldMkLst>
        <pc:graphicFrameChg chg="modGraphic">
          <ac:chgData name="Matthieu GRALL" userId="118c06a7-9453-4716-8b3c-62df6b2b424e" providerId="ADAL" clId="{58FAAD79-255B-491A-AC31-6EF27ECA3FED}" dt="2025-10-22T12:07:21.365" v="1727" actId="20577"/>
          <ac:graphicFrameMkLst>
            <pc:docMk/>
            <pc:sldMk cId="3068500926" sldId="1149"/>
            <ac:graphicFrameMk id="11" creationId="{FFCBAD08-1851-608A-5A2D-D30B0801CCC1}"/>
          </ac:graphicFrameMkLst>
        </pc:graphicFrameChg>
      </pc:sldChg>
      <pc:sldChg chg="addSp modSp mod">
        <pc:chgData name="Matthieu GRALL" userId="118c06a7-9453-4716-8b3c-62df6b2b424e" providerId="ADAL" clId="{58FAAD79-255B-491A-AC31-6EF27ECA3FED}" dt="2025-11-19T11:50:39.976" v="1984" actId="14100"/>
        <pc:sldMkLst>
          <pc:docMk/>
          <pc:sldMk cId="1780674926" sldId="1155"/>
        </pc:sldMkLst>
        <pc:spChg chg="add mod">
          <ac:chgData name="Matthieu GRALL" userId="118c06a7-9453-4716-8b3c-62df6b2b424e" providerId="ADAL" clId="{58FAAD79-255B-491A-AC31-6EF27ECA3FED}" dt="2025-11-19T11:50:39.976" v="1984" actId="14100"/>
          <ac:spMkLst>
            <pc:docMk/>
            <pc:sldMk cId="1780674926" sldId="1155"/>
            <ac:spMk id="69" creationId="{A82958C9-6AA8-B41C-8005-2042548495E2}"/>
          </ac:spMkLst>
        </pc:spChg>
      </pc:sldChg>
      <pc:sldChg chg="modSp mod">
        <pc:chgData name="Matthieu GRALL" userId="118c06a7-9453-4716-8b3c-62df6b2b424e" providerId="ADAL" clId="{58FAAD79-255B-491A-AC31-6EF27ECA3FED}" dt="2025-10-22T12:49:16.995" v="1736" actId="6549"/>
        <pc:sldMkLst>
          <pc:docMk/>
          <pc:sldMk cId="3568491748" sldId="1175"/>
        </pc:sldMkLst>
        <pc:spChg chg="mod">
          <ac:chgData name="Matthieu GRALL" userId="118c06a7-9453-4716-8b3c-62df6b2b424e" providerId="ADAL" clId="{58FAAD79-255B-491A-AC31-6EF27ECA3FED}" dt="2025-10-22T12:49:16.995" v="1736" actId="6549"/>
          <ac:spMkLst>
            <pc:docMk/>
            <pc:sldMk cId="3568491748" sldId="1175"/>
            <ac:spMk id="50" creationId="{B19E27B0-9AE5-232E-F071-2C2AF19C5293}"/>
          </ac:spMkLst>
        </pc:spChg>
      </pc:sldChg>
      <pc:sldChg chg="modSp mod">
        <pc:chgData name="Matthieu GRALL" userId="118c06a7-9453-4716-8b3c-62df6b2b424e" providerId="ADAL" clId="{58FAAD79-255B-491A-AC31-6EF27ECA3FED}" dt="2025-11-19T11:55:15.128" v="1986" actId="207"/>
        <pc:sldMkLst>
          <pc:docMk/>
          <pc:sldMk cId="1804294097" sldId="1200"/>
        </pc:sldMkLst>
        <pc:graphicFrameChg chg="modGraphic">
          <ac:chgData name="Matthieu GRALL" userId="118c06a7-9453-4716-8b3c-62df6b2b424e" providerId="ADAL" clId="{58FAAD79-255B-491A-AC31-6EF27ECA3FED}" dt="2025-11-19T11:55:15.128" v="1986" actId="207"/>
          <ac:graphicFrameMkLst>
            <pc:docMk/>
            <pc:sldMk cId="1804294097" sldId="1200"/>
            <ac:graphicFrameMk id="7" creationId="{35DC88F8-F61C-0C05-9260-24E7FF204959}"/>
          </ac:graphicFrameMkLst>
        </pc:graphicFrameChg>
      </pc:sldChg>
      <pc:sldChg chg="modSp mod">
        <pc:chgData name="Matthieu GRALL" userId="118c06a7-9453-4716-8b3c-62df6b2b424e" providerId="ADAL" clId="{58FAAD79-255B-491A-AC31-6EF27ECA3FED}" dt="2025-11-19T11:55:39.663" v="1987" actId="207"/>
        <pc:sldMkLst>
          <pc:docMk/>
          <pc:sldMk cId="3979384615" sldId="1202"/>
        </pc:sldMkLst>
        <pc:graphicFrameChg chg="modGraphic">
          <ac:chgData name="Matthieu GRALL" userId="118c06a7-9453-4716-8b3c-62df6b2b424e" providerId="ADAL" clId="{58FAAD79-255B-491A-AC31-6EF27ECA3FED}" dt="2025-11-19T11:55:39.663" v="1987" actId="207"/>
          <ac:graphicFrameMkLst>
            <pc:docMk/>
            <pc:sldMk cId="3979384615" sldId="1202"/>
            <ac:graphicFrameMk id="14" creationId="{F69CB2F7-0691-F3EB-E2DF-1CC6A8D3F086}"/>
          </ac:graphicFrameMkLst>
        </pc:graphicFrameChg>
      </pc:sldChg>
      <pc:sldChg chg="modSp mod">
        <pc:chgData name="Matthieu GRALL" userId="118c06a7-9453-4716-8b3c-62df6b2b424e" providerId="ADAL" clId="{58FAAD79-255B-491A-AC31-6EF27ECA3FED}" dt="2025-11-19T11:55:56.540" v="1988" actId="207"/>
        <pc:sldMkLst>
          <pc:docMk/>
          <pc:sldMk cId="948610399" sldId="1204"/>
        </pc:sldMkLst>
        <pc:graphicFrameChg chg="modGraphic">
          <ac:chgData name="Matthieu GRALL" userId="118c06a7-9453-4716-8b3c-62df6b2b424e" providerId="ADAL" clId="{58FAAD79-255B-491A-AC31-6EF27ECA3FED}" dt="2025-11-19T11:55:56.540" v="1988" actId="207"/>
          <ac:graphicFrameMkLst>
            <pc:docMk/>
            <pc:sldMk cId="948610399" sldId="1204"/>
            <ac:graphicFrameMk id="17" creationId="{5998AF80-D9F5-ABD2-1DEF-24890A50C371}"/>
          </ac:graphicFrameMkLst>
        </pc:graphicFrameChg>
      </pc:sldChg>
      <pc:sldChg chg="modSp mod">
        <pc:chgData name="Matthieu GRALL" userId="118c06a7-9453-4716-8b3c-62df6b2b424e" providerId="ADAL" clId="{58FAAD79-255B-491A-AC31-6EF27ECA3FED}" dt="2025-11-19T11:36:23.641" v="1927" actId="2711"/>
        <pc:sldMkLst>
          <pc:docMk/>
          <pc:sldMk cId="3515351350" sldId="1216"/>
        </pc:sldMkLst>
        <pc:graphicFrameChg chg="mod modGraphic">
          <ac:chgData name="Matthieu GRALL" userId="118c06a7-9453-4716-8b3c-62df6b2b424e" providerId="ADAL" clId="{58FAAD79-255B-491A-AC31-6EF27ECA3FED}" dt="2025-11-19T11:36:23.641" v="1927" actId="2711"/>
          <ac:graphicFrameMkLst>
            <pc:docMk/>
            <pc:sldMk cId="3515351350" sldId="1216"/>
            <ac:graphicFrameMk id="9" creationId="{D6D4016E-8505-FF43-21A6-D81151774423}"/>
          </ac:graphicFrameMkLst>
        </pc:graphicFrameChg>
      </pc:sldChg>
      <pc:sldChg chg="modSp mod">
        <pc:chgData name="Matthieu GRALL" userId="118c06a7-9453-4716-8b3c-62df6b2b424e" providerId="ADAL" clId="{58FAAD79-255B-491A-AC31-6EF27ECA3FED}" dt="2025-11-19T11:35:26.878" v="1921" actId="2711"/>
        <pc:sldMkLst>
          <pc:docMk/>
          <pc:sldMk cId="2937718740" sldId="1218"/>
        </pc:sldMkLst>
        <pc:graphicFrameChg chg="mod modGraphic">
          <ac:chgData name="Matthieu GRALL" userId="118c06a7-9453-4716-8b3c-62df6b2b424e" providerId="ADAL" clId="{58FAAD79-255B-491A-AC31-6EF27ECA3FED}" dt="2025-11-19T11:35:26.878" v="1921" actId="2711"/>
          <ac:graphicFrameMkLst>
            <pc:docMk/>
            <pc:sldMk cId="2937718740" sldId="1218"/>
            <ac:graphicFrameMk id="9" creationId="{C7E4DBEB-0665-982E-E079-79965A792B8B}"/>
          </ac:graphicFrameMkLst>
        </pc:graphicFrameChg>
      </pc:sldChg>
      <pc:sldChg chg="addSp delSp modSp mod">
        <pc:chgData name="Matthieu GRALL" userId="118c06a7-9453-4716-8b3c-62df6b2b424e" providerId="ADAL" clId="{58FAAD79-255B-491A-AC31-6EF27ECA3FED}" dt="2025-11-19T11:59:37.345" v="2075" actId="14734"/>
        <pc:sldMkLst>
          <pc:docMk/>
          <pc:sldMk cId="1869716879" sldId="1225"/>
        </pc:sldMkLst>
        <pc:graphicFrameChg chg="mod modGraphic">
          <ac:chgData name="Matthieu GRALL" userId="118c06a7-9453-4716-8b3c-62df6b2b424e" providerId="ADAL" clId="{58FAAD79-255B-491A-AC31-6EF27ECA3FED}" dt="2025-11-19T11:59:37.345" v="2075" actId="14734"/>
          <ac:graphicFrameMkLst>
            <pc:docMk/>
            <pc:sldMk cId="1869716879" sldId="1225"/>
            <ac:graphicFrameMk id="14" creationId="{4F3F4863-8D99-1CBD-040F-E490061F51E8}"/>
          </ac:graphicFrameMkLst>
        </pc:graphicFrameChg>
      </pc:sldChg>
      <pc:sldChg chg="modSp mod">
        <pc:chgData name="Matthieu GRALL" userId="118c06a7-9453-4716-8b3c-62df6b2b424e" providerId="ADAL" clId="{58FAAD79-255B-491A-AC31-6EF27ECA3FED}" dt="2025-11-19T11:56:53.344" v="1989" actId="2165"/>
        <pc:sldMkLst>
          <pc:docMk/>
          <pc:sldMk cId="917710309" sldId="1231"/>
        </pc:sldMkLst>
        <pc:graphicFrameChg chg="modGraphic">
          <ac:chgData name="Matthieu GRALL" userId="118c06a7-9453-4716-8b3c-62df6b2b424e" providerId="ADAL" clId="{58FAAD79-255B-491A-AC31-6EF27ECA3FED}" dt="2025-11-19T11:56:53.344" v="1989" actId="2165"/>
          <ac:graphicFrameMkLst>
            <pc:docMk/>
            <pc:sldMk cId="917710309" sldId="1231"/>
            <ac:graphicFrameMk id="7" creationId="{F4EF7DE0-8785-BE87-41C3-9EE2F5B53699}"/>
          </ac:graphicFrameMkLst>
        </pc:graphicFrameChg>
      </pc:sldChg>
      <pc:sldChg chg="modSp mod">
        <pc:chgData name="Matthieu GRALL" userId="118c06a7-9453-4716-8b3c-62df6b2b424e" providerId="ADAL" clId="{58FAAD79-255B-491A-AC31-6EF27ECA3FED}" dt="2025-11-19T11:57:06.005" v="1990" actId="2165"/>
        <pc:sldMkLst>
          <pc:docMk/>
          <pc:sldMk cId="153416097" sldId="1232"/>
        </pc:sldMkLst>
        <pc:graphicFrameChg chg="modGraphic">
          <ac:chgData name="Matthieu GRALL" userId="118c06a7-9453-4716-8b3c-62df6b2b424e" providerId="ADAL" clId="{58FAAD79-255B-491A-AC31-6EF27ECA3FED}" dt="2025-11-19T11:57:06.005" v="1990" actId="2165"/>
          <ac:graphicFrameMkLst>
            <pc:docMk/>
            <pc:sldMk cId="153416097" sldId="1232"/>
            <ac:graphicFrameMk id="7" creationId="{B4DFBC6A-545C-5EA6-309F-BB1E522BE355}"/>
          </ac:graphicFrameMkLst>
        </pc:graphicFrameChg>
      </pc:sldChg>
      <pc:sldChg chg="modSp mod">
        <pc:chgData name="Matthieu GRALL" userId="118c06a7-9453-4716-8b3c-62df6b2b424e" providerId="ADAL" clId="{58FAAD79-255B-491A-AC31-6EF27ECA3FED}" dt="2025-10-22T14:28:05.442" v="1782" actId="552"/>
        <pc:sldMkLst>
          <pc:docMk/>
          <pc:sldMk cId="529893229" sldId="1240"/>
        </pc:sldMkLst>
        <pc:spChg chg="mod">
          <ac:chgData name="Matthieu GRALL" userId="118c06a7-9453-4716-8b3c-62df6b2b424e" providerId="ADAL" clId="{58FAAD79-255B-491A-AC31-6EF27ECA3FED}" dt="2025-10-22T14:27:32.132" v="1781" actId="20577"/>
          <ac:spMkLst>
            <pc:docMk/>
            <pc:sldMk cId="529893229" sldId="1240"/>
            <ac:spMk id="17" creationId="{9694AB09-DF8E-C754-E4D3-E282227854E6}"/>
          </ac:spMkLst>
        </pc:spChg>
        <pc:spChg chg="mod">
          <ac:chgData name="Matthieu GRALL" userId="118c06a7-9453-4716-8b3c-62df6b2b424e" providerId="ADAL" clId="{58FAAD79-255B-491A-AC31-6EF27ECA3FED}" dt="2025-10-22T14:28:05.442" v="1782" actId="552"/>
          <ac:spMkLst>
            <pc:docMk/>
            <pc:sldMk cId="529893229" sldId="1240"/>
            <ac:spMk id="18" creationId="{BE984561-AB33-C1CF-1E8E-5DE31388C7A0}"/>
          </ac:spMkLst>
        </pc:spChg>
        <pc:spChg chg="mod">
          <ac:chgData name="Matthieu GRALL" userId="118c06a7-9453-4716-8b3c-62df6b2b424e" providerId="ADAL" clId="{58FAAD79-255B-491A-AC31-6EF27ECA3FED}" dt="2025-10-22T14:28:05.442" v="1782" actId="552"/>
          <ac:spMkLst>
            <pc:docMk/>
            <pc:sldMk cId="529893229" sldId="1240"/>
            <ac:spMk id="28" creationId="{46EEDA4A-E255-08E4-AF48-4393F071E8D0}"/>
          </ac:spMkLst>
        </pc:spChg>
      </pc:sldChg>
      <pc:sldChg chg="modSp mod">
        <pc:chgData name="Matthieu GRALL" userId="118c06a7-9453-4716-8b3c-62df6b2b424e" providerId="ADAL" clId="{58FAAD79-255B-491A-AC31-6EF27ECA3FED}" dt="2025-10-22T14:29:58.731" v="1813" actId="1038"/>
        <pc:sldMkLst>
          <pc:docMk/>
          <pc:sldMk cId="37758864" sldId="1242"/>
        </pc:sldMkLst>
        <pc:spChg chg="mod">
          <ac:chgData name="Matthieu GRALL" userId="118c06a7-9453-4716-8b3c-62df6b2b424e" providerId="ADAL" clId="{58FAAD79-255B-491A-AC31-6EF27ECA3FED}" dt="2025-10-22T14:29:58.731" v="1813" actId="1038"/>
          <ac:spMkLst>
            <pc:docMk/>
            <pc:sldMk cId="37758864" sldId="1242"/>
            <ac:spMk id="18" creationId="{E98A2EF8-F7B4-B6B4-2101-EEB7AA2FD8B5}"/>
          </ac:spMkLst>
        </pc:spChg>
        <pc:spChg chg="mod">
          <ac:chgData name="Matthieu GRALL" userId="118c06a7-9453-4716-8b3c-62df6b2b424e" providerId="ADAL" clId="{58FAAD79-255B-491A-AC31-6EF27ECA3FED}" dt="2025-10-22T14:26:58.102" v="1759" actId="1036"/>
          <ac:spMkLst>
            <pc:docMk/>
            <pc:sldMk cId="37758864" sldId="1242"/>
            <ac:spMk id="31" creationId="{D2BAADE1-8485-DF35-0443-29C2548C2C34}"/>
          </ac:spMkLst>
        </pc:spChg>
        <pc:spChg chg="mod">
          <ac:chgData name="Matthieu GRALL" userId="118c06a7-9453-4716-8b3c-62df6b2b424e" providerId="ADAL" clId="{58FAAD79-255B-491A-AC31-6EF27ECA3FED}" dt="2025-10-22T14:27:05.822" v="1770" actId="1035"/>
          <ac:spMkLst>
            <pc:docMk/>
            <pc:sldMk cId="37758864" sldId="1242"/>
            <ac:spMk id="33" creationId="{228FC620-6677-4AB0-BA0C-077E38239CC0}"/>
          </ac:spMkLst>
        </pc:spChg>
        <pc:cxnChg chg="mod">
          <ac:chgData name="Matthieu GRALL" userId="118c06a7-9453-4716-8b3c-62df6b2b424e" providerId="ADAL" clId="{58FAAD79-255B-491A-AC31-6EF27ECA3FED}" dt="2025-10-22T14:26:32.543" v="1737" actId="13822"/>
          <ac:cxnSpMkLst>
            <pc:docMk/>
            <pc:sldMk cId="37758864" sldId="1242"/>
            <ac:cxnSpMk id="59" creationId="{742B7FD5-BE32-198F-BB5C-89D4549ACF41}"/>
          </ac:cxnSpMkLst>
        </pc:cxnChg>
        <pc:cxnChg chg="mod">
          <ac:chgData name="Matthieu GRALL" userId="118c06a7-9453-4716-8b3c-62df6b2b424e" providerId="ADAL" clId="{58FAAD79-255B-491A-AC31-6EF27ECA3FED}" dt="2025-10-22T14:26:36.932" v="1738" actId="13822"/>
          <ac:cxnSpMkLst>
            <pc:docMk/>
            <pc:sldMk cId="37758864" sldId="1242"/>
            <ac:cxnSpMk id="60" creationId="{5080AF74-7294-E0E2-0B4A-5830036BD00A}"/>
          </ac:cxnSpMkLst>
        </pc:cxnChg>
        <pc:cxnChg chg="mod">
          <ac:chgData name="Matthieu GRALL" userId="118c06a7-9453-4716-8b3c-62df6b2b424e" providerId="ADAL" clId="{58FAAD79-255B-491A-AC31-6EF27ECA3FED}" dt="2025-10-22T14:26:39.903" v="1739" actId="13822"/>
          <ac:cxnSpMkLst>
            <pc:docMk/>
            <pc:sldMk cId="37758864" sldId="1242"/>
            <ac:cxnSpMk id="61" creationId="{89FD2DC2-4FC7-9028-EE78-13598E6387C9}"/>
          </ac:cxnSpMkLst>
        </pc:cxnChg>
        <pc:cxnChg chg="mod">
          <ac:chgData name="Matthieu GRALL" userId="118c06a7-9453-4716-8b3c-62df6b2b424e" providerId="ADAL" clId="{58FAAD79-255B-491A-AC31-6EF27ECA3FED}" dt="2025-10-22T14:27:05.822" v="1770" actId="1035"/>
          <ac:cxnSpMkLst>
            <pc:docMk/>
            <pc:sldMk cId="37758864" sldId="1242"/>
            <ac:cxnSpMk id="62" creationId="{E3D0D134-E543-8F4C-1FE4-A0A2CADBB044}"/>
          </ac:cxnSpMkLst>
        </pc:cxnChg>
        <pc:cxnChg chg="mod">
          <ac:chgData name="Matthieu GRALL" userId="118c06a7-9453-4716-8b3c-62df6b2b424e" providerId="ADAL" clId="{58FAAD79-255B-491A-AC31-6EF27ECA3FED}" dt="2025-10-22T14:26:45.582" v="1741" actId="13822"/>
          <ac:cxnSpMkLst>
            <pc:docMk/>
            <pc:sldMk cId="37758864" sldId="1242"/>
            <ac:cxnSpMk id="63" creationId="{90E5EA32-074E-8F30-839A-9E03C9B17E9A}"/>
          </ac:cxnSpMkLst>
        </pc:cxnChg>
        <pc:cxnChg chg="mod">
          <ac:chgData name="Matthieu GRALL" userId="118c06a7-9453-4716-8b3c-62df6b2b424e" providerId="ADAL" clId="{58FAAD79-255B-491A-AC31-6EF27ECA3FED}" dt="2025-10-22T14:26:58.102" v="1759" actId="1036"/>
          <ac:cxnSpMkLst>
            <pc:docMk/>
            <pc:sldMk cId="37758864" sldId="1242"/>
            <ac:cxnSpMk id="64" creationId="{7EBF1BA2-0F4E-13DB-A0FF-03DF8250C3A6}"/>
          </ac:cxnSpMkLst>
        </pc:cxnChg>
      </pc:sldChg>
      <pc:sldChg chg="addSp delSp modSp new mod modClrScheme chgLayout">
        <pc:chgData name="Matthieu GRALL" userId="118c06a7-9453-4716-8b3c-62df6b2b424e" providerId="ADAL" clId="{58FAAD79-255B-491A-AC31-6EF27ECA3FED}" dt="2025-11-19T11:27:56.809" v="1821" actId="20577"/>
        <pc:sldMkLst>
          <pc:docMk/>
          <pc:sldMk cId="2508111576" sldId="1249"/>
        </pc:sldMkLst>
        <pc:spChg chg="add del mod ord">
          <ac:chgData name="Matthieu GRALL" userId="118c06a7-9453-4716-8b3c-62df6b2b424e" providerId="ADAL" clId="{58FAAD79-255B-491A-AC31-6EF27ECA3FED}" dt="2025-11-19T11:27:41.428" v="1815"/>
          <ac:spMkLst>
            <pc:docMk/>
            <pc:sldMk cId="2508111576" sldId="1249"/>
            <ac:spMk id="2" creationId="{C5FF3A92-BDD1-B185-840F-2551B22F59E6}"/>
          </ac:spMkLst>
        </pc:spChg>
        <pc:spChg chg="add del mod ord">
          <ac:chgData name="Matthieu GRALL" userId="118c06a7-9453-4716-8b3c-62df6b2b424e" providerId="ADAL" clId="{58FAAD79-255B-491A-AC31-6EF27ECA3FED}" dt="2025-11-19T11:27:41.428" v="1815"/>
          <ac:spMkLst>
            <pc:docMk/>
            <pc:sldMk cId="2508111576" sldId="1249"/>
            <ac:spMk id="3" creationId="{3EDEC921-0B81-D6AB-65F4-B1AA24582EB6}"/>
          </ac:spMkLst>
        </pc:spChg>
        <pc:spChg chg="add del mod ord">
          <ac:chgData name="Matthieu GRALL" userId="118c06a7-9453-4716-8b3c-62df6b2b424e" providerId="ADAL" clId="{58FAAD79-255B-491A-AC31-6EF27ECA3FED}" dt="2025-11-19T11:27:41.428" v="1815"/>
          <ac:spMkLst>
            <pc:docMk/>
            <pc:sldMk cId="2508111576" sldId="1249"/>
            <ac:spMk id="4" creationId="{2EC145BF-F8F2-7123-E38C-292B4107666D}"/>
          </ac:spMkLst>
        </pc:spChg>
        <pc:spChg chg="add mod">
          <ac:chgData name="Matthieu GRALL" userId="118c06a7-9453-4716-8b3c-62df6b2b424e" providerId="ADAL" clId="{58FAAD79-255B-491A-AC31-6EF27ECA3FED}" dt="2025-11-19T11:27:56.809" v="1821" actId="20577"/>
          <ac:spMkLst>
            <pc:docMk/>
            <pc:sldMk cId="2508111576" sldId="1249"/>
            <ac:spMk id="5" creationId="{59D1257E-71A5-8923-F4B4-EFE06A2AE55C}"/>
          </ac:spMkLst>
        </pc:spChg>
        <pc:spChg chg="add mod">
          <ac:chgData name="Matthieu GRALL" userId="118c06a7-9453-4716-8b3c-62df6b2b424e" providerId="ADAL" clId="{58FAAD79-255B-491A-AC31-6EF27ECA3FED}" dt="2025-11-19T11:27:44.527" v="1816"/>
          <ac:spMkLst>
            <pc:docMk/>
            <pc:sldMk cId="2508111576" sldId="1249"/>
            <ac:spMk id="6" creationId="{3428ACE4-5FBD-4895-F228-C5A8DB9F7A83}"/>
          </ac:spMkLst>
        </pc:spChg>
        <pc:spChg chg="add mod ord">
          <ac:chgData name="Matthieu GRALL" userId="118c06a7-9453-4716-8b3c-62df6b2b424e" providerId="ADAL" clId="{58FAAD79-255B-491A-AC31-6EF27ECA3FED}" dt="2025-10-22T10:13:56.109" v="1621" actId="20577"/>
          <ac:spMkLst>
            <pc:docMk/>
            <pc:sldMk cId="2508111576" sldId="1249"/>
            <ac:spMk id="14" creationId="{27DA059A-F311-F4DF-FF5C-B992E8AAF2F5}"/>
          </ac:spMkLst>
        </pc:spChg>
      </pc:sldChg>
      <pc:sldChg chg="delSp modSp new mod modClrScheme chgLayout">
        <pc:chgData name="Matthieu GRALL" userId="118c06a7-9453-4716-8b3c-62df6b2b424e" providerId="ADAL" clId="{58FAAD79-255B-491A-AC31-6EF27ECA3FED}" dt="2025-10-22T10:12:39.711" v="1580" actId="167"/>
        <pc:sldMkLst>
          <pc:docMk/>
          <pc:sldMk cId="925140929" sldId="1250"/>
        </pc:sldMkLst>
        <pc:spChg chg="mod ord">
          <ac:chgData name="Matthieu GRALL" userId="118c06a7-9453-4716-8b3c-62df6b2b424e" providerId="ADAL" clId="{58FAAD79-255B-491A-AC31-6EF27ECA3FED}" dt="2025-10-22T10:12:39.711" v="1580" actId="167"/>
          <ac:spMkLst>
            <pc:docMk/>
            <pc:sldMk cId="925140929" sldId="1250"/>
            <ac:spMk id="2" creationId="{33AC5778-843D-4E08-E1AC-73B43173CA4D}"/>
          </ac:spMkLst>
        </pc:spChg>
        <pc:spChg chg="mod ord">
          <ac:chgData name="Matthieu GRALL" userId="118c06a7-9453-4716-8b3c-62df6b2b424e" providerId="ADAL" clId="{58FAAD79-255B-491A-AC31-6EF27ECA3FED}" dt="2025-10-22T10:12:29.519" v="1579" actId="700"/>
          <ac:spMkLst>
            <pc:docMk/>
            <pc:sldMk cId="925140929" sldId="1250"/>
            <ac:spMk id="3" creationId="{473E3753-7D3C-5EE3-D1FD-6F6296BB3D7A}"/>
          </ac:spMkLst>
        </pc:spChg>
        <pc:spChg chg="mod ord">
          <ac:chgData name="Matthieu GRALL" userId="118c06a7-9453-4716-8b3c-62df6b2b424e" providerId="ADAL" clId="{58FAAD79-255B-491A-AC31-6EF27ECA3FED}" dt="2025-10-22T10:12:39.711" v="1580" actId="167"/>
          <ac:spMkLst>
            <pc:docMk/>
            <pc:sldMk cId="925140929" sldId="1250"/>
            <ac:spMk id="4" creationId="{F9F32BD8-3C17-DB0A-CF8B-4C2CE365D9D5}"/>
          </ac:spMkLst>
        </pc:spChg>
      </pc:sldChg>
      <pc:sldMasterChg chg="modSp mod addSldLayout modSldLayout sldLayoutOrd">
        <pc:chgData name="Matthieu GRALL" userId="118c06a7-9453-4716-8b3c-62df6b2b424e" providerId="ADAL" clId="{58FAAD79-255B-491A-AC31-6EF27ECA3FED}" dt="2025-10-22T10:17:13.277" v="1639" actId="179"/>
        <pc:sldMasterMkLst>
          <pc:docMk/>
          <pc:sldMasterMk cId="748153411" sldId="2147483721"/>
        </pc:sldMasterMkLst>
        <pc:spChg chg="mod">
          <ac:chgData name="Matthieu GRALL" userId="118c06a7-9453-4716-8b3c-62df6b2b424e" providerId="ADAL" clId="{58FAAD79-255B-491A-AC31-6EF27ECA3FED}" dt="2025-10-22T10:04:47.352" v="1559" actId="6549"/>
          <ac:spMkLst>
            <pc:docMk/>
            <pc:sldMasterMk cId="748153411" sldId="2147483721"/>
            <ac:spMk id="5" creationId="{4FF2A01E-B405-1A11-DF49-A272C2E8EF13}"/>
          </ac:spMkLst>
        </pc:spChg>
        <pc:sldLayoutChg chg="addSp delSp modSp add mod ord modTransition">
          <pc:chgData name="Matthieu GRALL" userId="118c06a7-9453-4716-8b3c-62df6b2b424e" providerId="ADAL" clId="{58FAAD79-255B-491A-AC31-6EF27ECA3FED}" dt="2025-10-22T10:17:13.277" v="1639" actId="179"/>
          <pc:sldLayoutMkLst>
            <pc:docMk/>
            <pc:sldMasterMk cId="748153411" sldId="2147483721"/>
            <pc:sldLayoutMk cId="913873212" sldId="2147483757"/>
          </pc:sldLayoutMkLst>
          <pc:spChg chg="mod">
            <ac:chgData name="Matthieu GRALL" userId="118c06a7-9453-4716-8b3c-62df6b2b424e" providerId="ADAL" clId="{58FAAD79-255B-491A-AC31-6EF27ECA3FED}" dt="2025-10-22T10:16:40.583" v="1635" actId="3064"/>
            <ac:spMkLst>
              <pc:docMk/>
              <pc:sldMasterMk cId="748153411" sldId="2147483721"/>
              <pc:sldLayoutMk cId="913873212" sldId="2147483757"/>
              <ac:spMk id="4" creationId="{4941E8E5-4EEB-DF40-20B3-9959F239C186}"/>
            </ac:spMkLst>
          </pc:spChg>
          <pc:spChg chg="add mod">
            <ac:chgData name="Matthieu GRALL" userId="118c06a7-9453-4716-8b3c-62df6b2b424e" providerId="ADAL" clId="{58FAAD79-255B-491A-AC31-6EF27ECA3FED}" dt="2025-10-22T10:17:13.277" v="1639" actId="179"/>
            <ac:spMkLst>
              <pc:docMk/>
              <pc:sldMasterMk cId="748153411" sldId="2147483721"/>
              <pc:sldLayoutMk cId="913873212" sldId="2147483757"/>
              <ac:spMk id="8" creationId="{8DC044AE-CBCC-324F-8395-D3C31F3D0A88}"/>
            </ac:spMkLst>
          </pc:spChg>
          <pc:spChg chg="add mod">
            <ac:chgData name="Matthieu GRALL" userId="118c06a7-9453-4716-8b3c-62df6b2b424e" providerId="ADAL" clId="{58FAAD79-255B-491A-AC31-6EF27ECA3FED}" dt="2025-10-22T09:57:53.037" v="1541"/>
            <ac:spMkLst>
              <pc:docMk/>
              <pc:sldMasterMk cId="748153411" sldId="2147483721"/>
              <pc:sldLayoutMk cId="913873212" sldId="2147483757"/>
              <ac:spMk id="11" creationId="{9841CF83-8A32-FF97-9434-C19D4A0508E8}"/>
            </ac:spMkLst>
          </pc:spChg>
          <pc:spChg chg="add mod">
            <ac:chgData name="Matthieu GRALL" userId="118c06a7-9453-4716-8b3c-62df6b2b424e" providerId="ADAL" clId="{58FAAD79-255B-491A-AC31-6EF27ECA3FED}" dt="2025-10-22T09:57:53.037" v="1541"/>
            <ac:spMkLst>
              <pc:docMk/>
              <pc:sldMasterMk cId="748153411" sldId="2147483721"/>
              <pc:sldLayoutMk cId="913873212" sldId="2147483757"/>
              <ac:spMk id="12" creationId="{BD83FEAB-0677-0ECF-7EEF-C57E4D531FC3}"/>
            </ac:spMkLst>
          </pc:spChg>
          <pc:spChg chg="add mod ord">
            <ac:chgData name="Matthieu GRALL" userId="118c06a7-9453-4716-8b3c-62df6b2b424e" providerId="ADAL" clId="{58FAAD79-255B-491A-AC31-6EF27ECA3FED}" dt="2025-10-22T10:08:50.614" v="1568" actId="167"/>
            <ac:spMkLst>
              <pc:docMk/>
              <pc:sldMasterMk cId="748153411" sldId="2147483721"/>
              <pc:sldLayoutMk cId="913873212" sldId="2147483757"/>
              <ac:spMk id="14" creationId="{913A674A-526A-FB87-99CE-2CB63B6C9513}"/>
            </ac:spMkLst>
          </pc:spChg>
          <pc:spChg chg="add mod ord">
            <ac:chgData name="Matthieu GRALL" userId="118c06a7-9453-4716-8b3c-62df6b2b424e" providerId="ADAL" clId="{58FAAD79-255B-491A-AC31-6EF27ECA3FED}" dt="2025-10-22T10:08:50.614" v="1568" actId="167"/>
            <ac:spMkLst>
              <pc:docMk/>
              <pc:sldMasterMk cId="748153411" sldId="2147483721"/>
              <pc:sldLayoutMk cId="913873212" sldId="2147483757"/>
              <ac:spMk id="15" creationId="{6BE99E68-2C40-DEB6-222D-A0443CA1F129}"/>
            </ac:spMkLst>
          </pc:spChg>
          <pc:picChg chg="add mod ord">
            <ac:chgData name="Matthieu GRALL" userId="118c06a7-9453-4716-8b3c-62df6b2b424e" providerId="ADAL" clId="{58FAAD79-255B-491A-AC31-6EF27ECA3FED}" dt="2025-10-22T09:58:14.139" v="1544" actId="1076"/>
            <ac:picMkLst>
              <pc:docMk/>
              <pc:sldMasterMk cId="748153411" sldId="2147483721"/>
              <pc:sldLayoutMk cId="913873212" sldId="2147483757"/>
              <ac:picMk id="6" creationId="{80C45EB9-E273-E89B-7F14-3DB38BF6CE8E}"/>
            </ac:picMkLst>
          </pc:picChg>
          <pc:picChg chg="add mod">
            <ac:chgData name="Matthieu GRALL" userId="118c06a7-9453-4716-8b3c-62df6b2b424e" providerId="ADAL" clId="{58FAAD79-255B-491A-AC31-6EF27ECA3FED}" dt="2025-10-22T09:57:53.037" v="1541"/>
            <ac:picMkLst>
              <pc:docMk/>
              <pc:sldMasterMk cId="748153411" sldId="2147483721"/>
              <pc:sldLayoutMk cId="913873212" sldId="2147483757"/>
              <ac:picMk id="10" creationId="{B735C98D-4349-FC26-C0C9-4A84DA9818AA}"/>
            </ac:picMkLst>
          </pc:picChg>
          <pc:picChg chg="add mod">
            <ac:chgData name="Matthieu GRALL" userId="118c06a7-9453-4716-8b3c-62df6b2b424e" providerId="ADAL" clId="{58FAAD79-255B-491A-AC31-6EF27ECA3FED}" dt="2025-10-22T10:00:04.446" v="1551"/>
            <ac:picMkLst>
              <pc:docMk/>
              <pc:sldMasterMk cId="748153411" sldId="2147483721"/>
              <pc:sldLayoutMk cId="913873212" sldId="2147483757"/>
              <ac:picMk id="13" creationId="{0E3BB63F-9BB1-E329-2611-04B6C32A7EF5}"/>
            </ac:picMkLst>
          </pc:picChg>
        </pc:sldLayoutChg>
        <pc:sldLayoutChg chg="addSp delSp modSp add mod modTransition">
          <pc:chgData name="Matthieu GRALL" userId="118c06a7-9453-4716-8b3c-62df6b2b424e" providerId="ADAL" clId="{58FAAD79-255B-491A-AC31-6EF27ECA3FED}" dt="2025-10-22T10:11:46.417" v="1577" actId="167"/>
          <pc:sldLayoutMkLst>
            <pc:docMk/>
            <pc:sldMasterMk cId="748153411" sldId="2147483721"/>
            <pc:sldLayoutMk cId="2804342133" sldId="2147483758"/>
          </pc:sldLayoutMkLst>
          <pc:spChg chg="add mod">
            <ac:chgData name="Matthieu GRALL" userId="118c06a7-9453-4716-8b3c-62df6b2b424e" providerId="ADAL" clId="{58FAAD79-255B-491A-AC31-6EF27ECA3FED}" dt="2025-10-22T10:06:31.659" v="1562"/>
            <ac:spMkLst>
              <pc:docMk/>
              <pc:sldMasterMk cId="748153411" sldId="2147483721"/>
              <pc:sldLayoutMk cId="2804342133" sldId="2147483758"/>
              <ac:spMk id="2" creationId="{410B0100-DCBB-B5B4-ED85-A6B29EEAA121}"/>
            </ac:spMkLst>
          </pc:spChg>
          <pc:spChg chg="add mod ord">
            <ac:chgData name="Matthieu GRALL" userId="118c06a7-9453-4716-8b3c-62df6b2b424e" providerId="ADAL" clId="{58FAAD79-255B-491A-AC31-6EF27ECA3FED}" dt="2025-10-22T10:11:46.417" v="1577" actId="167"/>
            <ac:spMkLst>
              <pc:docMk/>
              <pc:sldMasterMk cId="748153411" sldId="2147483721"/>
              <pc:sldLayoutMk cId="2804342133" sldId="2147483758"/>
              <ac:spMk id="5" creationId="{B3EBFCDD-649D-4CED-D5A0-3FB1C881218E}"/>
            </ac:spMkLst>
          </pc:spChg>
          <pc:spChg chg="add mod ord">
            <ac:chgData name="Matthieu GRALL" userId="118c06a7-9453-4716-8b3c-62df6b2b424e" providerId="ADAL" clId="{58FAAD79-255B-491A-AC31-6EF27ECA3FED}" dt="2025-10-22T10:11:46.417" v="1577" actId="167"/>
            <ac:spMkLst>
              <pc:docMk/>
              <pc:sldMasterMk cId="748153411" sldId="2147483721"/>
              <pc:sldLayoutMk cId="2804342133" sldId="2147483758"/>
              <ac:spMk id="7" creationId="{4DB2E212-1C69-FFC8-276D-ED12BCEEA6EE}"/>
            </ac:spMkLst>
          </pc:spChg>
          <pc:picChg chg="add del">
            <ac:chgData name="Matthieu GRALL" userId="118c06a7-9453-4716-8b3c-62df6b2b424e" providerId="ADAL" clId="{58FAAD79-255B-491A-AC31-6EF27ECA3FED}" dt="2025-10-22T10:11:28.470" v="1575" actId="478"/>
            <ac:picMkLst>
              <pc:docMk/>
              <pc:sldMasterMk cId="748153411" sldId="2147483721"/>
              <pc:sldLayoutMk cId="2804342133" sldId="2147483758"/>
              <ac:picMk id="6" creationId="{80C45EB9-E273-E89B-7F14-3DB38BF6CE8E}"/>
            </ac:picMkLst>
          </pc:picChg>
        </pc:sldLayoutChg>
      </pc:sldMasterChg>
    </pc:docChg>
  </pc:docChgLst>
</pc:chgInfo>
</file>

<file path=ppt/diagrams/_rels/data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_rels/drawing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EEDA3C8-C90A-44B0-B813-836B231000F4}"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D3E96A1D-F7D1-4923-AC9A-A98D22F1F149}">
      <dgm:prSet phldrT="[Texte]"/>
      <dgm:spPr/>
      <dgm:t>
        <a:bodyPr anchor="t" anchorCtr="0"/>
        <a:lstStyle/>
        <a:p>
          <a:r>
            <a:rPr lang="fr-FR" b="1" dirty="0">
              <a:solidFill>
                <a:schemeClr val="tx1"/>
              </a:solidFill>
              <a:latin typeface="Calibri Light" panose="020F0302020204030204" pitchFamily="34" charset="0"/>
              <a:cs typeface="Calibri Light" panose="020F0302020204030204" pitchFamily="34" charset="0"/>
            </a:rPr>
            <a:t>L’objectif</a:t>
          </a:r>
        </a:p>
        <a:p>
          <a:r>
            <a:rPr lang="fr-FR" dirty="0">
              <a:solidFill>
                <a:schemeClr val="tx1"/>
              </a:solidFill>
              <a:latin typeface="Calibri Light" panose="020F0302020204030204" pitchFamily="34" charset="0"/>
              <a:cs typeface="Calibri Light" panose="020F0302020204030204" pitchFamily="34" charset="0"/>
            </a:rPr>
            <a:t>Pourquoi me demande-t-on de mener une étude ?</a:t>
          </a:r>
        </a:p>
      </dgm:t>
    </dgm:pt>
    <dgm:pt modelId="{D09E88EC-A60D-4B64-9C9C-5E9ABD8A9710}" type="par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8D4195A5-A073-4785-881C-25FE9323D7D8}" type="sib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B8319E77-726E-4BA0-9F09-C1F53CA124BD}">
      <dgm:prSet phldrT="[Texte]"/>
      <dgm:spPr/>
      <dgm:t>
        <a:bodyPr anchor="ctr" anchorCtr="0"/>
        <a:lstStyle/>
        <a:p>
          <a:r>
            <a:rPr lang="fr-FR" dirty="0">
              <a:latin typeface="Calibri Light" panose="020F0302020204030204" pitchFamily="34" charset="0"/>
              <a:cs typeface="Calibri Light" panose="020F0302020204030204" pitchFamily="34" charset="0"/>
            </a:rPr>
            <a:t>Élaborer le dossier d’homologation d’un système</a:t>
          </a:r>
        </a:p>
      </dgm:t>
    </dgm:pt>
    <dgm:pt modelId="{740439BA-9768-488F-A89F-8BA40C10B32B}" type="par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EEE3ACF7-48F3-4949-9D94-38E57EDF9A13}" type="sib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63145CFB-F725-40E6-9DE5-1878C433C451}">
      <dgm:prSet phldrT="[Texte]"/>
      <dgm:spPr/>
      <dgm:t>
        <a:bodyPr anchor="t" anchorCtr="0"/>
        <a:lstStyle/>
        <a:p>
          <a:r>
            <a:rPr lang="fr-FR" b="1" dirty="0">
              <a:latin typeface="Calibri Light" panose="020F0302020204030204" pitchFamily="34" charset="0"/>
              <a:cs typeface="Calibri Light" panose="020F0302020204030204" pitchFamily="34" charset="0"/>
            </a:rPr>
            <a:t>Le sujet</a:t>
          </a:r>
        </a:p>
        <a:p>
          <a:r>
            <a:rPr lang="fr-FR" dirty="0">
              <a:latin typeface="Calibri Light" panose="020F0302020204030204" pitchFamily="34" charset="0"/>
              <a:cs typeface="Calibri Light" panose="020F0302020204030204" pitchFamily="34" charset="0"/>
            </a:rPr>
            <a:t>Sur quel objet l’étude porte-t-elle ?</a:t>
          </a:r>
        </a:p>
      </dgm:t>
    </dgm:pt>
    <dgm:pt modelId="{ED92EFFB-F8A3-45D5-BE73-3CAE172AF37F}" type="par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26C8569F-666D-4A0E-86A8-BABC5F114761}" type="sib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F8882E08-F17A-4132-863F-2E113EE03B39}">
      <dgm:prSet phldrT="[Texte]"/>
      <dgm:spPr/>
      <dgm:t>
        <a:bodyPr anchor="ctr" anchorCtr="0"/>
        <a:lstStyle/>
        <a:p>
          <a:r>
            <a:rPr lang="fr-FR" dirty="0">
              <a:latin typeface="Calibri Light" panose="020F0302020204030204" pitchFamily="34" charset="0"/>
              <a:cs typeface="Calibri Light" panose="020F0302020204030204" pitchFamily="34" charset="0"/>
            </a:rPr>
            <a:t>L’organisme entier</a:t>
          </a:r>
        </a:p>
      </dgm:t>
    </dgm:pt>
    <dgm:pt modelId="{576A9909-EE80-4BAB-A77D-9814CC878F91}" type="par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F5CE9DBA-5BC8-4307-9B85-6D05C7DB3DEF}" type="sib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2F5726E2-0D16-4980-8FEC-240D81AEA9D9}">
      <dgm:prSet phldrT="[Texte]"/>
      <dgm:spPr/>
      <dgm:t>
        <a:bodyPr anchor="ctr" anchorCtr="0"/>
        <a:lstStyle/>
        <a:p>
          <a:r>
            <a:rPr lang="fr-FR" dirty="0">
              <a:latin typeface="Calibri Light" panose="020F0302020204030204" pitchFamily="34" charset="0"/>
              <a:cs typeface="Calibri Light" panose="020F0302020204030204" pitchFamily="34" charset="0"/>
            </a:rPr>
            <a:t>Un système en particulier</a:t>
          </a:r>
        </a:p>
      </dgm:t>
    </dgm:pt>
    <dgm:pt modelId="{FBC160BE-C9E2-4F5A-82E4-6FB526988415}" type="par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FE7542E2-1B90-49B4-ACC3-CB46AAD4FFA4}" type="sib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A7FADAEE-8387-47D7-B6E4-80043F3954B2}">
      <dgm:prSet phldrT="[Texte]"/>
      <dgm:spPr/>
      <dgm:t>
        <a:bodyPr anchor="t" anchorCtr="0"/>
        <a:lstStyle/>
        <a:p>
          <a:r>
            <a:rPr lang="fr-FR" b="1" dirty="0">
              <a:latin typeface="Calibri Light" panose="020F0302020204030204" pitchFamily="34" charset="0"/>
              <a:cs typeface="Calibri Light" panose="020F0302020204030204" pitchFamily="34" charset="0"/>
            </a:rPr>
            <a:t>Les destinataires</a:t>
          </a:r>
        </a:p>
        <a:p>
          <a:r>
            <a:rPr lang="fr-FR" dirty="0">
              <a:latin typeface="Calibri Light" panose="020F0302020204030204" pitchFamily="34" charset="0"/>
              <a:cs typeface="Calibri Light" panose="020F0302020204030204" pitchFamily="34" charset="0"/>
            </a:rPr>
            <a:t>À qui l’étude est-elle destinée ?</a:t>
          </a:r>
        </a:p>
      </dgm:t>
    </dgm:pt>
    <dgm:pt modelId="{E4790C4F-063D-4070-AB47-F4C9C2EF17D5}" type="par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FEA64389-DA00-471A-B4CC-3BA92D917A57}" type="sib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AB07783E-0D2E-4969-976F-753DE98FA0E3}">
      <dgm:prSet phldrT="[Texte]"/>
      <dgm:spPr/>
      <dgm:t>
        <a:bodyPr anchor="t" anchorCtr="0"/>
        <a:lstStyle/>
        <a:p>
          <a:r>
            <a:rPr lang="fr-FR" b="1" dirty="0">
              <a:latin typeface="Calibri Light" panose="020F0302020204030204" pitchFamily="34" charset="0"/>
              <a:cs typeface="Calibri Light" panose="020F0302020204030204" pitchFamily="34" charset="0"/>
            </a:rPr>
            <a:t>Le temps</a:t>
          </a:r>
        </a:p>
        <a:p>
          <a:r>
            <a:rPr lang="fr-FR" dirty="0">
              <a:latin typeface="Calibri Light" panose="020F0302020204030204" pitchFamily="34" charset="0"/>
              <a:cs typeface="Calibri Light" panose="020F0302020204030204" pitchFamily="34" charset="0"/>
            </a:rPr>
            <a:t>Quel est les contraintes temporelles de l’étude ?</a:t>
          </a:r>
        </a:p>
      </dgm:t>
    </dgm:pt>
    <dgm:pt modelId="{C76F414F-37D2-462D-863C-6BA48EF0F3A6}" type="par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2883C347-0C3C-4E0F-A312-81FA8F5940C9}" type="sib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84E1F2ED-72F8-463F-BA3B-3E086DC7F191}">
      <dgm:prSet phldrT="[Texte]"/>
      <dgm:spPr/>
      <dgm:t>
        <a:bodyPr anchor="ctr" anchorCtr="0"/>
        <a:lstStyle/>
        <a:p>
          <a:r>
            <a:rPr lang="fr-FR" dirty="0">
              <a:latin typeface="Calibri Light" panose="020F0302020204030204" pitchFamily="34" charset="0"/>
              <a:cs typeface="Calibri Light" panose="020F0302020204030204" pitchFamily="34" charset="0"/>
            </a:rPr>
            <a:t>Un composant précis</a:t>
          </a:r>
        </a:p>
      </dgm:t>
    </dgm:pt>
    <dgm:pt modelId="{7CB8805A-E76D-490C-B83C-0126374338B9}" type="parTrans" cxnId="{9BF4DFD7-EBF6-4C94-8C36-599F7475EC44}">
      <dgm:prSet/>
      <dgm:spPr/>
      <dgm:t>
        <a:bodyPr/>
        <a:lstStyle/>
        <a:p>
          <a:endParaRPr lang="fr-FR"/>
        </a:p>
      </dgm:t>
    </dgm:pt>
    <dgm:pt modelId="{6029624E-827A-45C1-8731-F2AF4181844F}" type="sibTrans" cxnId="{9BF4DFD7-EBF6-4C94-8C36-599F7475EC44}">
      <dgm:prSet/>
      <dgm:spPr/>
      <dgm:t>
        <a:bodyPr/>
        <a:lstStyle/>
        <a:p>
          <a:endParaRPr lang="fr-FR"/>
        </a:p>
      </dgm:t>
    </dgm:pt>
    <dgm:pt modelId="{0C88AF3C-5CDF-42B3-8FCF-8BD2A9B721EB}">
      <dgm:prSet phldrT="[Texte]"/>
      <dgm:spPr/>
      <dgm:t>
        <a:bodyPr anchor="ctr" anchorCtr="0"/>
        <a:lstStyle/>
        <a:p>
          <a:r>
            <a:rPr lang="fr-FR" dirty="0">
              <a:latin typeface="Calibri Light" panose="020F0302020204030204" pitchFamily="34" charset="0"/>
              <a:cs typeface="Calibri Light" panose="020F0302020204030204" pitchFamily="34" charset="0"/>
            </a:rPr>
            <a:t>Se conformer à l’ISO/IEC27001</a:t>
          </a:r>
        </a:p>
      </dgm:t>
    </dgm:pt>
    <dgm:pt modelId="{EEDF3839-87E9-43CD-91C3-2B15372F0251}" type="parTrans" cxnId="{F83CD6A4-0373-4356-A19C-E49319D62C3B}">
      <dgm:prSet/>
      <dgm:spPr/>
      <dgm:t>
        <a:bodyPr/>
        <a:lstStyle/>
        <a:p>
          <a:endParaRPr lang="fr-FR"/>
        </a:p>
      </dgm:t>
    </dgm:pt>
    <dgm:pt modelId="{5D281BA8-FEA2-4279-AB43-EE79F2AA4E05}" type="sibTrans" cxnId="{F83CD6A4-0373-4356-A19C-E49319D62C3B}">
      <dgm:prSet/>
      <dgm:spPr/>
      <dgm:t>
        <a:bodyPr/>
        <a:lstStyle/>
        <a:p>
          <a:endParaRPr lang="fr-FR"/>
        </a:p>
      </dgm:t>
    </dgm:pt>
    <dgm:pt modelId="{48284563-8CD2-4888-97CA-7ACCBB83176C}">
      <dgm:prSet phldrT="[Texte]"/>
      <dgm:spPr/>
      <dgm:t>
        <a:bodyPr anchor="ctr" anchorCtr="0"/>
        <a:lstStyle/>
        <a:p>
          <a:r>
            <a:rPr lang="fr-FR" dirty="0">
              <a:latin typeface="Calibri Light" panose="020F0302020204030204" pitchFamily="34" charset="0"/>
              <a:cs typeface="Calibri Light" panose="020F0302020204030204" pitchFamily="34" charset="0"/>
            </a:rPr>
            <a:t>Une activité organisationnelle</a:t>
          </a:r>
        </a:p>
      </dgm:t>
    </dgm:pt>
    <dgm:pt modelId="{A35F4FD6-66B9-4B22-9F07-B6B3FDB1630A}" type="parTrans" cxnId="{6A319FCA-ADF5-4834-B59B-B0BE8A1635ED}">
      <dgm:prSet/>
      <dgm:spPr/>
      <dgm:t>
        <a:bodyPr/>
        <a:lstStyle/>
        <a:p>
          <a:endParaRPr lang="fr-FR"/>
        </a:p>
      </dgm:t>
    </dgm:pt>
    <dgm:pt modelId="{297EF3E1-B4A3-476A-A22D-27D02802B24B}" type="sibTrans" cxnId="{6A319FCA-ADF5-4834-B59B-B0BE8A1635ED}">
      <dgm:prSet/>
      <dgm:spPr/>
      <dgm:t>
        <a:bodyPr/>
        <a:lstStyle/>
        <a:p>
          <a:endParaRPr lang="fr-FR"/>
        </a:p>
      </dgm:t>
    </dgm:pt>
    <dgm:pt modelId="{D0E4373E-244E-4B0A-AF71-AE25D8249412}">
      <dgm:prSet phldrT="[Texte]"/>
      <dgm:spPr/>
      <dgm:t>
        <a:bodyPr anchor="ctr" anchorCtr="0"/>
        <a:lstStyle/>
        <a:p>
          <a:r>
            <a:rPr lang="fr-FR" dirty="0">
              <a:latin typeface="Calibri Light" panose="020F0302020204030204" pitchFamily="34" charset="0"/>
              <a:cs typeface="Calibri Light" panose="020F0302020204030204" pitchFamily="34" charset="0"/>
            </a:rPr>
            <a:t>Un outil de sécurité</a:t>
          </a:r>
        </a:p>
      </dgm:t>
    </dgm:pt>
    <dgm:pt modelId="{23FF39CF-C2B8-4BB5-882E-9EBC87F32CBF}" type="parTrans" cxnId="{B702B973-A453-48CE-8795-664BECB1BFAE}">
      <dgm:prSet/>
      <dgm:spPr/>
      <dgm:t>
        <a:bodyPr/>
        <a:lstStyle/>
        <a:p>
          <a:endParaRPr lang="fr-FR"/>
        </a:p>
      </dgm:t>
    </dgm:pt>
    <dgm:pt modelId="{A1537CA5-13E4-45B2-9A28-9EF391975352}" type="sibTrans" cxnId="{B702B973-A453-48CE-8795-664BECB1BFAE}">
      <dgm:prSet/>
      <dgm:spPr/>
      <dgm:t>
        <a:bodyPr/>
        <a:lstStyle/>
        <a:p>
          <a:endParaRPr lang="fr-FR"/>
        </a:p>
      </dgm:t>
    </dgm:pt>
    <dgm:pt modelId="{61FED73A-2462-43A8-AD24-929F3D05CF18}">
      <dgm:prSet phldrT="[Texte]"/>
      <dgm:spPr/>
      <dgm:t>
        <a:bodyPr anchor="ctr" anchorCtr="0"/>
        <a:lstStyle/>
        <a:p>
          <a:r>
            <a:rPr lang="fr-FR" dirty="0">
              <a:latin typeface="Calibri Light" panose="020F0302020204030204" pitchFamily="34" charset="0"/>
              <a:cs typeface="Calibri Light" panose="020F0302020204030204" pitchFamily="34" charset="0"/>
            </a:rPr>
            <a:t>La Direction d’un organisme</a:t>
          </a:r>
        </a:p>
      </dgm:t>
    </dgm:pt>
    <dgm:pt modelId="{5AD9220A-21AA-4D2D-BA76-A0DE03651BE6}" type="parTrans" cxnId="{34D67874-F0C3-44C6-BA9D-30C02F937264}">
      <dgm:prSet/>
      <dgm:spPr/>
      <dgm:t>
        <a:bodyPr/>
        <a:lstStyle/>
        <a:p>
          <a:endParaRPr lang="fr-FR"/>
        </a:p>
      </dgm:t>
    </dgm:pt>
    <dgm:pt modelId="{52993118-F6D0-48F6-BF53-634F67DAB624}" type="sibTrans" cxnId="{34D67874-F0C3-44C6-BA9D-30C02F937264}">
      <dgm:prSet/>
      <dgm:spPr/>
      <dgm:t>
        <a:bodyPr/>
        <a:lstStyle/>
        <a:p>
          <a:endParaRPr lang="fr-FR"/>
        </a:p>
      </dgm:t>
    </dgm:pt>
    <dgm:pt modelId="{9EDC9D3E-FF6E-4DD0-B554-495F4C882656}">
      <dgm:prSet phldrT="[Texte]"/>
      <dgm:spPr/>
      <dgm:t>
        <a:bodyPr anchor="ctr" anchorCtr="0"/>
        <a:lstStyle/>
        <a:p>
          <a:r>
            <a:rPr lang="fr-FR" dirty="0">
              <a:latin typeface="Calibri Light" panose="020F0302020204030204" pitchFamily="34" charset="0"/>
              <a:cs typeface="Calibri Light" panose="020F0302020204030204" pitchFamily="34" charset="0"/>
            </a:rPr>
            <a:t>Étude </a:t>
          </a:r>
          <a:r>
            <a:rPr lang="fr-FR" i="1" dirty="0">
              <a:latin typeface="Calibri Light" panose="020F0302020204030204" pitchFamily="34" charset="0"/>
              <a:cs typeface="Calibri Light" panose="020F0302020204030204" pitchFamily="34" charset="0"/>
            </a:rPr>
            <a:t>one shot</a:t>
          </a:r>
          <a:endParaRPr lang="fr-FR" dirty="0">
            <a:latin typeface="Calibri Light" panose="020F0302020204030204" pitchFamily="34" charset="0"/>
            <a:cs typeface="Calibri Light" panose="020F0302020204030204" pitchFamily="34" charset="0"/>
          </a:endParaRPr>
        </a:p>
      </dgm:t>
    </dgm:pt>
    <dgm:pt modelId="{C93EE71D-3E93-4E25-87D7-B3C22CDCF701}" type="parTrans" cxnId="{042955EB-CFE8-4ABB-8FC1-3AC855E5C098}">
      <dgm:prSet/>
      <dgm:spPr/>
      <dgm:t>
        <a:bodyPr/>
        <a:lstStyle/>
        <a:p>
          <a:endParaRPr lang="fr-FR"/>
        </a:p>
      </dgm:t>
    </dgm:pt>
    <dgm:pt modelId="{7CE0DC3D-1DFA-4BE1-85CE-9C00EA37F25C}" type="sibTrans" cxnId="{042955EB-CFE8-4ABB-8FC1-3AC855E5C098}">
      <dgm:prSet/>
      <dgm:spPr/>
      <dgm:t>
        <a:bodyPr/>
        <a:lstStyle/>
        <a:p>
          <a:endParaRPr lang="fr-FR"/>
        </a:p>
      </dgm:t>
    </dgm:pt>
    <dgm:pt modelId="{0677BA24-B477-4B0F-AE48-AF3436B993E9}">
      <dgm:prSet phldrT="[Texte]"/>
      <dgm:spPr/>
      <dgm:t>
        <a:bodyPr anchor="ctr" anchorCtr="0"/>
        <a:lstStyle/>
        <a:p>
          <a:r>
            <a:rPr lang="fr-FR" dirty="0">
              <a:latin typeface="Calibri Light" panose="020F0302020204030204" pitchFamily="34" charset="0"/>
              <a:cs typeface="Calibri Light" panose="020F0302020204030204" pitchFamily="34" charset="0"/>
            </a:rPr>
            <a:t>Fortes contraintes temporelles</a:t>
          </a:r>
        </a:p>
      </dgm:t>
    </dgm:pt>
    <dgm:pt modelId="{F0C73FAD-BB80-454E-BBE7-4CF246225355}" type="parTrans" cxnId="{181ED64B-C976-402F-9457-0434CE0DD6EA}">
      <dgm:prSet/>
      <dgm:spPr/>
      <dgm:t>
        <a:bodyPr/>
        <a:lstStyle/>
        <a:p>
          <a:endParaRPr lang="fr-FR"/>
        </a:p>
      </dgm:t>
    </dgm:pt>
    <dgm:pt modelId="{55D5C75E-B957-40FB-842B-868A110F13B5}" type="sibTrans" cxnId="{181ED64B-C976-402F-9457-0434CE0DD6EA}">
      <dgm:prSet/>
      <dgm:spPr/>
      <dgm:t>
        <a:bodyPr/>
        <a:lstStyle/>
        <a:p>
          <a:endParaRPr lang="fr-FR"/>
        </a:p>
      </dgm:t>
    </dgm:pt>
    <dgm:pt modelId="{4511D8F9-B6E2-47A3-9683-7FDFA8463845}">
      <dgm:prSet phldrT="[Texte]"/>
      <dgm:spPr/>
      <dgm:t>
        <a:bodyPr anchor="ctr" anchorCtr="0"/>
        <a:lstStyle/>
        <a:p>
          <a:r>
            <a:rPr lang="fr-FR" dirty="0">
              <a:latin typeface="Calibri Light" panose="020F0302020204030204" pitchFamily="34" charset="0"/>
              <a:cs typeface="Calibri Light" panose="020F0302020204030204" pitchFamily="34" charset="0"/>
            </a:rPr>
            <a:t>Élaborer les règles de la politique de l’organisme</a:t>
          </a:r>
        </a:p>
      </dgm:t>
    </dgm:pt>
    <dgm:pt modelId="{7FFF718A-C553-4CD6-9D60-669066BA77E3}" type="parTrans" cxnId="{F3AE4662-E818-4E98-83DB-6BA2F75C3C16}">
      <dgm:prSet/>
      <dgm:spPr/>
      <dgm:t>
        <a:bodyPr/>
        <a:lstStyle/>
        <a:p>
          <a:endParaRPr lang="fr-FR"/>
        </a:p>
      </dgm:t>
    </dgm:pt>
    <dgm:pt modelId="{74506B26-EE8B-437A-A930-6ED01328C8A5}" type="sibTrans" cxnId="{F3AE4662-E818-4E98-83DB-6BA2F75C3C16}">
      <dgm:prSet/>
      <dgm:spPr/>
      <dgm:t>
        <a:bodyPr/>
        <a:lstStyle/>
        <a:p>
          <a:endParaRPr lang="fr-FR"/>
        </a:p>
      </dgm:t>
    </dgm:pt>
    <dgm:pt modelId="{126B295E-1FEF-4A77-8738-EB58214F8384}">
      <dgm:prSet phldrT="[Texte]"/>
      <dgm:spPr/>
      <dgm:t>
        <a:bodyPr anchor="ctr" anchorCtr="0"/>
        <a:lstStyle/>
        <a:p>
          <a:r>
            <a:rPr lang="fr-FR" dirty="0">
              <a:latin typeface="Calibri Light" panose="020F0302020204030204" pitchFamily="34" charset="0"/>
              <a:cs typeface="Calibri Light" panose="020F0302020204030204" pitchFamily="34" charset="0"/>
            </a:rPr>
            <a:t>Préparer une revue des partenaires</a:t>
          </a:r>
        </a:p>
      </dgm:t>
    </dgm:pt>
    <dgm:pt modelId="{D8B4931F-A8D4-47C0-B328-12862207D5F4}" type="parTrans" cxnId="{AA65F41A-EAAA-47FF-8805-F2298CD75758}">
      <dgm:prSet/>
      <dgm:spPr/>
      <dgm:t>
        <a:bodyPr/>
        <a:lstStyle/>
        <a:p>
          <a:endParaRPr lang="fr-FR"/>
        </a:p>
      </dgm:t>
    </dgm:pt>
    <dgm:pt modelId="{AD5F00B0-24C4-4B55-91DE-FED5609AD799}" type="sibTrans" cxnId="{AA65F41A-EAAA-47FF-8805-F2298CD75758}">
      <dgm:prSet/>
      <dgm:spPr/>
      <dgm:t>
        <a:bodyPr/>
        <a:lstStyle/>
        <a:p>
          <a:endParaRPr lang="fr-FR"/>
        </a:p>
      </dgm:t>
    </dgm:pt>
    <dgm:pt modelId="{3C80BC7E-B1B0-4995-9E47-796E034F73E9}">
      <dgm:prSet phldrT="[Texte]"/>
      <dgm:spPr/>
      <dgm:t>
        <a:bodyPr anchor="ctr" anchorCtr="0"/>
        <a:lstStyle/>
        <a:p>
          <a:r>
            <a:rPr lang="fr-FR" dirty="0">
              <a:latin typeface="Calibri Light" panose="020F0302020204030204" pitchFamily="34" charset="0"/>
              <a:cs typeface="Calibri Light" panose="020F0302020204030204" pitchFamily="34" charset="0"/>
            </a:rPr>
            <a:t>Le responsable de la sécurité des systèmes d’information</a:t>
          </a:r>
        </a:p>
      </dgm:t>
    </dgm:pt>
    <dgm:pt modelId="{284D9E6A-EC62-422A-AFE5-8C1421EC91F5}" type="parTrans" cxnId="{FE338D20-A18E-4545-9653-0FEFB5D4EDBF}">
      <dgm:prSet/>
      <dgm:spPr/>
      <dgm:t>
        <a:bodyPr/>
        <a:lstStyle/>
        <a:p>
          <a:endParaRPr lang="fr-FR"/>
        </a:p>
      </dgm:t>
    </dgm:pt>
    <dgm:pt modelId="{3C7E2FB7-544B-47AF-8B25-368E28A971FB}" type="sibTrans" cxnId="{FE338D20-A18E-4545-9653-0FEFB5D4EDBF}">
      <dgm:prSet/>
      <dgm:spPr/>
      <dgm:t>
        <a:bodyPr/>
        <a:lstStyle/>
        <a:p>
          <a:endParaRPr lang="fr-FR"/>
        </a:p>
      </dgm:t>
    </dgm:pt>
    <dgm:pt modelId="{1E5566A1-7DD9-474C-9280-6313341C7E36}">
      <dgm:prSet phldrT="[Texte]"/>
      <dgm:spPr/>
      <dgm:t>
        <a:bodyPr anchor="ctr" anchorCtr="0"/>
        <a:lstStyle/>
        <a:p>
          <a:r>
            <a:rPr lang="fr-FR" dirty="0">
              <a:latin typeface="Calibri Light" panose="020F0302020204030204" pitchFamily="34" charset="0"/>
              <a:cs typeface="Calibri Light" panose="020F0302020204030204" pitchFamily="34" charset="0"/>
            </a:rPr>
            <a:t>Rédiger des exigences pour un cahier des charges</a:t>
          </a:r>
        </a:p>
      </dgm:t>
    </dgm:pt>
    <dgm:pt modelId="{8587E46F-7F1E-4065-A318-6E2286614918}" type="parTrans" cxnId="{93E56600-6595-4810-8F42-188CE2D018EA}">
      <dgm:prSet/>
      <dgm:spPr/>
      <dgm:t>
        <a:bodyPr/>
        <a:lstStyle/>
        <a:p>
          <a:endParaRPr lang="fr-FR"/>
        </a:p>
      </dgm:t>
    </dgm:pt>
    <dgm:pt modelId="{FFCC9D1C-E06A-4895-B8E2-031407905520}" type="sibTrans" cxnId="{93E56600-6595-4810-8F42-188CE2D018EA}">
      <dgm:prSet/>
      <dgm:spPr/>
      <dgm:t>
        <a:bodyPr/>
        <a:lstStyle/>
        <a:p>
          <a:endParaRPr lang="fr-FR"/>
        </a:p>
      </dgm:t>
    </dgm:pt>
    <dgm:pt modelId="{56D67ED8-0345-4E42-9C26-E83B5A0462BD}">
      <dgm:prSet phldrT="[Texte]"/>
      <dgm:spPr/>
      <dgm:t>
        <a:bodyPr anchor="ctr" anchorCtr="0"/>
        <a:lstStyle/>
        <a:p>
          <a:r>
            <a:rPr lang="fr-FR" dirty="0">
              <a:latin typeface="Calibri Light" panose="020F0302020204030204" pitchFamily="34" charset="0"/>
              <a:cs typeface="Calibri Light" panose="020F0302020204030204" pitchFamily="34" charset="0"/>
            </a:rPr>
            <a:t>Fournir des pistes à creuser par un test d’intrusion</a:t>
          </a:r>
        </a:p>
      </dgm:t>
    </dgm:pt>
    <dgm:pt modelId="{8C436F42-DD06-4615-8C70-FF7E44F6C3C8}" type="parTrans" cxnId="{5A55C38F-E8FF-4E59-A781-D33EE2700A6A}">
      <dgm:prSet/>
      <dgm:spPr/>
      <dgm:t>
        <a:bodyPr/>
        <a:lstStyle/>
        <a:p>
          <a:endParaRPr lang="fr-FR"/>
        </a:p>
      </dgm:t>
    </dgm:pt>
    <dgm:pt modelId="{BDAA54E2-5290-4B98-B9D6-3AD92CA2B405}" type="sibTrans" cxnId="{5A55C38F-E8FF-4E59-A781-D33EE2700A6A}">
      <dgm:prSet/>
      <dgm:spPr/>
      <dgm:t>
        <a:bodyPr/>
        <a:lstStyle/>
        <a:p>
          <a:endParaRPr lang="fr-FR"/>
        </a:p>
      </dgm:t>
    </dgm:pt>
    <dgm:pt modelId="{7823316C-4FA8-4655-A619-9651DAAD67BA}">
      <dgm:prSet phldrT="[Texte]"/>
      <dgm:spPr/>
      <dgm:t>
        <a:bodyPr anchor="ctr" anchorCtr="0"/>
        <a:lstStyle/>
        <a:p>
          <a:r>
            <a:rPr lang="fr-FR" dirty="0">
              <a:latin typeface="Calibri Light" panose="020F0302020204030204" pitchFamily="34" charset="0"/>
              <a:cs typeface="Calibri Light" panose="020F0302020204030204" pitchFamily="34" charset="0"/>
            </a:rPr>
            <a:t>Un responsable métier</a:t>
          </a:r>
        </a:p>
      </dgm:t>
    </dgm:pt>
    <dgm:pt modelId="{3699357F-2B7F-48C0-95FA-5BE721CC7630}" type="parTrans" cxnId="{26FFF733-CEC9-424F-8548-B30B05945438}">
      <dgm:prSet/>
      <dgm:spPr/>
      <dgm:t>
        <a:bodyPr/>
        <a:lstStyle/>
        <a:p>
          <a:endParaRPr lang="fr-FR"/>
        </a:p>
      </dgm:t>
    </dgm:pt>
    <dgm:pt modelId="{0A415147-02E6-4DA3-ACF3-A5CEFABD62EE}" type="sibTrans" cxnId="{26FFF733-CEC9-424F-8548-B30B05945438}">
      <dgm:prSet/>
      <dgm:spPr/>
      <dgm:t>
        <a:bodyPr/>
        <a:lstStyle/>
        <a:p>
          <a:endParaRPr lang="fr-FR"/>
        </a:p>
      </dgm:t>
    </dgm:pt>
    <dgm:pt modelId="{565C6484-1EC8-408F-BEB1-D012FD06AB78}">
      <dgm:prSet phldrT="[Texte]"/>
      <dgm:spPr/>
      <dgm:t>
        <a:bodyPr anchor="ctr" anchorCtr="0"/>
        <a:lstStyle/>
        <a:p>
          <a:r>
            <a:rPr lang="fr-FR" dirty="0">
              <a:latin typeface="Calibri Light" panose="020F0302020204030204" pitchFamily="34" charset="0"/>
              <a:cs typeface="Calibri Light" panose="020F0302020204030204" pitchFamily="34" charset="0"/>
            </a:rPr>
            <a:t>Le délégué à la protection des données</a:t>
          </a:r>
        </a:p>
      </dgm:t>
    </dgm:pt>
    <dgm:pt modelId="{F36E32B6-671B-4AFF-A333-8229B80E81C7}" type="parTrans" cxnId="{C8A336AE-8E1B-42F5-8853-61B4580053C1}">
      <dgm:prSet/>
      <dgm:spPr/>
      <dgm:t>
        <a:bodyPr/>
        <a:lstStyle/>
        <a:p>
          <a:endParaRPr lang="fr-FR"/>
        </a:p>
      </dgm:t>
    </dgm:pt>
    <dgm:pt modelId="{F9013682-65B9-4150-90D8-8B850F51579E}" type="sibTrans" cxnId="{C8A336AE-8E1B-42F5-8853-61B4580053C1}">
      <dgm:prSet/>
      <dgm:spPr/>
      <dgm:t>
        <a:bodyPr/>
        <a:lstStyle/>
        <a:p>
          <a:endParaRPr lang="fr-FR"/>
        </a:p>
      </dgm:t>
    </dgm:pt>
    <dgm:pt modelId="{7B593F52-B62D-44E4-9E49-741F512A481C}">
      <dgm:prSet phldrT="[Texte]"/>
      <dgm:spPr/>
      <dgm:t>
        <a:bodyPr anchor="ctr" anchorCtr="0"/>
        <a:lstStyle/>
        <a:p>
          <a:r>
            <a:rPr lang="fr-FR" dirty="0">
              <a:latin typeface="Calibri Light" panose="020F0302020204030204" pitchFamily="34" charset="0"/>
              <a:cs typeface="Calibri Light" panose="020F0302020204030204" pitchFamily="34" charset="0"/>
            </a:rPr>
            <a:t>Une autorité tierce</a:t>
          </a:r>
        </a:p>
      </dgm:t>
    </dgm:pt>
    <dgm:pt modelId="{4401E005-C56B-4D8D-9827-BEC083CE17AB}" type="parTrans" cxnId="{AA9AEF41-5DD4-4181-AFBD-491D8E9FE7E3}">
      <dgm:prSet/>
      <dgm:spPr/>
      <dgm:t>
        <a:bodyPr/>
        <a:lstStyle/>
        <a:p>
          <a:endParaRPr lang="fr-FR"/>
        </a:p>
      </dgm:t>
    </dgm:pt>
    <dgm:pt modelId="{2A1EA1E4-7E19-43B2-96B2-0D48E91B9CFD}" type="sibTrans" cxnId="{AA9AEF41-5DD4-4181-AFBD-491D8E9FE7E3}">
      <dgm:prSet/>
      <dgm:spPr/>
      <dgm:t>
        <a:bodyPr/>
        <a:lstStyle/>
        <a:p>
          <a:endParaRPr lang="fr-FR"/>
        </a:p>
      </dgm:t>
    </dgm:pt>
    <dgm:pt modelId="{BD203FFD-8619-4DA3-9603-A62EB793C718}">
      <dgm:prSet phldrT="[Texte]"/>
      <dgm:spPr/>
      <dgm:t>
        <a:bodyPr anchor="ctr" anchorCtr="0"/>
        <a:lstStyle/>
        <a:p>
          <a:r>
            <a:rPr lang="fr-FR" dirty="0">
              <a:latin typeface="Calibri Light" panose="020F0302020204030204" pitchFamily="34" charset="0"/>
              <a:cs typeface="Calibri Light" panose="020F0302020204030204" pitchFamily="34" charset="0"/>
            </a:rPr>
            <a:t>Des auditeurs techniques</a:t>
          </a:r>
        </a:p>
      </dgm:t>
    </dgm:pt>
    <dgm:pt modelId="{4B355FEA-D301-4CA8-AE16-50F74B8D622E}" type="parTrans" cxnId="{018EF550-E156-49B7-9585-E31AA878DF55}">
      <dgm:prSet/>
      <dgm:spPr/>
      <dgm:t>
        <a:bodyPr/>
        <a:lstStyle/>
        <a:p>
          <a:endParaRPr lang="fr-FR"/>
        </a:p>
      </dgm:t>
    </dgm:pt>
    <dgm:pt modelId="{64DC13AC-2AF3-4B1F-8B02-9C50F88C0AB6}" type="sibTrans" cxnId="{018EF550-E156-49B7-9585-E31AA878DF55}">
      <dgm:prSet/>
      <dgm:spPr/>
      <dgm:t>
        <a:bodyPr/>
        <a:lstStyle/>
        <a:p>
          <a:endParaRPr lang="fr-FR"/>
        </a:p>
      </dgm:t>
    </dgm:pt>
    <dgm:pt modelId="{8086D6DB-CD97-49C4-8EEF-45FF5E3D9A4D}">
      <dgm:prSet phldrT="[Texte]"/>
      <dgm:spPr/>
      <dgm:t>
        <a:bodyPr anchor="ctr" anchorCtr="0"/>
        <a:lstStyle/>
        <a:p>
          <a:r>
            <a:rPr lang="fr-FR" dirty="0">
              <a:latin typeface="Calibri Light" panose="020F0302020204030204" pitchFamily="34" charset="0"/>
              <a:cs typeface="Calibri Light" panose="020F0302020204030204" pitchFamily="34" charset="0"/>
            </a:rPr>
            <a:t>Des auditeurs organisationnels</a:t>
          </a:r>
        </a:p>
      </dgm:t>
    </dgm:pt>
    <dgm:pt modelId="{D6F8100F-827E-4616-A6CC-DC40BD20FEC7}" type="parTrans" cxnId="{F754B552-4D16-40DB-A567-7D673BAF3618}">
      <dgm:prSet/>
      <dgm:spPr/>
      <dgm:t>
        <a:bodyPr/>
        <a:lstStyle/>
        <a:p>
          <a:endParaRPr lang="fr-FR"/>
        </a:p>
      </dgm:t>
    </dgm:pt>
    <dgm:pt modelId="{DB77A05E-34F5-4E79-BF22-9A5318347A1E}" type="sibTrans" cxnId="{F754B552-4D16-40DB-A567-7D673BAF3618}">
      <dgm:prSet/>
      <dgm:spPr/>
      <dgm:t>
        <a:bodyPr/>
        <a:lstStyle/>
        <a:p>
          <a:endParaRPr lang="fr-FR"/>
        </a:p>
      </dgm:t>
    </dgm:pt>
    <dgm:pt modelId="{034983B8-EC89-463A-A86E-07CA2D4AF23E}">
      <dgm:prSet phldrT="[Texte]"/>
      <dgm:spPr/>
      <dgm:t>
        <a:bodyPr anchor="ctr" anchorCtr="0"/>
        <a:lstStyle/>
        <a:p>
          <a:r>
            <a:rPr lang="fr-FR" dirty="0">
              <a:latin typeface="Calibri Light" panose="020F0302020204030204" pitchFamily="34" charset="0"/>
              <a:cs typeface="Calibri Light" panose="020F0302020204030204" pitchFamily="34" charset="0"/>
            </a:rPr>
            <a:t>Une autorité d’homologation</a:t>
          </a:r>
        </a:p>
      </dgm:t>
    </dgm:pt>
    <dgm:pt modelId="{D83362AC-974E-43B5-BF3A-69B65DBDE5CF}" type="parTrans" cxnId="{0EA55661-261F-4ECF-85CC-A47905D632C0}">
      <dgm:prSet/>
      <dgm:spPr/>
      <dgm:t>
        <a:bodyPr/>
        <a:lstStyle/>
        <a:p>
          <a:endParaRPr lang="fr-FR"/>
        </a:p>
      </dgm:t>
    </dgm:pt>
    <dgm:pt modelId="{5F172C12-033B-4178-93F5-D219DCCDC80F}" type="sibTrans" cxnId="{0EA55661-261F-4ECF-85CC-A47905D632C0}">
      <dgm:prSet/>
      <dgm:spPr/>
      <dgm:t>
        <a:bodyPr/>
        <a:lstStyle/>
        <a:p>
          <a:endParaRPr lang="fr-FR"/>
        </a:p>
      </dgm:t>
    </dgm:pt>
    <dgm:pt modelId="{10EFEF4C-1144-4E1D-AFE4-C0D9560F1677}">
      <dgm:prSet phldrT="[Texte]"/>
      <dgm:spPr/>
      <dgm:t>
        <a:bodyPr anchor="ctr" anchorCtr="0"/>
        <a:lstStyle/>
        <a:p>
          <a:r>
            <a:rPr lang="fr-FR" dirty="0">
              <a:latin typeface="Calibri Light" panose="020F0302020204030204" pitchFamily="34" charset="0"/>
              <a:cs typeface="Calibri Light" panose="020F0302020204030204" pitchFamily="34" charset="0"/>
            </a:rPr>
            <a:t>Un produit qu’on achète</a:t>
          </a:r>
        </a:p>
      </dgm:t>
    </dgm:pt>
    <dgm:pt modelId="{F3142A6D-9F3C-4A3A-AF02-7ACEAE97D976}" type="parTrans" cxnId="{A9CCA9EA-407E-4B73-9B73-53F1B11458A6}">
      <dgm:prSet/>
      <dgm:spPr/>
      <dgm:t>
        <a:bodyPr/>
        <a:lstStyle/>
        <a:p>
          <a:endParaRPr lang="fr-FR"/>
        </a:p>
      </dgm:t>
    </dgm:pt>
    <dgm:pt modelId="{EDA80BF3-07AD-4D94-BD79-A341E893DF1E}" type="sibTrans" cxnId="{A9CCA9EA-407E-4B73-9B73-53F1B11458A6}">
      <dgm:prSet/>
      <dgm:spPr/>
      <dgm:t>
        <a:bodyPr/>
        <a:lstStyle/>
        <a:p>
          <a:endParaRPr lang="fr-FR"/>
        </a:p>
      </dgm:t>
    </dgm:pt>
    <dgm:pt modelId="{E7E49537-3D17-49FD-A6FF-C93C10CC21EB}">
      <dgm:prSet phldrT="[Texte]"/>
      <dgm:spPr/>
      <dgm:t>
        <a:bodyPr anchor="ctr" anchorCtr="0"/>
        <a:lstStyle/>
        <a:p>
          <a:r>
            <a:rPr lang="fr-FR" dirty="0">
              <a:latin typeface="Calibri Light" panose="020F0302020204030204" pitchFamily="34" charset="0"/>
              <a:cs typeface="Calibri Light" panose="020F0302020204030204" pitchFamily="34" charset="0"/>
            </a:rPr>
            <a:t>Un produit qu’on vend</a:t>
          </a:r>
        </a:p>
      </dgm:t>
    </dgm:pt>
    <dgm:pt modelId="{8F00A4A2-A7EB-4E97-8684-8FE52DAFEDD8}" type="parTrans" cxnId="{62DD12F3-C9AE-4BCC-B21E-7DBFBB58A9DB}">
      <dgm:prSet/>
      <dgm:spPr/>
      <dgm:t>
        <a:bodyPr/>
        <a:lstStyle/>
        <a:p>
          <a:endParaRPr lang="fr-FR"/>
        </a:p>
      </dgm:t>
    </dgm:pt>
    <dgm:pt modelId="{83A7F4BC-8AC4-46A0-9331-FD4A18FC70BA}" type="sibTrans" cxnId="{62DD12F3-C9AE-4BCC-B21E-7DBFBB58A9DB}">
      <dgm:prSet/>
      <dgm:spPr/>
      <dgm:t>
        <a:bodyPr/>
        <a:lstStyle/>
        <a:p>
          <a:endParaRPr lang="fr-FR"/>
        </a:p>
      </dgm:t>
    </dgm:pt>
    <dgm:pt modelId="{5897B337-D348-4BBA-9138-69BDC1E85C53}">
      <dgm:prSet phldrT="[Texte]"/>
      <dgm:spPr/>
      <dgm:t>
        <a:bodyPr anchor="ctr" anchorCtr="0"/>
        <a:lstStyle/>
        <a:p>
          <a:r>
            <a:rPr lang="fr-FR" dirty="0">
              <a:latin typeface="Calibri Light" panose="020F0302020204030204" pitchFamily="34" charset="0"/>
              <a:cs typeface="Calibri Light" panose="020F0302020204030204" pitchFamily="34" charset="0"/>
            </a:rPr>
            <a:t>Étude récurrente</a:t>
          </a:r>
        </a:p>
      </dgm:t>
    </dgm:pt>
    <dgm:pt modelId="{5E3CA435-F540-4F8D-8FCF-A31E66CAF286}" type="parTrans" cxnId="{563E1B8D-1259-4769-9C5E-F4554C2B83EE}">
      <dgm:prSet/>
      <dgm:spPr/>
      <dgm:t>
        <a:bodyPr/>
        <a:lstStyle/>
        <a:p>
          <a:endParaRPr lang="fr-FR"/>
        </a:p>
      </dgm:t>
    </dgm:pt>
    <dgm:pt modelId="{BE138E9F-746B-4ED1-96F0-B9DF50EF55C4}" type="sibTrans" cxnId="{563E1B8D-1259-4769-9C5E-F4554C2B83EE}">
      <dgm:prSet/>
      <dgm:spPr/>
      <dgm:t>
        <a:bodyPr/>
        <a:lstStyle/>
        <a:p>
          <a:endParaRPr lang="fr-FR"/>
        </a:p>
      </dgm:t>
    </dgm:pt>
    <dgm:pt modelId="{340AE1FF-9AB4-41F1-8151-3AD9330F999E}">
      <dgm:prSet phldrT="[Texte]"/>
      <dgm:spPr/>
      <dgm:t>
        <a:bodyPr anchor="ctr" anchorCtr="0"/>
        <a:lstStyle/>
        <a:p>
          <a:r>
            <a:rPr lang="fr-FR" dirty="0">
              <a:latin typeface="Calibri Light" panose="020F0302020204030204" pitchFamily="34" charset="0"/>
              <a:cs typeface="Calibri Light" panose="020F0302020204030204" pitchFamily="34" charset="0"/>
            </a:rPr>
            <a:t>Étude permanente (mise à jour et enrichissement en continu)</a:t>
          </a:r>
        </a:p>
      </dgm:t>
    </dgm:pt>
    <dgm:pt modelId="{4B6D4568-62CD-4822-A077-EE338AD0D4F8}" type="parTrans" cxnId="{5F63372B-2C38-4BB0-BF67-D46C9E08B247}">
      <dgm:prSet/>
      <dgm:spPr/>
      <dgm:t>
        <a:bodyPr/>
        <a:lstStyle/>
        <a:p>
          <a:endParaRPr lang="fr-FR"/>
        </a:p>
      </dgm:t>
    </dgm:pt>
    <dgm:pt modelId="{427590CB-DF46-4CF0-B1D2-BD134DAF8B42}" type="sibTrans" cxnId="{5F63372B-2C38-4BB0-BF67-D46C9E08B247}">
      <dgm:prSet/>
      <dgm:spPr/>
      <dgm:t>
        <a:bodyPr/>
        <a:lstStyle/>
        <a:p>
          <a:endParaRPr lang="fr-FR"/>
        </a:p>
      </dgm:t>
    </dgm:pt>
    <dgm:pt modelId="{234D837B-65D2-47DE-A4CA-089F3FB79DD4}">
      <dgm:prSet phldrT="[Texte]"/>
      <dgm:spPr/>
      <dgm:t>
        <a:bodyPr anchor="ctr" anchorCtr="0"/>
        <a:lstStyle/>
        <a:p>
          <a:r>
            <a:rPr lang="fr-FR" dirty="0">
              <a:latin typeface="Calibri Light" panose="020F0302020204030204" pitchFamily="34" charset="0"/>
              <a:cs typeface="Calibri Light" panose="020F0302020204030204" pitchFamily="34" charset="0"/>
            </a:rPr>
            <a:t>Conditions de mise à jour</a:t>
          </a:r>
        </a:p>
      </dgm:t>
    </dgm:pt>
    <dgm:pt modelId="{423922D2-057D-4E46-A7D3-162A5998C24B}" type="parTrans" cxnId="{2E79DD72-FB2E-4B3F-917C-5DB15D59CFAE}">
      <dgm:prSet/>
      <dgm:spPr/>
      <dgm:t>
        <a:bodyPr/>
        <a:lstStyle/>
        <a:p>
          <a:endParaRPr lang="fr-FR"/>
        </a:p>
      </dgm:t>
    </dgm:pt>
    <dgm:pt modelId="{11C982ED-4C88-4A7B-AD9F-BEF3073695DB}" type="sibTrans" cxnId="{2E79DD72-FB2E-4B3F-917C-5DB15D59CFAE}">
      <dgm:prSet/>
      <dgm:spPr/>
      <dgm:t>
        <a:bodyPr/>
        <a:lstStyle/>
        <a:p>
          <a:endParaRPr lang="fr-FR"/>
        </a:p>
      </dgm:t>
    </dgm:pt>
    <dgm:pt modelId="{DA4CC717-467C-487C-9FA9-65B14A342FBA}" type="pres">
      <dgm:prSet presAssocID="{9EEDA3C8-C90A-44B0-B813-836B231000F4}" presName="Name0" presStyleCnt="0">
        <dgm:presLayoutVars>
          <dgm:dir/>
          <dgm:animLvl val="lvl"/>
          <dgm:resizeHandles val="exact"/>
        </dgm:presLayoutVars>
      </dgm:prSet>
      <dgm:spPr/>
    </dgm:pt>
    <dgm:pt modelId="{C19EB7D8-2738-4016-9D0E-48E55436F606}" type="pres">
      <dgm:prSet presAssocID="{D3E96A1D-F7D1-4923-AC9A-A98D22F1F149}" presName="composite" presStyleCnt="0"/>
      <dgm:spPr/>
    </dgm:pt>
    <dgm:pt modelId="{1EC17581-D40B-48DE-B1C2-D1DE423CB3DF}" type="pres">
      <dgm:prSet presAssocID="{D3E96A1D-F7D1-4923-AC9A-A98D22F1F149}" presName="parTx" presStyleLbl="alignNode1" presStyleIdx="0" presStyleCnt="4">
        <dgm:presLayoutVars>
          <dgm:chMax val="0"/>
          <dgm:chPref val="0"/>
          <dgm:bulletEnabled val="1"/>
        </dgm:presLayoutVars>
      </dgm:prSet>
      <dgm:spPr/>
    </dgm:pt>
    <dgm:pt modelId="{B51B31EE-E6AD-476D-8F6A-846D3295874A}" type="pres">
      <dgm:prSet presAssocID="{D3E96A1D-F7D1-4923-AC9A-A98D22F1F149}" presName="desTx" presStyleLbl="alignAccFollowNode1" presStyleIdx="0" presStyleCnt="4">
        <dgm:presLayoutVars>
          <dgm:bulletEnabled val="1"/>
        </dgm:presLayoutVars>
      </dgm:prSet>
      <dgm:spPr/>
    </dgm:pt>
    <dgm:pt modelId="{B483015B-EA35-4C12-ADAE-62BDD701E79C}" type="pres">
      <dgm:prSet presAssocID="{8D4195A5-A073-4785-881C-25FE9323D7D8}" presName="space" presStyleCnt="0"/>
      <dgm:spPr/>
    </dgm:pt>
    <dgm:pt modelId="{C5122B3B-EDBC-4C09-B534-7903A3C8B021}" type="pres">
      <dgm:prSet presAssocID="{63145CFB-F725-40E6-9DE5-1878C433C451}" presName="composite" presStyleCnt="0"/>
      <dgm:spPr/>
    </dgm:pt>
    <dgm:pt modelId="{B213BEB7-2D85-42A6-B40D-6C55578F4A81}" type="pres">
      <dgm:prSet presAssocID="{63145CFB-F725-40E6-9DE5-1878C433C451}" presName="parTx" presStyleLbl="alignNode1" presStyleIdx="1" presStyleCnt="4">
        <dgm:presLayoutVars>
          <dgm:chMax val="0"/>
          <dgm:chPref val="0"/>
          <dgm:bulletEnabled val="1"/>
        </dgm:presLayoutVars>
      </dgm:prSet>
      <dgm:spPr/>
    </dgm:pt>
    <dgm:pt modelId="{A9CFBDCA-71DF-41B1-9FD3-347A80E5CF66}" type="pres">
      <dgm:prSet presAssocID="{63145CFB-F725-40E6-9DE5-1878C433C451}" presName="desTx" presStyleLbl="alignAccFollowNode1" presStyleIdx="1" presStyleCnt="4">
        <dgm:presLayoutVars>
          <dgm:bulletEnabled val="1"/>
        </dgm:presLayoutVars>
      </dgm:prSet>
      <dgm:spPr/>
    </dgm:pt>
    <dgm:pt modelId="{A115CD6B-D7A5-490F-945E-A5C442A46B08}" type="pres">
      <dgm:prSet presAssocID="{26C8569F-666D-4A0E-86A8-BABC5F114761}" presName="space" presStyleCnt="0"/>
      <dgm:spPr/>
    </dgm:pt>
    <dgm:pt modelId="{C2EB01BB-43FB-4D03-B287-98A7E02986F8}" type="pres">
      <dgm:prSet presAssocID="{A7FADAEE-8387-47D7-B6E4-80043F3954B2}" presName="composite" presStyleCnt="0"/>
      <dgm:spPr/>
    </dgm:pt>
    <dgm:pt modelId="{E1F2E8F9-437C-4756-9EE6-CDE80E1A8CC9}" type="pres">
      <dgm:prSet presAssocID="{A7FADAEE-8387-47D7-B6E4-80043F3954B2}" presName="parTx" presStyleLbl="alignNode1" presStyleIdx="2" presStyleCnt="4">
        <dgm:presLayoutVars>
          <dgm:chMax val="0"/>
          <dgm:chPref val="0"/>
          <dgm:bulletEnabled val="1"/>
        </dgm:presLayoutVars>
      </dgm:prSet>
      <dgm:spPr/>
    </dgm:pt>
    <dgm:pt modelId="{9E454DD6-3C63-4D2A-9FB1-5AA948F10266}" type="pres">
      <dgm:prSet presAssocID="{A7FADAEE-8387-47D7-B6E4-80043F3954B2}" presName="desTx" presStyleLbl="alignAccFollowNode1" presStyleIdx="2" presStyleCnt="4">
        <dgm:presLayoutVars>
          <dgm:bulletEnabled val="1"/>
        </dgm:presLayoutVars>
      </dgm:prSet>
      <dgm:spPr/>
    </dgm:pt>
    <dgm:pt modelId="{252DB9D5-68CE-4BFE-80F5-7BBE31248A3A}" type="pres">
      <dgm:prSet presAssocID="{FEA64389-DA00-471A-B4CC-3BA92D917A57}" presName="space" presStyleCnt="0"/>
      <dgm:spPr/>
    </dgm:pt>
    <dgm:pt modelId="{9E80A2D4-7B04-4654-BD4A-47245DDBE6B2}" type="pres">
      <dgm:prSet presAssocID="{AB07783E-0D2E-4969-976F-753DE98FA0E3}" presName="composite" presStyleCnt="0"/>
      <dgm:spPr/>
    </dgm:pt>
    <dgm:pt modelId="{66A86C2B-9239-4D4A-B87C-F8A26D68AE4B}" type="pres">
      <dgm:prSet presAssocID="{AB07783E-0D2E-4969-976F-753DE98FA0E3}" presName="parTx" presStyleLbl="alignNode1" presStyleIdx="3" presStyleCnt="4">
        <dgm:presLayoutVars>
          <dgm:chMax val="0"/>
          <dgm:chPref val="0"/>
          <dgm:bulletEnabled val="1"/>
        </dgm:presLayoutVars>
      </dgm:prSet>
      <dgm:spPr/>
    </dgm:pt>
    <dgm:pt modelId="{DDF6DF86-5632-46E1-B8BD-0D17A383E838}" type="pres">
      <dgm:prSet presAssocID="{AB07783E-0D2E-4969-976F-753DE98FA0E3}" presName="desTx" presStyleLbl="alignAccFollowNode1" presStyleIdx="3" presStyleCnt="4">
        <dgm:presLayoutVars>
          <dgm:bulletEnabled val="1"/>
        </dgm:presLayoutVars>
      </dgm:prSet>
      <dgm:spPr/>
    </dgm:pt>
  </dgm:ptLst>
  <dgm:cxnLst>
    <dgm:cxn modelId="{93E56600-6595-4810-8F42-188CE2D018EA}" srcId="{D3E96A1D-F7D1-4923-AC9A-A98D22F1F149}" destId="{1E5566A1-7DD9-474C-9280-6313341C7E36}" srcOrd="3" destOrd="0" parTransId="{8587E46F-7F1E-4065-A318-6E2286614918}" sibTransId="{FFCC9D1C-E06A-4895-B8E2-031407905520}"/>
    <dgm:cxn modelId="{06F29509-4774-463F-B5E3-33C0143A620F}" type="presOf" srcId="{4511D8F9-B6E2-47A3-9683-7FDFA8463845}" destId="{B51B31EE-E6AD-476D-8F6A-846D3295874A}" srcOrd="0" destOrd="2" presId="urn:microsoft.com/office/officeart/2005/8/layout/hList1"/>
    <dgm:cxn modelId="{DFB6770B-6926-405E-8DB8-0A0AAAF0BAE8}" type="presOf" srcId="{D3E96A1D-F7D1-4923-AC9A-A98D22F1F149}" destId="{1EC17581-D40B-48DE-B1C2-D1DE423CB3DF}" srcOrd="0" destOrd="0" presId="urn:microsoft.com/office/officeart/2005/8/layout/hList1"/>
    <dgm:cxn modelId="{CD96550E-C746-4862-A888-92609937B3CD}" type="presOf" srcId="{F8882E08-F17A-4132-863F-2E113EE03B39}" destId="{A9CFBDCA-71DF-41B1-9FD3-347A80E5CF66}" srcOrd="0" destOrd="0" presId="urn:microsoft.com/office/officeart/2005/8/layout/hList1"/>
    <dgm:cxn modelId="{A8B61612-E66D-45D4-8A6D-A8FDE22E87A8}" type="presOf" srcId="{E7E49537-3D17-49FD-A6FF-C93C10CC21EB}" destId="{A9CFBDCA-71DF-41B1-9FD3-347A80E5CF66}" srcOrd="0" destOrd="5" presId="urn:microsoft.com/office/officeart/2005/8/layout/hList1"/>
    <dgm:cxn modelId="{A0A05712-720B-45F7-9BD5-118CEF2B07C4}" srcId="{63145CFB-F725-40E6-9DE5-1878C433C451}" destId="{F8882E08-F17A-4132-863F-2E113EE03B39}" srcOrd="0" destOrd="0" parTransId="{576A9909-EE80-4BAB-A77D-9814CC878F91}" sibTransId="{F5CE9DBA-5BC8-4307-9B85-6D05C7DB3DEF}"/>
    <dgm:cxn modelId="{C531EF1A-9D40-4FF1-8D60-AE708B635577}" srcId="{D3E96A1D-F7D1-4923-AC9A-A98D22F1F149}" destId="{B8319E77-726E-4BA0-9F09-C1F53CA124BD}" srcOrd="1" destOrd="0" parTransId="{740439BA-9768-488F-A89F-8BA40C10B32B}" sibTransId="{EEE3ACF7-48F3-4949-9D94-38E57EDF9A13}"/>
    <dgm:cxn modelId="{AA65F41A-EAAA-47FF-8805-F2298CD75758}" srcId="{D3E96A1D-F7D1-4923-AC9A-A98D22F1F149}" destId="{126B295E-1FEF-4A77-8738-EB58214F8384}" srcOrd="5" destOrd="0" parTransId="{D8B4931F-A8D4-47C0-B328-12862207D5F4}" sibTransId="{AD5F00B0-24C4-4B55-91DE-FED5609AD799}"/>
    <dgm:cxn modelId="{58A00D1B-59A4-4194-A0BB-BB33A91785AE}" type="presOf" srcId="{9EDC9D3E-FF6E-4DD0-B554-495F4C882656}" destId="{DDF6DF86-5632-46E1-B8BD-0D17A383E838}" srcOrd="0" destOrd="0" presId="urn:microsoft.com/office/officeart/2005/8/layout/hList1"/>
    <dgm:cxn modelId="{DD98A81D-F4DD-4742-908F-853D01F269E2}" type="presOf" srcId="{234D837B-65D2-47DE-A4CA-089F3FB79DD4}" destId="{DDF6DF86-5632-46E1-B8BD-0D17A383E838}" srcOrd="0" destOrd="4" presId="urn:microsoft.com/office/officeart/2005/8/layout/hList1"/>
    <dgm:cxn modelId="{FE338D20-A18E-4545-9653-0FEFB5D4EDBF}" srcId="{A7FADAEE-8387-47D7-B6E4-80043F3954B2}" destId="{3C80BC7E-B1B0-4995-9E47-796E034F73E9}" srcOrd="3" destOrd="0" parTransId="{284D9E6A-EC62-422A-AFE5-8C1421EC91F5}" sibTransId="{3C7E2FB7-544B-47AF-8B25-368E28A971FB}"/>
    <dgm:cxn modelId="{5F63372B-2C38-4BB0-BF67-D46C9E08B247}" srcId="{AB07783E-0D2E-4969-976F-753DE98FA0E3}" destId="{340AE1FF-9AB4-41F1-8151-3AD9330F999E}" srcOrd="2" destOrd="0" parTransId="{4B6D4568-62CD-4822-A077-EE338AD0D4F8}" sibTransId="{427590CB-DF46-4CF0-B1D2-BD134DAF8B42}"/>
    <dgm:cxn modelId="{F04DCB30-8578-4903-92D5-A34B5895E894}" type="presOf" srcId="{1E5566A1-7DD9-474C-9280-6313341C7E36}" destId="{B51B31EE-E6AD-476D-8F6A-846D3295874A}" srcOrd="0" destOrd="3" presId="urn:microsoft.com/office/officeart/2005/8/layout/hList1"/>
    <dgm:cxn modelId="{26FFF733-CEC9-424F-8548-B30B05945438}" srcId="{A7FADAEE-8387-47D7-B6E4-80043F3954B2}" destId="{7823316C-4FA8-4655-A619-9651DAAD67BA}" srcOrd="1" destOrd="0" parTransId="{3699357F-2B7F-48C0-95FA-5BE721CC7630}" sibTransId="{0A415147-02E6-4DA3-ACF3-A5CEFABD62EE}"/>
    <dgm:cxn modelId="{0175EA37-5D39-40C6-AFAE-FAC117E07ED4}" type="presOf" srcId="{7823316C-4FA8-4655-A619-9651DAAD67BA}" destId="{9E454DD6-3C63-4D2A-9FB1-5AA948F10266}" srcOrd="0" destOrd="1" presId="urn:microsoft.com/office/officeart/2005/8/layout/hList1"/>
    <dgm:cxn modelId="{C2C2DC3A-49AA-4262-951D-F87CA85C6C52}" srcId="{9EEDA3C8-C90A-44B0-B813-836B231000F4}" destId="{AB07783E-0D2E-4969-976F-753DE98FA0E3}" srcOrd="3" destOrd="0" parTransId="{C76F414F-37D2-462D-863C-6BA48EF0F3A6}" sibTransId="{2883C347-0C3C-4E0F-A312-81FA8F5940C9}"/>
    <dgm:cxn modelId="{DAA7BE5C-9DA8-42B5-8AA4-7A1442C4C77A}" type="presOf" srcId="{84E1F2ED-72F8-463F-BA3B-3E086DC7F191}" destId="{A9CFBDCA-71DF-41B1-9FD3-347A80E5CF66}" srcOrd="0" destOrd="3" presId="urn:microsoft.com/office/officeart/2005/8/layout/hList1"/>
    <dgm:cxn modelId="{0EA55661-261F-4ECF-85CC-A47905D632C0}" srcId="{A7FADAEE-8387-47D7-B6E4-80043F3954B2}" destId="{034983B8-EC89-463A-A86E-07CA2D4AF23E}" srcOrd="2" destOrd="0" parTransId="{D83362AC-974E-43B5-BF3A-69B65DBDE5CF}" sibTransId="{5F172C12-033B-4178-93F5-D219DCCDC80F}"/>
    <dgm:cxn modelId="{0F1BE161-0DDA-48F5-AA95-0682CDF79927}" type="presOf" srcId="{126B295E-1FEF-4A77-8738-EB58214F8384}" destId="{B51B31EE-E6AD-476D-8F6A-846D3295874A}" srcOrd="0" destOrd="5" presId="urn:microsoft.com/office/officeart/2005/8/layout/hList1"/>
    <dgm:cxn modelId="{AA9AEF41-5DD4-4181-AFBD-491D8E9FE7E3}" srcId="{A7FADAEE-8387-47D7-B6E4-80043F3954B2}" destId="{7B593F52-B62D-44E4-9E49-741F512A481C}" srcOrd="5" destOrd="0" parTransId="{4401E005-C56B-4D8D-9827-BEC083CE17AB}" sibTransId="{2A1EA1E4-7E19-43B2-96B2-0D48E91B9CFD}"/>
    <dgm:cxn modelId="{F3AE4662-E818-4E98-83DB-6BA2F75C3C16}" srcId="{D3E96A1D-F7D1-4923-AC9A-A98D22F1F149}" destId="{4511D8F9-B6E2-47A3-9683-7FDFA8463845}" srcOrd="2" destOrd="0" parTransId="{7FFF718A-C553-4CD6-9D60-669066BA77E3}" sibTransId="{74506B26-EE8B-437A-A930-6ED01328C8A5}"/>
    <dgm:cxn modelId="{61119B42-6DA3-4757-B246-D7662B545F3D}" type="presOf" srcId="{8086D6DB-CD97-49C4-8EEF-45FF5E3D9A4D}" destId="{9E454DD6-3C63-4D2A-9FB1-5AA948F10266}" srcOrd="0" destOrd="7" presId="urn:microsoft.com/office/officeart/2005/8/layout/hList1"/>
    <dgm:cxn modelId="{67ED1566-5802-49FE-AE8E-50FBAEA0FB57}" type="presOf" srcId="{3C80BC7E-B1B0-4995-9E47-796E034F73E9}" destId="{9E454DD6-3C63-4D2A-9FB1-5AA948F10266}" srcOrd="0" destOrd="3" presId="urn:microsoft.com/office/officeart/2005/8/layout/hList1"/>
    <dgm:cxn modelId="{9635F466-5B02-492A-A93E-947FE20F0159}" type="presOf" srcId="{0677BA24-B477-4B0F-AE48-AF3436B993E9}" destId="{DDF6DF86-5632-46E1-B8BD-0D17A383E838}" srcOrd="0" destOrd="3" presId="urn:microsoft.com/office/officeart/2005/8/layout/hList1"/>
    <dgm:cxn modelId="{A8FF144A-2DFE-4DE4-B28D-03AC7DB67068}" srcId="{63145CFB-F725-40E6-9DE5-1878C433C451}" destId="{2F5726E2-0D16-4980-8FEC-240D81AEA9D9}" srcOrd="2" destOrd="0" parTransId="{FBC160BE-C9E2-4F5A-82E4-6FB526988415}" sibTransId="{FE7542E2-1B90-49B4-ACC3-CB46AAD4FFA4}"/>
    <dgm:cxn modelId="{181ED64B-C976-402F-9457-0434CE0DD6EA}" srcId="{AB07783E-0D2E-4969-976F-753DE98FA0E3}" destId="{0677BA24-B477-4B0F-AE48-AF3436B993E9}" srcOrd="3" destOrd="0" parTransId="{F0C73FAD-BB80-454E-BBE7-4CF246225355}" sibTransId="{55D5C75E-B957-40FB-842B-868A110F13B5}"/>
    <dgm:cxn modelId="{018EF550-E156-49B7-9585-E31AA878DF55}" srcId="{A7FADAEE-8387-47D7-B6E4-80043F3954B2}" destId="{BD203FFD-8619-4DA3-9603-A62EB793C718}" srcOrd="6" destOrd="0" parTransId="{4B355FEA-D301-4CA8-AE16-50F74B8D622E}" sibTransId="{64DC13AC-2AF3-4B1F-8B02-9C50F88C0AB6}"/>
    <dgm:cxn modelId="{F754B552-4D16-40DB-A567-7D673BAF3618}" srcId="{A7FADAEE-8387-47D7-B6E4-80043F3954B2}" destId="{8086D6DB-CD97-49C4-8EEF-45FF5E3D9A4D}" srcOrd="7" destOrd="0" parTransId="{D6F8100F-827E-4616-A6CC-DC40BD20FEC7}" sibTransId="{DB77A05E-34F5-4E79-BF22-9A5318347A1E}"/>
    <dgm:cxn modelId="{2E79DD72-FB2E-4B3F-917C-5DB15D59CFAE}" srcId="{AB07783E-0D2E-4969-976F-753DE98FA0E3}" destId="{234D837B-65D2-47DE-A4CA-089F3FB79DD4}" srcOrd="4" destOrd="0" parTransId="{423922D2-057D-4E46-A7D3-162A5998C24B}" sibTransId="{11C982ED-4C88-4A7B-AD9F-BEF3073695DB}"/>
    <dgm:cxn modelId="{B702B973-A453-48CE-8795-664BECB1BFAE}" srcId="{63145CFB-F725-40E6-9DE5-1878C433C451}" destId="{D0E4373E-244E-4B0A-AF71-AE25D8249412}" srcOrd="6" destOrd="0" parTransId="{23FF39CF-C2B8-4BB5-882E-9EBC87F32CBF}" sibTransId="{A1537CA5-13E4-45B2-9A28-9EF391975352}"/>
    <dgm:cxn modelId="{34D67874-F0C3-44C6-BA9D-30C02F937264}" srcId="{A7FADAEE-8387-47D7-B6E4-80043F3954B2}" destId="{61FED73A-2462-43A8-AD24-929F3D05CF18}" srcOrd="0" destOrd="0" parTransId="{5AD9220A-21AA-4D2D-BA76-A0DE03651BE6}" sibTransId="{52993118-F6D0-48F6-BF53-634F67DAB624}"/>
    <dgm:cxn modelId="{E97CB475-8912-4DCF-B6F5-B49265EB40B9}" type="presOf" srcId="{340AE1FF-9AB4-41F1-8151-3AD9330F999E}" destId="{DDF6DF86-5632-46E1-B8BD-0D17A383E838}" srcOrd="0" destOrd="2" presId="urn:microsoft.com/office/officeart/2005/8/layout/hList1"/>
    <dgm:cxn modelId="{AE46EA75-08BB-4CDA-8726-E91EC13433A0}" type="presOf" srcId="{A7FADAEE-8387-47D7-B6E4-80043F3954B2}" destId="{E1F2E8F9-437C-4756-9EE6-CDE80E1A8CC9}" srcOrd="0" destOrd="0" presId="urn:microsoft.com/office/officeart/2005/8/layout/hList1"/>
    <dgm:cxn modelId="{0D71B656-D82E-48C8-87F3-BD7A79F4F070}" type="presOf" srcId="{7B593F52-B62D-44E4-9E49-741F512A481C}" destId="{9E454DD6-3C63-4D2A-9FB1-5AA948F10266}" srcOrd="0" destOrd="5" presId="urn:microsoft.com/office/officeart/2005/8/layout/hList1"/>
    <dgm:cxn modelId="{0D08F47D-85D1-4CD1-8305-D2615C70F801}" type="presOf" srcId="{5897B337-D348-4BBA-9138-69BDC1E85C53}" destId="{DDF6DF86-5632-46E1-B8BD-0D17A383E838}" srcOrd="0" destOrd="1" presId="urn:microsoft.com/office/officeart/2005/8/layout/hList1"/>
    <dgm:cxn modelId="{F51A557E-A2AA-49E2-B5C2-7ECFD3E5CEC0}" type="presOf" srcId="{61FED73A-2462-43A8-AD24-929F3D05CF18}" destId="{9E454DD6-3C63-4D2A-9FB1-5AA948F10266}" srcOrd="0" destOrd="0" presId="urn:microsoft.com/office/officeart/2005/8/layout/hList1"/>
    <dgm:cxn modelId="{325B0082-D2BE-4DF5-A18A-1EAC9BCCFA42}" srcId="{9EEDA3C8-C90A-44B0-B813-836B231000F4}" destId="{D3E96A1D-F7D1-4923-AC9A-A98D22F1F149}" srcOrd="0" destOrd="0" parTransId="{D09E88EC-A60D-4B64-9C9C-5E9ABD8A9710}" sibTransId="{8D4195A5-A073-4785-881C-25FE9323D7D8}"/>
    <dgm:cxn modelId="{563E1B8D-1259-4769-9C5E-F4554C2B83EE}" srcId="{AB07783E-0D2E-4969-976F-753DE98FA0E3}" destId="{5897B337-D348-4BBA-9138-69BDC1E85C53}" srcOrd="1" destOrd="0" parTransId="{5E3CA435-F540-4F8D-8FCF-A31E66CAF286}" sibTransId="{BE138E9F-746B-4ED1-96F0-B9DF50EF55C4}"/>
    <dgm:cxn modelId="{5A55C38F-E8FF-4E59-A781-D33EE2700A6A}" srcId="{D3E96A1D-F7D1-4923-AC9A-A98D22F1F149}" destId="{56D67ED8-0345-4E42-9C26-E83B5A0462BD}" srcOrd="4" destOrd="0" parTransId="{8C436F42-DD06-4615-8C70-FF7E44F6C3C8}" sibTransId="{BDAA54E2-5290-4B98-B9D6-3AD92CA2B405}"/>
    <dgm:cxn modelId="{E24A3992-11B5-49F6-9048-66203B09F49D}" type="presOf" srcId="{9EEDA3C8-C90A-44B0-B813-836B231000F4}" destId="{DA4CC717-467C-487C-9FA9-65B14A342FBA}" srcOrd="0" destOrd="0" presId="urn:microsoft.com/office/officeart/2005/8/layout/hList1"/>
    <dgm:cxn modelId="{D17BC193-7AEE-4116-AC99-D8507314E1C2}" type="presOf" srcId="{AB07783E-0D2E-4969-976F-753DE98FA0E3}" destId="{66A86C2B-9239-4D4A-B87C-F8A26D68AE4B}" srcOrd="0" destOrd="0" presId="urn:microsoft.com/office/officeart/2005/8/layout/hList1"/>
    <dgm:cxn modelId="{7D09BB98-0C06-4E6B-8676-636CAC839504}" type="presOf" srcId="{2F5726E2-0D16-4980-8FEC-240D81AEA9D9}" destId="{A9CFBDCA-71DF-41B1-9FD3-347A80E5CF66}" srcOrd="0" destOrd="2" presId="urn:microsoft.com/office/officeart/2005/8/layout/hList1"/>
    <dgm:cxn modelId="{BEFF279C-D56D-4F17-AB20-5903A42CB3F6}" type="presOf" srcId="{48284563-8CD2-4888-97CA-7ACCBB83176C}" destId="{A9CFBDCA-71DF-41B1-9FD3-347A80E5CF66}" srcOrd="0" destOrd="1" presId="urn:microsoft.com/office/officeart/2005/8/layout/hList1"/>
    <dgm:cxn modelId="{F83CD6A4-0373-4356-A19C-E49319D62C3B}" srcId="{D3E96A1D-F7D1-4923-AC9A-A98D22F1F149}" destId="{0C88AF3C-5CDF-42B3-8FCF-8BD2A9B721EB}" srcOrd="0" destOrd="0" parTransId="{EEDF3839-87E9-43CD-91C3-2B15372F0251}" sibTransId="{5D281BA8-FEA2-4279-AB43-EE79F2AA4E05}"/>
    <dgm:cxn modelId="{C8A336AE-8E1B-42F5-8853-61B4580053C1}" srcId="{A7FADAEE-8387-47D7-B6E4-80043F3954B2}" destId="{565C6484-1EC8-408F-BEB1-D012FD06AB78}" srcOrd="4" destOrd="0" parTransId="{F36E32B6-671B-4AFF-A333-8229B80E81C7}" sibTransId="{F9013682-65B9-4150-90D8-8B850F51579E}"/>
    <dgm:cxn modelId="{48B653B3-F7DE-4C69-B176-FBA96870DC18}" type="presOf" srcId="{0C88AF3C-5CDF-42B3-8FCF-8BD2A9B721EB}" destId="{B51B31EE-E6AD-476D-8F6A-846D3295874A}" srcOrd="0" destOrd="0" presId="urn:microsoft.com/office/officeart/2005/8/layout/hList1"/>
    <dgm:cxn modelId="{9AB75CB8-D14F-4436-AD52-740C84D1E11F}" srcId="{9EEDA3C8-C90A-44B0-B813-836B231000F4}" destId="{A7FADAEE-8387-47D7-B6E4-80043F3954B2}" srcOrd="2" destOrd="0" parTransId="{E4790C4F-063D-4070-AB47-F4C9C2EF17D5}" sibTransId="{FEA64389-DA00-471A-B4CC-3BA92D917A57}"/>
    <dgm:cxn modelId="{57393DBA-AC4E-478D-97FB-C27C48CE6975}" type="presOf" srcId="{BD203FFD-8619-4DA3-9603-A62EB793C718}" destId="{9E454DD6-3C63-4D2A-9FB1-5AA948F10266}" srcOrd="0" destOrd="6" presId="urn:microsoft.com/office/officeart/2005/8/layout/hList1"/>
    <dgm:cxn modelId="{19DCC1BA-B9C1-48C0-BBAF-5230EB8C76DF}" type="presOf" srcId="{63145CFB-F725-40E6-9DE5-1878C433C451}" destId="{B213BEB7-2D85-42A6-B40D-6C55578F4A81}" srcOrd="0" destOrd="0" presId="urn:microsoft.com/office/officeart/2005/8/layout/hList1"/>
    <dgm:cxn modelId="{D26A4DBF-57D1-4014-B938-1387957B97C2}" type="presOf" srcId="{B8319E77-726E-4BA0-9F09-C1F53CA124BD}" destId="{B51B31EE-E6AD-476D-8F6A-846D3295874A}" srcOrd="0" destOrd="1" presId="urn:microsoft.com/office/officeart/2005/8/layout/hList1"/>
    <dgm:cxn modelId="{DB9592C0-7864-474B-B22B-432E9E2A3CA0}" type="presOf" srcId="{10EFEF4C-1144-4E1D-AFE4-C0D9560F1677}" destId="{A9CFBDCA-71DF-41B1-9FD3-347A80E5CF66}" srcOrd="0" destOrd="4" presId="urn:microsoft.com/office/officeart/2005/8/layout/hList1"/>
    <dgm:cxn modelId="{6A319FCA-ADF5-4834-B59B-B0BE8A1635ED}" srcId="{63145CFB-F725-40E6-9DE5-1878C433C451}" destId="{48284563-8CD2-4888-97CA-7ACCBB83176C}" srcOrd="1" destOrd="0" parTransId="{A35F4FD6-66B9-4B22-9F07-B6B3FDB1630A}" sibTransId="{297EF3E1-B4A3-476A-A22D-27D02802B24B}"/>
    <dgm:cxn modelId="{A53E50D3-FF72-49F2-977A-29531B39B922}" type="presOf" srcId="{D0E4373E-244E-4B0A-AF71-AE25D8249412}" destId="{A9CFBDCA-71DF-41B1-9FD3-347A80E5CF66}" srcOrd="0" destOrd="6" presId="urn:microsoft.com/office/officeart/2005/8/layout/hList1"/>
    <dgm:cxn modelId="{079043D7-02BB-4D1D-9DC8-F1B897A3AC46}" srcId="{9EEDA3C8-C90A-44B0-B813-836B231000F4}" destId="{63145CFB-F725-40E6-9DE5-1878C433C451}" srcOrd="1" destOrd="0" parTransId="{ED92EFFB-F8A3-45D5-BE73-3CAE172AF37F}" sibTransId="{26C8569F-666D-4A0E-86A8-BABC5F114761}"/>
    <dgm:cxn modelId="{9BF4DFD7-EBF6-4C94-8C36-599F7475EC44}" srcId="{63145CFB-F725-40E6-9DE5-1878C433C451}" destId="{84E1F2ED-72F8-463F-BA3B-3E086DC7F191}" srcOrd="3" destOrd="0" parTransId="{7CB8805A-E76D-490C-B83C-0126374338B9}" sibTransId="{6029624E-827A-45C1-8731-F2AF4181844F}"/>
    <dgm:cxn modelId="{DBA2BADD-6113-4B30-819B-FED5F034F7CE}" type="presOf" srcId="{565C6484-1EC8-408F-BEB1-D012FD06AB78}" destId="{9E454DD6-3C63-4D2A-9FB1-5AA948F10266}" srcOrd="0" destOrd="4" presId="urn:microsoft.com/office/officeart/2005/8/layout/hList1"/>
    <dgm:cxn modelId="{ED0CFDDF-52A5-459C-B944-FD118351C6E9}" type="presOf" srcId="{034983B8-EC89-463A-A86E-07CA2D4AF23E}" destId="{9E454DD6-3C63-4D2A-9FB1-5AA948F10266}" srcOrd="0" destOrd="2" presId="urn:microsoft.com/office/officeart/2005/8/layout/hList1"/>
    <dgm:cxn modelId="{A9CCA9EA-407E-4B73-9B73-53F1B11458A6}" srcId="{63145CFB-F725-40E6-9DE5-1878C433C451}" destId="{10EFEF4C-1144-4E1D-AFE4-C0D9560F1677}" srcOrd="4" destOrd="0" parTransId="{F3142A6D-9F3C-4A3A-AF02-7ACEAE97D976}" sibTransId="{EDA80BF3-07AD-4D94-BD79-A341E893DF1E}"/>
    <dgm:cxn modelId="{042955EB-CFE8-4ABB-8FC1-3AC855E5C098}" srcId="{AB07783E-0D2E-4969-976F-753DE98FA0E3}" destId="{9EDC9D3E-FF6E-4DD0-B554-495F4C882656}" srcOrd="0" destOrd="0" parTransId="{C93EE71D-3E93-4E25-87D7-B3C22CDCF701}" sibTransId="{7CE0DC3D-1DFA-4BE1-85CE-9C00EA37F25C}"/>
    <dgm:cxn modelId="{62DD12F3-C9AE-4BCC-B21E-7DBFBB58A9DB}" srcId="{63145CFB-F725-40E6-9DE5-1878C433C451}" destId="{E7E49537-3D17-49FD-A6FF-C93C10CC21EB}" srcOrd="5" destOrd="0" parTransId="{8F00A4A2-A7EB-4E97-8684-8FE52DAFEDD8}" sibTransId="{83A7F4BC-8AC4-46A0-9331-FD4A18FC70BA}"/>
    <dgm:cxn modelId="{B30719F7-AD0B-423E-91DD-76F7F15D23F0}" type="presOf" srcId="{56D67ED8-0345-4E42-9C26-E83B5A0462BD}" destId="{B51B31EE-E6AD-476D-8F6A-846D3295874A}" srcOrd="0" destOrd="4" presId="urn:microsoft.com/office/officeart/2005/8/layout/hList1"/>
    <dgm:cxn modelId="{6707175F-36A9-4FE5-B0E3-9B009E758208}" type="presParOf" srcId="{DA4CC717-467C-487C-9FA9-65B14A342FBA}" destId="{C19EB7D8-2738-4016-9D0E-48E55436F606}" srcOrd="0" destOrd="0" presId="urn:microsoft.com/office/officeart/2005/8/layout/hList1"/>
    <dgm:cxn modelId="{06A53F0D-42EC-4DD6-8F88-BDB8A8B16F64}" type="presParOf" srcId="{C19EB7D8-2738-4016-9D0E-48E55436F606}" destId="{1EC17581-D40B-48DE-B1C2-D1DE423CB3DF}" srcOrd="0" destOrd="0" presId="urn:microsoft.com/office/officeart/2005/8/layout/hList1"/>
    <dgm:cxn modelId="{D66EEE5E-E9F6-4E74-96CF-05ED014A1C94}" type="presParOf" srcId="{C19EB7D8-2738-4016-9D0E-48E55436F606}" destId="{B51B31EE-E6AD-476D-8F6A-846D3295874A}" srcOrd="1" destOrd="0" presId="urn:microsoft.com/office/officeart/2005/8/layout/hList1"/>
    <dgm:cxn modelId="{504CB854-62DD-4E33-A951-4E95A55E4923}" type="presParOf" srcId="{DA4CC717-467C-487C-9FA9-65B14A342FBA}" destId="{B483015B-EA35-4C12-ADAE-62BDD701E79C}" srcOrd="1" destOrd="0" presId="urn:microsoft.com/office/officeart/2005/8/layout/hList1"/>
    <dgm:cxn modelId="{6682AB72-EF32-4366-9812-2C26B0F1EC84}" type="presParOf" srcId="{DA4CC717-467C-487C-9FA9-65B14A342FBA}" destId="{C5122B3B-EDBC-4C09-B534-7903A3C8B021}" srcOrd="2" destOrd="0" presId="urn:microsoft.com/office/officeart/2005/8/layout/hList1"/>
    <dgm:cxn modelId="{B7DB5E4B-987B-4F38-8A56-6B4BE0DA6040}" type="presParOf" srcId="{C5122B3B-EDBC-4C09-B534-7903A3C8B021}" destId="{B213BEB7-2D85-42A6-B40D-6C55578F4A81}" srcOrd="0" destOrd="0" presId="urn:microsoft.com/office/officeart/2005/8/layout/hList1"/>
    <dgm:cxn modelId="{D5D7670A-B997-4658-B9B2-ADC58E26EB91}" type="presParOf" srcId="{C5122B3B-EDBC-4C09-B534-7903A3C8B021}" destId="{A9CFBDCA-71DF-41B1-9FD3-347A80E5CF66}" srcOrd="1" destOrd="0" presId="urn:microsoft.com/office/officeart/2005/8/layout/hList1"/>
    <dgm:cxn modelId="{A547BACC-0156-4C67-A52E-D232C6851B23}" type="presParOf" srcId="{DA4CC717-467C-487C-9FA9-65B14A342FBA}" destId="{A115CD6B-D7A5-490F-945E-A5C442A46B08}" srcOrd="3" destOrd="0" presId="urn:microsoft.com/office/officeart/2005/8/layout/hList1"/>
    <dgm:cxn modelId="{E6D72307-BD25-446F-81D8-5AB8AC2BAE9C}" type="presParOf" srcId="{DA4CC717-467C-487C-9FA9-65B14A342FBA}" destId="{C2EB01BB-43FB-4D03-B287-98A7E02986F8}" srcOrd="4" destOrd="0" presId="urn:microsoft.com/office/officeart/2005/8/layout/hList1"/>
    <dgm:cxn modelId="{F7BB0BD4-D2ED-40DA-AC24-803F7F8FB336}" type="presParOf" srcId="{C2EB01BB-43FB-4D03-B287-98A7E02986F8}" destId="{E1F2E8F9-437C-4756-9EE6-CDE80E1A8CC9}" srcOrd="0" destOrd="0" presId="urn:microsoft.com/office/officeart/2005/8/layout/hList1"/>
    <dgm:cxn modelId="{D37B2824-0A3C-4361-BDA8-A837B0C0E0EB}" type="presParOf" srcId="{C2EB01BB-43FB-4D03-B287-98A7E02986F8}" destId="{9E454DD6-3C63-4D2A-9FB1-5AA948F10266}" srcOrd="1" destOrd="0" presId="urn:microsoft.com/office/officeart/2005/8/layout/hList1"/>
    <dgm:cxn modelId="{1F209E83-1937-45AF-BE15-CF77698AF59C}" type="presParOf" srcId="{DA4CC717-467C-487C-9FA9-65B14A342FBA}" destId="{252DB9D5-68CE-4BFE-80F5-7BBE31248A3A}" srcOrd="5" destOrd="0" presId="urn:microsoft.com/office/officeart/2005/8/layout/hList1"/>
    <dgm:cxn modelId="{581C80C5-EFBD-49EC-9FC8-7F87161B57F3}" type="presParOf" srcId="{DA4CC717-467C-487C-9FA9-65B14A342FBA}" destId="{9E80A2D4-7B04-4654-BD4A-47245DDBE6B2}" srcOrd="6" destOrd="0" presId="urn:microsoft.com/office/officeart/2005/8/layout/hList1"/>
    <dgm:cxn modelId="{154A1C0D-22BC-46A2-8F21-9B24224E2A83}" type="presParOf" srcId="{9E80A2D4-7B04-4654-BD4A-47245DDBE6B2}" destId="{66A86C2B-9239-4D4A-B87C-F8A26D68AE4B}" srcOrd="0" destOrd="0" presId="urn:microsoft.com/office/officeart/2005/8/layout/hList1"/>
    <dgm:cxn modelId="{26D0CF61-541E-4FE4-84DF-DCF599B267B4}" type="presParOf" srcId="{9E80A2D4-7B04-4654-BD4A-47245DDBE6B2}" destId="{DDF6DF86-5632-46E1-B8BD-0D17A383E83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A8660B35-0EEB-43BB-AAFE-3F46E08923AB}">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51B8E2A5-194D-4ADB-97A3-9A9372794232}" type="parTrans" cxnId="{B635FC94-55D6-4698-9B18-84ECCA218A93}">
      <dgm:prSet/>
      <dgm:spPr/>
      <dgm:t>
        <a:bodyPr/>
        <a:lstStyle/>
        <a:p>
          <a:endParaRPr lang="fr-FR" sz="1200"/>
        </a:p>
      </dgm:t>
    </dgm:pt>
    <dgm:pt modelId="{AC5E0127-C7E6-489E-9EE2-4F92BFFBA885}" type="sibTrans" cxnId="{B635FC94-55D6-4698-9B18-84ECCA218A93}">
      <dgm:prSet/>
      <dgm:spPr/>
      <dgm:t>
        <a:bodyPr/>
        <a:lstStyle/>
        <a:p>
          <a:endParaRPr lang="fr-FR" sz="1200"/>
        </a:p>
      </dgm:t>
    </dgm:pt>
    <dgm:pt modelId="{B45D5435-18EC-4B29-AE9C-F0E067DA0986}">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F342668-790A-4F4E-A26D-4C23BBD9F4E1}" type="pres">
      <dgm:prSet presAssocID="{ADF04534-838A-44E2-9F15-355B903A0A7E}" presName="Name0" presStyleCnt="0">
        <dgm:presLayoutVars>
          <dgm:chPref val="1"/>
          <dgm:dir/>
          <dgm:animOne val="branch"/>
          <dgm:animLvl val="lvl"/>
          <dgm:resizeHandles/>
        </dgm:presLayoutVars>
      </dgm:prSet>
      <dgm:spPr/>
    </dgm:pt>
    <dgm:pt modelId="{BE26DCE9-274C-43F8-B7F1-F7BE53567D3B}" type="pres">
      <dgm:prSet presAssocID="{A8660B35-0EEB-43BB-AAFE-3F46E08923AB}" presName="vertOne" presStyleCnt="0"/>
      <dgm:spPr/>
    </dgm:pt>
    <dgm:pt modelId="{B95ACF10-CA26-4179-AA31-2D1EB35974C6}" type="pres">
      <dgm:prSet presAssocID="{A8660B35-0EEB-43BB-AAFE-3F46E08923AB}" presName="txOne" presStyleLbl="node0" presStyleIdx="0" presStyleCnt="3">
        <dgm:presLayoutVars>
          <dgm:chPref val="3"/>
        </dgm:presLayoutVars>
      </dgm:prSet>
      <dgm:spPr/>
    </dgm:pt>
    <dgm:pt modelId="{6C3AC467-F1EE-4B34-9806-0A1EE262376B}" type="pres">
      <dgm:prSet presAssocID="{A8660B35-0EEB-43BB-AAFE-3F46E08923AB}" presName="parTransOne" presStyleCnt="0"/>
      <dgm:spPr/>
    </dgm:pt>
    <dgm:pt modelId="{5FE7F5BB-B675-4B47-BA93-8BB398BF00E1}" type="pres">
      <dgm:prSet presAssocID="{A8660B35-0EEB-43BB-AAFE-3F46E08923AB}" presName="horzOne" presStyleCnt="0"/>
      <dgm:spPr/>
    </dgm:pt>
    <dgm:pt modelId="{67E698BA-9757-41FB-AC21-D0F22B9F5569}" type="pres">
      <dgm:prSet presAssocID="{36B42D72-9F59-48EF-9E83-29BD6781495E}" presName="vertTwo" presStyleCnt="0"/>
      <dgm:spPr/>
    </dgm:pt>
    <dgm:pt modelId="{5C5C3CBC-5AE8-4310-9933-9E26B551E8C1}" type="pres">
      <dgm:prSet presAssocID="{36B42D72-9F59-48EF-9E83-29BD6781495E}" presName="txTwo" presStyleLbl="node2" presStyleIdx="0" presStyleCnt="8">
        <dgm:presLayoutVars>
          <dgm:chPref val="3"/>
        </dgm:presLayoutVars>
      </dgm:prSet>
      <dgm:spPr/>
    </dgm:pt>
    <dgm:pt modelId="{29FA615A-0ABE-47B2-9E6E-8120024AB521}" type="pres">
      <dgm:prSet presAssocID="{36B42D72-9F59-48EF-9E83-29BD6781495E}" presName="horzTwo" presStyleCnt="0"/>
      <dgm:spPr/>
    </dgm:pt>
    <dgm:pt modelId="{D76E904B-E0F9-4D26-8E2C-DC105FC79ED1}" type="pres">
      <dgm:prSet presAssocID="{989B79C3-82CE-4694-B284-819911356297}" presName="sibSpaceTwo" presStyleCnt="0"/>
      <dgm:spPr/>
    </dgm:pt>
    <dgm:pt modelId="{4EF99681-249F-49AE-93E7-C929D67636D1}" type="pres">
      <dgm:prSet presAssocID="{66412FD3-2772-439A-AD15-B1B4E6126068}" presName="vertTwo" presStyleCnt="0"/>
      <dgm:spPr/>
    </dgm:pt>
    <dgm:pt modelId="{60E4803E-582C-4C7E-8FA3-2A744A03FB81}" type="pres">
      <dgm:prSet presAssocID="{66412FD3-2772-439A-AD15-B1B4E6126068}" presName="txTwo" presStyleLbl="node2" presStyleIdx="1" presStyleCnt="8">
        <dgm:presLayoutVars>
          <dgm:chPref val="3"/>
        </dgm:presLayoutVars>
      </dgm:prSet>
      <dgm:spPr/>
    </dgm:pt>
    <dgm:pt modelId="{81407DEB-70A7-4698-8CD2-1B35D8C451C4}" type="pres">
      <dgm:prSet presAssocID="{66412FD3-2772-439A-AD15-B1B4E6126068}" presName="horzTwo" presStyleCnt="0"/>
      <dgm:spPr/>
    </dgm:pt>
    <dgm:pt modelId="{8710A104-B61F-48E4-A6AB-4ED14FB731F4}" type="pres">
      <dgm:prSet presAssocID="{86530BD6-079D-457A-9EB3-04E09E7EB769}" presName="sibSpaceTwo" presStyleCnt="0"/>
      <dgm:spPr/>
    </dgm:pt>
    <dgm:pt modelId="{0E6F5D90-F945-440D-91B2-2D9BB625B9D5}" type="pres">
      <dgm:prSet presAssocID="{5D02D370-F00E-4256-AD8E-1E16BC010411}" presName="vertTwo" presStyleCnt="0"/>
      <dgm:spPr/>
    </dgm:pt>
    <dgm:pt modelId="{DE7599A0-6763-4ABA-AB22-A98FD6FE561C}" type="pres">
      <dgm:prSet presAssocID="{5D02D370-F00E-4256-AD8E-1E16BC010411}" presName="txTwo" presStyleLbl="node2" presStyleIdx="2" presStyleCnt="8">
        <dgm:presLayoutVars>
          <dgm:chPref val="3"/>
        </dgm:presLayoutVars>
      </dgm:prSet>
      <dgm:spPr/>
    </dgm:pt>
    <dgm:pt modelId="{172D2484-8674-4E2D-9C7A-E197E70B86F7}" type="pres">
      <dgm:prSet presAssocID="{5D02D370-F00E-4256-AD8E-1E16BC010411}" presName="horzTwo" presStyleCnt="0"/>
      <dgm:spPr/>
    </dgm:pt>
    <dgm:pt modelId="{D3A7969F-2567-498B-8417-105F19C1EC2A}" type="pres">
      <dgm:prSet presAssocID="{3D04782A-43D5-403D-9233-745A0A1A9DDF}" presName="sibSpaceTwo" presStyleCnt="0"/>
      <dgm:spPr/>
    </dgm:pt>
    <dgm:pt modelId="{810C3657-CCFC-421B-AB66-BF85961F1F0A}" type="pres">
      <dgm:prSet presAssocID="{DCDB61A7-F060-4728-A050-1602FCEFDDED}" presName="vertTwo" presStyleCnt="0"/>
      <dgm:spPr/>
    </dgm:pt>
    <dgm:pt modelId="{6CA76088-2B26-463A-9064-BB0B228C151F}" type="pres">
      <dgm:prSet presAssocID="{DCDB61A7-F060-4728-A050-1602FCEFDDED}" presName="txTwo" presStyleLbl="node2" presStyleIdx="3" presStyleCnt="8">
        <dgm:presLayoutVars>
          <dgm:chPref val="3"/>
        </dgm:presLayoutVars>
      </dgm:prSet>
      <dgm:spPr/>
    </dgm:pt>
    <dgm:pt modelId="{F77F070A-EE30-4491-84EA-ADDAEF74CD92}" type="pres">
      <dgm:prSet presAssocID="{DCDB61A7-F060-4728-A050-1602FCEFDDED}" presName="horzTwo" presStyleCnt="0"/>
      <dgm:spPr/>
    </dgm:pt>
    <dgm:pt modelId="{A5FF4473-E5DE-4CC6-A9A4-8258C5841F8D}" type="pres">
      <dgm:prSet presAssocID="{AC5E0127-C7E6-489E-9EE2-4F92BFFBA885}" presName="sibSpaceOne" presStyleCnt="0"/>
      <dgm:spPr/>
    </dgm:pt>
    <dgm:pt modelId="{A2D7F754-9115-473D-8284-A4D4393E3B2E}" type="pres">
      <dgm:prSet presAssocID="{B45D5435-18EC-4B29-AE9C-F0E067DA0986}" presName="vertOne" presStyleCnt="0"/>
      <dgm:spPr/>
    </dgm:pt>
    <dgm:pt modelId="{E20D0F32-C86C-4599-9950-1550ADA8A59C}" type="pres">
      <dgm:prSet presAssocID="{B45D5435-18EC-4B29-AE9C-F0E067DA0986}" presName="txOne" presStyleLbl="node0" presStyleIdx="1" presStyleCnt="3">
        <dgm:presLayoutVars>
          <dgm:chPref val="3"/>
        </dgm:presLayoutVars>
      </dgm:prSet>
      <dgm:spPr/>
    </dgm:pt>
    <dgm:pt modelId="{6CD0B903-93DF-4706-B174-FFC1B39070D4}" type="pres">
      <dgm:prSet presAssocID="{B45D5435-18EC-4B29-AE9C-F0E067DA0986}" presName="parTransOne" presStyleCnt="0"/>
      <dgm:spPr/>
    </dgm:pt>
    <dgm:pt modelId="{F85D9251-C9C3-491B-AB91-82E09CE3CABC}" type="pres">
      <dgm:prSet presAssocID="{B45D5435-18EC-4B29-AE9C-F0E067DA0986}" presName="horzOne" presStyleCnt="0"/>
      <dgm:spPr/>
    </dgm:pt>
    <dgm:pt modelId="{5F87AB7D-14A2-4D51-A4E9-F7D04637118E}" type="pres">
      <dgm:prSet presAssocID="{674FE9CB-369A-40B4-BA51-24C8AD7890CF}" presName="vertTwo" presStyleCnt="0"/>
      <dgm:spPr/>
    </dgm:pt>
    <dgm:pt modelId="{32DB35E5-97D8-4E9D-A990-24042482923D}" type="pres">
      <dgm:prSet presAssocID="{674FE9CB-369A-40B4-BA51-24C8AD7890CF}" presName="txTwo" presStyleLbl="node2" presStyleIdx="4" presStyleCnt="8">
        <dgm:presLayoutVars>
          <dgm:chPref val="3"/>
        </dgm:presLayoutVars>
      </dgm:prSet>
      <dgm:spPr/>
    </dgm:pt>
    <dgm:pt modelId="{8838A82A-E45D-42A9-B4C0-4C7CEF7D399A}" type="pres">
      <dgm:prSet presAssocID="{674FE9CB-369A-40B4-BA51-24C8AD7890CF}" presName="horzTwo" presStyleCnt="0"/>
      <dgm:spPr/>
    </dgm:pt>
    <dgm:pt modelId="{63FA6289-867C-45E7-81AC-E92264828176}" type="pres">
      <dgm:prSet presAssocID="{B1F194F7-A196-4594-9605-24DCBD75B3EA}" presName="sibSpaceTwo" presStyleCnt="0"/>
      <dgm:spPr/>
    </dgm:pt>
    <dgm:pt modelId="{7BD6021C-B153-4693-A950-B0501118A387}" type="pres">
      <dgm:prSet presAssocID="{07D2BA71-9049-4730-AEB9-5E2006B0A14A}" presName="vertTwo" presStyleCnt="0"/>
      <dgm:spPr/>
    </dgm:pt>
    <dgm:pt modelId="{455E4D5E-3F8C-44C0-9736-47D0D63D4884}" type="pres">
      <dgm:prSet presAssocID="{07D2BA71-9049-4730-AEB9-5E2006B0A14A}" presName="txTwo" presStyleLbl="node2" presStyleIdx="5" presStyleCnt="8">
        <dgm:presLayoutVars>
          <dgm:chPref val="3"/>
        </dgm:presLayoutVars>
      </dgm:prSet>
      <dgm:spPr/>
    </dgm:pt>
    <dgm:pt modelId="{83711BE1-6D1A-438B-B08E-9AC23F07EC1D}" type="pres">
      <dgm:prSet presAssocID="{07D2BA71-9049-4730-AEB9-5E2006B0A14A}" presName="horzTwo" presStyleCnt="0"/>
      <dgm:spPr/>
    </dgm:pt>
    <dgm:pt modelId="{3ED94A41-2A36-4816-AE74-E208A04C61BF}" type="pres">
      <dgm:prSet presAssocID="{9DAA6F3F-AD85-46FB-9994-3EF4B63A92B4}" presName="sibSpaceOne" presStyleCnt="0"/>
      <dgm:spPr/>
    </dgm:pt>
    <dgm:pt modelId="{438DA887-B409-418F-A10E-F1D311183CFB}" type="pres">
      <dgm:prSet presAssocID="{412FF9F1-7E82-4A47-9D34-5AABFF1B5171}" presName="vertOne" presStyleCnt="0"/>
      <dgm:spPr/>
    </dgm:pt>
    <dgm:pt modelId="{24B8FE3A-EE48-4E5B-887C-5FD925BB1F5C}" type="pres">
      <dgm:prSet presAssocID="{412FF9F1-7E82-4A47-9D34-5AABFF1B5171}" presName="txOne" presStyleLbl="node0" presStyleIdx="2" presStyleCnt="3">
        <dgm:presLayoutVars>
          <dgm:chPref val="3"/>
        </dgm:presLayoutVars>
      </dgm:prSet>
      <dgm:spPr/>
    </dgm:pt>
    <dgm:pt modelId="{68361046-2B64-4D03-A67E-CEDB340BEA61}" type="pres">
      <dgm:prSet presAssocID="{412FF9F1-7E82-4A47-9D34-5AABFF1B5171}" presName="parTransOne" presStyleCnt="0"/>
      <dgm:spPr/>
    </dgm:pt>
    <dgm:pt modelId="{91D2F3A2-E00E-450D-A102-CF749734BF82}" type="pres">
      <dgm:prSet presAssocID="{412FF9F1-7E82-4A47-9D34-5AABFF1B5171}" presName="horzOne" presStyleCnt="0"/>
      <dgm:spPr/>
    </dgm:pt>
    <dgm:pt modelId="{48F54A46-0FF9-49CD-854A-985115D2F255}" type="pres">
      <dgm:prSet presAssocID="{7E448884-FA22-4CF2-8F57-953789C4B412}" presName="vertTwo" presStyleCnt="0"/>
      <dgm:spPr/>
    </dgm:pt>
    <dgm:pt modelId="{41587758-071B-4368-9288-E387B2310A06}" type="pres">
      <dgm:prSet presAssocID="{7E448884-FA22-4CF2-8F57-953789C4B412}" presName="txTwo" presStyleLbl="node2" presStyleIdx="6" presStyleCnt="8">
        <dgm:presLayoutVars>
          <dgm:chPref val="3"/>
        </dgm:presLayoutVars>
      </dgm:prSet>
      <dgm:spPr/>
    </dgm:pt>
    <dgm:pt modelId="{C5E2D317-0752-4CE1-A1A7-7F05690C4D3C}" type="pres">
      <dgm:prSet presAssocID="{7E448884-FA22-4CF2-8F57-953789C4B412}" presName="horzTwo" presStyleCnt="0"/>
      <dgm:spPr/>
    </dgm:pt>
    <dgm:pt modelId="{7226FA4E-EA81-4287-BDA7-CBBC5F6A1297}" type="pres">
      <dgm:prSet presAssocID="{503C5604-BEB1-43AE-BA84-3A3C27DF4AEC}" presName="sibSpaceTwo" presStyleCnt="0"/>
      <dgm:spPr/>
    </dgm:pt>
    <dgm:pt modelId="{085853D3-2260-421B-8DE2-81C836E7E5D8}" type="pres">
      <dgm:prSet presAssocID="{214D9590-B37B-4542-8C6A-035EF0DCF470}" presName="vertTwo" presStyleCnt="0"/>
      <dgm:spPr/>
    </dgm:pt>
    <dgm:pt modelId="{96246CE3-80FC-40A8-A71B-5F9FC33A330A}" type="pres">
      <dgm:prSet presAssocID="{214D9590-B37B-4542-8C6A-035EF0DCF470}" presName="txTwo" presStyleLbl="node2" presStyleIdx="7" presStyleCnt="8">
        <dgm:presLayoutVars>
          <dgm:chPref val="3"/>
        </dgm:presLayoutVars>
      </dgm:prSet>
      <dgm:spPr/>
    </dgm:pt>
    <dgm:pt modelId="{4356E009-B427-4196-9846-E626E33E0EBD}"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FFF8F831-42A1-4F67-A8BE-F2178057639B}" type="presOf" srcId="{07D2BA71-9049-4730-AEB9-5E2006B0A14A}" destId="{455E4D5E-3F8C-44C0-9736-47D0D63D4884}" srcOrd="0" destOrd="0" presId="urn:microsoft.com/office/officeart/2005/8/layout/hierarchy4"/>
    <dgm:cxn modelId="{FF1E4A34-4736-4A1B-8D04-2373ABEA964D}" type="presOf" srcId="{7E448884-FA22-4CF2-8F57-953789C4B412}" destId="{41587758-071B-4368-9288-E387B2310A06}" srcOrd="0" destOrd="0" presId="urn:microsoft.com/office/officeart/2005/8/layout/hierarchy4"/>
    <dgm:cxn modelId="{E443D73A-7FAB-4600-83AE-EA3C629E8C57}" srcId="{A8660B35-0EEB-43BB-AAFE-3F46E08923AB}" destId="{66412FD3-2772-439A-AD15-B1B4E6126068}" srcOrd="1" destOrd="0" parTransId="{D223C269-6EBB-4C81-9F43-C3A09B531EE6}" sibTransId="{86530BD6-079D-457A-9EB3-04E09E7EB769}"/>
    <dgm:cxn modelId="{3FC8E844-B275-4112-84ED-055EDE3F0F6A}" type="presOf" srcId="{ADF04534-838A-44E2-9F15-355B903A0A7E}" destId="{EF342668-790A-4F4E-A26D-4C23BBD9F4E1}" srcOrd="0" destOrd="0" presId="urn:microsoft.com/office/officeart/2005/8/layout/hierarchy4"/>
    <dgm:cxn modelId="{626C8245-E5CD-4567-BE9B-AED6D0DF5DF1}" type="presOf" srcId="{B45D5435-18EC-4B29-AE9C-F0E067DA0986}" destId="{E20D0F32-C86C-4599-9950-1550ADA8A59C}"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B635FC94-55D6-4698-9B18-84ECCA218A93}" srcId="{ADF04534-838A-44E2-9F15-355B903A0A7E}" destId="{A8660B35-0EEB-43BB-AAFE-3F46E08923AB}" srcOrd="0" destOrd="0" parTransId="{51B8E2A5-194D-4ADB-97A3-9A9372794232}" sibTransId="{AC5E0127-C7E6-489E-9EE2-4F92BFFBA885}"/>
    <dgm:cxn modelId="{11AA709E-CADC-4249-852A-DE2A5718D694}" type="presOf" srcId="{DCDB61A7-F060-4728-A050-1602FCEFDDED}" destId="{6CA76088-2B26-463A-9064-BB0B228C151F}" srcOrd="0" destOrd="0" presId="urn:microsoft.com/office/officeart/2005/8/layout/hierarchy4"/>
    <dgm:cxn modelId="{29303FA5-7B4D-4A3A-9E8B-69D454CA2CAF}" srcId="{A8660B35-0EEB-43BB-AAFE-3F46E08923AB}" destId="{36B42D72-9F59-48EF-9E83-29BD6781495E}" srcOrd="0" destOrd="0" parTransId="{6D4A5F12-50AA-444B-8DE4-E41EA2737B6D}" sibTransId="{989B79C3-82CE-4694-B284-819911356297}"/>
    <dgm:cxn modelId="{715583A8-0C7F-4C7A-8F86-EA08DD41C1F5}" type="presOf" srcId="{36B42D72-9F59-48EF-9E83-29BD6781495E}" destId="{5C5C3CBC-5AE8-4310-9933-9E26B551E8C1}" srcOrd="0" destOrd="0" presId="urn:microsoft.com/office/officeart/2005/8/layout/hierarchy4"/>
    <dgm:cxn modelId="{FB9FDDB5-D113-488A-B9D9-706C459F10F3}" type="presOf" srcId="{214D9590-B37B-4542-8C6A-035EF0DCF470}" destId="{96246CE3-80FC-40A8-A71B-5F9FC33A330A}" srcOrd="0" destOrd="0" presId="urn:microsoft.com/office/officeart/2005/8/layout/hierarchy4"/>
    <dgm:cxn modelId="{33D598C4-3752-41D2-849D-65DC02807D18}" type="presOf" srcId="{A8660B35-0EEB-43BB-AAFE-3F46E08923AB}" destId="{B95ACF10-CA26-4179-AA31-2D1EB35974C6}" srcOrd="0" destOrd="0" presId="urn:microsoft.com/office/officeart/2005/8/layout/hierarchy4"/>
    <dgm:cxn modelId="{164407D3-7FFF-4FED-9C44-F2960507796B}" type="presOf" srcId="{5D02D370-F00E-4256-AD8E-1E16BC010411}" destId="{DE7599A0-6763-4ABA-AB22-A98FD6FE561C}" srcOrd="0" destOrd="0" presId="urn:microsoft.com/office/officeart/2005/8/layout/hierarchy4"/>
    <dgm:cxn modelId="{78AD71D6-CCDE-4F21-A19A-58ECC4CE0C29}" type="presOf" srcId="{674FE9CB-369A-40B4-BA51-24C8AD7890CF}" destId="{32DB35E5-97D8-4E9D-A990-24042482923D}" srcOrd="0" destOrd="0" presId="urn:microsoft.com/office/officeart/2005/8/layout/hierarchy4"/>
    <dgm:cxn modelId="{543DC4DD-4533-46A6-BE54-66D4D2F8F74F}" srcId="{A8660B35-0EEB-43BB-AAFE-3F46E08923AB}"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A8660B35-0EEB-43BB-AAFE-3F46E08923AB}"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D5ECECEB-B08C-451D-AA17-BA819B9D5B94}" type="presOf" srcId="{412FF9F1-7E82-4A47-9D34-5AABFF1B5171}" destId="{24B8FE3A-EE48-4E5B-887C-5FD925BB1F5C}" srcOrd="0" destOrd="0" presId="urn:microsoft.com/office/officeart/2005/8/layout/hierarchy4"/>
    <dgm:cxn modelId="{B860CFFD-3169-4793-B1AD-8D0C2CF17128}" type="presOf" srcId="{66412FD3-2772-439A-AD15-B1B4E6126068}" destId="{60E4803E-582C-4C7E-8FA3-2A744A03FB81}" srcOrd="0" destOrd="0" presId="urn:microsoft.com/office/officeart/2005/8/layout/hierarchy4"/>
    <dgm:cxn modelId="{C1C7F44F-B56C-4608-8FE9-37CAF9AAE235}" type="presParOf" srcId="{EF342668-790A-4F4E-A26D-4C23BBD9F4E1}" destId="{BE26DCE9-274C-43F8-B7F1-F7BE53567D3B}" srcOrd="0" destOrd="0" presId="urn:microsoft.com/office/officeart/2005/8/layout/hierarchy4"/>
    <dgm:cxn modelId="{A759F754-3594-42BB-B843-2ADA467B6ACD}" type="presParOf" srcId="{BE26DCE9-274C-43F8-B7F1-F7BE53567D3B}" destId="{B95ACF10-CA26-4179-AA31-2D1EB35974C6}" srcOrd="0" destOrd="0" presId="urn:microsoft.com/office/officeart/2005/8/layout/hierarchy4"/>
    <dgm:cxn modelId="{6C3DC66A-3978-4581-BF0F-5395BB1A48C6}" type="presParOf" srcId="{BE26DCE9-274C-43F8-B7F1-F7BE53567D3B}" destId="{6C3AC467-F1EE-4B34-9806-0A1EE262376B}" srcOrd="1" destOrd="0" presId="urn:microsoft.com/office/officeart/2005/8/layout/hierarchy4"/>
    <dgm:cxn modelId="{7F90A5DA-A64A-4874-9E45-30913B790CE7}" type="presParOf" srcId="{BE26DCE9-274C-43F8-B7F1-F7BE53567D3B}" destId="{5FE7F5BB-B675-4B47-BA93-8BB398BF00E1}" srcOrd="2" destOrd="0" presId="urn:microsoft.com/office/officeart/2005/8/layout/hierarchy4"/>
    <dgm:cxn modelId="{93667614-0BB6-465D-9CF1-0EA5D43349AD}" type="presParOf" srcId="{5FE7F5BB-B675-4B47-BA93-8BB398BF00E1}" destId="{67E698BA-9757-41FB-AC21-D0F22B9F5569}" srcOrd="0" destOrd="0" presId="urn:microsoft.com/office/officeart/2005/8/layout/hierarchy4"/>
    <dgm:cxn modelId="{7796D658-2429-4C07-8838-8CA999CF8830}" type="presParOf" srcId="{67E698BA-9757-41FB-AC21-D0F22B9F5569}" destId="{5C5C3CBC-5AE8-4310-9933-9E26B551E8C1}" srcOrd="0" destOrd="0" presId="urn:microsoft.com/office/officeart/2005/8/layout/hierarchy4"/>
    <dgm:cxn modelId="{02CDEB0F-BF18-43D7-904D-A567A375A696}" type="presParOf" srcId="{67E698BA-9757-41FB-AC21-D0F22B9F5569}" destId="{29FA615A-0ABE-47B2-9E6E-8120024AB521}" srcOrd="1" destOrd="0" presId="urn:microsoft.com/office/officeart/2005/8/layout/hierarchy4"/>
    <dgm:cxn modelId="{C18CDADF-FB3F-4472-BEE8-CF0A5481219D}" type="presParOf" srcId="{5FE7F5BB-B675-4B47-BA93-8BB398BF00E1}" destId="{D76E904B-E0F9-4D26-8E2C-DC105FC79ED1}" srcOrd="1" destOrd="0" presId="urn:microsoft.com/office/officeart/2005/8/layout/hierarchy4"/>
    <dgm:cxn modelId="{6B0FF24C-D335-447E-954F-C164DF4565CC}" type="presParOf" srcId="{5FE7F5BB-B675-4B47-BA93-8BB398BF00E1}" destId="{4EF99681-249F-49AE-93E7-C929D67636D1}" srcOrd="2" destOrd="0" presId="urn:microsoft.com/office/officeart/2005/8/layout/hierarchy4"/>
    <dgm:cxn modelId="{F29E6957-DDEB-4D3F-8611-FAC5342612B5}" type="presParOf" srcId="{4EF99681-249F-49AE-93E7-C929D67636D1}" destId="{60E4803E-582C-4C7E-8FA3-2A744A03FB81}" srcOrd="0" destOrd="0" presId="urn:microsoft.com/office/officeart/2005/8/layout/hierarchy4"/>
    <dgm:cxn modelId="{D039F98E-F58A-4C4C-A4AA-41666E3A37E8}" type="presParOf" srcId="{4EF99681-249F-49AE-93E7-C929D67636D1}" destId="{81407DEB-70A7-4698-8CD2-1B35D8C451C4}" srcOrd="1" destOrd="0" presId="urn:microsoft.com/office/officeart/2005/8/layout/hierarchy4"/>
    <dgm:cxn modelId="{28496E1E-CD3B-42A5-B9F4-735447FC1C10}" type="presParOf" srcId="{5FE7F5BB-B675-4B47-BA93-8BB398BF00E1}" destId="{8710A104-B61F-48E4-A6AB-4ED14FB731F4}" srcOrd="3" destOrd="0" presId="urn:microsoft.com/office/officeart/2005/8/layout/hierarchy4"/>
    <dgm:cxn modelId="{3F81EC8C-28B1-47B8-8D3A-7FEDAC1661B5}" type="presParOf" srcId="{5FE7F5BB-B675-4B47-BA93-8BB398BF00E1}" destId="{0E6F5D90-F945-440D-91B2-2D9BB625B9D5}" srcOrd="4" destOrd="0" presId="urn:microsoft.com/office/officeart/2005/8/layout/hierarchy4"/>
    <dgm:cxn modelId="{0F913905-94FC-410E-8CD7-7240D5FBC8AA}" type="presParOf" srcId="{0E6F5D90-F945-440D-91B2-2D9BB625B9D5}" destId="{DE7599A0-6763-4ABA-AB22-A98FD6FE561C}" srcOrd="0" destOrd="0" presId="urn:microsoft.com/office/officeart/2005/8/layout/hierarchy4"/>
    <dgm:cxn modelId="{1291E715-ECF0-42F3-91F4-10DEE10A1478}" type="presParOf" srcId="{0E6F5D90-F945-440D-91B2-2D9BB625B9D5}" destId="{172D2484-8674-4E2D-9C7A-E197E70B86F7}" srcOrd="1" destOrd="0" presId="urn:microsoft.com/office/officeart/2005/8/layout/hierarchy4"/>
    <dgm:cxn modelId="{96B1746E-11AB-412E-B899-83F74C231610}" type="presParOf" srcId="{5FE7F5BB-B675-4B47-BA93-8BB398BF00E1}" destId="{D3A7969F-2567-498B-8417-105F19C1EC2A}" srcOrd="5" destOrd="0" presId="urn:microsoft.com/office/officeart/2005/8/layout/hierarchy4"/>
    <dgm:cxn modelId="{BB6C3824-2C36-45BF-9E5C-DA5CAA4F093B}" type="presParOf" srcId="{5FE7F5BB-B675-4B47-BA93-8BB398BF00E1}" destId="{810C3657-CCFC-421B-AB66-BF85961F1F0A}" srcOrd="6" destOrd="0" presId="urn:microsoft.com/office/officeart/2005/8/layout/hierarchy4"/>
    <dgm:cxn modelId="{4E84DA20-43A4-4C8D-9070-928466F0415A}" type="presParOf" srcId="{810C3657-CCFC-421B-AB66-BF85961F1F0A}" destId="{6CA76088-2B26-463A-9064-BB0B228C151F}" srcOrd="0" destOrd="0" presId="urn:microsoft.com/office/officeart/2005/8/layout/hierarchy4"/>
    <dgm:cxn modelId="{10AAACEE-9CAD-4FB0-8A79-7F23253DB612}" type="presParOf" srcId="{810C3657-CCFC-421B-AB66-BF85961F1F0A}" destId="{F77F070A-EE30-4491-84EA-ADDAEF74CD92}" srcOrd="1" destOrd="0" presId="urn:microsoft.com/office/officeart/2005/8/layout/hierarchy4"/>
    <dgm:cxn modelId="{0EE07FB9-BD02-428B-A798-DBA2F5F4878E}" type="presParOf" srcId="{EF342668-790A-4F4E-A26D-4C23BBD9F4E1}" destId="{A5FF4473-E5DE-4CC6-A9A4-8258C5841F8D}" srcOrd="1" destOrd="0" presId="urn:microsoft.com/office/officeart/2005/8/layout/hierarchy4"/>
    <dgm:cxn modelId="{3AB59A36-D8F1-481E-A032-AC8FCED6F49C}" type="presParOf" srcId="{EF342668-790A-4F4E-A26D-4C23BBD9F4E1}" destId="{A2D7F754-9115-473D-8284-A4D4393E3B2E}" srcOrd="2" destOrd="0" presId="urn:microsoft.com/office/officeart/2005/8/layout/hierarchy4"/>
    <dgm:cxn modelId="{BBA1F050-402A-4954-9F93-5EF2C3BB4658}" type="presParOf" srcId="{A2D7F754-9115-473D-8284-A4D4393E3B2E}" destId="{E20D0F32-C86C-4599-9950-1550ADA8A59C}" srcOrd="0" destOrd="0" presId="urn:microsoft.com/office/officeart/2005/8/layout/hierarchy4"/>
    <dgm:cxn modelId="{763F70EC-6E93-49C6-8D79-30F072FD4CC0}" type="presParOf" srcId="{A2D7F754-9115-473D-8284-A4D4393E3B2E}" destId="{6CD0B903-93DF-4706-B174-FFC1B39070D4}" srcOrd="1" destOrd="0" presId="urn:microsoft.com/office/officeart/2005/8/layout/hierarchy4"/>
    <dgm:cxn modelId="{24A914D9-23EB-4D65-85A4-2FB4365DE6F3}" type="presParOf" srcId="{A2D7F754-9115-473D-8284-A4D4393E3B2E}" destId="{F85D9251-C9C3-491B-AB91-82E09CE3CABC}" srcOrd="2" destOrd="0" presId="urn:microsoft.com/office/officeart/2005/8/layout/hierarchy4"/>
    <dgm:cxn modelId="{096F20CD-0603-4C86-BDE6-484A38545BC1}" type="presParOf" srcId="{F85D9251-C9C3-491B-AB91-82E09CE3CABC}" destId="{5F87AB7D-14A2-4D51-A4E9-F7D04637118E}" srcOrd="0" destOrd="0" presId="urn:microsoft.com/office/officeart/2005/8/layout/hierarchy4"/>
    <dgm:cxn modelId="{7630D8AF-656E-4F89-8FD5-44D87F330082}" type="presParOf" srcId="{5F87AB7D-14A2-4D51-A4E9-F7D04637118E}" destId="{32DB35E5-97D8-4E9D-A990-24042482923D}" srcOrd="0" destOrd="0" presId="urn:microsoft.com/office/officeart/2005/8/layout/hierarchy4"/>
    <dgm:cxn modelId="{7C65046E-8042-4A2A-B22A-6444AAAF5D24}" type="presParOf" srcId="{5F87AB7D-14A2-4D51-A4E9-F7D04637118E}" destId="{8838A82A-E45D-42A9-B4C0-4C7CEF7D399A}" srcOrd="1" destOrd="0" presId="urn:microsoft.com/office/officeart/2005/8/layout/hierarchy4"/>
    <dgm:cxn modelId="{ED54A590-3A2D-43E2-9FBC-0283EFA0B7A9}" type="presParOf" srcId="{F85D9251-C9C3-491B-AB91-82E09CE3CABC}" destId="{63FA6289-867C-45E7-81AC-E92264828176}" srcOrd="1" destOrd="0" presId="urn:microsoft.com/office/officeart/2005/8/layout/hierarchy4"/>
    <dgm:cxn modelId="{AEBD529F-4BBA-460B-84B7-0F0773DB69CF}" type="presParOf" srcId="{F85D9251-C9C3-491B-AB91-82E09CE3CABC}" destId="{7BD6021C-B153-4693-A950-B0501118A387}" srcOrd="2" destOrd="0" presId="urn:microsoft.com/office/officeart/2005/8/layout/hierarchy4"/>
    <dgm:cxn modelId="{2151968C-1B77-4D88-955B-F6665B368C2B}" type="presParOf" srcId="{7BD6021C-B153-4693-A950-B0501118A387}" destId="{455E4D5E-3F8C-44C0-9736-47D0D63D4884}" srcOrd="0" destOrd="0" presId="urn:microsoft.com/office/officeart/2005/8/layout/hierarchy4"/>
    <dgm:cxn modelId="{B1A4E7E4-8477-4489-87E1-5E4093A75346}" type="presParOf" srcId="{7BD6021C-B153-4693-A950-B0501118A387}" destId="{83711BE1-6D1A-438B-B08E-9AC23F07EC1D}" srcOrd="1" destOrd="0" presId="urn:microsoft.com/office/officeart/2005/8/layout/hierarchy4"/>
    <dgm:cxn modelId="{7C81A11D-DBE3-41FA-A11C-7F40205E1998}" type="presParOf" srcId="{EF342668-790A-4F4E-A26D-4C23BBD9F4E1}" destId="{3ED94A41-2A36-4816-AE74-E208A04C61BF}" srcOrd="3" destOrd="0" presId="urn:microsoft.com/office/officeart/2005/8/layout/hierarchy4"/>
    <dgm:cxn modelId="{47C42133-076D-46E4-8F19-972F5A6A69B3}" type="presParOf" srcId="{EF342668-790A-4F4E-A26D-4C23BBD9F4E1}" destId="{438DA887-B409-418F-A10E-F1D311183CFB}" srcOrd="4" destOrd="0" presId="urn:microsoft.com/office/officeart/2005/8/layout/hierarchy4"/>
    <dgm:cxn modelId="{BF5D66C1-9A55-4CBF-99AD-6A4B96C51DFD}" type="presParOf" srcId="{438DA887-B409-418F-A10E-F1D311183CFB}" destId="{24B8FE3A-EE48-4E5B-887C-5FD925BB1F5C}" srcOrd="0" destOrd="0" presId="urn:microsoft.com/office/officeart/2005/8/layout/hierarchy4"/>
    <dgm:cxn modelId="{1337499D-89C8-4D83-9B12-BD3B564C0DA7}" type="presParOf" srcId="{438DA887-B409-418F-A10E-F1D311183CFB}" destId="{68361046-2B64-4D03-A67E-CEDB340BEA61}" srcOrd="1" destOrd="0" presId="urn:microsoft.com/office/officeart/2005/8/layout/hierarchy4"/>
    <dgm:cxn modelId="{CF9C1FD7-22D4-40E3-91E0-E9F51429B8B7}" type="presParOf" srcId="{438DA887-B409-418F-A10E-F1D311183CFB}" destId="{91D2F3A2-E00E-450D-A102-CF749734BF82}" srcOrd="2" destOrd="0" presId="urn:microsoft.com/office/officeart/2005/8/layout/hierarchy4"/>
    <dgm:cxn modelId="{2164B3CB-569E-4F60-92D3-3264A4704C39}" type="presParOf" srcId="{91D2F3A2-E00E-450D-A102-CF749734BF82}" destId="{48F54A46-0FF9-49CD-854A-985115D2F255}" srcOrd="0" destOrd="0" presId="urn:microsoft.com/office/officeart/2005/8/layout/hierarchy4"/>
    <dgm:cxn modelId="{1A459EDB-9677-4408-87BB-0461F1F39D0C}" type="presParOf" srcId="{48F54A46-0FF9-49CD-854A-985115D2F255}" destId="{41587758-071B-4368-9288-E387B2310A06}" srcOrd="0" destOrd="0" presId="urn:microsoft.com/office/officeart/2005/8/layout/hierarchy4"/>
    <dgm:cxn modelId="{3DED93F5-F5EF-46D4-871D-0D8D5F86CAC6}" type="presParOf" srcId="{48F54A46-0FF9-49CD-854A-985115D2F255}" destId="{C5E2D317-0752-4CE1-A1A7-7F05690C4D3C}" srcOrd="1" destOrd="0" presId="urn:microsoft.com/office/officeart/2005/8/layout/hierarchy4"/>
    <dgm:cxn modelId="{39ACECB0-AD26-46B3-96D0-7EEC7E433772}" type="presParOf" srcId="{91D2F3A2-E00E-450D-A102-CF749734BF82}" destId="{7226FA4E-EA81-4287-BDA7-CBBC5F6A1297}" srcOrd="1" destOrd="0" presId="urn:microsoft.com/office/officeart/2005/8/layout/hierarchy4"/>
    <dgm:cxn modelId="{87653FC2-BC85-4D43-890D-1F181FE5F27C}" type="presParOf" srcId="{91D2F3A2-E00E-450D-A102-CF749734BF82}" destId="{085853D3-2260-421B-8DE2-81C836E7E5D8}" srcOrd="2" destOrd="0" presId="urn:microsoft.com/office/officeart/2005/8/layout/hierarchy4"/>
    <dgm:cxn modelId="{D60DAD30-6145-4CBF-BBDC-F68EB9EDCFC4}" type="presParOf" srcId="{085853D3-2260-421B-8DE2-81C836E7E5D8}" destId="{96246CE3-80FC-40A8-A71B-5F9FC33A330A}" srcOrd="0" destOrd="0" presId="urn:microsoft.com/office/officeart/2005/8/layout/hierarchy4"/>
    <dgm:cxn modelId="{05A18EE7-47EC-45E4-BF4D-37CB7A3F61AE}" type="presParOf" srcId="{085853D3-2260-421B-8DE2-81C836E7E5D8}" destId="{4356E009-B427-4196-9846-E626E33E0EBD}" srcOrd="1" destOrd="0" presId="urn:microsoft.com/office/officeart/2005/8/layout/hierarchy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dirty="0">
              <a:latin typeface="Calibri Light" panose="020F0302020204030204" pitchFamily="34" charset="0"/>
              <a:ea typeface="Calibri Light" panose="020F0302020204030204" pitchFamily="34" charset="0"/>
              <a:cs typeface="Calibri Light" panose="020F0302020204030204" pitchFamily="34" charset="0"/>
            </a:rPr>
          </a:br>
          <a:r>
            <a:rPr lang="fr-FR" sz="1200" b="1" dirty="0">
              <a:latin typeface="Calibri Light" panose="020F0302020204030204" pitchFamily="34" charset="0"/>
              <a:ea typeface="Calibri Light" panose="020F0302020204030204" pitchFamily="34" charset="0"/>
              <a:cs typeface="Calibri Light" panose="020F0302020204030204" pitchFamily="34" charset="0"/>
            </a:rPr>
            <a:t>(internes)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B45D5435-18EC-4B29-AE9C-F0E067DA0986}">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DF0E30A-671E-4616-AA35-9DA970DFD26C}">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développement clinique</a:t>
          </a:r>
        </a:p>
      </dgm:t>
    </dgm:pt>
    <dgm:pt modelId="{96D1AB1F-20FC-403B-BB06-879C642F5FE5}" type="parTrans" cxnId="{D9DB709F-693A-4D61-8EEF-2523F2384662}">
      <dgm:prSet/>
      <dgm:spPr/>
      <dgm:t>
        <a:bodyPr/>
        <a:lstStyle/>
        <a:p>
          <a:endParaRPr lang="fr-FR"/>
        </a:p>
      </dgm:t>
    </dgm:pt>
    <dgm:pt modelId="{87F6A1F8-202C-4608-AB25-149BA213CC81}" type="sibTrans" cxnId="{D9DB709F-693A-4D61-8EEF-2523F2384662}">
      <dgm:prSet/>
      <dgm:spPr/>
      <dgm:t>
        <a:bodyPr/>
        <a:lstStyle/>
        <a:p>
          <a:endParaRPr lang="fr-FR"/>
        </a:p>
      </dgm:t>
    </dgm:pt>
    <dgm:pt modelId="{B33084EE-366A-4E29-BF8C-5A30E3C0AD44}" type="pres">
      <dgm:prSet presAssocID="{ADF04534-838A-44E2-9F15-355B903A0A7E}" presName="Name0" presStyleCnt="0">
        <dgm:presLayoutVars>
          <dgm:chPref val="1"/>
          <dgm:dir/>
          <dgm:animOne val="branch"/>
          <dgm:animLvl val="lvl"/>
          <dgm:resizeHandles/>
        </dgm:presLayoutVars>
      </dgm:prSet>
      <dgm:spPr/>
    </dgm:pt>
    <dgm:pt modelId="{6BE891F0-F2FC-412B-8D93-6A1006BFBEB5}" type="pres">
      <dgm:prSet presAssocID="{EDF0E30A-671E-4616-AA35-9DA970DFD26C}" presName="vertOne" presStyleCnt="0"/>
      <dgm:spPr/>
    </dgm:pt>
    <dgm:pt modelId="{99D2C4D0-6717-4228-8D41-1FF48B15CAF9}" type="pres">
      <dgm:prSet presAssocID="{EDF0E30A-671E-4616-AA35-9DA970DFD26C}" presName="txOne" presStyleLbl="node0" presStyleIdx="0" presStyleCnt="3">
        <dgm:presLayoutVars>
          <dgm:chPref val="3"/>
        </dgm:presLayoutVars>
      </dgm:prSet>
      <dgm:spPr/>
    </dgm:pt>
    <dgm:pt modelId="{BE3DE039-8FED-4279-80C6-2DB24FBB5743}" type="pres">
      <dgm:prSet presAssocID="{EDF0E30A-671E-4616-AA35-9DA970DFD26C}" presName="parTransOne" presStyleCnt="0"/>
      <dgm:spPr/>
    </dgm:pt>
    <dgm:pt modelId="{489F71C8-BBD3-474A-A790-FBAF8E59D93C}" type="pres">
      <dgm:prSet presAssocID="{EDF0E30A-671E-4616-AA35-9DA970DFD26C}" presName="horzOne" presStyleCnt="0"/>
      <dgm:spPr/>
    </dgm:pt>
    <dgm:pt modelId="{731EFD37-0A09-46D1-A16D-48C1ECB40ADA}" type="pres">
      <dgm:prSet presAssocID="{36B42D72-9F59-48EF-9E83-29BD6781495E}" presName="vertTwo" presStyleCnt="0"/>
      <dgm:spPr/>
    </dgm:pt>
    <dgm:pt modelId="{D48A2A85-1496-4EAB-9E7F-1AD0626D42EB}" type="pres">
      <dgm:prSet presAssocID="{36B42D72-9F59-48EF-9E83-29BD6781495E}" presName="txTwo" presStyleLbl="node2" presStyleIdx="0" presStyleCnt="8">
        <dgm:presLayoutVars>
          <dgm:chPref val="3"/>
        </dgm:presLayoutVars>
      </dgm:prSet>
      <dgm:spPr/>
    </dgm:pt>
    <dgm:pt modelId="{1CB8A059-07F9-4002-9F5B-52F16D914C25}" type="pres">
      <dgm:prSet presAssocID="{36B42D72-9F59-48EF-9E83-29BD6781495E}" presName="horzTwo" presStyleCnt="0"/>
      <dgm:spPr/>
    </dgm:pt>
    <dgm:pt modelId="{01DAE8B5-548E-4055-9693-9E926EF3238D}" type="pres">
      <dgm:prSet presAssocID="{989B79C3-82CE-4694-B284-819911356297}" presName="sibSpaceTwo" presStyleCnt="0"/>
      <dgm:spPr/>
    </dgm:pt>
    <dgm:pt modelId="{55A0E999-CD64-4D29-BACD-E994BDFA61CD}" type="pres">
      <dgm:prSet presAssocID="{66412FD3-2772-439A-AD15-B1B4E6126068}" presName="vertTwo" presStyleCnt="0"/>
      <dgm:spPr/>
    </dgm:pt>
    <dgm:pt modelId="{715CF90C-C886-410E-B0C1-CD5741FEC4D0}" type="pres">
      <dgm:prSet presAssocID="{66412FD3-2772-439A-AD15-B1B4E6126068}" presName="txTwo" presStyleLbl="node2" presStyleIdx="1" presStyleCnt="8">
        <dgm:presLayoutVars>
          <dgm:chPref val="3"/>
        </dgm:presLayoutVars>
      </dgm:prSet>
      <dgm:spPr/>
    </dgm:pt>
    <dgm:pt modelId="{20BB79E2-AA85-49C9-A736-87F5E4CB61B9}" type="pres">
      <dgm:prSet presAssocID="{66412FD3-2772-439A-AD15-B1B4E6126068}" presName="horzTwo" presStyleCnt="0"/>
      <dgm:spPr/>
    </dgm:pt>
    <dgm:pt modelId="{A6EDC704-04C3-4E4F-A01E-BBF4DD2D4D7D}" type="pres">
      <dgm:prSet presAssocID="{86530BD6-079D-457A-9EB3-04E09E7EB769}" presName="sibSpaceTwo" presStyleCnt="0"/>
      <dgm:spPr/>
    </dgm:pt>
    <dgm:pt modelId="{AF181E4B-B710-45DD-BD73-9D3D6306065B}" type="pres">
      <dgm:prSet presAssocID="{5D02D370-F00E-4256-AD8E-1E16BC010411}" presName="vertTwo" presStyleCnt="0"/>
      <dgm:spPr/>
    </dgm:pt>
    <dgm:pt modelId="{905145DF-567A-4694-AED1-14010F0B1CB3}" type="pres">
      <dgm:prSet presAssocID="{5D02D370-F00E-4256-AD8E-1E16BC010411}" presName="txTwo" presStyleLbl="node2" presStyleIdx="2" presStyleCnt="8">
        <dgm:presLayoutVars>
          <dgm:chPref val="3"/>
        </dgm:presLayoutVars>
      </dgm:prSet>
      <dgm:spPr/>
    </dgm:pt>
    <dgm:pt modelId="{320ECF5F-A2EA-452E-A9A8-49E847445646}" type="pres">
      <dgm:prSet presAssocID="{5D02D370-F00E-4256-AD8E-1E16BC010411}" presName="horzTwo" presStyleCnt="0"/>
      <dgm:spPr/>
    </dgm:pt>
    <dgm:pt modelId="{3FB70C58-EB30-4702-85FA-25112C6B4D90}" type="pres">
      <dgm:prSet presAssocID="{3D04782A-43D5-403D-9233-745A0A1A9DDF}" presName="sibSpaceTwo" presStyleCnt="0"/>
      <dgm:spPr/>
    </dgm:pt>
    <dgm:pt modelId="{90C2122E-2D40-46DA-9FE5-9D6CD8B15B68}" type="pres">
      <dgm:prSet presAssocID="{DCDB61A7-F060-4728-A050-1602FCEFDDED}" presName="vertTwo" presStyleCnt="0"/>
      <dgm:spPr/>
    </dgm:pt>
    <dgm:pt modelId="{841764A3-689D-46C8-9E36-3E43CA27B0C3}" type="pres">
      <dgm:prSet presAssocID="{DCDB61A7-F060-4728-A050-1602FCEFDDED}" presName="txTwo" presStyleLbl="node2" presStyleIdx="3" presStyleCnt="8">
        <dgm:presLayoutVars>
          <dgm:chPref val="3"/>
        </dgm:presLayoutVars>
      </dgm:prSet>
      <dgm:spPr/>
    </dgm:pt>
    <dgm:pt modelId="{54746172-50E4-4CDE-99D6-02EDB5D7030B}" type="pres">
      <dgm:prSet presAssocID="{DCDB61A7-F060-4728-A050-1602FCEFDDED}" presName="horzTwo" presStyleCnt="0"/>
      <dgm:spPr/>
    </dgm:pt>
    <dgm:pt modelId="{3B3781B5-4DBA-4CFE-9EA5-90D580A7C3DA}" type="pres">
      <dgm:prSet presAssocID="{87F6A1F8-202C-4608-AB25-149BA213CC81}" presName="sibSpaceOne" presStyleCnt="0"/>
      <dgm:spPr/>
    </dgm:pt>
    <dgm:pt modelId="{FACCA6A9-98F9-4D69-88A4-9CC69DE45C0B}" type="pres">
      <dgm:prSet presAssocID="{B45D5435-18EC-4B29-AE9C-F0E067DA0986}" presName="vertOne" presStyleCnt="0"/>
      <dgm:spPr/>
    </dgm:pt>
    <dgm:pt modelId="{03DA151D-4FBC-474E-8AF5-22C1CDF2445D}" type="pres">
      <dgm:prSet presAssocID="{B45D5435-18EC-4B29-AE9C-F0E067DA0986}" presName="txOne" presStyleLbl="node0" presStyleIdx="1" presStyleCnt="3">
        <dgm:presLayoutVars>
          <dgm:chPref val="3"/>
        </dgm:presLayoutVars>
      </dgm:prSet>
      <dgm:spPr/>
    </dgm:pt>
    <dgm:pt modelId="{5F732859-13D7-4877-A55C-96AA081EDC22}" type="pres">
      <dgm:prSet presAssocID="{B45D5435-18EC-4B29-AE9C-F0E067DA0986}" presName="parTransOne" presStyleCnt="0"/>
      <dgm:spPr/>
    </dgm:pt>
    <dgm:pt modelId="{DB638273-CD11-4770-8BF9-F16E08BB1A38}" type="pres">
      <dgm:prSet presAssocID="{B45D5435-18EC-4B29-AE9C-F0E067DA0986}" presName="horzOne" presStyleCnt="0"/>
      <dgm:spPr/>
    </dgm:pt>
    <dgm:pt modelId="{30B9343E-A68B-40FF-8F77-65BC4DDE09CB}" type="pres">
      <dgm:prSet presAssocID="{674FE9CB-369A-40B4-BA51-24C8AD7890CF}" presName="vertTwo" presStyleCnt="0"/>
      <dgm:spPr/>
    </dgm:pt>
    <dgm:pt modelId="{D6718BDB-C7DD-44E7-B092-6B208809CE43}" type="pres">
      <dgm:prSet presAssocID="{674FE9CB-369A-40B4-BA51-24C8AD7890CF}" presName="txTwo" presStyleLbl="node2" presStyleIdx="4" presStyleCnt="8">
        <dgm:presLayoutVars>
          <dgm:chPref val="3"/>
        </dgm:presLayoutVars>
      </dgm:prSet>
      <dgm:spPr/>
    </dgm:pt>
    <dgm:pt modelId="{535C1373-8360-4DF5-9A91-6F4AEB9B1394}" type="pres">
      <dgm:prSet presAssocID="{674FE9CB-369A-40B4-BA51-24C8AD7890CF}" presName="horzTwo" presStyleCnt="0"/>
      <dgm:spPr/>
    </dgm:pt>
    <dgm:pt modelId="{C43C45D8-9E74-4CCF-8332-DD691F09FA90}" type="pres">
      <dgm:prSet presAssocID="{B1F194F7-A196-4594-9605-24DCBD75B3EA}" presName="sibSpaceTwo" presStyleCnt="0"/>
      <dgm:spPr/>
    </dgm:pt>
    <dgm:pt modelId="{0BA1B307-0D5E-4EF9-93B3-CD86D6739B29}" type="pres">
      <dgm:prSet presAssocID="{07D2BA71-9049-4730-AEB9-5E2006B0A14A}" presName="vertTwo" presStyleCnt="0"/>
      <dgm:spPr/>
    </dgm:pt>
    <dgm:pt modelId="{81171A07-60B3-4D9C-B991-2EDB71692F9C}" type="pres">
      <dgm:prSet presAssocID="{07D2BA71-9049-4730-AEB9-5E2006B0A14A}" presName="txTwo" presStyleLbl="node2" presStyleIdx="5" presStyleCnt="8">
        <dgm:presLayoutVars>
          <dgm:chPref val="3"/>
        </dgm:presLayoutVars>
      </dgm:prSet>
      <dgm:spPr/>
    </dgm:pt>
    <dgm:pt modelId="{F0033204-D1D2-4787-B854-01424325C6C5}" type="pres">
      <dgm:prSet presAssocID="{07D2BA71-9049-4730-AEB9-5E2006B0A14A}" presName="horzTwo" presStyleCnt="0"/>
      <dgm:spPr/>
    </dgm:pt>
    <dgm:pt modelId="{48196948-263C-4717-994B-C587E34359EC}" type="pres">
      <dgm:prSet presAssocID="{9DAA6F3F-AD85-46FB-9994-3EF4B63A92B4}" presName="sibSpaceOne" presStyleCnt="0"/>
      <dgm:spPr/>
    </dgm:pt>
    <dgm:pt modelId="{ABCC28D3-9700-4EF3-B697-1AF0BF99934E}" type="pres">
      <dgm:prSet presAssocID="{412FF9F1-7E82-4A47-9D34-5AABFF1B5171}" presName="vertOne" presStyleCnt="0"/>
      <dgm:spPr/>
    </dgm:pt>
    <dgm:pt modelId="{20238311-4B7E-41C6-8B3B-BC5D6C2142D0}" type="pres">
      <dgm:prSet presAssocID="{412FF9F1-7E82-4A47-9D34-5AABFF1B5171}" presName="txOne" presStyleLbl="node0" presStyleIdx="2" presStyleCnt="3">
        <dgm:presLayoutVars>
          <dgm:chPref val="3"/>
        </dgm:presLayoutVars>
      </dgm:prSet>
      <dgm:spPr/>
    </dgm:pt>
    <dgm:pt modelId="{65566DD3-1D53-4F1C-BAA8-5A709B1F5D12}" type="pres">
      <dgm:prSet presAssocID="{412FF9F1-7E82-4A47-9D34-5AABFF1B5171}" presName="parTransOne" presStyleCnt="0"/>
      <dgm:spPr/>
    </dgm:pt>
    <dgm:pt modelId="{10B73C15-8D2D-4645-847A-6178FE35BF9C}" type="pres">
      <dgm:prSet presAssocID="{412FF9F1-7E82-4A47-9D34-5AABFF1B5171}" presName="horzOne" presStyleCnt="0"/>
      <dgm:spPr/>
    </dgm:pt>
    <dgm:pt modelId="{C6D70299-93C5-4518-9A1F-2979DA4AA3E6}" type="pres">
      <dgm:prSet presAssocID="{7E448884-FA22-4CF2-8F57-953789C4B412}" presName="vertTwo" presStyleCnt="0"/>
      <dgm:spPr/>
    </dgm:pt>
    <dgm:pt modelId="{7C39F49A-3473-4A94-AF45-6B9F9DFF99F5}" type="pres">
      <dgm:prSet presAssocID="{7E448884-FA22-4CF2-8F57-953789C4B412}" presName="txTwo" presStyleLbl="node2" presStyleIdx="6" presStyleCnt="8">
        <dgm:presLayoutVars>
          <dgm:chPref val="3"/>
        </dgm:presLayoutVars>
      </dgm:prSet>
      <dgm:spPr/>
    </dgm:pt>
    <dgm:pt modelId="{A4157724-1590-45A9-8BED-D7E03BEE195E}" type="pres">
      <dgm:prSet presAssocID="{7E448884-FA22-4CF2-8F57-953789C4B412}" presName="horzTwo" presStyleCnt="0"/>
      <dgm:spPr/>
    </dgm:pt>
    <dgm:pt modelId="{FF504305-B581-4E83-B9F7-B70D4DDE5C6B}" type="pres">
      <dgm:prSet presAssocID="{503C5604-BEB1-43AE-BA84-3A3C27DF4AEC}" presName="sibSpaceTwo" presStyleCnt="0"/>
      <dgm:spPr/>
    </dgm:pt>
    <dgm:pt modelId="{650E475C-4196-40EF-8021-323BC7AF13F8}" type="pres">
      <dgm:prSet presAssocID="{214D9590-B37B-4542-8C6A-035EF0DCF470}" presName="vertTwo" presStyleCnt="0"/>
      <dgm:spPr/>
    </dgm:pt>
    <dgm:pt modelId="{A9D646A6-1BF8-4A61-B19E-61DCCFD5216F}" type="pres">
      <dgm:prSet presAssocID="{214D9590-B37B-4542-8C6A-035EF0DCF470}" presName="txTwo" presStyleLbl="node2" presStyleIdx="7" presStyleCnt="8">
        <dgm:presLayoutVars>
          <dgm:chPref val="3"/>
        </dgm:presLayoutVars>
      </dgm:prSet>
      <dgm:spPr/>
    </dgm:pt>
    <dgm:pt modelId="{31D08157-6925-4E23-933E-BAF48B5C4C5A}"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2B9D6518-A90F-4919-84B5-8EE60AE3E54B}" type="presOf" srcId="{214D9590-B37B-4542-8C6A-035EF0DCF470}" destId="{A9D646A6-1BF8-4A61-B19E-61DCCFD5216F}" srcOrd="0" destOrd="0" presId="urn:microsoft.com/office/officeart/2005/8/layout/hierarchy4"/>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6B9AAB38-A6E8-4585-BB0C-E550D5FE0CA9}" type="presOf" srcId="{7E448884-FA22-4CF2-8F57-953789C4B412}" destId="{7C39F49A-3473-4A94-AF45-6B9F9DFF99F5}" srcOrd="0" destOrd="0" presId="urn:microsoft.com/office/officeart/2005/8/layout/hierarchy4"/>
    <dgm:cxn modelId="{E443D73A-7FAB-4600-83AE-EA3C629E8C57}" srcId="{EDF0E30A-671E-4616-AA35-9DA970DFD26C}" destId="{66412FD3-2772-439A-AD15-B1B4E6126068}" srcOrd="1" destOrd="0" parTransId="{D223C269-6EBB-4C81-9F43-C3A09B531EE6}" sibTransId="{86530BD6-079D-457A-9EB3-04E09E7EB769}"/>
    <dgm:cxn modelId="{A5C3FF3C-DD36-4D29-A8C8-0EC3E2F20964}" type="presOf" srcId="{DCDB61A7-F060-4728-A050-1602FCEFDDED}" destId="{841764A3-689D-46C8-9E36-3E43CA27B0C3}" srcOrd="0" destOrd="0" presId="urn:microsoft.com/office/officeart/2005/8/layout/hierarchy4"/>
    <dgm:cxn modelId="{3049075F-C10D-4D49-A49B-8BD443A6F1F1}" type="presOf" srcId="{B45D5435-18EC-4B29-AE9C-F0E067DA0986}" destId="{03DA151D-4FBC-474E-8AF5-22C1CDF2445D}" srcOrd="0" destOrd="0" presId="urn:microsoft.com/office/officeart/2005/8/layout/hierarchy4"/>
    <dgm:cxn modelId="{A1574A62-1DAF-4F9F-9B9D-BE89C4E86FAF}" type="presOf" srcId="{07D2BA71-9049-4730-AEB9-5E2006B0A14A}" destId="{81171A07-60B3-4D9C-B991-2EDB71692F9C}" srcOrd="0" destOrd="0" presId="urn:microsoft.com/office/officeart/2005/8/layout/hierarchy4"/>
    <dgm:cxn modelId="{D9051C64-19BB-4974-A321-D7F5BF4EC0EF}" type="presOf" srcId="{66412FD3-2772-439A-AD15-B1B4E6126068}" destId="{715CF90C-C886-410E-B0C1-CD5741FEC4D0}" srcOrd="0" destOrd="0" presId="urn:microsoft.com/office/officeart/2005/8/layout/hierarchy4"/>
    <dgm:cxn modelId="{A210D97C-C603-4789-8CD7-32E9BF6C8B21}" type="presOf" srcId="{ADF04534-838A-44E2-9F15-355B903A0A7E}" destId="{B33084EE-366A-4E29-BF8C-5A30E3C0AD44}" srcOrd="0" destOrd="0" presId="urn:microsoft.com/office/officeart/2005/8/layout/hierarchy4"/>
    <dgm:cxn modelId="{48CEE888-0967-4418-810A-EF43AEFC661C}" type="presOf" srcId="{EDF0E30A-671E-4616-AA35-9DA970DFD26C}" destId="{99D2C4D0-6717-4228-8D41-1FF48B15CAF9}"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D9DB709F-693A-4D61-8EEF-2523F2384662}" srcId="{ADF04534-838A-44E2-9F15-355B903A0A7E}" destId="{EDF0E30A-671E-4616-AA35-9DA970DFD26C}" srcOrd="0" destOrd="0" parTransId="{96D1AB1F-20FC-403B-BB06-879C642F5FE5}" sibTransId="{87F6A1F8-202C-4608-AB25-149BA213CC81}"/>
    <dgm:cxn modelId="{29303FA5-7B4D-4A3A-9E8B-69D454CA2CAF}" srcId="{EDF0E30A-671E-4616-AA35-9DA970DFD26C}" destId="{36B42D72-9F59-48EF-9E83-29BD6781495E}" srcOrd="0" destOrd="0" parTransId="{6D4A5F12-50AA-444B-8DE4-E41EA2737B6D}" sibTransId="{989B79C3-82CE-4694-B284-819911356297}"/>
    <dgm:cxn modelId="{6FF67FA5-9E2B-4DFD-A523-178F8E3B41F9}" type="presOf" srcId="{412FF9F1-7E82-4A47-9D34-5AABFF1B5171}" destId="{20238311-4B7E-41C6-8B3B-BC5D6C2142D0}" srcOrd="0" destOrd="0" presId="urn:microsoft.com/office/officeart/2005/8/layout/hierarchy4"/>
    <dgm:cxn modelId="{872583BA-943C-4880-AB3B-7F69F3CE3746}" type="presOf" srcId="{36B42D72-9F59-48EF-9E83-29BD6781495E}" destId="{D48A2A85-1496-4EAB-9E7F-1AD0626D42EB}" srcOrd="0" destOrd="0" presId="urn:microsoft.com/office/officeart/2005/8/layout/hierarchy4"/>
    <dgm:cxn modelId="{543DC4DD-4533-46A6-BE54-66D4D2F8F74F}" srcId="{EDF0E30A-671E-4616-AA35-9DA970DFD26C}"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EDF0E30A-671E-4616-AA35-9DA970DFD26C}"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EB9A16EE-3097-48CB-BCE8-2039488D3290}" type="presOf" srcId="{5D02D370-F00E-4256-AD8E-1E16BC010411}" destId="{905145DF-567A-4694-AED1-14010F0B1CB3}" srcOrd="0" destOrd="0" presId="urn:microsoft.com/office/officeart/2005/8/layout/hierarchy4"/>
    <dgm:cxn modelId="{B5FF79EF-5BE5-47CB-A129-90F9CE66C3EF}" type="presOf" srcId="{674FE9CB-369A-40B4-BA51-24C8AD7890CF}" destId="{D6718BDB-C7DD-44E7-B092-6B208809CE43}" srcOrd="0" destOrd="0" presId="urn:microsoft.com/office/officeart/2005/8/layout/hierarchy4"/>
    <dgm:cxn modelId="{122E5A05-5DEA-471A-BC91-A01899878355}" type="presParOf" srcId="{B33084EE-366A-4E29-BF8C-5A30E3C0AD44}" destId="{6BE891F0-F2FC-412B-8D93-6A1006BFBEB5}" srcOrd="0" destOrd="0" presId="urn:microsoft.com/office/officeart/2005/8/layout/hierarchy4"/>
    <dgm:cxn modelId="{AA94F68C-1EF9-44AC-8A23-DD55CB685240}" type="presParOf" srcId="{6BE891F0-F2FC-412B-8D93-6A1006BFBEB5}" destId="{99D2C4D0-6717-4228-8D41-1FF48B15CAF9}" srcOrd="0" destOrd="0" presId="urn:microsoft.com/office/officeart/2005/8/layout/hierarchy4"/>
    <dgm:cxn modelId="{81728117-918E-40FA-816C-9E77DC2270D1}" type="presParOf" srcId="{6BE891F0-F2FC-412B-8D93-6A1006BFBEB5}" destId="{BE3DE039-8FED-4279-80C6-2DB24FBB5743}" srcOrd="1" destOrd="0" presId="urn:microsoft.com/office/officeart/2005/8/layout/hierarchy4"/>
    <dgm:cxn modelId="{C250117D-BCFF-4E94-9E67-D66E637DB05A}" type="presParOf" srcId="{6BE891F0-F2FC-412B-8D93-6A1006BFBEB5}" destId="{489F71C8-BBD3-474A-A790-FBAF8E59D93C}" srcOrd="2" destOrd="0" presId="urn:microsoft.com/office/officeart/2005/8/layout/hierarchy4"/>
    <dgm:cxn modelId="{D97D6372-56F7-49A9-B7DF-A58DB6D8E717}" type="presParOf" srcId="{489F71C8-BBD3-474A-A790-FBAF8E59D93C}" destId="{731EFD37-0A09-46D1-A16D-48C1ECB40ADA}" srcOrd="0" destOrd="0" presId="urn:microsoft.com/office/officeart/2005/8/layout/hierarchy4"/>
    <dgm:cxn modelId="{99AD8B38-BCD7-4755-99CF-62F17A794482}" type="presParOf" srcId="{731EFD37-0A09-46D1-A16D-48C1ECB40ADA}" destId="{D48A2A85-1496-4EAB-9E7F-1AD0626D42EB}" srcOrd="0" destOrd="0" presId="urn:microsoft.com/office/officeart/2005/8/layout/hierarchy4"/>
    <dgm:cxn modelId="{B8C24A89-E291-447A-95BA-B71FB982F849}" type="presParOf" srcId="{731EFD37-0A09-46D1-A16D-48C1ECB40ADA}" destId="{1CB8A059-07F9-4002-9F5B-52F16D914C25}" srcOrd="1" destOrd="0" presId="urn:microsoft.com/office/officeart/2005/8/layout/hierarchy4"/>
    <dgm:cxn modelId="{152F984F-E3E1-48B7-B642-D09E83567BEF}" type="presParOf" srcId="{489F71C8-BBD3-474A-A790-FBAF8E59D93C}" destId="{01DAE8B5-548E-4055-9693-9E926EF3238D}" srcOrd="1" destOrd="0" presId="urn:microsoft.com/office/officeart/2005/8/layout/hierarchy4"/>
    <dgm:cxn modelId="{2321679E-BF76-4FEC-8616-89F2E1BFE3F5}" type="presParOf" srcId="{489F71C8-BBD3-474A-A790-FBAF8E59D93C}" destId="{55A0E999-CD64-4D29-BACD-E994BDFA61CD}" srcOrd="2" destOrd="0" presId="urn:microsoft.com/office/officeart/2005/8/layout/hierarchy4"/>
    <dgm:cxn modelId="{BB9E69D4-DD63-4B34-B005-80F4B57677E4}" type="presParOf" srcId="{55A0E999-CD64-4D29-BACD-E994BDFA61CD}" destId="{715CF90C-C886-410E-B0C1-CD5741FEC4D0}" srcOrd="0" destOrd="0" presId="urn:microsoft.com/office/officeart/2005/8/layout/hierarchy4"/>
    <dgm:cxn modelId="{93B3BDD4-0D7E-407E-8EA2-31D66C174CED}" type="presParOf" srcId="{55A0E999-CD64-4D29-BACD-E994BDFA61CD}" destId="{20BB79E2-AA85-49C9-A736-87F5E4CB61B9}" srcOrd="1" destOrd="0" presId="urn:microsoft.com/office/officeart/2005/8/layout/hierarchy4"/>
    <dgm:cxn modelId="{7AF4ACEE-D99B-48B2-B8EA-D354F8234D95}" type="presParOf" srcId="{489F71C8-BBD3-474A-A790-FBAF8E59D93C}" destId="{A6EDC704-04C3-4E4F-A01E-BBF4DD2D4D7D}" srcOrd="3" destOrd="0" presId="urn:microsoft.com/office/officeart/2005/8/layout/hierarchy4"/>
    <dgm:cxn modelId="{58A02305-4F1A-4DDC-8F6E-33E4214687DB}" type="presParOf" srcId="{489F71C8-BBD3-474A-A790-FBAF8E59D93C}" destId="{AF181E4B-B710-45DD-BD73-9D3D6306065B}" srcOrd="4" destOrd="0" presId="urn:microsoft.com/office/officeart/2005/8/layout/hierarchy4"/>
    <dgm:cxn modelId="{FD288DDC-7E38-4B71-886F-148E94635C6B}" type="presParOf" srcId="{AF181E4B-B710-45DD-BD73-9D3D6306065B}" destId="{905145DF-567A-4694-AED1-14010F0B1CB3}" srcOrd="0" destOrd="0" presId="urn:microsoft.com/office/officeart/2005/8/layout/hierarchy4"/>
    <dgm:cxn modelId="{FF246369-BB34-412D-A6A6-0F0913AECA19}" type="presParOf" srcId="{AF181E4B-B710-45DD-BD73-9D3D6306065B}" destId="{320ECF5F-A2EA-452E-A9A8-49E847445646}" srcOrd="1" destOrd="0" presId="urn:microsoft.com/office/officeart/2005/8/layout/hierarchy4"/>
    <dgm:cxn modelId="{959D5C06-817F-48FE-AF44-4A1EAF3CF209}" type="presParOf" srcId="{489F71C8-BBD3-474A-A790-FBAF8E59D93C}" destId="{3FB70C58-EB30-4702-85FA-25112C6B4D90}" srcOrd="5" destOrd="0" presId="urn:microsoft.com/office/officeart/2005/8/layout/hierarchy4"/>
    <dgm:cxn modelId="{356E798A-1CE2-4FA2-9AFB-B03168C48346}" type="presParOf" srcId="{489F71C8-BBD3-474A-A790-FBAF8E59D93C}" destId="{90C2122E-2D40-46DA-9FE5-9D6CD8B15B68}" srcOrd="6" destOrd="0" presId="urn:microsoft.com/office/officeart/2005/8/layout/hierarchy4"/>
    <dgm:cxn modelId="{B508CA85-CC71-4329-AA41-F2CAED1D6427}" type="presParOf" srcId="{90C2122E-2D40-46DA-9FE5-9D6CD8B15B68}" destId="{841764A3-689D-46C8-9E36-3E43CA27B0C3}" srcOrd="0" destOrd="0" presId="urn:microsoft.com/office/officeart/2005/8/layout/hierarchy4"/>
    <dgm:cxn modelId="{AD8D1CA6-9D9B-4644-B792-FFCD8A180411}" type="presParOf" srcId="{90C2122E-2D40-46DA-9FE5-9D6CD8B15B68}" destId="{54746172-50E4-4CDE-99D6-02EDB5D7030B}" srcOrd="1" destOrd="0" presId="urn:microsoft.com/office/officeart/2005/8/layout/hierarchy4"/>
    <dgm:cxn modelId="{87772F4C-8B14-4B77-86D9-4DF7FC4E57FB}" type="presParOf" srcId="{B33084EE-366A-4E29-BF8C-5A30E3C0AD44}" destId="{3B3781B5-4DBA-4CFE-9EA5-90D580A7C3DA}" srcOrd="1" destOrd="0" presId="urn:microsoft.com/office/officeart/2005/8/layout/hierarchy4"/>
    <dgm:cxn modelId="{CD3F85FE-363F-4CBB-A3AF-CF1BBBD866BC}" type="presParOf" srcId="{B33084EE-366A-4E29-BF8C-5A30E3C0AD44}" destId="{FACCA6A9-98F9-4D69-88A4-9CC69DE45C0B}" srcOrd="2" destOrd="0" presId="urn:microsoft.com/office/officeart/2005/8/layout/hierarchy4"/>
    <dgm:cxn modelId="{27E9C631-7DA7-40CD-BB91-EDF4F482F3F1}" type="presParOf" srcId="{FACCA6A9-98F9-4D69-88A4-9CC69DE45C0B}" destId="{03DA151D-4FBC-474E-8AF5-22C1CDF2445D}" srcOrd="0" destOrd="0" presId="urn:microsoft.com/office/officeart/2005/8/layout/hierarchy4"/>
    <dgm:cxn modelId="{1672E46F-83D3-45F8-B0BD-824A5C5FB643}" type="presParOf" srcId="{FACCA6A9-98F9-4D69-88A4-9CC69DE45C0B}" destId="{5F732859-13D7-4877-A55C-96AA081EDC22}" srcOrd="1" destOrd="0" presId="urn:microsoft.com/office/officeart/2005/8/layout/hierarchy4"/>
    <dgm:cxn modelId="{BEA29026-97D2-4CE3-821E-2E16947DDD9A}" type="presParOf" srcId="{FACCA6A9-98F9-4D69-88A4-9CC69DE45C0B}" destId="{DB638273-CD11-4770-8BF9-F16E08BB1A38}" srcOrd="2" destOrd="0" presId="urn:microsoft.com/office/officeart/2005/8/layout/hierarchy4"/>
    <dgm:cxn modelId="{10A6B2E2-3274-4217-A37E-77BFF09F99DF}" type="presParOf" srcId="{DB638273-CD11-4770-8BF9-F16E08BB1A38}" destId="{30B9343E-A68B-40FF-8F77-65BC4DDE09CB}" srcOrd="0" destOrd="0" presId="urn:microsoft.com/office/officeart/2005/8/layout/hierarchy4"/>
    <dgm:cxn modelId="{1F19AFB8-B9B5-44B0-8C41-5D7150097776}" type="presParOf" srcId="{30B9343E-A68B-40FF-8F77-65BC4DDE09CB}" destId="{D6718BDB-C7DD-44E7-B092-6B208809CE43}" srcOrd="0" destOrd="0" presId="urn:microsoft.com/office/officeart/2005/8/layout/hierarchy4"/>
    <dgm:cxn modelId="{EC501755-866B-4A93-97E8-3F58D55EED2F}" type="presParOf" srcId="{30B9343E-A68B-40FF-8F77-65BC4DDE09CB}" destId="{535C1373-8360-4DF5-9A91-6F4AEB9B1394}" srcOrd="1" destOrd="0" presId="urn:microsoft.com/office/officeart/2005/8/layout/hierarchy4"/>
    <dgm:cxn modelId="{F85135DB-E4F5-40D7-A453-FCBED0B92461}" type="presParOf" srcId="{DB638273-CD11-4770-8BF9-F16E08BB1A38}" destId="{C43C45D8-9E74-4CCF-8332-DD691F09FA90}" srcOrd="1" destOrd="0" presId="urn:microsoft.com/office/officeart/2005/8/layout/hierarchy4"/>
    <dgm:cxn modelId="{91160D85-2F4D-424F-9698-5D48CF69BA5C}" type="presParOf" srcId="{DB638273-CD11-4770-8BF9-F16E08BB1A38}" destId="{0BA1B307-0D5E-4EF9-93B3-CD86D6739B29}" srcOrd="2" destOrd="0" presId="urn:microsoft.com/office/officeart/2005/8/layout/hierarchy4"/>
    <dgm:cxn modelId="{5B74753A-6743-49C8-BC8E-4286FE5C0341}" type="presParOf" srcId="{0BA1B307-0D5E-4EF9-93B3-CD86D6739B29}" destId="{81171A07-60B3-4D9C-B991-2EDB71692F9C}" srcOrd="0" destOrd="0" presId="urn:microsoft.com/office/officeart/2005/8/layout/hierarchy4"/>
    <dgm:cxn modelId="{52D7F7ED-BF83-4907-A2A2-A71C498FC1BD}" type="presParOf" srcId="{0BA1B307-0D5E-4EF9-93B3-CD86D6739B29}" destId="{F0033204-D1D2-4787-B854-01424325C6C5}" srcOrd="1" destOrd="0" presId="urn:microsoft.com/office/officeart/2005/8/layout/hierarchy4"/>
    <dgm:cxn modelId="{B09D4B4E-7828-486D-A1ED-613669B92210}" type="presParOf" srcId="{B33084EE-366A-4E29-BF8C-5A30E3C0AD44}" destId="{48196948-263C-4717-994B-C587E34359EC}" srcOrd="3" destOrd="0" presId="urn:microsoft.com/office/officeart/2005/8/layout/hierarchy4"/>
    <dgm:cxn modelId="{F8F5149D-47F2-47CB-8942-AB46144741F2}" type="presParOf" srcId="{B33084EE-366A-4E29-BF8C-5A30E3C0AD44}" destId="{ABCC28D3-9700-4EF3-B697-1AF0BF99934E}" srcOrd="4" destOrd="0" presId="urn:microsoft.com/office/officeart/2005/8/layout/hierarchy4"/>
    <dgm:cxn modelId="{C01BD18F-E31C-437A-9120-E6D0B950D797}" type="presParOf" srcId="{ABCC28D3-9700-4EF3-B697-1AF0BF99934E}" destId="{20238311-4B7E-41C6-8B3B-BC5D6C2142D0}" srcOrd="0" destOrd="0" presId="urn:microsoft.com/office/officeart/2005/8/layout/hierarchy4"/>
    <dgm:cxn modelId="{B5AABD37-B46D-48B5-B362-47243D98AC0D}" type="presParOf" srcId="{ABCC28D3-9700-4EF3-B697-1AF0BF99934E}" destId="{65566DD3-1D53-4F1C-BAA8-5A709B1F5D12}" srcOrd="1" destOrd="0" presId="urn:microsoft.com/office/officeart/2005/8/layout/hierarchy4"/>
    <dgm:cxn modelId="{1D37884F-4E31-4899-A6DA-B5EF59D8125E}" type="presParOf" srcId="{ABCC28D3-9700-4EF3-B697-1AF0BF99934E}" destId="{10B73C15-8D2D-4645-847A-6178FE35BF9C}" srcOrd="2" destOrd="0" presId="urn:microsoft.com/office/officeart/2005/8/layout/hierarchy4"/>
    <dgm:cxn modelId="{9ACDB7AB-B3FD-4EB9-A9E8-D161429E846A}" type="presParOf" srcId="{10B73C15-8D2D-4645-847A-6178FE35BF9C}" destId="{C6D70299-93C5-4518-9A1F-2979DA4AA3E6}" srcOrd="0" destOrd="0" presId="urn:microsoft.com/office/officeart/2005/8/layout/hierarchy4"/>
    <dgm:cxn modelId="{9C34D531-8B60-4871-8D9A-18039152D368}" type="presParOf" srcId="{C6D70299-93C5-4518-9A1F-2979DA4AA3E6}" destId="{7C39F49A-3473-4A94-AF45-6B9F9DFF99F5}" srcOrd="0" destOrd="0" presId="urn:microsoft.com/office/officeart/2005/8/layout/hierarchy4"/>
    <dgm:cxn modelId="{6C89247D-FD7D-40B4-A1E2-453E3FC8F11A}" type="presParOf" srcId="{C6D70299-93C5-4518-9A1F-2979DA4AA3E6}" destId="{A4157724-1590-45A9-8BED-D7E03BEE195E}" srcOrd="1" destOrd="0" presId="urn:microsoft.com/office/officeart/2005/8/layout/hierarchy4"/>
    <dgm:cxn modelId="{87C3EDBA-08D7-4620-B7B0-AD913D16954F}" type="presParOf" srcId="{10B73C15-8D2D-4645-847A-6178FE35BF9C}" destId="{FF504305-B581-4E83-B9F7-B70D4DDE5C6B}" srcOrd="1" destOrd="0" presId="urn:microsoft.com/office/officeart/2005/8/layout/hierarchy4"/>
    <dgm:cxn modelId="{8F6511A8-E8BC-43DB-A0F3-ABDCAA18A809}" type="presParOf" srcId="{10B73C15-8D2D-4645-847A-6178FE35BF9C}" destId="{650E475C-4196-40EF-8021-323BC7AF13F8}" srcOrd="2" destOrd="0" presId="urn:microsoft.com/office/officeart/2005/8/layout/hierarchy4"/>
    <dgm:cxn modelId="{EE5DC5A7-6542-44E6-90A7-EE9F6F82541A}" type="presParOf" srcId="{650E475C-4196-40EF-8021-323BC7AF13F8}" destId="{A9D646A6-1BF8-4A61-B19E-61DCCFD5216F}" srcOrd="0" destOrd="0" presId="urn:microsoft.com/office/officeart/2005/8/layout/hierarchy4"/>
    <dgm:cxn modelId="{3DE3AE06-8797-464E-9A05-3C4EFC177635}" type="presParOf" srcId="{650E475C-4196-40EF-8021-323BC7AF13F8}" destId="{31D08157-6925-4E23-933E-BAF48B5C4C5A}"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45A756B-2F6B-4641-B8BE-FBB0B3D4E40E}" srcId="{ADF04534-838A-44E2-9F15-355B903A0A7E}" destId="{E2CEBA81-9B97-4520-B7D4-591198285BC5}" srcOrd="0" destOrd="0" parTransId="{27FD34BD-80E3-4FB7-BE99-4B835D2667D0}" sibTransId="{2BF9EBAC-1A18-4DFA-BD2C-E9FE9728CCCE}"/>
    <dgm:cxn modelId="{92563075-A023-417A-8794-8B73769056ED}" srcId="{ADF04534-838A-44E2-9F15-355B903A0A7E}" destId="{B0501BBB-5263-4DEB-AB30-46B76FD2E93E}" srcOrd="1" destOrd="0" parTransId="{9BE2EC55-0B1D-4094-BAA3-FF5D217E1DA3}" sibTransId="{2C840549-9EBF-445E-AD46-B136980EB424}"/>
    <dgm:cxn modelId="{DBDDDB7E-24CC-4739-ACBD-A7E0BD2E9EC7}" type="presOf" srcId="{09823532-7A7D-4168-969A-ACA79B1087F1}" destId="{486A96E7-698A-4381-84E0-25B5C1D4A61F}" srcOrd="1"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1D3278C7-2A78-4417-80B1-9E949FAC43FE}" type="presOf" srcId="{07F24B54-1279-4F47-BCFA-590F1546F95A}" destId="{93D370D6-840C-420C-B35B-D1711BD78F9F}" srcOrd="1"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9F53CF6B-BCA0-4970-8D14-15DCC9A35ED6}">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gm:t>
    </dgm:pt>
    <dgm:pt modelId="{C875E188-41B4-41F1-BF43-92085D698728}" type="parTrans" cxnId="{B8B14B97-ECE3-4EF1-9BDD-1D461BDCC623}">
      <dgm:prSet/>
      <dgm:spPr/>
      <dgm:t>
        <a:bodyPr/>
        <a:lstStyle/>
        <a:p>
          <a:endParaRPr lang="fr-FR" sz="1400" b="0"/>
        </a:p>
      </dgm:t>
    </dgm:pt>
    <dgm:pt modelId="{1244583F-DE65-43E1-BBCF-7218D80F8719}" type="sibTrans" cxnId="{B8B14B97-ECE3-4EF1-9BDD-1D461BDCC623}">
      <dgm:prSet/>
      <dgm:spPr/>
      <dgm:t>
        <a:bodyPr/>
        <a:lstStyle/>
        <a:p>
          <a:endParaRPr lang="fr-FR" b="0"/>
        </a:p>
      </dgm:t>
    </dgm:pt>
    <dgm:pt modelId="{A11E0899-E201-46C1-B523-CD3AFBF4C14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Pharmacies</a:t>
          </a:r>
        </a:p>
      </dgm:t>
    </dgm:pt>
    <dgm:pt modelId="{D3B4314E-28E2-4A3D-BFE7-EFBB1764300C}" type="parTrans" cxnId="{ECAE6122-DDDC-416F-97A9-6F0BBEEA66D8}">
      <dgm:prSet/>
      <dgm:spPr/>
      <dgm:t>
        <a:bodyPr/>
        <a:lstStyle/>
        <a:p>
          <a:endParaRPr lang="fr-FR" sz="1400" b="0"/>
        </a:p>
      </dgm:t>
    </dgm:pt>
    <dgm:pt modelId="{A214BE70-D877-412D-9C5A-BBD232124D83}" type="sibTrans" cxnId="{ECAE6122-DDDC-416F-97A9-6F0BBEEA66D8}">
      <dgm:prSet/>
      <dgm:spPr/>
      <dgm:t>
        <a:bodyPr/>
        <a:lstStyle/>
        <a:p>
          <a:endParaRPr lang="fr-FR" b="0"/>
        </a:p>
      </dgm:t>
    </dgm:pt>
    <dgm:pt modelId="{350693B9-0C61-4E22-ACB4-0282922D29D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gm:t>
    </dgm:pt>
    <dgm:pt modelId="{5F384A3C-07B2-4AD9-98F6-05994DE43C8B}" type="parTrans" cxnId="{05115D09-B7A1-4595-AF50-B8789B9DECB4}">
      <dgm:prSet/>
      <dgm:spPr/>
      <dgm:t>
        <a:bodyPr/>
        <a:lstStyle/>
        <a:p>
          <a:endParaRPr lang="fr-FR" sz="1400" b="0"/>
        </a:p>
      </dgm:t>
    </dgm:pt>
    <dgm:pt modelId="{F8810713-920D-4BED-B531-6BD53D4E7716}" type="sibTrans" cxnId="{05115D09-B7A1-4595-AF50-B8789B9DECB4}">
      <dgm:prSet/>
      <dgm:spPr/>
      <dgm:t>
        <a:bodyPr/>
        <a:lstStyle/>
        <a:p>
          <a:endParaRPr lang="fr-FR" b="0"/>
        </a:p>
      </dgm:t>
    </dgm:pt>
    <dgm:pt modelId="{E9E9A35A-EAFF-49A8-855F-0F77A1F9016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Universités</a:t>
          </a:r>
        </a:p>
      </dgm:t>
    </dgm:pt>
    <dgm:pt modelId="{22432BDE-178C-478F-AEA1-5689EEC70A6C}" type="parTrans" cxnId="{B9D51AC7-4CAB-466F-B81E-144A351D0A4C}">
      <dgm:prSet/>
      <dgm:spPr/>
      <dgm:t>
        <a:bodyPr/>
        <a:lstStyle/>
        <a:p>
          <a:endParaRPr lang="fr-FR" sz="1400" b="0"/>
        </a:p>
      </dgm:t>
    </dgm:pt>
    <dgm:pt modelId="{91291AD0-625E-451C-A1B6-38DEF33497BD}" type="sibTrans" cxnId="{B9D51AC7-4CAB-466F-B81E-144A351D0A4C}">
      <dgm:prSet/>
      <dgm:spPr/>
      <dgm:t>
        <a:bodyPr/>
        <a:lstStyle/>
        <a:p>
          <a:endParaRPr lang="fr-FR" b="0"/>
        </a:p>
      </dgm:t>
    </dgm:pt>
    <dgm:pt modelId="{C1D64C04-1047-4E24-BCFC-9E4D2A281CBC}">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gm:t>
    </dgm:pt>
    <dgm:pt modelId="{920FD115-6B69-46E5-AF1E-722E7DC1BC3A}" type="parTrans" cxnId="{D9973531-8D87-4C75-802D-B1FCF5491D66}">
      <dgm:prSet/>
      <dgm:spPr/>
      <dgm:t>
        <a:bodyPr/>
        <a:lstStyle/>
        <a:p>
          <a:endParaRPr lang="fr-FR" sz="1400" b="0"/>
        </a:p>
      </dgm:t>
    </dgm:pt>
    <dgm:pt modelId="{E920AC67-9A7B-47C2-95F1-59CAED55D816}" type="sibTrans" cxnId="{D9973531-8D87-4C75-802D-B1FCF5491D66}">
      <dgm:prSet/>
      <dgm:spPr/>
      <dgm:t>
        <a:bodyPr/>
        <a:lstStyle/>
        <a:p>
          <a:endParaRPr lang="fr-FR" b="0"/>
        </a:p>
      </dgm:t>
    </dgm:pt>
    <dgm:pt modelId="{28F2B834-276F-4854-A660-6B2A9BBCB90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Laboratoires</a:t>
          </a:r>
        </a:p>
      </dgm:t>
    </dgm:pt>
    <dgm:pt modelId="{8A8E07A2-9BD4-4C13-8BF4-60F1D6C939C7}" type="parTrans" cxnId="{FB0B24DF-B5E7-4E6A-AAE4-4C9C30955ED5}">
      <dgm:prSet/>
      <dgm:spPr/>
      <dgm:t>
        <a:bodyPr/>
        <a:lstStyle/>
        <a:p>
          <a:endParaRPr lang="fr-FR" sz="1400" b="0"/>
        </a:p>
      </dgm:t>
    </dgm:pt>
    <dgm:pt modelId="{C45C9CC2-C194-4858-B83C-1B4B4744FF80}" type="sibTrans" cxnId="{FB0B24DF-B5E7-4E6A-AAE4-4C9C30955ED5}">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81F27B6B-CC01-4E94-8610-59EB4BD33B58}">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gm:t>
    </dgm:pt>
    <dgm:pt modelId="{5168BF56-7D9C-4C09-91E2-24D6213A41E4}" type="parTrans" cxnId="{AD1D6652-2FAF-44E7-A2CA-DFD91FF1AE77}">
      <dgm:prSet/>
      <dgm:spPr/>
      <dgm:t>
        <a:bodyPr/>
        <a:lstStyle/>
        <a:p>
          <a:endParaRPr lang="fr-FR" sz="1400" b="0"/>
        </a:p>
      </dgm:t>
    </dgm:pt>
    <dgm:pt modelId="{BEA600F4-F1FF-48E0-B881-33997B146F5F}" type="sibTrans" cxnId="{AD1D6652-2FAF-44E7-A2CA-DFD91FF1AE77}">
      <dgm:prSet/>
      <dgm:spPr/>
      <dgm:t>
        <a:bodyPr/>
        <a:lstStyle/>
        <a:p>
          <a:endParaRPr lang="fr-FR" b="0"/>
        </a:p>
      </dgm:t>
    </dgm:pt>
    <dgm:pt modelId="{F10A9C27-B301-46D3-816C-DE4981B2154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gm:t>
    </dgm:pt>
    <dgm:pt modelId="{8B58493E-AA40-4B4C-8E4C-F669A31A8290}" type="parTrans" cxnId="{587F1669-B2CF-46C7-B350-9DC37B538B49}">
      <dgm:prSet/>
      <dgm:spPr/>
      <dgm:t>
        <a:bodyPr/>
        <a:lstStyle/>
        <a:p>
          <a:endParaRPr lang="fr-FR" sz="1400" b="0"/>
        </a:p>
      </dgm:t>
    </dgm:pt>
    <dgm:pt modelId="{0D7BCD96-3307-4F00-B7B5-F4354357AD86}" type="sibTrans" cxnId="{587F1669-B2CF-46C7-B350-9DC37B538B49}">
      <dgm:prSet/>
      <dgm:spPr/>
      <dgm:t>
        <a:bodyPr/>
        <a:lstStyle/>
        <a:p>
          <a:endParaRPr lang="fr-FR" b="0"/>
        </a:p>
      </dgm:t>
    </dgm:pt>
    <dgm:pt modelId="{6EEDBC31-72EC-436E-B36C-ECDBD6C844ED}">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gm:t>
    </dgm:pt>
    <dgm:pt modelId="{98A5615A-976F-45D7-A509-758EF02C14F4}" type="parTrans" cxnId="{317D2E6B-FE3A-4DCF-A8F0-AFE0EC757374}">
      <dgm:prSet/>
      <dgm:spPr/>
      <dgm:t>
        <a:bodyPr/>
        <a:lstStyle/>
        <a:p>
          <a:endParaRPr lang="fr-FR" sz="1400" b="0"/>
        </a:p>
      </dgm:t>
    </dgm:pt>
    <dgm:pt modelId="{5DE2FCA8-D2A6-4B09-944F-13B4BC040064}" type="sibTrans" cxnId="{317D2E6B-FE3A-4DCF-A8F0-AFE0EC757374}">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CCA0C4A4-412A-4480-B08A-681DACA8C25F}" type="pres">
      <dgm:prSet presAssocID="{C875E188-41B4-41F1-BF43-92085D698728}" presName="Name64" presStyleLbl="parChTrans1D2" presStyleIdx="0" presStyleCnt="9"/>
      <dgm:spPr/>
    </dgm:pt>
    <dgm:pt modelId="{D91F8BE0-391F-48D9-8DED-13E48F643B58}" type="pres">
      <dgm:prSet presAssocID="{9F53CF6B-BCA0-4970-8D14-15DCC9A35ED6}" presName="hierRoot2" presStyleCnt="0">
        <dgm:presLayoutVars>
          <dgm:hierBranch val="init"/>
        </dgm:presLayoutVars>
      </dgm:prSet>
      <dgm:spPr/>
    </dgm:pt>
    <dgm:pt modelId="{4B6F0DD1-3211-4840-9144-0DBB76A2E862}" type="pres">
      <dgm:prSet presAssocID="{9F53CF6B-BCA0-4970-8D14-15DCC9A35ED6}" presName="rootComposite" presStyleCnt="0"/>
      <dgm:spPr/>
    </dgm:pt>
    <dgm:pt modelId="{BB1E4401-F22C-49FC-BFA4-8BD64C267B55}" type="pres">
      <dgm:prSet presAssocID="{9F53CF6B-BCA0-4970-8D14-15DCC9A35ED6}" presName="rootText" presStyleLbl="node2" presStyleIdx="0" presStyleCnt="9" custScaleX="309891">
        <dgm:presLayoutVars>
          <dgm:chPref val="3"/>
        </dgm:presLayoutVars>
      </dgm:prSet>
      <dgm:spPr/>
    </dgm:pt>
    <dgm:pt modelId="{4F8B5D90-3B24-44ED-9334-AF364ED5678F}" type="pres">
      <dgm:prSet presAssocID="{9F53CF6B-BCA0-4970-8D14-15DCC9A35ED6}" presName="rootConnector" presStyleLbl="node2" presStyleIdx="0" presStyleCnt="9"/>
      <dgm:spPr/>
    </dgm:pt>
    <dgm:pt modelId="{0758F1BD-3365-4FDA-9D8C-98ACB7757BBA}" type="pres">
      <dgm:prSet presAssocID="{9F53CF6B-BCA0-4970-8D14-15DCC9A35ED6}" presName="hierChild4" presStyleCnt="0"/>
      <dgm:spPr/>
    </dgm:pt>
    <dgm:pt modelId="{BB7B7EEC-6693-4A8D-B067-083CD32A6A9C}" type="pres">
      <dgm:prSet presAssocID="{9F53CF6B-BCA0-4970-8D14-15DCC9A35ED6}" presName="hierChild5" presStyleCnt="0"/>
      <dgm:spPr/>
    </dgm:pt>
    <dgm:pt modelId="{5FBB4897-60FD-4DC3-A1DD-FCE0707D5359}" type="pres">
      <dgm:prSet presAssocID="{D3B4314E-28E2-4A3D-BFE7-EFBB1764300C}" presName="Name64" presStyleLbl="parChTrans1D2" presStyleIdx="1" presStyleCnt="9"/>
      <dgm:spPr/>
    </dgm:pt>
    <dgm:pt modelId="{ECEF39D3-F7E0-47CB-A810-6103E965826B}" type="pres">
      <dgm:prSet presAssocID="{A11E0899-E201-46C1-B523-CD3AFBF4C141}" presName="hierRoot2" presStyleCnt="0">
        <dgm:presLayoutVars>
          <dgm:hierBranch val="init"/>
        </dgm:presLayoutVars>
      </dgm:prSet>
      <dgm:spPr/>
    </dgm:pt>
    <dgm:pt modelId="{68E3BF5F-555C-4B68-B2A2-CC7267336A40}" type="pres">
      <dgm:prSet presAssocID="{A11E0899-E201-46C1-B523-CD3AFBF4C141}" presName="rootComposite" presStyleCnt="0"/>
      <dgm:spPr/>
    </dgm:pt>
    <dgm:pt modelId="{539405C0-5B2C-485A-BB0C-BDDF902120D1}" type="pres">
      <dgm:prSet presAssocID="{A11E0899-E201-46C1-B523-CD3AFBF4C141}" presName="rootText" presStyleLbl="node2" presStyleIdx="1" presStyleCnt="9" custScaleX="309891">
        <dgm:presLayoutVars>
          <dgm:chPref val="3"/>
        </dgm:presLayoutVars>
      </dgm:prSet>
      <dgm:spPr/>
    </dgm:pt>
    <dgm:pt modelId="{E35E6295-9100-4FE3-A33D-7DD49353F879}" type="pres">
      <dgm:prSet presAssocID="{A11E0899-E201-46C1-B523-CD3AFBF4C141}" presName="rootConnector" presStyleLbl="node2" presStyleIdx="1" presStyleCnt="9"/>
      <dgm:spPr/>
    </dgm:pt>
    <dgm:pt modelId="{87D23891-E1C5-4B1B-88FE-2603C1A96696}" type="pres">
      <dgm:prSet presAssocID="{A11E0899-E201-46C1-B523-CD3AFBF4C141}" presName="hierChild4" presStyleCnt="0"/>
      <dgm:spPr/>
    </dgm:pt>
    <dgm:pt modelId="{9516F760-CDFA-4A54-BBEA-B4AEF59D283B}" type="pres">
      <dgm:prSet presAssocID="{A11E0899-E201-46C1-B523-CD3AFBF4C141}" presName="hierChild5" presStyleCnt="0"/>
      <dgm:spPr/>
    </dgm:pt>
    <dgm:pt modelId="{1B5B8D5F-25D4-47B7-A7BE-99D4D7C47DEE}" type="pres">
      <dgm:prSet presAssocID="{5F384A3C-07B2-4AD9-98F6-05994DE43C8B}" presName="Name64" presStyleLbl="parChTrans1D2" presStyleIdx="2" presStyleCnt="9"/>
      <dgm:spPr/>
    </dgm:pt>
    <dgm:pt modelId="{060A9106-945E-4263-9A1E-C6CA41CB6B4D}" type="pres">
      <dgm:prSet presAssocID="{350693B9-0C61-4E22-ACB4-0282922D29D5}" presName="hierRoot2" presStyleCnt="0">
        <dgm:presLayoutVars>
          <dgm:hierBranch val="init"/>
        </dgm:presLayoutVars>
      </dgm:prSet>
      <dgm:spPr/>
    </dgm:pt>
    <dgm:pt modelId="{BA422B2E-CAFC-46EA-86EA-492C61F11327}" type="pres">
      <dgm:prSet presAssocID="{350693B9-0C61-4E22-ACB4-0282922D29D5}" presName="rootComposite" presStyleCnt="0"/>
      <dgm:spPr/>
    </dgm:pt>
    <dgm:pt modelId="{7889DDAD-B678-4032-9BE9-72AF73BB82CE}" type="pres">
      <dgm:prSet presAssocID="{350693B9-0C61-4E22-ACB4-0282922D29D5}" presName="rootText" presStyleLbl="node2" presStyleIdx="2" presStyleCnt="9" custScaleX="309891">
        <dgm:presLayoutVars>
          <dgm:chPref val="3"/>
        </dgm:presLayoutVars>
      </dgm:prSet>
      <dgm:spPr/>
    </dgm:pt>
    <dgm:pt modelId="{507E018B-A7AE-4AEB-8AA4-AE53DEADA428}" type="pres">
      <dgm:prSet presAssocID="{350693B9-0C61-4E22-ACB4-0282922D29D5}" presName="rootConnector" presStyleLbl="node2" presStyleIdx="2" presStyleCnt="9"/>
      <dgm:spPr/>
    </dgm:pt>
    <dgm:pt modelId="{15313282-83F7-499D-A342-A6CF24D0E911}" type="pres">
      <dgm:prSet presAssocID="{350693B9-0C61-4E22-ACB4-0282922D29D5}" presName="hierChild4" presStyleCnt="0"/>
      <dgm:spPr/>
    </dgm:pt>
    <dgm:pt modelId="{5CAE80D5-86F9-40FB-B51B-D661D6210162}" type="pres">
      <dgm:prSet presAssocID="{350693B9-0C61-4E22-ACB4-0282922D29D5}" presName="hierChild5"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A3B19CDF-235E-41C9-9F2F-BC482BAC10E5}" type="pres">
      <dgm:prSet presAssocID="{22432BDE-178C-478F-AEA1-5689EEC70A6C}" presName="Name64" presStyleLbl="parChTrans1D2" presStyleIdx="3" presStyleCnt="9"/>
      <dgm:spPr/>
    </dgm:pt>
    <dgm:pt modelId="{7C3C8BFF-9960-4454-8D30-1AB63D5C2D92}" type="pres">
      <dgm:prSet presAssocID="{E9E9A35A-EAFF-49A8-855F-0F77A1F9016B}" presName="hierRoot2" presStyleCnt="0">
        <dgm:presLayoutVars>
          <dgm:hierBranch val="init"/>
        </dgm:presLayoutVars>
      </dgm:prSet>
      <dgm:spPr/>
    </dgm:pt>
    <dgm:pt modelId="{99730745-FF6D-45E3-B371-C8F93A2400AD}" type="pres">
      <dgm:prSet presAssocID="{E9E9A35A-EAFF-49A8-855F-0F77A1F9016B}" presName="rootComposite" presStyleCnt="0"/>
      <dgm:spPr/>
    </dgm:pt>
    <dgm:pt modelId="{79DEF705-34C5-4B37-ADD3-636A646E6355}" type="pres">
      <dgm:prSet presAssocID="{E9E9A35A-EAFF-49A8-855F-0F77A1F9016B}" presName="rootText" presStyleLbl="node2" presStyleIdx="3" presStyleCnt="9" custScaleX="309891">
        <dgm:presLayoutVars>
          <dgm:chPref val="3"/>
        </dgm:presLayoutVars>
      </dgm:prSet>
      <dgm:spPr/>
    </dgm:pt>
    <dgm:pt modelId="{46C3C5C8-4ECD-456E-A342-6F9ACFCCB4C4}" type="pres">
      <dgm:prSet presAssocID="{E9E9A35A-EAFF-49A8-855F-0F77A1F9016B}" presName="rootConnector" presStyleLbl="node2" presStyleIdx="3" presStyleCnt="9"/>
      <dgm:spPr/>
    </dgm:pt>
    <dgm:pt modelId="{FE5E57B9-0657-43C4-9C71-942F21BFDC4D}" type="pres">
      <dgm:prSet presAssocID="{E9E9A35A-EAFF-49A8-855F-0F77A1F9016B}" presName="hierChild4" presStyleCnt="0"/>
      <dgm:spPr/>
    </dgm:pt>
    <dgm:pt modelId="{E8E2497C-D3CD-4DE0-BDCF-8F79C1BD3D11}" type="pres">
      <dgm:prSet presAssocID="{E9E9A35A-EAFF-49A8-855F-0F77A1F9016B}" presName="hierChild5" presStyleCnt="0"/>
      <dgm:spPr/>
    </dgm:pt>
    <dgm:pt modelId="{D29C930A-BCA0-45F0-B9C2-F4793AA85A9C}" type="pres">
      <dgm:prSet presAssocID="{920FD115-6B69-46E5-AF1E-722E7DC1BC3A}" presName="Name64" presStyleLbl="parChTrans1D2" presStyleIdx="4" presStyleCnt="9"/>
      <dgm:spPr/>
    </dgm:pt>
    <dgm:pt modelId="{4FF58239-236A-409D-9E49-1DA342985519}" type="pres">
      <dgm:prSet presAssocID="{C1D64C04-1047-4E24-BCFC-9E4D2A281CBC}" presName="hierRoot2" presStyleCnt="0">
        <dgm:presLayoutVars>
          <dgm:hierBranch val="init"/>
        </dgm:presLayoutVars>
      </dgm:prSet>
      <dgm:spPr/>
    </dgm:pt>
    <dgm:pt modelId="{C75EC834-48BD-43BD-A9EE-27D7D59A26F0}" type="pres">
      <dgm:prSet presAssocID="{C1D64C04-1047-4E24-BCFC-9E4D2A281CBC}" presName="rootComposite" presStyleCnt="0"/>
      <dgm:spPr/>
    </dgm:pt>
    <dgm:pt modelId="{39DD274C-E065-4349-83BD-3975FB96A15D}" type="pres">
      <dgm:prSet presAssocID="{C1D64C04-1047-4E24-BCFC-9E4D2A281CBC}" presName="rootText" presStyleLbl="node2" presStyleIdx="4" presStyleCnt="9" custScaleX="309891">
        <dgm:presLayoutVars>
          <dgm:chPref val="3"/>
        </dgm:presLayoutVars>
      </dgm:prSet>
      <dgm:spPr/>
    </dgm:pt>
    <dgm:pt modelId="{BEA14D48-BA03-4A35-BB1F-EA76D2F63BA5}" type="pres">
      <dgm:prSet presAssocID="{C1D64C04-1047-4E24-BCFC-9E4D2A281CBC}" presName="rootConnector" presStyleLbl="node2" presStyleIdx="4" presStyleCnt="9"/>
      <dgm:spPr/>
    </dgm:pt>
    <dgm:pt modelId="{EC99339F-16CA-4603-820A-15CA34F4DC8C}" type="pres">
      <dgm:prSet presAssocID="{C1D64C04-1047-4E24-BCFC-9E4D2A281CBC}" presName="hierChild4" presStyleCnt="0"/>
      <dgm:spPr/>
    </dgm:pt>
    <dgm:pt modelId="{450432DA-C2AC-4290-A1F7-A4DAFF0ABD1B}" type="pres">
      <dgm:prSet presAssocID="{C1D64C04-1047-4E24-BCFC-9E4D2A281CBC}" presName="hierChild5" presStyleCnt="0"/>
      <dgm:spPr/>
    </dgm:pt>
    <dgm:pt modelId="{4F8AAB56-9138-4E47-BDFC-3A31039154CA}" type="pres">
      <dgm:prSet presAssocID="{8A8E07A2-9BD4-4C13-8BF4-60F1D6C939C7}" presName="Name64" presStyleLbl="parChTrans1D2" presStyleIdx="5" presStyleCnt="9"/>
      <dgm:spPr/>
    </dgm:pt>
    <dgm:pt modelId="{108A6D1B-5A89-48C9-9548-C0636FC9780B}" type="pres">
      <dgm:prSet presAssocID="{28F2B834-276F-4854-A660-6B2A9BBCB90A}" presName="hierRoot2" presStyleCnt="0">
        <dgm:presLayoutVars>
          <dgm:hierBranch val="init"/>
        </dgm:presLayoutVars>
      </dgm:prSet>
      <dgm:spPr/>
    </dgm:pt>
    <dgm:pt modelId="{13E48C7E-96C8-4F09-9378-2F4C89B1F805}" type="pres">
      <dgm:prSet presAssocID="{28F2B834-276F-4854-A660-6B2A9BBCB90A}" presName="rootComposite" presStyleCnt="0"/>
      <dgm:spPr/>
    </dgm:pt>
    <dgm:pt modelId="{8D6085E1-877C-4D19-9812-F2B633A2B5E3}" type="pres">
      <dgm:prSet presAssocID="{28F2B834-276F-4854-A660-6B2A9BBCB90A}" presName="rootText" presStyleLbl="node2" presStyleIdx="5" presStyleCnt="9" custScaleX="309891">
        <dgm:presLayoutVars>
          <dgm:chPref val="3"/>
        </dgm:presLayoutVars>
      </dgm:prSet>
      <dgm:spPr/>
    </dgm:pt>
    <dgm:pt modelId="{6972E8F1-92AD-4418-94EB-C011A59420C6}" type="pres">
      <dgm:prSet presAssocID="{28F2B834-276F-4854-A660-6B2A9BBCB90A}" presName="rootConnector" presStyleLbl="node2" presStyleIdx="5" presStyleCnt="9"/>
      <dgm:spPr/>
    </dgm:pt>
    <dgm:pt modelId="{D91C064A-B58D-4178-912B-C26638E80226}" type="pres">
      <dgm:prSet presAssocID="{28F2B834-276F-4854-A660-6B2A9BBCB90A}" presName="hierChild4" presStyleCnt="0"/>
      <dgm:spPr/>
    </dgm:pt>
    <dgm:pt modelId="{B3464010-1615-4DD5-84D8-3009C3246518}" type="pres">
      <dgm:prSet presAssocID="{28F2B834-276F-4854-A660-6B2A9BBCB90A}" presName="hierChild5"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361B13B9-2836-4928-AF9B-BECE450B402E}" type="pres">
      <dgm:prSet presAssocID="{98A5615A-976F-45D7-A509-758EF02C14F4}" presName="Name64" presStyleLbl="parChTrans1D2" presStyleIdx="6" presStyleCnt="9"/>
      <dgm:spPr/>
    </dgm:pt>
    <dgm:pt modelId="{F87DA604-8DC0-486A-B46B-7596F5638F1E}" type="pres">
      <dgm:prSet presAssocID="{6EEDBC31-72EC-436E-B36C-ECDBD6C844ED}" presName="hierRoot2" presStyleCnt="0">
        <dgm:presLayoutVars>
          <dgm:hierBranch val="init"/>
        </dgm:presLayoutVars>
      </dgm:prSet>
      <dgm:spPr/>
    </dgm:pt>
    <dgm:pt modelId="{331C1F84-C09B-41A9-9EFD-66C624032429}" type="pres">
      <dgm:prSet presAssocID="{6EEDBC31-72EC-436E-B36C-ECDBD6C844ED}" presName="rootComposite" presStyleCnt="0"/>
      <dgm:spPr/>
    </dgm:pt>
    <dgm:pt modelId="{62F4ABFE-C6A9-44C3-926D-1C542517D6CB}" type="pres">
      <dgm:prSet presAssocID="{6EEDBC31-72EC-436E-B36C-ECDBD6C844ED}" presName="rootText" presStyleLbl="node2" presStyleIdx="6" presStyleCnt="9" custScaleX="309891">
        <dgm:presLayoutVars>
          <dgm:chPref val="3"/>
        </dgm:presLayoutVars>
      </dgm:prSet>
      <dgm:spPr/>
    </dgm:pt>
    <dgm:pt modelId="{D44DD4C9-4322-4CB1-955A-2E2E0B0A1115}" type="pres">
      <dgm:prSet presAssocID="{6EEDBC31-72EC-436E-B36C-ECDBD6C844ED}" presName="rootConnector" presStyleLbl="node2" presStyleIdx="6" presStyleCnt="9"/>
      <dgm:spPr/>
    </dgm:pt>
    <dgm:pt modelId="{99F951FF-610A-4655-81F4-13711095B0B6}" type="pres">
      <dgm:prSet presAssocID="{6EEDBC31-72EC-436E-B36C-ECDBD6C844ED}" presName="hierChild4" presStyleCnt="0"/>
      <dgm:spPr/>
    </dgm:pt>
    <dgm:pt modelId="{F05CA758-B78D-4B5F-8EE1-F3AA74CED3BA}" type="pres">
      <dgm:prSet presAssocID="{6EEDBC31-72EC-436E-B36C-ECDBD6C844ED}" presName="hierChild5"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7D258399-B047-4A7A-B8EB-2595B403AD4F}" type="pres">
      <dgm:prSet presAssocID="{5168BF56-7D9C-4C09-91E2-24D6213A41E4}" presName="Name64" presStyleLbl="parChTrans1D2" presStyleIdx="7" presStyleCnt="9"/>
      <dgm:spPr/>
    </dgm:pt>
    <dgm:pt modelId="{0B4E5F6A-FC08-4F41-B851-E8819DE49A10}" type="pres">
      <dgm:prSet presAssocID="{81F27B6B-CC01-4E94-8610-59EB4BD33B58}" presName="hierRoot2" presStyleCnt="0">
        <dgm:presLayoutVars>
          <dgm:hierBranch val="init"/>
        </dgm:presLayoutVars>
      </dgm:prSet>
      <dgm:spPr/>
    </dgm:pt>
    <dgm:pt modelId="{75685976-6FC9-4DAD-8B26-2431B3149A88}" type="pres">
      <dgm:prSet presAssocID="{81F27B6B-CC01-4E94-8610-59EB4BD33B58}" presName="rootComposite" presStyleCnt="0"/>
      <dgm:spPr/>
    </dgm:pt>
    <dgm:pt modelId="{441A11F4-EC55-4A15-97E4-DE52EF03C1D7}" type="pres">
      <dgm:prSet presAssocID="{81F27B6B-CC01-4E94-8610-59EB4BD33B58}" presName="rootText" presStyleLbl="node2" presStyleIdx="7" presStyleCnt="9" custScaleX="309891">
        <dgm:presLayoutVars>
          <dgm:chPref val="3"/>
        </dgm:presLayoutVars>
      </dgm:prSet>
      <dgm:spPr/>
    </dgm:pt>
    <dgm:pt modelId="{BA2BD402-8B3B-4C13-95E7-E068DE37F2FC}" type="pres">
      <dgm:prSet presAssocID="{81F27B6B-CC01-4E94-8610-59EB4BD33B58}" presName="rootConnector" presStyleLbl="node2" presStyleIdx="7" presStyleCnt="9"/>
      <dgm:spPr/>
    </dgm:pt>
    <dgm:pt modelId="{D9725754-82EB-4A49-BFF8-83C4B6AB11A7}" type="pres">
      <dgm:prSet presAssocID="{81F27B6B-CC01-4E94-8610-59EB4BD33B58}" presName="hierChild4" presStyleCnt="0"/>
      <dgm:spPr/>
    </dgm:pt>
    <dgm:pt modelId="{FFBC81EC-A391-4EF1-8E2D-28F2678F43DC}" type="pres">
      <dgm:prSet presAssocID="{81F27B6B-CC01-4E94-8610-59EB4BD33B58}" presName="hierChild5" presStyleCnt="0"/>
      <dgm:spPr/>
    </dgm:pt>
    <dgm:pt modelId="{976B93E4-DB57-40BE-94CC-2EF3A40FF932}" type="pres">
      <dgm:prSet presAssocID="{8B58493E-AA40-4B4C-8E4C-F669A31A8290}" presName="Name64" presStyleLbl="parChTrans1D2" presStyleIdx="8" presStyleCnt="9"/>
      <dgm:spPr/>
    </dgm:pt>
    <dgm:pt modelId="{654B8F55-7660-461A-A05E-074DA376C483}" type="pres">
      <dgm:prSet presAssocID="{F10A9C27-B301-46D3-816C-DE4981B2154B}" presName="hierRoot2" presStyleCnt="0">
        <dgm:presLayoutVars>
          <dgm:hierBranch val="init"/>
        </dgm:presLayoutVars>
      </dgm:prSet>
      <dgm:spPr/>
    </dgm:pt>
    <dgm:pt modelId="{9695F19E-DEC0-473A-A3D3-8FCE6AE8A730}" type="pres">
      <dgm:prSet presAssocID="{F10A9C27-B301-46D3-816C-DE4981B2154B}" presName="rootComposite" presStyleCnt="0"/>
      <dgm:spPr/>
    </dgm:pt>
    <dgm:pt modelId="{2C3B5E6C-0986-4E26-9F49-0BFD9CD4293A}" type="pres">
      <dgm:prSet presAssocID="{F10A9C27-B301-46D3-816C-DE4981B2154B}" presName="rootText" presStyleLbl="node2" presStyleIdx="8" presStyleCnt="9" custScaleX="309891">
        <dgm:presLayoutVars>
          <dgm:chPref val="3"/>
        </dgm:presLayoutVars>
      </dgm:prSet>
      <dgm:spPr/>
    </dgm:pt>
    <dgm:pt modelId="{0B01CCE1-FF4E-408E-89FD-0FD36534917A}" type="pres">
      <dgm:prSet presAssocID="{F10A9C27-B301-46D3-816C-DE4981B2154B}" presName="rootConnector" presStyleLbl="node2" presStyleIdx="8" presStyleCnt="9"/>
      <dgm:spPr/>
    </dgm:pt>
    <dgm:pt modelId="{2A1B707B-68CC-4FD6-A5B5-311524CE255C}" type="pres">
      <dgm:prSet presAssocID="{F10A9C27-B301-46D3-816C-DE4981B2154B}" presName="hierChild4" presStyleCnt="0"/>
      <dgm:spPr/>
    </dgm:pt>
    <dgm:pt modelId="{198F9A37-624E-4DB3-AFD2-C9C1528BAAD8}" type="pres">
      <dgm:prSet presAssocID="{F10A9C27-B301-46D3-816C-DE4981B2154B}" presName="hierChild5"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EF66F804-2195-47C7-9458-BB410A6FFDAE}" type="presOf" srcId="{350693B9-0C61-4E22-ACB4-0282922D29D5}" destId="{7889DDAD-B678-4032-9BE9-72AF73BB82CE}" srcOrd="0" destOrd="0" presId="urn:microsoft.com/office/officeart/2009/3/layout/HorizontalOrganizationChart"/>
    <dgm:cxn modelId="{05115D09-B7A1-4595-AF50-B8789B9DECB4}" srcId="{E2CEBA81-9B97-4520-B7D4-591198285BC5}" destId="{350693B9-0C61-4E22-ACB4-0282922D29D5}" srcOrd="2" destOrd="0" parTransId="{5F384A3C-07B2-4AD9-98F6-05994DE43C8B}" sibTransId="{F8810713-920D-4BED-B531-6BD53D4E7716}"/>
    <dgm:cxn modelId="{66731012-5DEC-4425-B68E-78DE5A5BF8A2}" type="presOf" srcId="{8A8E07A2-9BD4-4C13-8BF4-60F1D6C939C7}" destId="{4F8AAB56-9138-4E47-BDFC-3A31039154CA}" srcOrd="0" destOrd="0" presId="urn:microsoft.com/office/officeart/2009/3/layout/HorizontalOrganizationChart"/>
    <dgm:cxn modelId="{46589216-44C9-46AC-90A8-912DA36A13C2}" type="presOf" srcId="{D3B4314E-28E2-4A3D-BFE7-EFBB1764300C}" destId="{5FBB4897-60FD-4DC3-A1DD-FCE0707D5359}" srcOrd="0" destOrd="0" presId="urn:microsoft.com/office/officeart/2009/3/layout/HorizontalOrganizationChart"/>
    <dgm:cxn modelId="{5E815219-31B2-4496-93DD-A726D4D8AAAD}" type="presOf" srcId="{9F53CF6B-BCA0-4970-8D14-15DCC9A35ED6}" destId="{4F8B5D90-3B24-44ED-9334-AF364ED5678F}" srcOrd="1"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ECAE6122-DDDC-416F-97A9-6F0BBEEA66D8}" srcId="{E2CEBA81-9B97-4520-B7D4-591198285BC5}" destId="{A11E0899-E201-46C1-B523-CD3AFBF4C141}" srcOrd="1" destOrd="0" parTransId="{D3B4314E-28E2-4A3D-BFE7-EFBB1764300C}" sibTransId="{A214BE70-D877-412D-9C5A-BBD232124D83}"/>
    <dgm:cxn modelId="{50EDDC26-7A5F-445C-9FA7-55B8A93B80E7}" type="presOf" srcId="{28F2B834-276F-4854-A660-6B2A9BBCB90A}" destId="{6972E8F1-92AD-4418-94EB-C011A59420C6}" srcOrd="1"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D9973531-8D87-4C75-802D-B1FCF5491D66}" srcId="{B0501BBB-5263-4DEB-AB30-46B76FD2E93E}" destId="{C1D64C04-1047-4E24-BCFC-9E4D2A281CBC}" srcOrd="1" destOrd="0" parTransId="{920FD115-6B69-46E5-AF1E-722E7DC1BC3A}" sibTransId="{E920AC67-9A7B-47C2-95F1-59CAED55D816}"/>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88C11F5E-5556-4F94-AC5E-6122061ADA99}" type="presOf" srcId="{A11E0899-E201-46C1-B523-CD3AFBF4C141}" destId="{539405C0-5B2C-485A-BB0C-BDDF902120D1}" srcOrd="0" destOrd="0" presId="urn:microsoft.com/office/officeart/2009/3/layout/HorizontalOrganizationChart"/>
    <dgm:cxn modelId="{A5BC6261-B487-409E-AAF9-FC2B1648CFE5}" type="presOf" srcId="{F10A9C27-B301-46D3-816C-DE4981B2154B}" destId="{0B01CCE1-FF4E-408E-89FD-0FD36534917A}" srcOrd="1" destOrd="0" presId="urn:microsoft.com/office/officeart/2009/3/layout/HorizontalOrganizationChart"/>
    <dgm:cxn modelId="{79ACE142-AD21-438D-A0C1-3C6CB442C06A}" type="presOf" srcId="{C1D64C04-1047-4E24-BCFC-9E4D2A281CBC}" destId="{BEA14D48-BA03-4A35-BB1F-EA76D2F63BA5}" srcOrd="1" destOrd="0" presId="urn:microsoft.com/office/officeart/2009/3/layout/HorizontalOrganizationChart"/>
    <dgm:cxn modelId="{66E11A43-E308-4AD6-8CEF-0F5C9D7BA4F4}" type="presOf" srcId="{C1D64C04-1047-4E24-BCFC-9E4D2A281CBC}" destId="{39DD274C-E065-4349-83BD-3975FB96A15D}" srcOrd="0"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87F1669-B2CF-46C7-B350-9DC37B538B49}" srcId="{07F24B54-1279-4F47-BCFA-590F1546F95A}" destId="{F10A9C27-B301-46D3-816C-DE4981B2154B}" srcOrd="1" destOrd="0" parTransId="{8B58493E-AA40-4B4C-8E4C-F669A31A8290}" sibTransId="{0D7BCD96-3307-4F00-B7B5-F4354357AD86}"/>
    <dgm:cxn modelId="{A25B214B-F7F9-47DD-A64F-C2FEE1D28409}" type="presOf" srcId="{920FD115-6B69-46E5-AF1E-722E7DC1BC3A}" destId="{D29C930A-BCA0-45F0-B9C2-F4793AA85A9C}" srcOrd="0" destOrd="0" presId="urn:microsoft.com/office/officeart/2009/3/layout/HorizontalOrganizationChart"/>
    <dgm:cxn modelId="{317D2E6B-FE3A-4DCF-A8F0-AFE0EC757374}" srcId="{09823532-7A7D-4168-969A-ACA79B1087F1}" destId="{6EEDBC31-72EC-436E-B36C-ECDBD6C844ED}" srcOrd="0" destOrd="0" parTransId="{98A5615A-976F-45D7-A509-758EF02C14F4}" sibTransId="{5DE2FCA8-D2A6-4B09-944F-13B4BC040064}"/>
    <dgm:cxn modelId="{545A756B-2F6B-4641-B8BE-FBB0B3D4E40E}" srcId="{ADF04534-838A-44E2-9F15-355B903A0A7E}" destId="{E2CEBA81-9B97-4520-B7D4-591198285BC5}" srcOrd="0" destOrd="0" parTransId="{27FD34BD-80E3-4FB7-BE99-4B835D2667D0}" sibTransId="{2BF9EBAC-1A18-4DFA-BD2C-E9FE9728CCCE}"/>
    <dgm:cxn modelId="{AD1D6652-2FAF-44E7-A2CA-DFD91FF1AE77}" srcId="{07F24B54-1279-4F47-BCFA-590F1546F95A}" destId="{81F27B6B-CC01-4E94-8610-59EB4BD33B58}" srcOrd="0" destOrd="0" parTransId="{5168BF56-7D9C-4C09-91E2-24D6213A41E4}" sibTransId="{BEA600F4-F1FF-48E0-B881-33997B146F5F}"/>
    <dgm:cxn modelId="{92563075-A023-417A-8794-8B73769056ED}" srcId="{ADF04534-838A-44E2-9F15-355B903A0A7E}" destId="{B0501BBB-5263-4DEB-AB30-46B76FD2E93E}" srcOrd="1" destOrd="0" parTransId="{9BE2EC55-0B1D-4094-BAA3-FF5D217E1DA3}" sibTransId="{2C840549-9EBF-445E-AD46-B136980EB424}"/>
    <dgm:cxn modelId="{69D1CD59-CAF6-4E6D-958C-3D3236078AA4}" type="presOf" srcId="{A11E0899-E201-46C1-B523-CD3AFBF4C141}" destId="{E35E6295-9100-4FE3-A33D-7DD49353F879}" srcOrd="1" destOrd="0" presId="urn:microsoft.com/office/officeart/2009/3/layout/HorizontalOrganizationChart"/>
    <dgm:cxn modelId="{14B9AA7B-F690-4A3E-A574-EB58ED20926B}" type="presOf" srcId="{C875E188-41B4-41F1-BF43-92085D698728}" destId="{CCA0C4A4-412A-4480-B08A-681DACA8C25F}" srcOrd="0" destOrd="0" presId="urn:microsoft.com/office/officeart/2009/3/layout/HorizontalOrganizationChart"/>
    <dgm:cxn modelId="{D4E69C7D-6DF6-493E-9BED-67F21024DCE2}" type="presOf" srcId="{98A5615A-976F-45D7-A509-758EF02C14F4}" destId="{361B13B9-2836-4928-AF9B-BECE450B402E}" srcOrd="0" destOrd="0" presId="urn:microsoft.com/office/officeart/2009/3/layout/HorizontalOrganizationChart"/>
    <dgm:cxn modelId="{DBDDDB7E-24CC-4739-ACBD-A7E0BD2E9EC7}" type="presOf" srcId="{09823532-7A7D-4168-969A-ACA79B1087F1}" destId="{486A96E7-698A-4381-84E0-25B5C1D4A61F}" srcOrd="1" destOrd="0" presId="urn:microsoft.com/office/officeart/2009/3/layout/HorizontalOrganizationChart"/>
    <dgm:cxn modelId="{7A582480-91E4-4C60-AC26-D828730496E6}" type="presOf" srcId="{9F53CF6B-BCA0-4970-8D14-15DCC9A35ED6}" destId="{BB1E4401-F22C-49FC-BFA4-8BD64C267B55}" srcOrd="0"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8899D487-0C76-445B-800D-D0E4EB47136E}" type="presOf" srcId="{5168BF56-7D9C-4C09-91E2-24D6213A41E4}" destId="{7D258399-B047-4A7A-B8EB-2595B403AD4F}" srcOrd="0" destOrd="0" presId="urn:microsoft.com/office/officeart/2009/3/layout/HorizontalOrganizationChart"/>
    <dgm:cxn modelId="{B8B14B97-ECE3-4EF1-9BDD-1D461BDCC623}" srcId="{E2CEBA81-9B97-4520-B7D4-591198285BC5}" destId="{9F53CF6B-BCA0-4970-8D14-15DCC9A35ED6}" srcOrd="0" destOrd="0" parTransId="{C875E188-41B4-41F1-BF43-92085D698728}" sibTransId="{1244583F-DE65-43E1-BBCF-7218D80F8719}"/>
    <dgm:cxn modelId="{69A41F9B-54AE-4D08-A22B-CEA814694CF2}" type="presOf" srcId="{5F384A3C-07B2-4AD9-98F6-05994DE43C8B}" destId="{1B5B8D5F-25D4-47B7-A7BE-99D4D7C47DEE}" srcOrd="0" destOrd="0" presId="urn:microsoft.com/office/officeart/2009/3/layout/HorizontalOrganizationChart"/>
    <dgm:cxn modelId="{D68FB2A2-D7C1-490C-B9D3-89C1657F7FCF}" type="presOf" srcId="{350693B9-0C61-4E22-ACB4-0282922D29D5}" destId="{507E018B-A7AE-4AEB-8AA4-AE53DEADA428}" srcOrd="1" destOrd="0" presId="urn:microsoft.com/office/officeart/2009/3/layout/HorizontalOrganizationChart"/>
    <dgm:cxn modelId="{8CEE2FA9-10A3-40F1-9A9E-DF7CEEAE5757}" type="presOf" srcId="{6EEDBC31-72EC-436E-B36C-ECDBD6C844ED}" destId="{D44DD4C9-4322-4CB1-955A-2E2E0B0A1115}" srcOrd="1" destOrd="0" presId="urn:microsoft.com/office/officeart/2009/3/layout/HorizontalOrganizationChart"/>
    <dgm:cxn modelId="{94F94DB2-295E-40F0-AD00-9C2AC5E176A1}" type="presOf" srcId="{E9E9A35A-EAFF-49A8-855F-0F77A1F9016B}" destId="{46C3C5C8-4ECD-456E-A342-6F9ACFCCB4C4}" srcOrd="1"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B9D51AC7-4CAB-466F-B81E-144A351D0A4C}" srcId="{B0501BBB-5263-4DEB-AB30-46B76FD2E93E}" destId="{E9E9A35A-EAFF-49A8-855F-0F77A1F9016B}" srcOrd="0" destOrd="0" parTransId="{22432BDE-178C-478F-AEA1-5689EEC70A6C}" sibTransId="{91291AD0-625E-451C-A1B6-38DEF33497BD}"/>
    <dgm:cxn modelId="{1D3278C7-2A78-4417-80B1-9E949FAC43FE}" type="presOf" srcId="{07F24B54-1279-4F47-BCFA-590F1546F95A}" destId="{93D370D6-840C-420C-B35B-D1711BD78F9F}" srcOrd="1" destOrd="0" presId="urn:microsoft.com/office/officeart/2009/3/layout/HorizontalOrganizationChart"/>
    <dgm:cxn modelId="{FF5274CD-77B4-44B9-8E84-995A433E5FD2}" type="presOf" srcId="{81F27B6B-CC01-4E94-8610-59EB4BD33B58}" destId="{441A11F4-EC55-4A15-97E4-DE52EF03C1D7}" srcOrd="0"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FB0B24DF-B5E7-4E6A-AAE4-4C9C30955ED5}" srcId="{B0501BBB-5263-4DEB-AB30-46B76FD2E93E}" destId="{28F2B834-276F-4854-A660-6B2A9BBCB90A}" srcOrd="2" destOrd="0" parTransId="{8A8E07A2-9BD4-4C13-8BF4-60F1D6C939C7}" sibTransId="{C45C9CC2-C194-4858-B83C-1B4B4744FF80}"/>
    <dgm:cxn modelId="{8AA778E1-051A-4C1B-A142-6AE151D21B96}" type="presOf" srcId="{E9E9A35A-EAFF-49A8-855F-0F77A1F9016B}" destId="{79DEF705-34C5-4B37-ADD3-636A646E6355}" srcOrd="0" destOrd="0" presId="urn:microsoft.com/office/officeart/2009/3/layout/HorizontalOrganizationChart"/>
    <dgm:cxn modelId="{6C2754E6-58FD-4AEE-A4EA-B88AA5E4DC5B}" type="presOf" srcId="{22432BDE-178C-478F-AEA1-5689EEC70A6C}" destId="{A3B19CDF-235E-41C9-9F2F-BC482BAC10E5}" srcOrd="0" destOrd="0" presId="urn:microsoft.com/office/officeart/2009/3/layout/HorizontalOrganizationChart"/>
    <dgm:cxn modelId="{34C5FFEA-1003-4679-B3D2-66AA328AB459}" type="presOf" srcId="{6EEDBC31-72EC-436E-B36C-ECDBD6C844ED}" destId="{62F4ABFE-C6A9-44C3-926D-1C542517D6CB}" srcOrd="0" destOrd="0" presId="urn:microsoft.com/office/officeart/2009/3/layout/HorizontalOrganizationChart"/>
    <dgm:cxn modelId="{40D49BEB-B75F-4E76-875C-A4846A26ED93}" type="presOf" srcId="{8B58493E-AA40-4B4C-8E4C-F669A31A8290}" destId="{976B93E4-DB57-40BE-94CC-2EF3A40FF932}" srcOrd="0" destOrd="0" presId="urn:microsoft.com/office/officeart/2009/3/layout/HorizontalOrganizationChart"/>
    <dgm:cxn modelId="{1403FBF0-8F91-4016-9C66-C3EC3CF05620}" type="presOf" srcId="{F10A9C27-B301-46D3-816C-DE4981B2154B}" destId="{2C3B5E6C-0986-4E26-9F49-0BFD9CD4293A}" srcOrd="0" destOrd="0" presId="urn:microsoft.com/office/officeart/2009/3/layout/HorizontalOrganizationChart"/>
    <dgm:cxn modelId="{7FDC4EFC-594B-47B8-9134-F306BE830223}" type="presOf" srcId="{28F2B834-276F-4854-A660-6B2A9BBCB90A}" destId="{8D6085E1-877C-4D19-9812-F2B633A2B5E3}" srcOrd="0" destOrd="0" presId="urn:microsoft.com/office/officeart/2009/3/layout/HorizontalOrganizationChart"/>
    <dgm:cxn modelId="{05F2B7FD-A21C-4757-9BFB-A82F5E4A7D88}" type="presOf" srcId="{81F27B6B-CC01-4E94-8610-59EB4BD33B58}" destId="{BA2BD402-8B3B-4C13-95E7-E068DE37F2FC}" srcOrd="1" destOrd="0" presId="urn:microsoft.com/office/officeart/2009/3/layout/HorizontalOrganizationChart"/>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AF8690AA-E41B-40A5-94F5-30CB5ADDA4D4}" type="presParOf" srcId="{8FE1CBEC-0E6D-4C12-BFE7-42488615708B}" destId="{CCA0C4A4-412A-4480-B08A-681DACA8C25F}" srcOrd="0" destOrd="0" presId="urn:microsoft.com/office/officeart/2009/3/layout/HorizontalOrganizationChart"/>
    <dgm:cxn modelId="{DA3E4BD2-0CBB-49C4-AB9A-E13980565B5E}" type="presParOf" srcId="{8FE1CBEC-0E6D-4C12-BFE7-42488615708B}" destId="{D91F8BE0-391F-48D9-8DED-13E48F643B58}" srcOrd="1" destOrd="0" presId="urn:microsoft.com/office/officeart/2009/3/layout/HorizontalOrganizationChart"/>
    <dgm:cxn modelId="{04C1DBC6-4D04-47B2-B8F2-A976837A3DC3}" type="presParOf" srcId="{D91F8BE0-391F-48D9-8DED-13E48F643B58}" destId="{4B6F0DD1-3211-4840-9144-0DBB76A2E862}" srcOrd="0" destOrd="0" presId="urn:microsoft.com/office/officeart/2009/3/layout/HorizontalOrganizationChart"/>
    <dgm:cxn modelId="{CB9491F2-ECD2-4351-8D25-44C4CBA7F33A}" type="presParOf" srcId="{4B6F0DD1-3211-4840-9144-0DBB76A2E862}" destId="{BB1E4401-F22C-49FC-BFA4-8BD64C267B55}" srcOrd="0" destOrd="0" presId="urn:microsoft.com/office/officeart/2009/3/layout/HorizontalOrganizationChart"/>
    <dgm:cxn modelId="{C21C971F-63C6-4E2D-BE6B-AF4E129F4252}" type="presParOf" srcId="{4B6F0DD1-3211-4840-9144-0DBB76A2E862}" destId="{4F8B5D90-3B24-44ED-9334-AF364ED5678F}" srcOrd="1" destOrd="0" presId="urn:microsoft.com/office/officeart/2009/3/layout/HorizontalOrganizationChart"/>
    <dgm:cxn modelId="{22CE005D-EADB-488E-8961-81B71E5A26C3}" type="presParOf" srcId="{D91F8BE0-391F-48D9-8DED-13E48F643B58}" destId="{0758F1BD-3365-4FDA-9D8C-98ACB7757BBA}" srcOrd="1" destOrd="0" presId="urn:microsoft.com/office/officeart/2009/3/layout/HorizontalOrganizationChart"/>
    <dgm:cxn modelId="{CE2D2AFC-6A88-4C10-B924-61C6100C878D}" type="presParOf" srcId="{D91F8BE0-391F-48D9-8DED-13E48F643B58}" destId="{BB7B7EEC-6693-4A8D-B067-083CD32A6A9C}" srcOrd="2" destOrd="0" presId="urn:microsoft.com/office/officeart/2009/3/layout/HorizontalOrganizationChart"/>
    <dgm:cxn modelId="{B0F5E7A0-D6F2-4D49-B90A-AFDF08F859CC}" type="presParOf" srcId="{8FE1CBEC-0E6D-4C12-BFE7-42488615708B}" destId="{5FBB4897-60FD-4DC3-A1DD-FCE0707D5359}" srcOrd="2" destOrd="0" presId="urn:microsoft.com/office/officeart/2009/3/layout/HorizontalOrganizationChart"/>
    <dgm:cxn modelId="{EC8501B5-C7C2-47C6-89BF-695CC702819E}" type="presParOf" srcId="{8FE1CBEC-0E6D-4C12-BFE7-42488615708B}" destId="{ECEF39D3-F7E0-47CB-A810-6103E965826B}" srcOrd="3" destOrd="0" presId="urn:microsoft.com/office/officeart/2009/3/layout/HorizontalOrganizationChart"/>
    <dgm:cxn modelId="{0C244D72-BCD3-4BB8-A653-6DCF6A03EDF4}" type="presParOf" srcId="{ECEF39D3-F7E0-47CB-A810-6103E965826B}" destId="{68E3BF5F-555C-4B68-B2A2-CC7267336A40}" srcOrd="0" destOrd="0" presId="urn:microsoft.com/office/officeart/2009/3/layout/HorizontalOrganizationChart"/>
    <dgm:cxn modelId="{D3D01F77-F029-4452-94F0-525EDA2104AC}" type="presParOf" srcId="{68E3BF5F-555C-4B68-B2A2-CC7267336A40}" destId="{539405C0-5B2C-485A-BB0C-BDDF902120D1}" srcOrd="0" destOrd="0" presId="urn:microsoft.com/office/officeart/2009/3/layout/HorizontalOrganizationChart"/>
    <dgm:cxn modelId="{6C270A48-0B7E-42C3-AE90-E8CEDE0A2022}" type="presParOf" srcId="{68E3BF5F-555C-4B68-B2A2-CC7267336A40}" destId="{E35E6295-9100-4FE3-A33D-7DD49353F879}" srcOrd="1" destOrd="0" presId="urn:microsoft.com/office/officeart/2009/3/layout/HorizontalOrganizationChart"/>
    <dgm:cxn modelId="{C743E8C2-42AE-42C3-ADE3-B0BB7073FFC0}" type="presParOf" srcId="{ECEF39D3-F7E0-47CB-A810-6103E965826B}" destId="{87D23891-E1C5-4B1B-88FE-2603C1A96696}" srcOrd="1" destOrd="0" presId="urn:microsoft.com/office/officeart/2009/3/layout/HorizontalOrganizationChart"/>
    <dgm:cxn modelId="{7DCF336C-75DC-4C2A-B42E-84677D018844}" type="presParOf" srcId="{ECEF39D3-F7E0-47CB-A810-6103E965826B}" destId="{9516F760-CDFA-4A54-BBEA-B4AEF59D283B}" srcOrd="2" destOrd="0" presId="urn:microsoft.com/office/officeart/2009/3/layout/HorizontalOrganizationChart"/>
    <dgm:cxn modelId="{40BF3CA5-06FB-43E7-AB6F-FFD6277DF534}" type="presParOf" srcId="{8FE1CBEC-0E6D-4C12-BFE7-42488615708B}" destId="{1B5B8D5F-25D4-47B7-A7BE-99D4D7C47DEE}" srcOrd="4" destOrd="0" presId="urn:microsoft.com/office/officeart/2009/3/layout/HorizontalOrganizationChart"/>
    <dgm:cxn modelId="{868F837F-13AC-4407-97CB-58933CCB2790}" type="presParOf" srcId="{8FE1CBEC-0E6D-4C12-BFE7-42488615708B}" destId="{060A9106-945E-4263-9A1E-C6CA41CB6B4D}" srcOrd="5" destOrd="0" presId="urn:microsoft.com/office/officeart/2009/3/layout/HorizontalOrganizationChart"/>
    <dgm:cxn modelId="{EEAA52AC-DB8E-47FE-8949-DF7C182CEB4D}" type="presParOf" srcId="{060A9106-945E-4263-9A1E-C6CA41CB6B4D}" destId="{BA422B2E-CAFC-46EA-86EA-492C61F11327}" srcOrd="0" destOrd="0" presId="urn:microsoft.com/office/officeart/2009/3/layout/HorizontalOrganizationChart"/>
    <dgm:cxn modelId="{6711DCD7-EF55-43CD-B3B1-F599A7D4FE66}" type="presParOf" srcId="{BA422B2E-CAFC-46EA-86EA-492C61F11327}" destId="{7889DDAD-B678-4032-9BE9-72AF73BB82CE}" srcOrd="0" destOrd="0" presId="urn:microsoft.com/office/officeart/2009/3/layout/HorizontalOrganizationChart"/>
    <dgm:cxn modelId="{54529FA7-B092-4F90-B5B3-791A07332D7C}" type="presParOf" srcId="{BA422B2E-CAFC-46EA-86EA-492C61F11327}" destId="{507E018B-A7AE-4AEB-8AA4-AE53DEADA428}" srcOrd="1" destOrd="0" presId="urn:microsoft.com/office/officeart/2009/3/layout/HorizontalOrganizationChart"/>
    <dgm:cxn modelId="{95A9747F-1C09-4AD8-ADE5-6EA88DC432D7}" type="presParOf" srcId="{060A9106-945E-4263-9A1E-C6CA41CB6B4D}" destId="{15313282-83F7-499D-A342-A6CF24D0E911}" srcOrd="1" destOrd="0" presId="urn:microsoft.com/office/officeart/2009/3/layout/HorizontalOrganizationChart"/>
    <dgm:cxn modelId="{EC6989EA-A1C9-4BB9-A8C4-3AAD16EB6EF7}" type="presParOf" srcId="{060A9106-945E-4263-9A1E-C6CA41CB6B4D}" destId="{5CAE80D5-86F9-40FB-B51B-D661D6210162}" srcOrd="2"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B3EC0ED-3278-49CD-99EB-C70CDE8A3D5A}" type="presParOf" srcId="{1EEE2237-D3A5-4A7B-A03D-BF4BFC05D8A5}" destId="{A3B19CDF-235E-41C9-9F2F-BC482BAC10E5}" srcOrd="0" destOrd="0" presId="urn:microsoft.com/office/officeart/2009/3/layout/HorizontalOrganizationChart"/>
    <dgm:cxn modelId="{03BA9478-8828-432A-A8A5-17FAEBF79FA9}" type="presParOf" srcId="{1EEE2237-D3A5-4A7B-A03D-BF4BFC05D8A5}" destId="{7C3C8BFF-9960-4454-8D30-1AB63D5C2D92}" srcOrd="1" destOrd="0" presId="urn:microsoft.com/office/officeart/2009/3/layout/HorizontalOrganizationChart"/>
    <dgm:cxn modelId="{53A7B900-29F6-43B9-8393-ADD8A6DDB818}" type="presParOf" srcId="{7C3C8BFF-9960-4454-8D30-1AB63D5C2D92}" destId="{99730745-FF6D-45E3-B371-C8F93A2400AD}" srcOrd="0" destOrd="0" presId="urn:microsoft.com/office/officeart/2009/3/layout/HorizontalOrganizationChart"/>
    <dgm:cxn modelId="{987011B0-8E1C-46DF-A2F0-86B45F094D21}" type="presParOf" srcId="{99730745-FF6D-45E3-B371-C8F93A2400AD}" destId="{79DEF705-34C5-4B37-ADD3-636A646E6355}" srcOrd="0" destOrd="0" presId="urn:microsoft.com/office/officeart/2009/3/layout/HorizontalOrganizationChart"/>
    <dgm:cxn modelId="{AAABAD03-826F-4BB3-A2B1-DC851347E1F6}" type="presParOf" srcId="{99730745-FF6D-45E3-B371-C8F93A2400AD}" destId="{46C3C5C8-4ECD-456E-A342-6F9ACFCCB4C4}" srcOrd="1" destOrd="0" presId="urn:microsoft.com/office/officeart/2009/3/layout/HorizontalOrganizationChart"/>
    <dgm:cxn modelId="{41CD48DD-0FC3-4765-88AA-FD53E9A87BEE}" type="presParOf" srcId="{7C3C8BFF-9960-4454-8D30-1AB63D5C2D92}" destId="{FE5E57B9-0657-43C4-9C71-942F21BFDC4D}" srcOrd="1" destOrd="0" presId="urn:microsoft.com/office/officeart/2009/3/layout/HorizontalOrganizationChart"/>
    <dgm:cxn modelId="{3570B0C6-C869-4D1E-9903-D69A1A1E0E47}" type="presParOf" srcId="{7C3C8BFF-9960-4454-8D30-1AB63D5C2D92}" destId="{E8E2497C-D3CD-4DE0-BDCF-8F79C1BD3D11}" srcOrd="2" destOrd="0" presId="urn:microsoft.com/office/officeart/2009/3/layout/HorizontalOrganizationChart"/>
    <dgm:cxn modelId="{31E2538B-071C-4BF8-A69A-BC131DF81685}" type="presParOf" srcId="{1EEE2237-D3A5-4A7B-A03D-BF4BFC05D8A5}" destId="{D29C930A-BCA0-45F0-B9C2-F4793AA85A9C}" srcOrd="2" destOrd="0" presId="urn:microsoft.com/office/officeart/2009/3/layout/HorizontalOrganizationChart"/>
    <dgm:cxn modelId="{EE7D490A-ED40-471D-9483-7CF4FB70195E}" type="presParOf" srcId="{1EEE2237-D3A5-4A7B-A03D-BF4BFC05D8A5}" destId="{4FF58239-236A-409D-9E49-1DA342985519}" srcOrd="3" destOrd="0" presId="urn:microsoft.com/office/officeart/2009/3/layout/HorizontalOrganizationChart"/>
    <dgm:cxn modelId="{87C0C75E-59C3-4D1D-9174-20F20DADDBD8}" type="presParOf" srcId="{4FF58239-236A-409D-9E49-1DA342985519}" destId="{C75EC834-48BD-43BD-A9EE-27D7D59A26F0}" srcOrd="0" destOrd="0" presId="urn:microsoft.com/office/officeart/2009/3/layout/HorizontalOrganizationChart"/>
    <dgm:cxn modelId="{89C26664-5985-4305-AD01-988AE4747C8A}" type="presParOf" srcId="{C75EC834-48BD-43BD-A9EE-27D7D59A26F0}" destId="{39DD274C-E065-4349-83BD-3975FB96A15D}" srcOrd="0" destOrd="0" presId="urn:microsoft.com/office/officeart/2009/3/layout/HorizontalOrganizationChart"/>
    <dgm:cxn modelId="{F1D057EC-8AA3-4049-8D9B-97E27FF7F691}" type="presParOf" srcId="{C75EC834-48BD-43BD-A9EE-27D7D59A26F0}" destId="{BEA14D48-BA03-4A35-BB1F-EA76D2F63BA5}" srcOrd="1" destOrd="0" presId="urn:microsoft.com/office/officeart/2009/3/layout/HorizontalOrganizationChart"/>
    <dgm:cxn modelId="{2B063AD5-A819-410D-BAC5-5EE907AE5D70}" type="presParOf" srcId="{4FF58239-236A-409D-9E49-1DA342985519}" destId="{EC99339F-16CA-4603-820A-15CA34F4DC8C}" srcOrd="1" destOrd="0" presId="urn:microsoft.com/office/officeart/2009/3/layout/HorizontalOrganizationChart"/>
    <dgm:cxn modelId="{FC653F5C-54B5-49CA-996B-54BD5563CB53}" type="presParOf" srcId="{4FF58239-236A-409D-9E49-1DA342985519}" destId="{450432DA-C2AC-4290-A1F7-A4DAFF0ABD1B}" srcOrd="2" destOrd="0" presId="urn:microsoft.com/office/officeart/2009/3/layout/HorizontalOrganizationChart"/>
    <dgm:cxn modelId="{48406882-F527-4073-824B-94D921A38D90}" type="presParOf" srcId="{1EEE2237-D3A5-4A7B-A03D-BF4BFC05D8A5}" destId="{4F8AAB56-9138-4E47-BDFC-3A31039154CA}" srcOrd="4" destOrd="0" presId="urn:microsoft.com/office/officeart/2009/3/layout/HorizontalOrganizationChart"/>
    <dgm:cxn modelId="{F628E5E2-0B98-4FB5-9B1E-DF14775D1270}" type="presParOf" srcId="{1EEE2237-D3A5-4A7B-A03D-BF4BFC05D8A5}" destId="{108A6D1B-5A89-48C9-9548-C0636FC9780B}" srcOrd="5" destOrd="0" presId="urn:microsoft.com/office/officeart/2009/3/layout/HorizontalOrganizationChart"/>
    <dgm:cxn modelId="{311597E7-E5A4-4844-9524-F04E25C8C5B6}" type="presParOf" srcId="{108A6D1B-5A89-48C9-9548-C0636FC9780B}" destId="{13E48C7E-96C8-4F09-9378-2F4C89B1F805}" srcOrd="0" destOrd="0" presId="urn:microsoft.com/office/officeart/2009/3/layout/HorizontalOrganizationChart"/>
    <dgm:cxn modelId="{29F60F50-D78B-4981-AC90-B081C90A775F}" type="presParOf" srcId="{13E48C7E-96C8-4F09-9378-2F4C89B1F805}" destId="{8D6085E1-877C-4D19-9812-F2B633A2B5E3}" srcOrd="0" destOrd="0" presId="urn:microsoft.com/office/officeart/2009/3/layout/HorizontalOrganizationChart"/>
    <dgm:cxn modelId="{5504119A-6FCA-48AA-A65C-BA13DDEE04AB}" type="presParOf" srcId="{13E48C7E-96C8-4F09-9378-2F4C89B1F805}" destId="{6972E8F1-92AD-4418-94EB-C011A59420C6}" srcOrd="1" destOrd="0" presId="urn:microsoft.com/office/officeart/2009/3/layout/HorizontalOrganizationChart"/>
    <dgm:cxn modelId="{F28B9E8C-EA48-4828-8F30-B3F08C291468}" type="presParOf" srcId="{108A6D1B-5A89-48C9-9548-C0636FC9780B}" destId="{D91C064A-B58D-4178-912B-C26638E80226}" srcOrd="1" destOrd="0" presId="urn:microsoft.com/office/officeart/2009/3/layout/HorizontalOrganizationChart"/>
    <dgm:cxn modelId="{225E575B-EB52-47D6-962B-C936D496D71F}" type="presParOf" srcId="{108A6D1B-5A89-48C9-9548-C0636FC9780B}" destId="{B3464010-1615-4DD5-84D8-3009C3246518}" srcOrd="2"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C53A594A-4590-4E51-9D6F-D5A98F9D6BFB}" type="presParOf" srcId="{32B89B49-E3DA-41E1-AFDF-F9CA63BA413F}" destId="{361B13B9-2836-4928-AF9B-BECE450B402E}" srcOrd="0" destOrd="0" presId="urn:microsoft.com/office/officeart/2009/3/layout/HorizontalOrganizationChart"/>
    <dgm:cxn modelId="{26E6BD71-DCE9-4710-BD98-FEF408FE6AB2}" type="presParOf" srcId="{32B89B49-E3DA-41E1-AFDF-F9CA63BA413F}" destId="{F87DA604-8DC0-486A-B46B-7596F5638F1E}" srcOrd="1" destOrd="0" presId="urn:microsoft.com/office/officeart/2009/3/layout/HorizontalOrganizationChart"/>
    <dgm:cxn modelId="{74D90D61-C06A-4EF9-83F6-E6A61CE057B2}" type="presParOf" srcId="{F87DA604-8DC0-486A-B46B-7596F5638F1E}" destId="{331C1F84-C09B-41A9-9EFD-66C624032429}" srcOrd="0" destOrd="0" presId="urn:microsoft.com/office/officeart/2009/3/layout/HorizontalOrganizationChart"/>
    <dgm:cxn modelId="{A39CF888-E690-495D-8CF7-D9DBC37D4816}" type="presParOf" srcId="{331C1F84-C09B-41A9-9EFD-66C624032429}" destId="{62F4ABFE-C6A9-44C3-926D-1C542517D6CB}" srcOrd="0" destOrd="0" presId="urn:microsoft.com/office/officeart/2009/3/layout/HorizontalOrganizationChart"/>
    <dgm:cxn modelId="{DE646FD4-50C3-46D1-AEA3-45444EEFCBEF}" type="presParOf" srcId="{331C1F84-C09B-41A9-9EFD-66C624032429}" destId="{D44DD4C9-4322-4CB1-955A-2E2E0B0A1115}" srcOrd="1" destOrd="0" presId="urn:microsoft.com/office/officeart/2009/3/layout/HorizontalOrganizationChart"/>
    <dgm:cxn modelId="{957F67E3-17F7-46A9-BA3F-0AEE3C57BA78}" type="presParOf" srcId="{F87DA604-8DC0-486A-B46B-7596F5638F1E}" destId="{99F951FF-610A-4655-81F4-13711095B0B6}" srcOrd="1" destOrd="0" presId="urn:microsoft.com/office/officeart/2009/3/layout/HorizontalOrganizationChart"/>
    <dgm:cxn modelId="{41F0B23C-BB65-41BA-8BE2-79C6D8C498AB}" type="presParOf" srcId="{F87DA604-8DC0-486A-B46B-7596F5638F1E}" destId="{F05CA758-B78D-4B5F-8EE1-F3AA74CED3BA}" srcOrd="2"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F00E2588-10FA-4596-82F7-5FB35A6130B8}" type="presParOf" srcId="{E1D6C181-E25F-4D70-A4C7-3EE71B38A86C}" destId="{7D258399-B047-4A7A-B8EB-2595B403AD4F}" srcOrd="0" destOrd="0" presId="urn:microsoft.com/office/officeart/2009/3/layout/HorizontalOrganizationChart"/>
    <dgm:cxn modelId="{5DDC1DCE-77E2-4D65-A5D0-4C6455004AF1}" type="presParOf" srcId="{E1D6C181-E25F-4D70-A4C7-3EE71B38A86C}" destId="{0B4E5F6A-FC08-4F41-B851-E8819DE49A10}" srcOrd="1" destOrd="0" presId="urn:microsoft.com/office/officeart/2009/3/layout/HorizontalOrganizationChart"/>
    <dgm:cxn modelId="{DFED3A31-E764-437D-ABA6-41FE8CCC85AD}" type="presParOf" srcId="{0B4E5F6A-FC08-4F41-B851-E8819DE49A10}" destId="{75685976-6FC9-4DAD-8B26-2431B3149A88}" srcOrd="0" destOrd="0" presId="urn:microsoft.com/office/officeart/2009/3/layout/HorizontalOrganizationChart"/>
    <dgm:cxn modelId="{376F48AA-5BD9-4897-B1AB-E2C8A44D47EF}" type="presParOf" srcId="{75685976-6FC9-4DAD-8B26-2431B3149A88}" destId="{441A11F4-EC55-4A15-97E4-DE52EF03C1D7}" srcOrd="0" destOrd="0" presId="urn:microsoft.com/office/officeart/2009/3/layout/HorizontalOrganizationChart"/>
    <dgm:cxn modelId="{8798D927-B5CB-463F-BA02-5D0BCB4ABA85}" type="presParOf" srcId="{75685976-6FC9-4DAD-8B26-2431B3149A88}" destId="{BA2BD402-8B3B-4C13-95E7-E068DE37F2FC}" srcOrd="1" destOrd="0" presId="urn:microsoft.com/office/officeart/2009/3/layout/HorizontalOrganizationChart"/>
    <dgm:cxn modelId="{1AE43A03-446B-4010-8E48-61E7786AF0E9}" type="presParOf" srcId="{0B4E5F6A-FC08-4F41-B851-E8819DE49A10}" destId="{D9725754-82EB-4A49-BFF8-83C4B6AB11A7}" srcOrd="1" destOrd="0" presId="urn:microsoft.com/office/officeart/2009/3/layout/HorizontalOrganizationChart"/>
    <dgm:cxn modelId="{7601FB2C-EB14-4F8F-B81D-F9E5BE1C5187}" type="presParOf" srcId="{0B4E5F6A-FC08-4F41-B851-E8819DE49A10}" destId="{FFBC81EC-A391-4EF1-8E2D-28F2678F43DC}" srcOrd="2" destOrd="0" presId="urn:microsoft.com/office/officeart/2009/3/layout/HorizontalOrganizationChart"/>
    <dgm:cxn modelId="{3079D1C0-254C-459E-9019-0C82F389A1E6}" type="presParOf" srcId="{E1D6C181-E25F-4D70-A4C7-3EE71B38A86C}" destId="{976B93E4-DB57-40BE-94CC-2EF3A40FF932}" srcOrd="2" destOrd="0" presId="urn:microsoft.com/office/officeart/2009/3/layout/HorizontalOrganizationChart"/>
    <dgm:cxn modelId="{C8A5BE0C-556C-42A5-8F83-B1713A6EB188}" type="presParOf" srcId="{E1D6C181-E25F-4D70-A4C7-3EE71B38A86C}" destId="{654B8F55-7660-461A-A05E-074DA376C483}" srcOrd="3" destOrd="0" presId="urn:microsoft.com/office/officeart/2009/3/layout/HorizontalOrganizationChart"/>
    <dgm:cxn modelId="{B48D36A5-6DD8-49DD-9B6E-EEA58BDB159E}" type="presParOf" srcId="{654B8F55-7660-461A-A05E-074DA376C483}" destId="{9695F19E-DEC0-473A-A3D3-8FCE6AE8A730}" srcOrd="0" destOrd="0" presId="urn:microsoft.com/office/officeart/2009/3/layout/HorizontalOrganizationChart"/>
    <dgm:cxn modelId="{E4CED369-2751-40C0-943D-A75F6BEB4D98}" type="presParOf" srcId="{9695F19E-DEC0-473A-A3D3-8FCE6AE8A730}" destId="{2C3B5E6C-0986-4E26-9F49-0BFD9CD4293A}" srcOrd="0" destOrd="0" presId="urn:microsoft.com/office/officeart/2009/3/layout/HorizontalOrganizationChart"/>
    <dgm:cxn modelId="{FDEDE1CF-BD9D-4F20-B61A-4699E41C0244}" type="presParOf" srcId="{9695F19E-DEC0-473A-A3D3-8FCE6AE8A730}" destId="{0B01CCE1-FF4E-408E-89FD-0FD36534917A}" srcOrd="1" destOrd="0" presId="urn:microsoft.com/office/officeart/2009/3/layout/HorizontalOrganizationChart"/>
    <dgm:cxn modelId="{B4C51CFF-59E6-43CE-A4BE-9A2B87615DF0}" type="presParOf" srcId="{654B8F55-7660-461A-A05E-074DA376C483}" destId="{2A1B707B-68CC-4FD6-A5B5-311524CE255C}" srcOrd="1" destOrd="0" presId="urn:microsoft.com/office/officeart/2009/3/layout/HorizontalOrganizationChart"/>
    <dgm:cxn modelId="{5B833D87-5838-4D04-AA75-9F4A70328A63}" type="presParOf" srcId="{654B8F55-7660-461A-A05E-074DA376C483}" destId="{198F9A37-624E-4DB3-AFD2-C9C1528BAAD8}" srcOrd="2"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69327236-774B-4E2D-902B-D55F6FDC14E0}">
      <dgm:prSet phldrT="[Texte]"/>
      <dgm:spPr/>
      <dgm:t>
        <a:bodyPr/>
        <a:lstStyle/>
        <a:p>
          <a:r>
            <a:rPr lang="fr-FR" dirty="0"/>
            <a:t>1 objet d’étude</a:t>
          </a:r>
        </a:p>
      </dgm:t>
    </dgm:pt>
    <dgm:pt modelId="{73FEF59C-630F-423D-8528-CED9E1BC1969}" type="parTrans" cxnId="{71442822-3CE3-4A54-AB9E-421C94E8C64E}">
      <dgm:prSet/>
      <dgm:spPr/>
      <dgm:t>
        <a:bodyPr/>
        <a:lstStyle/>
        <a:p>
          <a:endParaRPr lang="fr-FR"/>
        </a:p>
      </dgm:t>
    </dgm:pt>
    <dgm:pt modelId="{DA0059FB-6473-4A03-A0A5-6907065C0AA8}" type="sibTrans" cxnId="{71442822-3CE3-4A54-AB9E-421C94E8C64E}">
      <dgm:prSet/>
      <dgm:spPr/>
      <dgm:t>
        <a:bodyPr/>
        <a:lstStyle/>
        <a:p>
          <a:endParaRPr lang="fr-FR"/>
        </a:p>
      </dgm:t>
    </dgm:pt>
    <dgm:pt modelId="{863D10FF-2664-4869-8D88-90605BFD633C}">
      <dgm:prSet phldrT="[Texte]"/>
      <dgm:spPr/>
      <dgm:t>
        <a:bodyPr/>
        <a:lstStyle/>
        <a:p>
          <a:r>
            <a:rPr lang="fr-FR" dirty="0"/>
            <a:t>1 valeur métier</a:t>
          </a:r>
        </a:p>
      </dgm:t>
    </dgm:pt>
    <dgm:pt modelId="{7D20AF3E-03B0-43DD-9AAB-5EA72023CB4B}" type="parTrans" cxnId="{E589768B-7B9A-422B-8551-3265A81989F0}">
      <dgm:prSet/>
      <dgm:spPr/>
      <dgm:t>
        <a:bodyPr/>
        <a:lstStyle/>
        <a:p>
          <a:endParaRPr lang="fr-FR"/>
        </a:p>
      </dgm:t>
    </dgm:pt>
    <dgm:pt modelId="{050A8561-BD15-48FD-ACB0-E6A51A01BB7C}" type="sibTrans" cxnId="{E589768B-7B9A-422B-8551-3265A81989F0}">
      <dgm:prSet/>
      <dgm:spPr/>
      <dgm:t>
        <a:bodyPr/>
        <a:lstStyle/>
        <a:p>
          <a:endParaRPr lang="fr-FR"/>
        </a:p>
      </dgm:t>
    </dgm:pt>
    <dgm:pt modelId="{827355D2-F009-4204-A1E5-7C8EF3AE6F8E}">
      <dgm:prSet phldrT="[Texte]"/>
      <dgm:spPr/>
      <dgm:t>
        <a:bodyPr/>
        <a:lstStyle/>
        <a:p>
          <a:r>
            <a:rPr lang="fr-FR" dirty="0"/>
            <a:t>1 bien support</a:t>
          </a:r>
        </a:p>
      </dgm:t>
    </dgm:pt>
    <dgm:pt modelId="{B0CDCE11-FD9F-4BEC-97E6-D1258F6C8815}" type="parTrans" cxnId="{28D8E211-4E01-4BB1-8B8B-F3B5AEE8ADEF}">
      <dgm:prSet/>
      <dgm:spPr/>
      <dgm:t>
        <a:bodyPr/>
        <a:lstStyle/>
        <a:p>
          <a:endParaRPr lang="fr-FR"/>
        </a:p>
      </dgm:t>
    </dgm:pt>
    <dgm:pt modelId="{94393D10-6B9B-4BD2-806E-695B5640E2C5}" type="sibTrans" cxnId="{28D8E211-4E01-4BB1-8B8B-F3B5AEE8ADEF}">
      <dgm:prSet/>
      <dgm:spPr/>
      <dgm:t>
        <a:bodyPr/>
        <a:lstStyle/>
        <a:p>
          <a:endParaRPr lang="fr-FR"/>
        </a:p>
      </dgm:t>
    </dgm:pt>
    <dgm:pt modelId="{AC956CD1-9252-4AF5-BF2A-3FF8B2351351}">
      <dgm:prSet phldrT="[Texte]"/>
      <dgm:spPr/>
      <dgm:t>
        <a:bodyPr/>
        <a:lstStyle/>
        <a:p>
          <a:r>
            <a:rPr lang="fr-FR" dirty="0"/>
            <a:t>1 partie prenante</a:t>
          </a:r>
        </a:p>
      </dgm:t>
    </dgm:pt>
    <dgm:pt modelId="{DEBBC99B-3ABB-45FC-AE7B-68B98A83D07F}" type="parTrans" cxnId="{5F8E82AD-0C79-4075-9309-40BB03178D45}">
      <dgm:prSet/>
      <dgm:spPr/>
      <dgm:t>
        <a:bodyPr/>
        <a:lstStyle/>
        <a:p>
          <a:endParaRPr lang="fr-FR"/>
        </a:p>
      </dgm:t>
    </dgm:pt>
    <dgm:pt modelId="{9EE5D9C3-7FC9-4D68-8CB0-CD78C060CF73}" type="sibTrans" cxnId="{5F8E82AD-0C79-4075-9309-40BB03178D45}">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endParaRPr lang="fr-FR" dirty="0"/>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5">
        <dgm:presLayoutVars>
          <dgm:chMax val="0"/>
          <dgm:chPref val="0"/>
          <dgm:bulletEnabled val="1"/>
        </dgm:presLayoutVars>
      </dgm:prSet>
      <dgm:spPr/>
    </dgm:pt>
    <dgm:pt modelId="{B2250889-16EC-44BC-9C81-52039955D740}" type="pres">
      <dgm:prSet presAssocID="{40D612D8-3E6B-4050-968B-2488B3E2C696}" presName="Parent" presStyleLbl="revTx" presStyleIdx="1" presStyleCnt="5">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1" presStyleCnt="5">
        <dgm:presLayoutVars>
          <dgm:chMax val="0"/>
          <dgm:chPref val="0"/>
          <dgm:bulletEnabled val="1"/>
        </dgm:presLayoutVars>
      </dgm:prSet>
      <dgm:spPr/>
    </dgm:pt>
    <dgm:pt modelId="{E60EE4FD-EE2C-456F-BD19-3E560B6849CB}" type="pres">
      <dgm:prSet presAssocID="{BEF3CC0B-AC1F-480B-8407-D3AF3F1363D2}" presName="Parent" presStyleLbl="revTx" presStyleIdx="2" presStyleCnt="5">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2" presStyleCnt="5">
        <dgm:presLayoutVars>
          <dgm:chMax val="0"/>
          <dgm:chPref val="0"/>
          <dgm:bulletEnabled val="1"/>
        </dgm:presLayoutVars>
      </dgm:prSet>
      <dgm:spPr/>
    </dgm:pt>
    <dgm:pt modelId="{35EDC56F-113A-4C1E-81CF-AC8F17D00922}" type="pres">
      <dgm:prSet presAssocID="{CDB2D20E-04E3-48B1-B9D6-B6A0FB5D9655}" presName="Parent" presStyleLbl="revTx" presStyleIdx="3" presStyleCnt="5">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3" presStyleCnt="5">
        <dgm:presLayoutVars>
          <dgm:chMax val="0"/>
          <dgm:chPref val="0"/>
          <dgm:bulletEnabled val="1"/>
        </dgm:presLayoutVars>
      </dgm:prSet>
      <dgm:spPr/>
    </dgm:pt>
    <dgm:pt modelId="{4410A09B-28F1-41A2-B3C3-D44C57DEC830}" type="pres">
      <dgm:prSet presAssocID="{8562B649-6E13-49AC-B7FF-69A8A393FED0}" presName="Parent" presStyleLbl="revTx" presStyleIdx="4" presStyleCnt="5">
        <dgm:presLayoutVars>
          <dgm:chMax val="1"/>
          <dgm:chPref val="1"/>
          <dgm:bulletEnabled val="1"/>
        </dgm:presLayoutVars>
      </dgm:prSet>
      <dgm:spPr/>
    </dgm:pt>
  </dgm:ptLst>
  <dgm:cxnLst>
    <dgm:cxn modelId="{28D8E211-4E01-4BB1-8B8B-F3B5AEE8ADEF}" srcId="{40D612D8-3E6B-4050-968B-2488B3E2C696}" destId="{827355D2-F009-4204-A1E5-7C8EF3AE6F8E}" srcOrd="2" destOrd="0" parTransId="{B0CDCE11-FD9F-4BEC-97E6-D1258F6C8815}" sibTransId="{94393D10-6B9B-4BD2-806E-695B5640E2C5}"/>
    <dgm:cxn modelId="{AECFB21C-D323-400C-BA22-02F88795BD3B}" type="presOf" srcId="{6561FD9B-8A7C-4B02-97E9-F3AD3B6C338A}" destId="{5E4AE180-2CF3-49E3-90D5-9C3158E814A9}" srcOrd="0" destOrd="0" presId="urn:microsoft.com/office/officeart/2008/layout/IncreasingCircleProcess"/>
    <dgm:cxn modelId="{71442822-3CE3-4A54-AB9E-421C94E8C64E}" srcId="{40D612D8-3E6B-4050-968B-2488B3E2C696}" destId="{69327236-774B-4E2D-902B-D55F6FDC14E0}" srcOrd="0" destOrd="0" parTransId="{73FEF59C-630F-423D-8528-CED9E1BC1969}" sibTransId="{DA0059FB-6473-4A03-A0A5-6907065C0AA8}"/>
    <dgm:cxn modelId="{2F77A02D-227C-4B04-B9B0-DA9E18C8B14F}" type="presOf" srcId="{AC956CD1-9252-4AF5-BF2A-3FF8B2351351}" destId="{7E603EDC-39AA-42DF-B291-F2C167F3A1B0}" srcOrd="0" destOrd="3"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AB7DD545-CB04-4623-907F-4D88D12C3EA0}" srcId="{6561FD9B-8A7C-4B02-97E9-F3AD3B6C338A}" destId="{8562B649-6E13-49AC-B7FF-69A8A393FED0}" srcOrd="3" destOrd="0" parTransId="{FF392B38-FA2E-42E5-AA2A-D8FA2726B02E}" sibTransId="{995F5296-D8FF-43D5-B787-F93C332925AA}"/>
    <dgm:cxn modelId="{1C846847-3366-4F68-BA18-1945EA3C45AA}" type="presOf" srcId="{863D10FF-2664-4869-8D88-90605BFD633C}"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86682F7B-85D6-4B08-92DE-E455A825C834}" type="presOf" srcId="{69327236-774B-4E2D-902B-D55F6FDC14E0}" destId="{7E603EDC-39AA-42DF-B291-F2C167F3A1B0}" srcOrd="0" destOrd="0" presId="urn:microsoft.com/office/officeart/2008/layout/IncreasingCircleProcess"/>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E589768B-7B9A-422B-8551-3265A81989F0}" srcId="{40D612D8-3E6B-4050-968B-2488B3E2C696}" destId="{863D10FF-2664-4869-8D88-90605BFD633C}" srcOrd="1" destOrd="0" parTransId="{7D20AF3E-03B0-43DD-9AAB-5EA72023CB4B}" sibTransId="{050A8561-BD15-48FD-ACB0-E6A51A01BB7C}"/>
    <dgm:cxn modelId="{7F20368E-9528-4E30-AC30-D98968F2F51A}" type="presOf" srcId="{CDB2D20E-04E3-48B1-B9D6-B6A0FB5D9655}" destId="{35EDC56F-113A-4C1E-81CF-AC8F17D00922}" srcOrd="0" destOrd="0" presId="urn:microsoft.com/office/officeart/2008/layout/IncreasingCircleProcess"/>
    <dgm:cxn modelId="{5F8E82AD-0C79-4075-9309-40BB03178D45}" srcId="{40D612D8-3E6B-4050-968B-2488B3E2C696}" destId="{AC956CD1-9252-4AF5-BF2A-3FF8B2351351}" srcOrd="3" destOrd="0" parTransId="{DEBBC99B-3ABB-45FC-AE7B-68B98A83D07F}" sibTransId="{9EE5D9C3-7FC9-4D68-8CB0-CD78C060CF73}"/>
    <dgm:cxn modelId="{0C9838C8-1001-4192-8347-F9AF612A75F4}" type="presOf" srcId="{BEF3CC0B-AC1F-480B-8407-D3AF3F1363D2}" destId="{E60EE4FD-EE2C-456F-BD19-3E560B6849CB}" srcOrd="0" destOrd="0" presId="urn:microsoft.com/office/officeart/2008/layout/IncreasingCircleProcess"/>
    <dgm:cxn modelId="{FD51E0EA-B9FA-4B07-8467-43AC9729EAD7}" type="presOf" srcId="{827355D2-F009-4204-A1E5-7C8EF3AE6F8E}" destId="{7E603EDC-39AA-42DF-B291-F2C167F3A1B0}" srcOrd="0" destOrd="2" presId="urn:microsoft.com/office/officeart/2008/layout/IncreasingCircleProcess"/>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97076E5-8634-41B8-B066-8E241EB8ED38}" type="doc">
      <dgm:prSet loTypeId="urn:microsoft.com/office/officeart/2005/8/layout/target3" loCatId="relationship" qsTypeId="urn:microsoft.com/office/officeart/2005/8/quickstyle/simple1" qsCatId="simple" csTypeId="urn:microsoft.com/office/officeart/2005/8/colors/colorful2" csCatId="colorful" phldr="1"/>
      <dgm:spPr/>
      <dgm:t>
        <a:bodyPr/>
        <a:lstStyle/>
        <a:p>
          <a:endParaRPr lang="fr-FR"/>
        </a:p>
      </dgm:t>
    </dgm:pt>
    <dgm:pt modelId="{4195679F-9013-4E42-94F4-1559FC5975F9}">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Audit (par un tiers)</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gm:t>
    </dgm:pt>
    <dgm:pt modelId="{2E8CB108-B854-470E-B8E8-9F4DDB1AEA51}" type="par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FAE220A-F303-4BD4-AE61-F04DAB0154CB}" type="sib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B93A4F5-50CC-4F0B-B0B2-AE51D03F2483}">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gm:t>
    </dgm:pt>
    <dgm:pt modelId="{B3A150FD-3BE9-4AA4-9512-67BEE2F5BD6C}" type="par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81692BF-5F28-495C-8F36-AA00F9C076F2}" type="sib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51D21971-AC84-4A1C-BE9E-B755240686E7}">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Contrôle interne</a:t>
          </a:r>
        </a:p>
      </dgm:t>
    </dgm:pt>
    <dgm:pt modelId="{2BA87286-0F62-43A6-8874-95E3BCA34EA4}" type="par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A085F1A-AC90-4251-858C-9D91C2E34A45}" type="sib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BCD8DB8-001C-404D-82B4-EAF87CE6CFD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gm:t>
    </dgm:pt>
    <dgm:pt modelId="{00521B62-C6C1-4BE6-9F2A-4EABDE3C37D9}" type="par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20A0AA11-A7EE-47C1-B901-8876E25E4E2F}" type="sib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6F79034D-2D7C-4898-9485-19EDA89C26E5}">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gm:t>
    </dgm:pt>
    <dgm:pt modelId="{7AF49014-9835-4E43-A8D2-8AC7EFCDA236}" type="par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3DA0FC71-4F53-4F27-B92A-8A96908CC677}" type="sib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3F16885-BB3A-42B0-A487-124878D1CD2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gm:t>
    </dgm:pt>
    <dgm:pt modelId="{56E582BA-B227-4A7B-B4DA-9BCEE46D05B2}" type="par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83B8161A-53D8-40E9-BE5E-A109C291BAA9}" type="sib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D6D8596-C974-4A5A-A9BB-887F928EB34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global</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gm:t>
    </dgm:pt>
    <dgm:pt modelId="{06E4822B-E1C9-49CA-A1A7-7AB47C04EBB0}" type="par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FB704F6-5033-408D-B872-F7A3F05690DF}" type="sib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AAF8A73-7BFC-474C-B69A-CA981F751402}">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gm:t>
    </dgm:pt>
    <dgm:pt modelId="{BFAEF553-E943-4619-B7AA-5A60D9C64861}" type="parTrans" cxnId="{6E8329FC-7A56-4806-9A26-A9CBC94E3E2B}">
      <dgm:prSet/>
      <dgm:spPr/>
      <dgm:t>
        <a:bodyPr/>
        <a:lstStyle/>
        <a:p>
          <a:endParaRPr lang="fr-FR" sz="1800"/>
        </a:p>
      </dgm:t>
    </dgm:pt>
    <dgm:pt modelId="{DED443DA-B736-48C4-BD66-AFADBBFBD117}" type="sibTrans" cxnId="{6E8329FC-7A56-4806-9A26-A9CBC94E3E2B}">
      <dgm:prSet/>
      <dgm:spPr/>
      <dgm:t>
        <a:bodyPr/>
        <a:lstStyle/>
        <a:p>
          <a:endParaRPr lang="fr-FR" sz="1800"/>
        </a:p>
      </dgm:t>
    </dgm:pt>
    <dgm:pt modelId="{075BD4D1-4B3F-47B3-9F87-CB1B349C3F6D}" type="pres">
      <dgm:prSet presAssocID="{A97076E5-8634-41B8-B066-8E241EB8ED38}" presName="Name0" presStyleCnt="0">
        <dgm:presLayoutVars>
          <dgm:chMax val="7"/>
          <dgm:dir/>
          <dgm:animLvl val="lvl"/>
          <dgm:resizeHandles val="exact"/>
        </dgm:presLayoutVars>
      </dgm:prSet>
      <dgm:spPr/>
    </dgm:pt>
    <dgm:pt modelId="{9C4681C3-7CA3-48D5-90BA-7FAA854AC594}" type="pres">
      <dgm:prSet presAssocID="{4195679F-9013-4E42-94F4-1559FC5975F9}" presName="circle1" presStyleLbl="node1" presStyleIdx="0" presStyleCnt="4"/>
      <dgm:spPr/>
    </dgm:pt>
    <dgm:pt modelId="{FD43F6C1-A6C0-43EE-91AB-34DD1AE5ADF3}" type="pres">
      <dgm:prSet presAssocID="{4195679F-9013-4E42-94F4-1559FC5975F9}" presName="space" presStyleCnt="0"/>
      <dgm:spPr/>
    </dgm:pt>
    <dgm:pt modelId="{ED3827B0-7F1E-4319-BD34-787CEBA0A581}" type="pres">
      <dgm:prSet presAssocID="{4195679F-9013-4E42-94F4-1559FC5975F9}" presName="rect1" presStyleLbl="alignAcc1" presStyleIdx="0" presStyleCnt="4"/>
      <dgm:spPr/>
    </dgm:pt>
    <dgm:pt modelId="{50FC93C4-A53C-4E90-BD9F-111A043BCAF3}" type="pres">
      <dgm:prSet presAssocID="{51D21971-AC84-4A1C-BE9E-B755240686E7}" presName="vertSpace2" presStyleLbl="node1" presStyleIdx="0" presStyleCnt="4"/>
      <dgm:spPr/>
    </dgm:pt>
    <dgm:pt modelId="{59295B1B-DC77-4C83-8879-3ED51ABDAAC6}" type="pres">
      <dgm:prSet presAssocID="{51D21971-AC84-4A1C-BE9E-B755240686E7}" presName="circle2" presStyleLbl="node1" presStyleIdx="1" presStyleCnt="4"/>
      <dgm:spPr/>
    </dgm:pt>
    <dgm:pt modelId="{2435BB65-D734-482B-951B-3AC4F4939810}" type="pres">
      <dgm:prSet presAssocID="{51D21971-AC84-4A1C-BE9E-B755240686E7}" presName="rect2" presStyleLbl="alignAcc1" presStyleIdx="1" presStyleCnt="4"/>
      <dgm:spPr/>
    </dgm:pt>
    <dgm:pt modelId="{764F35D8-50A8-4903-98D4-5B269E351E0A}" type="pres">
      <dgm:prSet presAssocID="{6F79034D-2D7C-4898-9485-19EDA89C26E5}" presName="vertSpace3" presStyleLbl="node1" presStyleIdx="1" presStyleCnt="4"/>
      <dgm:spPr/>
    </dgm:pt>
    <dgm:pt modelId="{946177F8-AFA6-4BBA-BB0F-2F051C53F816}" type="pres">
      <dgm:prSet presAssocID="{6F79034D-2D7C-4898-9485-19EDA89C26E5}" presName="circle3" presStyleLbl="node1" presStyleIdx="2" presStyleCnt="4"/>
      <dgm:spPr/>
    </dgm:pt>
    <dgm:pt modelId="{F421F45B-BEB4-4B28-9A1A-D1EB45FBB030}" type="pres">
      <dgm:prSet presAssocID="{6F79034D-2D7C-4898-9485-19EDA89C26E5}" presName="rect3" presStyleLbl="alignAcc1" presStyleIdx="2" presStyleCnt="4"/>
      <dgm:spPr/>
    </dgm:pt>
    <dgm:pt modelId="{857DBE0B-FD6C-4F84-A2A5-62B9A035360B}" type="pres">
      <dgm:prSet presAssocID="{1D6D8596-C974-4A5A-A9BB-887F928EB34F}" presName="vertSpace4" presStyleLbl="node1" presStyleIdx="2" presStyleCnt="4"/>
      <dgm:spPr/>
    </dgm:pt>
    <dgm:pt modelId="{AD4991C8-6D39-423A-9EEB-F18FCD2FE17C}" type="pres">
      <dgm:prSet presAssocID="{1D6D8596-C974-4A5A-A9BB-887F928EB34F}" presName="circle4" presStyleLbl="node1" presStyleIdx="3" presStyleCnt="4"/>
      <dgm:spPr/>
    </dgm:pt>
    <dgm:pt modelId="{30D2236A-8669-4B39-89AB-E148CD5D0CA6}" type="pres">
      <dgm:prSet presAssocID="{1D6D8596-C974-4A5A-A9BB-887F928EB34F}" presName="rect4" presStyleLbl="alignAcc1" presStyleIdx="3" presStyleCnt="4" custLinFactNeighborX="0"/>
      <dgm:spPr/>
    </dgm:pt>
    <dgm:pt modelId="{DCBDD68C-A6E7-4F81-AFFC-3582AFDE3F00}" type="pres">
      <dgm:prSet presAssocID="{4195679F-9013-4E42-94F4-1559FC5975F9}" presName="rect1ParTx" presStyleLbl="alignAcc1" presStyleIdx="3" presStyleCnt="4">
        <dgm:presLayoutVars>
          <dgm:chMax val="1"/>
          <dgm:bulletEnabled val="1"/>
        </dgm:presLayoutVars>
      </dgm:prSet>
      <dgm:spPr/>
    </dgm:pt>
    <dgm:pt modelId="{98AF2808-BDCE-4AAC-9C5B-8465EB00C5C7}" type="pres">
      <dgm:prSet presAssocID="{4195679F-9013-4E42-94F4-1559FC5975F9}" presName="rect1ChTx" presStyleLbl="alignAcc1" presStyleIdx="3" presStyleCnt="4">
        <dgm:presLayoutVars>
          <dgm:bulletEnabled val="1"/>
        </dgm:presLayoutVars>
      </dgm:prSet>
      <dgm:spPr/>
    </dgm:pt>
    <dgm:pt modelId="{870579E6-9FE6-4425-8D9A-3C27B8EF5966}" type="pres">
      <dgm:prSet presAssocID="{51D21971-AC84-4A1C-BE9E-B755240686E7}" presName="rect2ParTx" presStyleLbl="alignAcc1" presStyleIdx="3" presStyleCnt="4">
        <dgm:presLayoutVars>
          <dgm:chMax val="1"/>
          <dgm:bulletEnabled val="1"/>
        </dgm:presLayoutVars>
      </dgm:prSet>
      <dgm:spPr/>
    </dgm:pt>
    <dgm:pt modelId="{BD1DE19C-3358-4A38-9D88-F9E4D68D5A5D}" type="pres">
      <dgm:prSet presAssocID="{51D21971-AC84-4A1C-BE9E-B755240686E7}" presName="rect2ChTx" presStyleLbl="alignAcc1" presStyleIdx="3" presStyleCnt="4">
        <dgm:presLayoutVars>
          <dgm:bulletEnabled val="1"/>
        </dgm:presLayoutVars>
      </dgm:prSet>
      <dgm:spPr/>
    </dgm:pt>
    <dgm:pt modelId="{151D8189-411E-4998-851C-36B608ACE671}" type="pres">
      <dgm:prSet presAssocID="{6F79034D-2D7C-4898-9485-19EDA89C26E5}" presName="rect3ParTx" presStyleLbl="alignAcc1" presStyleIdx="3" presStyleCnt="4">
        <dgm:presLayoutVars>
          <dgm:chMax val="1"/>
          <dgm:bulletEnabled val="1"/>
        </dgm:presLayoutVars>
      </dgm:prSet>
      <dgm:spPr/>
    </dgm:pt>
    <dgm:pt modelId="{835D5477-A361-460A-BB65-B43695830355}" type="pres">
      <dgm:prSet presAssocID="{6F79034D-2D7C-4898-9485-19EDA89C26E5}" presName="rect3ChTx" presStyleLbl="alignAcc1" presStyleIdx="3" presStyleCnt="4">
        <dgm:presLayoutVars>
          <dgm:bulletEnabled val="1"/>
        </dgm:presLayoutVars>
      </dgm:prSet>
      <dgm:spPr/>
    </dgm:pt>
    <dgm:pt modelId="{094EC377-52DA-4D07-B655-D40A8D4E11C6}" type="pres">
      <dgm:prSet presAssocID="{1D6D8596-C974-4A5A-A9BB-887F928EB34F}" presName="rect4ParTx" presStyleLbl="alignAcc1" presStyleIdx="3" presStyleCnt="4">
        <dgm:presLayoutVars>
          <dgm:chMax val="1"/>
          <dgm:bulletEnabled val="1"/>
        </dgm:presLayoutVars>
      </dgm:prSet>
      <dgm:spPr/>
    </dgm:pt>
    <dgm:pt modelId="{9E7A3D8D-FF03-4982-AD80-D5A59BAC7F58}" type="pres">
      <dgm:prSet presAssocID="{1D6D8596-C974-4A5A-A9BB-887F928EB34F}" presName="rect4ChTx" presStyleLbl="alignAcc1" presStyleIdx="3" presStyleCnt="4">
        <dgm:presLayoutVars>
          <dgm:bulletEnabled val="1"/>
        </dgm:presLayoutVars>
      </dgm:prSet>
      <dgm:spPr/>
    </dgm:pt>
  </dgm:ptLst>
  <dgm:cxnLst>
    <dgm:cxn modelId="{EE328C11-D299-4D7B-B5AD-76624FE6053F}" srcId="{A97076E5-8634-41B8-B066-8E241EB8ED38}" destId="{4195679F-9013-4E42-94F4-1559FC5975F9}" srcOrd="0" destOrd="0" parTransId="{2E8CB108-B854-470E-B8E8-9F4DDB1AEA51}" sibTransId="{1FAE220A-F303-4BD4-AE61-F04DAB0154CB}"/>
    <dgm:cxn modelId="{CD498F11-050E-4909-8F4A-1BA28607B334}" srcId="{A97076E5-8634-41B8-B066-8E241EB8ED38}" destId="{1D6D8596-C974-4A5A-A9BB-887F928EB34F}" srcOrd="3" destOrd="0" parTransId="{06E4822B-E1C9-49CA-A1A7-7AB47C04EBB0}" sibTransId="{CFB704F6-5033-408D-B872-F7A3F05690DF}"/>
    <dgm:cxn modelId="{32914E17-2066-4AD5-AB52-94B9C0F7569A}" type="presOf" srcId="{1D6D8596-C974-4A5A-A9BB-887F928EB34F}" destId="{094EC377-52DA-4D07-B655-D40A8D4E11C6}" srcOrd="1" destOrd="0" presId="urn:microsoft.com/office/officeart/2005/8/layout/target3"/>
    <dgm:cxn modelId="{C442B024-F4AE-4A39-B562-958CFD760C2C}" type="presOf" srcId="{6F79034D-2D7C-4898-9485-19EDA89C26E5}" destId="{151D8189-411E-4998-851C-36B608ACE671}" srcOrd="1" destOrd="0" presId="urn:microsoft.com/office/officeart/2005/8/layout/target3"/>
    <dgm:cxn modelId="{2C96A730-3536-4BE4-85B5-C87E2863854A}" type="presOf" srcId="{4BCD8DB8-001C-404D-82B4-EAF87CE6CFDF}" destId="{BD1DE19C-3358-4A38-9D88-F9E4D68D5A5D}" srcOrd="0" destOrd="0" presId="urn:microsoft.com/office/officeart/2005/8/layout/target3"/>
    <dgm:cxn modelId="{8590DB46-4FCF-4142-8B5A-7B677A3460CA}" type="presOf" srcId="{4195679F-9013-4E42-94F4-1559FC5975F9}" destId="{ED3827B0-7F1E-4319-BD34-787CEBA0A581}" srcOrd="0" destOrd="0" presId="urn:microsoft.com/office/officeart/2005/8/layout/target3"/>
    <dgm:cxn modelId="{69EE4348-FCDE-4436-AC11-BC681DA19CC5}" type="presOf" srcId="{A97076E5-8634-41B8-B066-8E241EB8ED38}" destId="{075BD4D1-4B3F-47B3-9F87-CB1B349C3F6D}" srcOrd="0" destOrd="0" presId="urn:microsoft.com/office/officeart/2005/8/layout/target3"/>
    <dgm:cxn modelId="{E238F04C-C90A-4A09-BF9E-C96A9448E05A}" type="presOf" srcId="{7B93A4F5-50CC-4F0B-B0B2-AE51D03F2483}" destId="{98AF2808-BDCE-4AAC-9C5B-8465EB00C5C7}" srcOrd="0" destOrd="0" presId="urn:microsoft.com/office/officeart/2005/8/layout/target3"/>
    <dgm:cxn modelId="{6AA4984D-54BD-4D19-B167-7418310F0EA8}" type="presOf" srcId="{73F16885-BB3A-42B0-A487-124878D1CD2F}" destId="{835D5477-A361-460A-BB65-B43695830355}" srcOrd="0" destOrd="0" presId="urn:microsoft.com/office/officeart/2005/8/layout/target3"/>
    <dgm:cxn modelId="{ECE73A55-4153-4ADF-ABE3-4B0265B6A6F9}" type="presOf" srcId="{CAAF8A73-7BFC-474C-B69A-CA981F751402}" destId="{9E7A3D8D-FF03-4982-AD80-D5A59BAC7F58}" srcOrd="0" destOrd="0" presId="urn:microsoft.com/office/officeart/2005/8/layout/target3"/>
    <dgm:cxn modelId="{D0711A7E-57AD-4E7B-AEA0-505DA1BDB7A3}" type="presOf" srcId="{51D21971-AC84-4A1C-BE9E-B755240686E7}" destId="{2435BB65-D734-482B-951B-3AC4F4939810}" srcOrd="0" destOrd="0" presId="urn:microsoft.com/office/officeart/2005/8/layout/target3"/>
    <dgm:cxn modelId="{C43AA996-29B2-4CDE-AC00-C13377F42198}" srcId="{6F79034D-2D7C-4898-9485-19EDA89C26E5}" destId="{73F16885-BB3A-42B0-A487-124878D1CD2F}" srcOrd="0" destOrd="0" parTransId="{56E582BA-B227-4A7B-B4DA-9BCEE46D05B2}" sibTransId="{83B8161A-53D8-40E9-BE5E-A109C291BAA9}"/>
    <dgm:cxn modelId="{FB169EA0-A8D8-4761-B9B3-5B7598696ED8}" type="presOf" srcId="{1D6D8596-C974-4A5A-A9BB-887F928EB34F}" destId="{30D2236A-8669-4B39-89AB-E148CD5D0CA6}" srcOrd="0" destOrd="0" presId="urn:microsoft.com/office/officeart/2005/8/layout/target3"/>
    <dgm:cxn modelId="{81B86CAA-6496-4EAC-B7C0-69168BDB0679}" srcId="{51D21971-AC84-4A1C-BE9E-B755240686E7}" destId="{4BCD8DB8-001C-404D-82B4-EAF87CE6CFDF}" srcOrd="0" destOrd="0" parTransId="{00521B62-C6C1-4BE6-9F2A-4EABDE3C37D9}" sibTransId="{20A0AA11-A7EE-47C1-B901-8876E25E4E2F}"/>
    <dgm:cxn modelId="{BB890CC0-5FE4-4715-B522-93DC67EA01EE}" type="presOf" srcId="{4195679F-9013-4E42-94F4-1559FC5975F9}" destId="{DCBDD68C-A6E7-4F81-AFFC-3582AFDE3F00}" srcOrd="1" destOrd="0" presId="urn:microsoft.com/office/officeart/2005/8/layout/target3"/>
    <dgm:cxn modelId="{EF4DC3CB-53AA-4049-84D9-E564CF59ECFD}" srcId="{A97076E5-8634-41B8-B066-8E241EB8ED38}" destId="{6F79034D-2D7C-4898-9485-19EDA89C26E5}" srcOrd="2" destOrd="0" parTransId="{7AF49014-9835-4E43-A8D2-8AC7EFCDA236}" sibTransId="{3DA0FC71-4F53-4F27-B92A-8A96908CC677}"/>
    <dgm:cxn modelId="{949BE1CB-99B2-4DA7-B198-42FBBD520531}" type="presOf" srcId="{6F79034D-2D7C-4898-9485-19EDA89C26E5}" destId="{F421F45B-BEB4-4B28-9A1A-D1EB45FBB030}" srcOrd="0" destOrd="0" presId="urn:microsoft.com/office/officeart/2005/8/layout/target3"/>
    <dgm:cxn modelId="{3057F2D0-9E3F-4A0C-B9F3-CD36B1C7621A}" srcId="{A97076E5-8634-41B8-B066-8E241EB8ED38}" destId="{51D21971-AC84-4A1C-BE9E-B755240686E7}" srcOrd="1" destOrd="0" parTransId="{2BA87286-0F62-43A6-8874-95E3BCA34EA4}" sibTransId="{4A085F1A-AC90-4251-858C-9D91C2E34A45}"/>
    <dgm:cxn modelId="{53487FD1-ABFA-48FA-8171-C01F05114C1A}" srcId="{4195679F-9013-4E42-94F4-1559FC5975F9}" destId="{7B93A4F5-50CC-4F0B-B0B2-AE51D03F2483}" srcOrd="0" destOrd="0" parTransId="{B3A150FD-3BE9-4AA4-9512-67BEE2F5BD6C}" sibTransId="{C81692BF-5F28-495C-8F36-AA00F9C076F2}"/>
    <dgm:cxn modelId="{546D82D9-EDF5-4C95-9D06-EBEEC8923ED8}" type="presOf" srcId="{51D21971-AC84-4A1C-BE9E-B755240686E7}" destId="{870579E6-9FE6-4425-8D9A-3C27B8EF5966}" srcOrd="1" destOrd="0" presId="urn:microsoft.com/office/officeart/2005/8/layout/target3"/>
    <dgm:cxn modelId="{6E8329FC-7A56-4806-9A26-A9CBC94E3E2B}" srcId="{1D6D8596-C974-4A5A-A9BB-887F928EB34F}" destId="{CAAF8A73-7BFC-474C-B69A-CA981F751402}" srcOrd="0" destOrd="0" parTransId="{BFAEF553-E943-4619-B7AA-5A60D9C64861}" sibTransId="{DED443DA-B736-48C4-BD66-AFADBBFBD117}"/>
    <dgm:cxn modelId="{F005DAE0-6BFF-4706-A70F-1A5C26F6B29F}" type="presParOf" srcId="{075BD4D1-4B3F-47B3-9F87-CB1B349C3F6D}" destId="{9C4681C3-7CA3-48D5-90BA-7FAA854AC594}" srcOrd="0" destOrd="0" presId="urn:microsoft.com/office/officeart/2005/8/layout/target3"/>
    <dgm:cxn modelId="{469CE26C-D697-44D5-95E5-B771BBCE5E7D}" type="presParOf" srcId="{075BD4D1-4B3F-47B3-9F87-CB1B349C3F6D}" destId="{FD43F6C1-A6C0-43EE-91AB-34DD1AE5ADF3}" srcOrd="1" destOrd="0" presId="urn:microsoft.com/office/officeart/2005/8/layout/target3"/>
    <dgm:cxn modelId="{083280A4-1EE9-4D9D-A3E7-D0488EEA8207}" type="presParOf" srcId="{075BD4D1-4B3F-47B3-9F87-CB1B349C3F6D}" destId="{ED3827B0-7F1E-4319-BD34-787CEBA0A581}" srcOrd="2" destOrd="0" presId="urn:microsoft.com/office/officeart/2005/8/layout/target3"/>
    <dgm:cxn modelId="{CD88C5B1-92E7-455D-AF81-2DA6B5F747C3}" type="presParOf" srcId="{075BD4D1-4B3F-47B3-9F87-CB1B349C3F6D}" destId="{50FC93C4-A53C-4E90-BD9F-111A043BCAF3}" srcOrd="3" destOrd="0" presId="urn:microsoft.com/office/officeart/2005/8/layout/target3"/>
    <dgm:cxn modelId="{C93D60F0-79F7-4052-8B71-2C60CA56789C}" type="presParOf" srcId="{075BD4D1-4B3F-47B3-9F87-CB1B349C3F6D}" destId="{59295B1B-DC77-4C83-8879-3ED51ABDAAC6}" srcOrd="4" destOrd="0" presId="urn:microsoft.com/office/officeart/2005/8/layout/target3"/>
    <dgm:cxn modelId="{CC2F45D4-A5FD-4066-9FF5-739770C804D5}" type="presParOf" srcId="{075BD4D1-4B3F-47B3-9F87-CB1B349C3F6D}" destId="{2435BB65-D734-482B-951B-3AC4F4939810}" srcOrd="5" destOrd="0" presId="urn:microsoft.com/office/officeart/2005/8/layout/target3"/>
    <dgm:cxn modelId="{050D1506-9573-4CE7-8388-CE8806D91AD4}" type="presParOf" srcId="{075BD4D1-4B3F-47B3-9F87-CB1B349C3F6D}" destId="{764F35D8-50A8-4903-98D4-5B269E351E0A}" srcOrd="6" destOrd="0" presId="urn:microsoft.com/office/officeart/2005/8/layout/target3"/>
    <dgm:cxn modelId="{459CD854-03BA-4BA3-B19A-A7173CA22E2B}" type="presParOf" srcId="{075BD4D1-4B3F-47B3-9F87-CB1B349C3F6D}" destId="{946177F8-AFA6-4BBA-BB0F-2F051C53F816}" srcOrd="7" destOrd="0" presId="urn:microsoft.com/office/officeart/2005/8/layout/target3"/>
    <dgm:cxn modelId="{8F8414D7-DED3-468B-B339-138C173D897E}" type="presParOf" srcId="{075BD4D1-4B3F-47B3-9F87-CB1B349C3F6D}" destId="{F421F45B-BEB4-4B28-9A1A-D1EB45FBB030}" srcOrd="8" destOrd="0" presId="urn:microsoft.com/office/officeart/2005/8/layout/target3"/>
    <dgm:cxn modelId="{2DF429AB-94FF-4946-B03A-974EFDD563BA}" type="presParOf" srcId="{075BD4D1-4B3F-47B3-9F87-CB1B349C3F6D}" destId="{857DBE0B-FD6C-4F84-A2A5-62B9A035360B}" srcOrd="9" destOrd="0" presId="urn:microsoft.com/office/officeart/2005/8/layout/target3"/>
    <dgm:cxn modelId="{EFF47EE5-F63C-464B-9D4C-0578BBA87085}" type="presParOf" srcId="{075BD4D1-4B3F-47B3-9F87-CB1B349C3F6D}" destId="{AD4991C8-6D39-423A-9EEB-F18FCD2FE17C}" srcOrd="10" destOrd="0" presId="urn:microsoft.com/office/officeart/2005/8/layout/target3"/>
    <dgm:cxn modelId="{F7810C43-327F-4C2F-A18D-86651656D2B6}" type="presParOf" srcId="{075BD4D1-4B3F-47B3-9F87-CB1B349C3F6D}" destId="{30D2236A-8669-4B39-89AB-E148CD5D0CA6}" srcOrd="11" destOrd="0" presId="urn:microsoft.com/office/officeart/2005/8/layout/target3"/>
    <dgm:cxn modelId="{922E3161-68CD-4D03-BB7C-6A76F0D0E24D}" type="presParOf" srcId="{075BD4D1-4B3F-47B3-9F87-CB1B349C3F6D}" destId="{DCBDD68C-A6E7-4F81-AFFC-3582AFDE3F00}" srcOrd="12" destOrd="0" presId="urn:microsoft.com/office/officeart/2005/8/layout/target3"/>
    <dgm:cxn modelId="{FBB259AF-F328-4630-AEDF-7B5E31F6F6DB}" type="presParOf" srcId="{075BD4D1-4B3F-47B3-9F87-CB1B349C3F6D}" destId="{98AF2808-BDCE-4AAC-9C5B-8465EB00C5C7}" srcOrd="13" destOrd="0" presId="urn:microsoft.com/office/officeart/2005/8/layout/target3"/>
    <dgm:cxn modelId="{30767790-4FB9-4375-9B56-B3CDFCEFB7FB}" type="presParOf" srcId="{075BD4D1-4B3F-47B3-9F87-CB1B349C3F6D}" destId="{870579E6-9FE6-4425-8D9A-3C27B8EF5966}" srcOrd="14" destOrd="0" presId="urn:microsoft.com/office/officeart/2005/8/layout/target3"/>
    <dgm:cxn modelId="{9F205871-6911-4919-B661-C3CC0E3041D4}" type="presParOf" srcId="{075BD4D1-4B3F-47B3-9F87-CB1B349C3F6D}" destId="{BD1DE19C-3358-4A38-9D88-F9E4D68D5A5D}" srcOrd="15" destOrd="0" presId="urn:microsoft.com/office/officeart/2005/8/layout/target3"/>
    <dgm:cxn modelId="{F640B8FD-9940-4621-B79C-881614817484}" type="presParOf" srcId="{075BD4D1-4B3F-47B3-9F87-CB1B349C3F6D}" destId="{151D8189-411E-4998-851C-36B608ACE671}" srcOrd="16" destOrd="0" presId="urn:microsoft.com/office/officeart/2005/8/layout/target3"/>
    <dgm:cxn modelId="{1C2C7912-D747-45F7-80E5-2D149AA67070}" type="presParOf" srcId="{075BD4D1-4B3F-47B3-9F87-CB1B349C3F6D}" destId="{835D5477-A361-460A-BB65-B43695830355}" srcOrd="17" destOrd="0" presId="urn:microsoft.com/office/officeart/2005/8/layout/target3"/>
    <dgm:cxn modelId="{045CD94C-4824-4F32-B4CB-687028938C64}" type="presParOf" srcId="{075BD4D1-4B3F-47B3-9F87-CB1B349C3F6D}" destId="{094EC377-52DA-4D07-B655-D40A8D4E11C6}" srcOrd="18" destOrd="0" presId="urn:microsoft.com/office/officeart/2005/8/layout/target3"/>
    <dgm:cxn modelId="{17586C17-D31E-4946-9B3F-8695D8E9F672}" type="presParOf" srcId="{075BD4D1-4B3F-47B3-9F87-CB1B349C3F6D}" destId="{9E7A3D8D-FF03-4982-AD80-D5A59BAC7F58}" srcOrd="19"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solidFill>
                <a:srgbClr val="7A7A7A"/>
              </a:solidFill>
            </a:rPr>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6">
        <dgm:presLayoutVars>
          <dgm:chMax val="0"/>
          <dgm:chPref val="0"/>
          <dgm:bulletEnabled val="1"/>
        </dgm:presLayoutVars>
      </dgm:prSet>
      <dgm:spPr/>
    </dgm:pt>
    <dgm:pt modelId="{B2250889-16EC-44BC-9C81-52039955D740}" type="pres">
      <dgm:prSet presAssocID="{40D612D8-3E6B-4050-968B-2488B3E2C696}" presName="Parent" presStyleLbl="revTx" presStyleIdx="1" presStyleCnt="6">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6">
        <dgm:presLayoutVars>
          <dgm:chMax val="0"/>
          <dgm:chPref val="0"/>
          <dgm:bulletEnabled val="1"/>
        </dgm:presLayoutVars>
      </dgm:prSet>
      <dgm:spPr/>
    </dgm:pt>
    <dgm:pt modelId="{E60EE4FD-EE2C-456F-BD19-3E560B6849CB}" type="pres">
      <dgm:prSet presAssocID="{BEF3CC0B-AC1F-480B-8407-D3AF3F1363D2}" presName="Parent" presStyleLbl="revTx" presStyleIdx="3" presStyleCnt="6">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3" presStyleCnt="6">
        <dgm:presLayoutVars>
          <dgm:chMax val="0"/>
          <dgm:chPref val="0"/>
          <dgm:bulletEnabled val="1"/>
        </dgm:presLayoutVars>
      </dgm:prSet>
      <dgm:spPr/>
    </dgm:pt>
    <dgm:pt modelId="{35EDC56F-113A-4C1E-81CF-AC8F17D00922}" type="pres">
      <dgm:prSet presAssocID="{CDB2D20E-04E3-48B1-B9D6-B6A0FB5D9655}" presName="Parent" presStyleLbl="revTx" presStyleIdx="4" presStyleCnt="6">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4" presStyleCnt="6">
        <dgm:presLayoutVars>
          <dgm:chMax val="0"/>
          <dgm:chPref val="0"/>
          <dgm:bulletEnabled val="1"/>
        </dgm:presLayoutVars>
      </dgm:prSet>
      <dgm:spPr/>
    </dgm:pt>
    <dgm:pt modelId="{4410A09B-28F1-41A2-B3C3-D44C57DEC830}" type="pres">
      <dgm:prSet presAssocID="{8562B649-6E13-49AC-B7FF-69A8A393FED0}" presName="Parent" presStyleLbl="revTx" presStyleIdx="5" presStyleCnt="6">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AEB343C2-7655-4AEA-B13F-345603004458}" srcId="{BEF3CC0B-AC1F-480B-8407-D3AF3F1363D2}" destId="{6D45E825-6D31-4B0D-A0B1-230A753C6006}" srcOrd="1" destOrd="0" parTransId="{91D67C94-6321-4307-A333-0B06862D9DFC}" sibTransId="{1F0D5951-2039-4469-AFCC-CEDE93CC859D}"/>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8AB5BF9-32F4-44D7-A70B-48B457C25B25}" type="doc">
      <dgm:prSet loTypeId="urn:microsoft.com/office/officeart/2005/8/layout/radial4" loCatId="relationship" qsTypeId="urn:microsoft.com/office/officeart/2005/8/quickstyle/simple1" qsCatId="simple" csTypeId="urn:microsoft.com/office/officeart/2005/8/colors/colorful1" csCatId="colorful" phldr="1"/>
      <dgm:spPr/>
      <dgm:t>
        <a:bodyPr/>
        <a:lstStyle/>
        <a:p>
          <a:endParaRPr lang="fr-FR"/>
        </a:p>
      </dgm:t>
    </dgm:pt>
    <dgm:pt modelId="{A792453A-D9AD-4B46-AC83-BEB34AC5A0E9}">
      <dgm:prSet phldrT="[Texte]"/>
      <dgm:spPr/>
      <dgm:t>
        <a:bodyPr/>
        <a:lstStyle/>
        <a:p>
          <a:r>
            <a:rPr lang="fr-FR" dirty="0"/>
            <a:t>Scénarios stratégiques</a:t>
          </a:r>
        </a:p>
      </dgm:t>
    </dgm:pt>
    <dgm:pt modelId="{4E70219F-77D6-4C8A-9F96-966B5152B2FC}" type="parTrans" cxnId="{4B540DB0-08A3-484D-8B79-32D043D4BB6A}">
      <dgm:prSet/>
      <dgm:spPr/>
      <dgm:t>
        <a:bodyPr/>
        <a:lstStyle/>
        <a:p>
          <a:endParaRPr lang="fr-FR"/>
        </a:p>
      </dgm:t>
    </dgm:pt>
    <dgm:pt modelId="{D1FF800D-BA65-4AD5-9639-D9E58F0A38CC}" type="sibTrans" cxnId="{4B540DB0-08A3-484D-8B79-32D043D4BB6A}">
      <dgm:prSet/>
      <dgm:spPr/>
      <dgm:t>
        <a:bodyPr/>
        <a:lstStyle/>
        <a:p>
          <a:endParaRPr lang="fr-FR"/>
        </a:p>
      </dgm:t>
    </dgm:pt>
    <dgm:pt modelId="{2C81CCC1-84E7-4A8E-A137-4D0727E4CFC8}">
      <dgm:prSet phldrT="[Texte]"/>
      <dgm:spPr/>
      <dgm:t>
        <a:bodyPr/>
        <a:lstStyle/>
        <a:p>
          <a:r>
            <a:rPr lang="fr-FR" dirty="0"/>
            <a:t>Scénarios opérationnels</a:t>
          </a:r>
        </a:p>
      </dgm:t>
    </dgm:pt>
    <dgm:pt modelId="{C499910D-644E-4DED-88D5-BFC4ABD7CD0C}" type="parTrans" cxnId="{E513C0DD-3639-4950-98AC-F4E6A9DD4D79}">
      <dgm:prSet/>
      <dgm:spPr/>
      <dgm:t>
        <a:bodyPr/>
        <a:lstStyle/>
        <a:p>
          <a:endParaRPr lang="fr-FR"/>
        </a:p>
      </dgm:t>
    </dgm:pt>
    <dgm:pt modelId="{0EF11873-C3C7-46F3-B1C0-BDC0B18B89BA}" type="sibTrans" cxnId="{E513C0DD-3639-4950-98AC-F4E6A9DD4D79}">
      <dgm:prSet/>
      <dgm:spPr/>
      <dgm:t>
        <a:bodyPr/>
        <a:lstStyle/>
        <a:p>
          <a:endParaRPr lang="fr-FR"/>
        </a:p>
      </dgm:t>
    </dgm:pt>
    <dgm:pt modelId="{C4D466A4-2A98-4CA5-BFD0-40A058777FC5}">
      <dgm:prSet phldrT="[Texte]"/>
      <dgm:spPr/>
      <dgm:t>
        <a:bodyPr/>
        <a:lstStyle/>
        <a:p>
          <a:r>
            <a:rPr lang="fr-FR" dirty="0"/>
            <a:t>Événements redoutés</a:t>
          </a:r>
        </a:p>
      </dgm:t>
    </dgm:pt>
    <dgm:pt modelId="{D0B6B460-FE5B-402E-B855-A624124BA00D}" type="parTrans" cxnId="{70E06178-7FBF-4E03-95D0-1754B43EED20}">
      <dgm:prSet/>
      <dgm:spPr/>
      <dgm:t>
        <a:bodyPr/>
        <a:lstStyle/>
        <a:p>
          <a:endParaRPr lang="fr-FR"/>
        </a:p>
      </dgm:t>
    </dgm:pt>
    <dgm:pt modelId="{85648568-27FD-45AA-85F4-9CE399624894}" type="sibTrans" cxnId="{70E06178-7FBF-4E03-95D0-1754B43EED20}">
      <dgm:prSet/>
      <dgm:spPr/>
      <dgm:t>
        <a:bodyPr/>
        <a:lstStyle/>
        <a:p>
          <a:endParaRPr lang="fr-FR"/>
        </a:p>
      </dgm:t>
    </dgm:pt>
    <dgm:pt modelId="{DC9F5688-D6D2-433D-8D56-4863CA9F8F68}">
      <dgm:prSet phldrT="[Texte]"/>
      <dgm:spPr/>
      <dgm:t>
        <a:bodyPr/>
        <a:lstStyle/>
        <a:p>
          <a:r>
            <a:rPr lang="fr-FR" dirty="0"/>
            <a:t>Risques</a:t>
          </a:r>
        </a:p>
      </dgm:t>
    </dgm:pt>
    <dgm:pt modelId="{B7E4620E-ECF7-4309-B715-93FD393A5B0B}" type="parTrans" cxnId="{6FF52444-8ED0-48A0-AA9C-656CBE0DC82F}">
      <dgm:prSet/>
      <dgm:spPr/>
      <dgm:t>
        <a:bodyPr/>
        <a:lstStyle/>
        <a:p>
          <a:endParaRPr lang="fr-FR"/>
        </a:p>
      </dgm:t>
    </dgm:pt>
    <dgm:pt modelId="{5040C8B8-A9BA-480A-9CE1-1E1F11B50BE9}" type="sibTrans" cxnId="{6FF52444-8ED0-48A0-AA9C-656CBE0DC82F}">
      <dgm:prSet/>
      <dgm:spPr/>
      <dgm:t>
        <a:bodyPr/>
        <a:lstStyle/>
        <a:p>
          <a:endParaRPr lang="fr-FR"/>
        </a:p>
      </dgm:t>
    </dgm:pt>
    <dgm:pt modelId="{2749CDAF-0A96-4EB2-ABE9-0FD549F8A05A}">
      <dgm:prSet phldrT="[Texte]"/>
      <dgm:spPr/>
      <dgm:t>
        <a:bodyPr/>
        <a:lstStyle/>
        <a:p>
          <a:r>
            <a:rPr lang="fr-FR" dirty="0"/>
            <a:t>Conséquences</a:t>
          </a:r>
        </a:p>
      </dgm:t>
    </dgm:pt>
    <dgm:pt modelId="{2DFED9F5-63ED-4813-BABA-5DB57FB2B05F}" type="parTrans" cxnId="{08CDCEE1-6A90-4053-8385-519887E22A55}">
      <dgm:prSet/>
      <dgm:spPr/>
      <dgm:t>
        <a:bodyPr/>
        <a:lstStyle/>
        <a:p>
          <a:endParaRPr lang="fr-FR"/>
        </a:p>
      </dgm:t>
    </dgm:pt>
    <dgm:pt modelId="{A4BE15E5-37BD-42DA-A9B7-3FAA10ACD847}" type="sibTrans" cxnId="{08CDCEE1-6A90-4053-8385-519887E22A55}">
      <dgm:prSet/>
      <dgm:spPr/>
      <dgm:t>
        <a:bodyPr/>
        <a:lstStyle/>
        <a:p>
          <a:endParaRPr lang="fr-FR"/>
        </a:p>
      </dgm:t>
    </dgm:pt>
    <dgm:pt modelId="{D66189CB-D567-4D4C-A50E-6CF7D945522E}">
      <dgm:prSet phldrT="[Texte]"/>
      <dgm:spPr/>
      <dgm:t>
        <a:bodyPr/>
        <a:lstStyle/>
        <a:p>
          <a:r>
            <a:rPr lang="fr-FR">
              <a:solidFill>
                <a:schemeClr val="tx1"/>
              </a:solidFill>
            </a:rPr>
            <a:t>Sources de risques</a:t>
          </a:r>
          <a:endParaRPr lang="fr-FR" dirty="0">
            <a:solidFill>
              <a:schemeClr val="tx1"/>
            </a:solidFill>
          </a:endParaRPr>
        </a:p>
      </dgm:t>
    </dgm:pt>
    <dgm:pt modelId="{AF374609-911E-4EE9-8073-A624D4E401C8}" type="parTrans" cxnId="{377A9EEA-AFFA-456B-8FEC-38FF1FAF3946}">
      <dgm:prSet/>
      <dgm:spPr/>
      <dgm:t>
        <a:bodyPr/>
        <a:lstStyle/>
        <a:p>
          <a:endParaRPr lang="fr-FR"/>
        </a:p>
      </dgm:t>
    </dgm:pt>
    <dgm:pt modelId="{EE1EB525-77EE-47FC-BFAD-CE272F949CDC}" type="sibTrans" cxnId="{377A9EEA-AFFA-456B-8FEC-38FF1FAF3946}">
      <dgm:prSet/>
      <dgm:spPr/>
      <dgm:t>
        <a:bodyPr/>
        <a:lstStyle/>
        <a:p>
          <a:endParaRPr lang="fr-FR"/>
        </a:p>
      </dgm:t>
    </dgm:pt>
    <dgm:pt modelId="{4C68795E-BF11-4D9D-87FC-C3010ED0EA25}" type="pres">
      <dgm:prSet presAssocID="{08AB5BF9-32F4-44D7-A70B-48B457C25B25}" presName="cycle" presStyleCnt="0">
        <dgm:presLayoutVars>
          <dgm:chMax val="1"/>
          <dgm:dir/>
          <dgm:animLvl val="ctr"/>
          <dgm:resizeHandles val="exact"/>
        </dgm:presLayoutVars>
      </dgm:prSet>
      <dgm:spPr/>
    </dgm:pt>
    <dgm:pt modelId="{A562C1BC-6F6F-416A-8028-F8DB4BEE026A}" type="pres">
      <dgm:prSet presAssocID="{DC9F5688-D6D2-433D-8D56-4863CA9F8F68}" presName="centerShape" presStyleLbl="node0" presStyleIdx="0" presStyleCnt="1"/>
      <dgm:spPr/>
    </dgm:pt>
    <dgm:pt modelId="{E94971C4-2B0D-4345-B715-8D4A25D1BFF1}" type="pres">
      <dgm:prSet presAssocID="{AF374609-911E-4EE9-8073-A624D4E401C8}" presName="parTrans" presStyleLbl="bgSibTrans2D1" presStyleIdx="0" presStyleCnt="5"/>
      <dgm:spPr/>
    </dgm:pt>
    <dgm:pt modelId="{96C4585E-1F4C-4B6C-9182-C7ACB7A815D1}" type="pres">
      <dgm:prSet presAssocID="{D66189CB-D567-4D4C-A50E-6CF7D945522E}" presName="node" presStyleLbl="node1" presStyleIdx="0" presStyleCnt="5">
        <dgm:presLayoutVars>
          <dgm:bulletEnabled val="1"/>
        </dgm:presLayoutVars>
      </dgm:prSet>
      <dgm:spPr/>
    </dgm:pt>
    <dgm:pt modelId="{26F61361-452C-47C4-826D-64D0C8EDDBA5}" type="pres">
      <dgm:prSet presAssocID="{4E70219F-77D6-4C8A-9F96-966B5152B2FC}" presName="parTrans" presStyleLbl="bgSibTrans2D1" presStyleIdx="1" presStyleCnt="5"/>
      <dgm:spPr/>
    </dgm:pt>
    <dgm:pt modelId="{6AC83906-4B2E-452E-8316-BBE8D6DA4B3D}" type="pres">
      <dgm:prSet presAssocID="{A792453A-D9AD-4B46-AC83-BEB34AC5A0E9}" presName="node" presStyleLbl="node1" presStyleIdx="1" presStyleCnt="5">
        <dgm:presLayoutVars>
          <dgm:bulletEnabled val="1"/>
        </dgm:presLayoutVars>
      </dgm:prSet>
      <dgm:spPr/>
    </dgm:pt>
    <dgm:pt modelId="{E9629943-F701-4595-AB53-C1D09F3299A1}" type="pres">
      <dgm:prSet presAssocID="{C499910D-644E-4DED-88D5-BFC4ABD7CD0C}" presName="parTrans" presStyleLbl="bgSibTrans2D1" presStyleIdx="2" presStyleCnt="5"/>
      <dgm:spPr/>
    </dgm:pt>
    <dgm:pt modelId="{CBA9D372-6166-4738-9A8A-8DD2B802AE90}" type="pres">
      <dgm:prSet presAssocID="{2C81CCC1-84E7-4A8E-A137-4D0727E4CFC8}" presName="node" presStyleLbl="node1" presStyleIdx="2" presStyleCnt="5">
        <dgm:presLayoutVars>
          <dgm:bulletEnabled val="1"/>
        </dgm:presLayoutVars>
      </dgm:prSet>
      <dgm:spPr/>
    </dgm:pt>
    <dgm:pt modelId="{2180944B-1155-409B-B53B-0F7EA4F8D924}" type="pres">
      <dgm:prSet presAssocID="{D0B6B460-FE5B-402E-B855-A624124BA00D}" presName="parTrans" presStyleLbl="bgSibTrans2D1" presStyleIdx="3" presStyleCnt="5"/>
      <dgm:spPr/>
    </dgm:pt>
    <dgm:pt modelId="{1893C455-12EE-4E3E-B63E-4C13101EB7E3}" type="pres">
      <dgm:prSet presAssocID="{C4D466A4-2A98-4CA5-BFD0-40A058777FC5}" presName="node" presStyleLbl="node1" presStyleIdx="3" presStyleCnt="5">
        <dgm:presLayoutVars>
          <dgm:bulletEnabled val="1"/>
        </dgm:presLayoutVars>
      </dgm:prSet>
      <dgm:spPr/>
    </dgm:pt>
    <dgm:pt modelId="{B5F5AD02-E0D8-4F98-B2C7-70A5DD5E948C}" type="pres">
      <dgm:prSet presAssocID="{2DFED9F5-63ED-4813-BABA-5DB57FB2B05F}" presName="parTrans" presStyleLbl="bgSibTrans2D1" presStyleIdx="4" presStyleCnt="5"/>
      <dgm:spPr/>
    </dgm:pt>
    <dgm:pt modelId="{3A749030-44D5-426F-A8D5-AA85C9F45A6A}" type="pres">
      <dgm:prSet presAssocID="{2749CDAF-0A96-4EB2-ABE9-0FD549F8A05A}" presName="node" presStyleLbl="node1" presStyleIdx="4" presStyleCnt="5">
        <dgm:presLayoutVars>
          <dgm:bulletEnabled val="1"/>
        </dgm:presLayoutVars>
      </dgm:prSet>
      <dgm:spPr/>
    </dgm:pt>
  </dgm:ptLst>
  <dgm:cxnLst>
    <dgm:cxn modelId="{9A145E1D-8BDB-490F-AC58-4336A8404550}" type="presOf" srcId="{DC9F5688-D6D2-433D-8D56-4863CA9F8F68}" destId="{A562C1BC-6F6F-416A-8028-F8DB4BEE026A}" srcOrd="0" destOrd="0" presId="urn:microsoft.com/office/officeart/2005/8/layout/radial4"/>
    <dgm:cxn modelId="{79356B26-9095-4531-A28F-8D2907BC0DEA}" type="presOf" srcId="{A792453A-D9AD-4B46-AC83-BEB34AC5A0E9}" destId="{6AC83906-4B2E-452E-8316-BBE8D6DA4B3D}" srcOrd="0" destOrd="0" presId="urn:microsoft.com/office/officeart/2005/8/layout/radial4"/>
    <dgm:cxn modelId="{4950B82D-2EEC-4175-AA37-EBB176C634B8}" type="presOf" srcId="{C499910D-644E-4DED-88D5-BFC4ABD7CD0C}" destId="{E9629943-F701-4595-AB53-C1D09F3299A1}" srcOrd="0" destOrd="0" presId="urn:microsoft.com/office/officeart/2005/8/layout/radial4"/>
    <dgm:cxn modelId="{F743F138-5A2E-494E-A6AE-281B8AE28374}" type="presOf" srcId="{D66189CB-D567-4D4C-A50E-6CF7D945522E}" destId="{96C4585E-1F4C-4B6C-9182-C7ACB7A815D1}" srcOrd="0" destOrd="0" presId="urn:microsoft.com/office/officeart/2005/8/layout/radial4"/>
    <dgm:cxn modelId="{0BD0635C-366E-482D-A14F-41E2F8DBDD29}" type="presOf" srcId="{4E70219F-77D6-4C8A-9F96-966B5152B2FC}" destId="{26F61361-452C-47C4-826D-64D0C8EDDBA5}" srcOrd="0" destOrd="0" presId="urn:microsoft.com/office/officeart/2005/8/layout/radial4"/>
    <dgm:cxn modelId="{6FF52444-8ED0-48A0-AA9C-656CBE0DC82F}" srcId="{08AB5BF9-32F4-44D7-A70B-48B457C25B25}" destId="{DC9F5688-D6D2-433D-8D56-4863CA9F8F68}" srcOrd="0" destOrd="0" parTransId="{B7E4620E-ECF7-4309-B715-93FD393A5B0B}" sibTransId="{5040C8B8-A9BA-480A-9CE1-1E1F11B50BE9}"/>
    <dgm:cxn modelId="{5A51B04E-C08E-475F-B3AB-5230FD2C502B}" type="presOf" srcId="{AF374609-911E-4EE9-8073-A624D4E401C8}" destId="{E94971C4-2B0D-4345-B715-8D4A25D1BFF1}" srcOrd="0" destOrd="0" presId="urn:microsoft.com/office/officeart/2005/8/layout/radial4"/>
    <dgm:cxn modelId="{70E06178-7FBF-4E03-95D0-1754B43EED20}" srcId="{DC9F5688-D6D2-433D-8D56-4863CA9F8F68}" destId="{C4D466A4-2A98-4CA5-BFD0-40A058777FC5}" srcOrd="3" destOrd="0" parTransId="{D0B6B460-FE5B-402E-B855-A624124BA00D}" sibTransId="{85648568-27FD-45AA-85F4-9CE399624894}"/>
    <dgm:cxn modelId="{0401D07D-5B69-4887-95FE-4AE0F235A411}" type="presOf" srcId="{D0B6B460-FE5B-402E-B855-A624124BA00D}" destId="{2180944B-1155-409B-B53B-0F7EA4F8D924}" srcOrd="0" destOrd="0" presId="urn:microsoft.com/office/officeart/2005/8/layout/radial4"/>
    <dgm:cxn modelId="{F42A8E84-7443-4BA2-A925-88A82BA2DEAA}" type="presOf" srcId="{2DFED9F5-63ED-4813-BABA-5DB57FB2B05F}" destId="{B5F5AD02-E0D8-4F98-B2C7-70A5DD5E948C}" srcOrd="0" destOrd="0" presId="urn:microsoft.com/office/officeart/2005/8/layout/radial4"/>
    <dgm:cxn modelId="{2B6D7A89-0B67-4785-9080-09CC62D6F143}" type="presOf" srcId="{C4D466A4-2A98-4CA5-BFD0-40A058777FC5}" destId="{1893C455-12EE-4E3E-B63E-4C13101EB7E3}" srcOrd="0" destOrd="0" presId="urn:microsoft.com/office/officeart/2005/8/layout/radial4"/>
    <dgm:cxn modelId="{A125F69A-6B2E-48B8-A1FB-425A3C135D01}" type="presOf" srcId="{2749CDAF-0A96-4EB2-ABE9-0FD549F8A05A}" destId="{3A749030-44D5-426F-A8D5-AA85C9F45A6A}" srcOrd="0" destOrd="0" presId="urn:microsoft.com/office/officeart/2005/8/layout/radial4"/>
    <dgm:cxn modelId="{F3937FAD-EC97-4171-B277-70330C8B6FC5}" type="presOf" srcId="{2C81CCC1-84E7-4A8E-A137-4D0727E4CFC8}" destId="{CBA9D372-6166-4738-9A8A-8DD2B802AE90}" srcOrd="0" destOrd="0" presId="urn:microsoft.com/office/officeart/2005/8/layout/radial4"/>
    <dgm:cxn modelId="{4B540DB0-08A3-484D-8B79-32D043D4BB6A}" srcId="{DC9F5688-D6D2-433D-8D56-4863CA9F8F68}" destId="{A792453A-D9AD-4B46-AC83-BEB34AC5A0E9}" srcOrd="1" destOrd="0" parTransId="{4E70219F-77D6-4C8A-9F96-966B5152B2FC}" sibTransId="{D1FF800D-BA65-4AD5-9639-D9E58F0A38CC}"/>
    <dgm:cxn modelId="{1862D5D1-AFBD-4430-800A-E2DCD58088AE}" type="presOf" srcId="{08AB5BF9-32F4-44D7-A70B-48B457C25B25}" destId="{4C68795E-BF11-4D9D-87FC-C3010ED0EA25}" srcOrd="0" destOrd="0" presId="urn:microsoft.com/office/officeart/2005/8/layout/radial4"/>
    <dgm:cxn modelId="{E513C0DD-3639-4950-98AC-F4E6A9DD4D79}" srcId="{DC9F5688-D6D2-433D-8D56-4863CA9F8F68}" destId="{2C81CCC1-84E7-4A8E-A137-4D0727E4CFC8}" srcOrd="2" destOrd="0" parTransId="{C499910D-644E-4DED-88D5-BFC4ABD7CD0C}" sibTransId="{0EF11873-C3C7-46F3-B1C0-BDC0B18B89BA}"/>
    <dgm:cxn modelId="{08CDCEE1-6A90-4053-8385-519887E22A55}" srcId="{DC9F5688-D6D2-433D-8D56-4863CA9F8F68}" destId="{2749CDAF-0A96-4EB2-ABE9-0FD549F8A05A}" srcOrd="4" destOrd="0" parTransId="{2DFED9F5-63ED-4813-BABA-5DB57FB2B05F}" sibTransId="{A4BE15E5-37BD-42DA-A9B7-3FAA10ACD847}"/>
    <dgm:cxn modelId="{377A9EEA-AFFA-456B-8FEC-38FF1FAF3946}" srcId="{DC9F5688-D6D2-433D-8D56-4863CA9F8F68}" destId="{D66189CB-D567-4D4C-A50E-6CF7D945522E}" srcOrd="0" destOrd="0" parTransId="{AF374609-911E-4EE9-8073-A624D4E401C8}" sibTransId="{EE1EB525-77EE-47FC-BFAD-CE272F949CDC}"/>
    <dgm:cxn modelId="{81A52510-01F6-4828-AD10-2A7F94D0C10A}" type="presParOf" srcId="{4C68795E-BF11-4D9D-87FC-C3010ED0EA25}" destId="{A562C1BC-6F6F-416A-8028-F8DB4BEE026A}" srcOrd="0" destOrd="0" presId="urn:microsoft.com/office/officeart/2005/8/layout/radial4"/>
    <dgm:cxn modelId="{9AE94CAC-A120-4739-AE85-B7393A964808}" type="presParOf" srcId="{4C68795E-BF11-4D9D-87FC-C3010ED0EA25}" destId="{E94971C4-2B0D-4345-B715-8D4A25D1BFF1}" srcOrd="1" destOrd="0" presId="urn:microsoft.com/office/officeart/2005/8/layout/radial4"/>
    <dgm:cxn modelId="{B7491E0C-91FE-46F8-BDF6-10E189EE36B3}" type="presParOf" srcId="{4C68795E-BF11-4D9D-87FC-C3010ED0EA25}" destId="{96C4585E-1F4C-4B6C-9182-C7ACB7A815D1}" srcOrd="2" destOrd="0" presId="urn:microsoft.com/office/officeart/2005/8/layout/radial4"/>
    <dgm:cxn modelId="{50ADDFAA-E5F5-4735-BDC3-C7B165A66872}" type="presParOf" srcId="{4C68795E-BF11-4D9D-87FC-C3010ED0EA25}" destId="{26F61361-452C-47C4-826D-64D0C8EDDBA5}" srcOrd="3" destOrd="0" presId="urn:microsoft.com/office/officeart/2005/8/layout/radial4"/>
    <dgm:cxn modelId="{CAD3B603-6686-46B8-AD7E-648CBF59DB4A}" type="presParOf" srcId="{4C68795E-BF11-4D9D-87FC-C3010ED0EA25}" destId="{6AC83906-4B2E-452E-8316-BBE8D6DA4B3D}" srcOrd="4" destOrd="0" presId="urn:microsoft.com/office/officeart/2005/8/layout/radial4"/>
    <dgm:cxn modelId="{D69C660C-B3D9-4EC7-8CE1-587DEDFF9EBB}" type="presParOf" srcId="{4C68795E-BF11-4D9D-87FC-C3010ED0EA25}" destId="{E9629943-F701-4595-AB53-C1D09F3299A1}" srcOrd="5" destOrd="0" presId="urn:microsoft.com/office/officeart/2005/8/layout/radial4"/>
    <dgm:cxn modelId="{20B3FC82-7458-4658-92FC-56D44BA6DD07}" type="presParOf" srcId="{4C68795E-BF11-4D9D-87FC-C3010ED0EA25}" destId="{CBA9D372-6166-4738-9A8A-8DD2B802AE90}" srcOrd="6" destOrd="0" presId="urn:microsoft.com/office/officeart/2005/8/layout/radial4"/>
    <dgm:cxn modelId="{6CB1CFF3-BA0F-4A71-AD3C-5EF2EF05DE47}" type="presParOf" srcId="{4C68795E-BF11-4D9D-87FC-C3010ED0EA25}" destId="{2180944B-1155-409B-B53B-0F7EA4F8D924}" srcOrd="7" destOrd="0" presId="urn:microsoft.com/office/officeart/2005/8/layout/radial4"/>
    <dgm:cxn modelId="{09701621-D15C-43AC-A621-3305CDAA7F1E}" type="presParOf" srcId="{4C68795E-BF11-4D9D-87FC-C3010ED0EA25}" destId="{1893C455-12EE-4E3E-B63E-4C13101EB7E3}" srcOrd="8" destOrd="0" presId="urn:microsoft.com/office/officeart/2005/8/layout/radial4"/>
    <dgm:cxn modelId="{C8026E65-B2A8-4B73-9244-34145B3A030B}" type="presParOf" srcId="{4C68795E-BF11-4D9D-87FC-C3010ED0EA25}" destId="{B5F5AD02-E0D8-4F98-B2C7-70A5DD5E948C}" srcOrd="9" destOrd="0" presId="urn:microsoft.com/office/officeart/2005/8/layout/radial4"/>
    <dgm:cxn modelId="{06C7BEB5-336A-47B2-B0E6-6A549451D7AE}" type="presParOf" srcId="{4C68795E-BF11-4D9D-87FC-C3010ED0EA25}" destId="{3A749030-44D5-426F-A8D5-AA85C9F45A6A}" srcOrd="10" destOrd="0" presId="urn:microsoft.com/office/officeart/2005/8/layout/radial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7">
        <dgm:presLayoutVars>
          <dgm:chMax val="0"/>
          <dgm:chPref val="0"/>
          <dgm:bulletEnabled val="1"/>
        </dgm:presLayoutVars>
      </dgm:prSet>
      <dgm:spPr/>
    </dgm:pt>
    <dgm:pt modelId="{B2250889-16EC-44BC-9C81-52039955D740}" type="pres">
      <dgm:prSet presAssocID="{40D612D8-3E6B-4050-968B-2488B3E2C696}" presName="Parent" presStyleLbl="revTx" presStyleIdx="1" presStyleCnt="7">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7">
        <dgm:presLayoutVars>
          <dgm:chMax val="0"/>
          <dgm:chPref val="0"/>
          <dgm:bulletEnabled val="1"/>
        </dgm:presLayoutVars>
      </dgm:prSet>
      <dgm:spPr/>
    </dgm:pt>
    <dgm:pt modelId="{E60EE4FD-EE2C-456F-BD19-3E560B6849CB}" type="pres">
      <dgm:prSet presAssocID="{BEF3CC0B-AC1F-480B-8407-D3AF3F1363D2}" presName="Parent" presStyleLbl="revTx" presStyleIdx="3" presStyleCnt="7">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7">
        <dgm:presLayoutVars>
          <dgm:chMax val="0"/>
          <dgm:chPref val="0"/>
          <dgm:bulletEnabled val="1"/>
        </dgm:presLayoutVars>
      </dgm:prSet>
      <dgm:spPr/>
    </dgm:pt>
    <dgm:pt modelId="{35EDC56F-113A-4C1E-81CF-AC8F17D00922}" type="pres">
      <dgm:prSet presAssocID="{CDB2D20E-04E3-48B1-B9D6-B6A0FB5D9655}" presName="Parent" presStyleLbl="revTx" presStyleIdx="5" presStyleCnt="7">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5" presStyleCnt="7">
        <dgm:presLayoutVars>
          <dgm:chMax val="0"/>
          <dgm:chPref val="0"/>
          <dgm:bulletEnabled val="1"/>
        </dgm:presLayoutVars>
      </dgm:prSet>
      <dgm:spPr/>
    </dgm:pt>
    <dgm:pt modelId="{4410A09B-28F1-41A2-B3C3-D44C57DEC830}" type="pres">
      <dgm:prSet presAssocID="{8562B649-6E13-49AC-B7FF-69A8A393FED0}" presName="Parent" presStyleLbl="revTx" presStyleIdx="6" presStyleCnt="7">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8F92D4D-FC3F-4CC2-BAAB-701AC3A8D94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717189EA-7199-40F9-A3DC-2A4B2C3DE879}">
      <dgm:prSet phldrT="[Texte]"/>
      <dgm:spPr/>
      <dgm:t>
        <a:bodyPr/>
        <a:lstStyle/>
        <a:p>
          <a:pPr>
            <a:buFont typeface="+mj-lt"/>
            <a:buAutoNum type="arabicPeriod"/>
          </a:pPr>
          <a:r>
            <a:rPr lang="fr-FR" b="1" dirty="0">
              <a:solidFill>
                <a:schemeClr val="tx1"/>
              </a:solidFill>
            </a:rPr>
            <a:t>Réduire</a:t>
          </a:r>
          <a:r>
            <a:rPr lang="fr-FR" dirty="0">
              <a:solidFill>
                <a:schemeClr val="tx1"/>
              </a:solidFill>
            </a:rPr>
            <a:t> le risque</a:t>
          </a:r>
        </a:p>
      </dgm:t>
    </dgm:pt>
    <dgm:pt modelId="{0D19E4FF-5DF6-46B2-B1F0-3B40A150C38B}" type="parTrans" cxnId="{52D39EA8-8B09-40AD-868C-20B033995899}">
      <dgm:prSet/>
      <dgm:spPr/>
      <dgm:t>
        <a:bodyPr/>
        <a:lstStyle/>
        <a:p>
          <a:endParaRPr lang="fr-FR"/>
        </a:p>
      </dgm:t>
    </dgm:pt>
    <dgm:pt modelId="{F6DD57B0-86B0-4D02-87CA-866BFFF9B9EC}" type="sibTrans" cxnId="{52D39EA8-8B09-40AD-868C-20B033995899}">
      <dgm:prSet/>
      <dgm:spPr/>
      <dgm:t>
        <a:bodyPr/>
        <a:lstStyle/>
        <a:p>
          <a:endParaRPr lang="fr-FR"/>
        </a:p>
      </dgm:t>
    </dgm:pt>
    <dgm:pt modelId="{A448AF70-BDD9-45B3-95C8-3127BD9CE8F6}">
      <dgm:prSet/>
      <dgm:spPr/>
      <dgm:t>
        <a:bodyPr/>
        <a:lstStyle/>
        <a:p>
          <a:r>
            <a:rPr lang="fr-FR" b="1" dirty="0"/>
            <a:t>Refuser</a:t>
          </a:r>
          <a:r>
            <a:rPr lang="fr-FR" dirty="0"/>
            <a:t> le risque</a:t>
          </a:r>
        </a:p>
      </dgm:t>
    </dgm:pt>
    <dgm:pt modelId="{8ED2EDE5-8924-45C4-8ED7-0F594223AD0B}" type="parTrans" cxnId="{7B54DF8B-E30D-41B3-8066-172B09BB260A}">
      <dgm:prSet/>
      <dgm:spPr/>
      <dgm:t>
        <a:bodyPr/>
        <a:lstStyle/>
        <a:p>
          <a:endParaRPr lang="fr-FR"/>
        </a:p>
      </dgm:t>
    </dgm:pt>
    <dgm:pt modelId="{4F261510-08F4-41F4-898C-8516D96307D6}" type="sibTrans" cxnId="{7B54DF8B-E30D-41B3-8066-172B09BB260A}">
      <dgm:prSet/>
      <dgm:spPr/>
      <dgm:t>
        <a:bodyPr/>
        <a:lstStyle/>
        <a:p>
          <a:endParaRPr lang="fr-FR"/>
        </a:p>
      </dgm:t>
    </dgm:pt>
    <dgm:pt modelId="{A2F3413C-248E-4D6D-82D0-4ECF66BE42B2}">
      <dgm:prSet/>
      <dgm:spPr/>
      <dgm:t>
        <a:bodyPr/>
        <a:lstStyle/>
        <a:p>
          <a:r>
            <a:rPr lang="fr-FR" b="1" dirty="0"/>
            <a:t>Partager</a:t>
          </a:r>
          <a:r>
            <a:rPr lang="fr-FR" dirty="0"/>
            <a:t> le risque</a:t>
          </a:r>
        </a:p>
      </dgm:t>
    </dgm:pt>
    <dgm:pt modelId="{4364E902-A607-4E94-90E7-301B905A00E3}" type="parTrans" cxnId="{D3E72D1B-10BF-47E1-B191-347F59350E60}">
      <dgm:prSet/>
      <dgm:spPr/>
      <dgm:t>
        <a:bodyPr/>
        <a:lstStyle/>
        <a:p>
          <a:endParaRPr lang="fr-FR"/>
        </a:p>
      </dgm:t>
    </dgm:pt>
    <dgm:pt modelId="{8A33D9AD-277A-4AC3-9ED9-CF0E11F09712}" type="sibTrans" cxnId="{D3E72D1B-10BF-47E1-B191-347F59350E60}">
      <dgm:prSet/>
      <dgm:spPr/>
      <dgm:t>
        <a:bodyPr/>
        <a:lstStyle/>
        <a:p>
          <a:endParaRPr lang="fr-FR"/>
        </a:p>
      </dgm:t>
    </dgm:pt>
    <dgm:pt modelId="{E6D21303-C464-470B-94B1-56E18CCCE990}">
      <dgm:prSet/>
      <dgm:spPr/>
      <dgm:t>
        <a:bodyPr/>
        <a:lstStyle/>
        <a:p>
          <a:r>
            <a:rPr lang="fr-FR" b="1" dirty="0"/>
            <a:t>Prendre</a:t>
          </a:r>
          <a:r>
            <a:rPr lang="fr-FR" dirty="0"/>
            <a:t> le risque</a:t>
          </a:r>
        </a:p>
      </dgm:t>
    </dgm:pt>
    <dgm:pt modelId="{D54B6999-28D3-4CE8-847E-770F5C0FAFBE}" type="parTrans" cxnId="{3946F62C-C408-4FC8-A069-4ECF63E1F713}">
      <dgm:prSet/>
      <dgm:spPr/>
      <dgm:t>
        <a:bodyPr/>
        <a:lstStyle/>
        <a:p>
          <a:endParaRPr lang="fr-FR"/>
        </a:p>
      </dgm:t>
    </dgm:pt>
    <dgm:pt modelId="{8F82E0DD-73FF-4522-AA07-7EB7CB8999CF}" type="sibTrans" cxnId="{3946F62C-C408-4FC8-A069-4ECF63E1F713}">
      <dgm:prSet/>
      <dgm:spPr/>
      <dgm:t>
        <a:bodyPr/>
        <a:lstStyle/>
        <a:p>
          <a:endParaRPr lang="fr-FR"/>
        </a:p>
      </dgm:t>
    </dgm:pt>
    <dgm:pt modelId="{DA527F25-A72B-44CF-9F9E-353594519642}">
      <dgm:prSet phldrT="[Texte]"/>
      <dgm:spPr/>
      <dgm:t>
        <a:bodyPr/>
        <a:lstStyle/>
        <a:p>
          <a:pPr>
            <a:buFont typeface="Arial" panose="020B0604020202020204" pitchFamily="34" charset="0"/>
            <a:buChar char="•"/>
          </a:pPr>
          <a:r>
            <a:rPr lang="fr-FR" dirty="0"/>
            <a:t>Appliquer des mesures pour réduire la vraisemblance, ou éventuellement la gravité (pas simple !) du risque</a:t>
          </a:r>
        </a:p>
      </dgm:t>
    </dgm:pt>
    <dgm:pt modelId="{6F06BB0E-F97D-4693-860E-62B3FB6644DD}" type="parTrans" cxnId="{5D276875-A2CB-4834-B1F3-F8360AF9380A}">
      <dgm:prSet/>
      <dgm:spPr/>
      <dgm:t>
        <a:bodyPr/>
        <a:lstStyle/>
        <a:p>
          <a:endParaRPr lang="fr-FR"/>
        </a:p>
      </dgm:t>
    </dgm:pt>
    <dgm:pt modelId="{3D979BD2-F9FF-4C3E-A450-2371BB02C566}" type="sibTrans" cxnId="{5D276875-A2CB-4834-B1F3-F8360AF9380A}">
      <dgm:prSet/>
      <dgm:spPr/>
      <dgm:t>
        <a:bodyPr/>
        <a:lstStyle/>
        <a:p>
          <a:endParaRPr lang="fr-FR"/>
        </a:p>
      </dgm:t>
    </dgm:pt>
    <dgm:pt modelId="{BFF0EC72-D720-4436-AFC6-02A85BDE86DE}">
      <dgm:prSet/>
      <dgm:spPr/>
      <dgm:t>
        <a:bodyPr/>
        <a:lstStyle/>
        <a:p>
          <a:r>
            <a:rPr lang="fr-FR" dirty="0"/>
            <a:t>Appliquer des mesures pour réduire, arrêter ou ne pas démarrer, l'activité porteuse du risque</a:t>
          </a:r>
        </a:p>
      </dgm:t>
    </dgm:pt>
    <dgm:pt modelId="{9C4F2347-E92F-4B09-9C55-2FFEEF881531}" type="parTrans" cxnId="{BDFA6144-801D-4F85-BC2D-86E42533DF2F}">
      <dgm:prSet/>
      <dgm:spPr/>
      <dgm:t>
        <a:bodyPr/>
        <a:lstStyle/>
        <a:p>
          <a:endParaRPr lang="fr-FR"/>
        </a:p>
      </dgm:t>
    </dgm:pt>
    <dgm:pt modelId="{FAABF377-8BD5-4067-A373-ED7FA26A7EA9}" type="sibTrans" cxnId="{BDFA6144-801D-4F85-BC2D-86E42533DF2F}">
      <dgm:prSet/>
      <dgm:spPr/>
      <dgm:t>
        <a:bodyPr/>
        <a:lstStyle/>
        <a:p>
          <a:endParaRPr lang="fr-FR"/>
        </a:p>
      </dgm:t>
    </dgm:pt>
    <dgm:pt modelId="{553317A2-3279-4170-BA0E-8D451FF6CFB9}">
      <dgm:prSet/>
      <dgm:spPr/>
      <dgm:t>
        <a:bodyPr/>
        <a:lstStyle/>
        <a:p>
          <a:r>
            <a:rPr lang="fr-FR" dirty="0"/>
            <a:t>Appliquer des mesures pour transférer tout ou partie du risque à un tiers (ex : partager des conséquences via une assurance)</a:t>
          </a:r>
        </a:p>
      </dgm:t>
    </dgm:pt>
    <dgm:pt modelId="{29A3D404-76AF-44CA-B3CF-C4BEEB245944}" type="parTrans" cxnId="{0583BF3E-AEC7-486A-9183-51E1CF702C61}">
      <dgm:prSet/>
      <dgm:spPr/>
      <dgm:t>
        <a:bodyPr/>
        <a:lstStyle/>
        <a:p>
          <a:endParaRPr lang="fr-FR"/>
        </a:p>
      </dgm:t>
    </dgm:pt>
    <dgm:pt modelId="{354FEC90-2F19-42F2-B97D-08B39A8D28B9}" type="sibTrans" cxnId="{0583BF3E-AEC7-486A-9183-51E1CF702C61}">
      <dgm:prSet/>
      <dgm:spPr/>
      <dgm:t>
        <a:bodyPr/>
        <a:lstStyle/>
        <a:p>
          <a:endParaRPr lang="fr-FR"/>
        </a:p>
      </dgm:t>
    </dgm:pt>
    <dgm:pt modelId="{F69299DD-55F8-40EB-B11D-E7B1F64F0671}">
      <dgm:prSet/>
      <dgm:spPr/>
      <dgm:t>
        <a:bodyPr/>
        <a:lstStyle/>
        <a:p>
          <a:r>
            <a:rPr lang="fr-FR" dirty="0"/>
            <a:t>Maintenir le risque à son niveau</a:t>
          </a:r>
        </a:p>
      </dgm:t>
    </dgm:pt>
    <dgm:pt modelId="{DD8FB7EF-4401-4B04-8E4F-C00E1C5D21E9}" type="parTrans" cxnId="{12E86FF9-17A6-42BD-A309-40A4814F7C3C}">
      <dgm:prSet/>
      <dgm:spPr/>
      <dgm:t>
        <a:bodyPr/>
        <a:lstStyle/>
        <a:p>
          <a:endParaRPr lang="fr-FR"/>
        </a:p>
      </dgm:t>
    </dgm:pt>
    <dgm:pt modelId="{9882CB56-B08D-4428-A2A9-4DCD861BD63A}" type="sibTrans" cxnId="{12E86FF9-17A6-42BD-A309-40A4814F7C3C}">
      <dgm:prSet/>
      <dgm:spPr/>
      <dgm:t>
        <a:bodyPr/>
        <a:lstStyle/>
        <a:p>
          <a:endParaRPr lang="fr-FR"/>
        </a:p>
      </dgm:t>
    </dgm:pt>
    <dgm:pt modelId="{7BECBE9B-2794-4BB7-A6DE-445BF83BB579}" type="pres">
      <dgm:prSet presAssocID="{C8F92D4D-FC3F-4CC2-BAAB-701AC3A8D943}" presName="Name0" presStyleCnt="0">
        <dgm:presLayoutVars>
          <dgm:dir/>
          <dgm:animLvl val="lvl"/>
          <dgm:resizeHandles val="exact"/>
        </dgm:presLayoutVars>
      </dgm:prSet>
      <dgm:spPr/>
    </dgm:pt>
    <dgm:pt modelId="{B0867FC5-D88B-42F5-B616-97EA533F7087}" type="pres">
      <dgm:prSet presAssocID="{717189EA-7199-40F9-A3DC-2A4B2C3DE879}" presName="composite" presStyleCnt="0"/>
      <dgm:spPr/>
    </dgm:pt>
    <dgm:pt modelId="{E20F00E4-5976-4775-A517-76743D3BE812}" type="pres">
      <dgm:prSet presAssocID="{717189EA-7199-40F9-A3DC-2A4B2C3DE879}" presName="parTx" presStyleLbl="alignNode1" presStyleIdx="0" presStyleCnt="4">
        <dgm:presLayoutVars>
          <dgm:chMax val="0"/>
          <dgm:chPref val="0"/>
          <dgm:bulletEnabled val="1"/>
        </dgm:presLayoutVars>
      </dgm:prSet>
      <dgm:spPr/>
    </dgm:pt>
    <dgm:pt modelId="{B3AE5F7E-70A5-47D6-AAAB-0A84735DAD6D}" type="pres">
      <dgm:prSet presAssocID="{717189EA-7199-40F9-A3DC-2A4B2C3DE879}" presName="desTx" presStyleLbl="alignAccFollowNode1" presStyleIdx="0" presStyleCnt="4">
        <dgm:presLayoutVars>
          <dgm:bulletEnabled val="1"/>
        </dgm:presLayoutVars>
      </dgm:prSet>
      <dgm:spPr/>
    </dgm:pt>
    <dgm:pt modelId="{AE0C8141-4F01-43C6-B0EB-BC944A64D038}" type="pres">
      <dgm:prSet presAssocID="{F6DD57B0-86B0-4D02-87CA-866BFFF9B9EC}" presName="space" presStyleCnt="0"/>
      <dgm:spPr/>
    </dgm:pt>
    <dgm:pt modelId="{9D039BDD-4999-44E8-90E2-540F214A143B}" type="pres">
      <dgm:prSet presAssocID="{A448AF70-BDD9-45B3-95C8-3127BD9CE8F6}" presName="composite" presStyleCnt="0"/>
      <dgm:spPr/>
    </dgm:pt>
    <dgm:pt modelId="{3E4DBF69-EB33-4100-AB1F-D9863651FF78}" type="pres">
      <dgm:prSet presAssocID="{A448AF70-BDD9-45B3-95C8-3127BD9CE8F6}" presName="parTx" presStyleLbl="alignNode1" presStyleIdx="1" presStyleCnt="4">
        <dgm:presLayoutVars>
          <dgm:chMax val="0"/>
          <dgm:chPref val="0"/>
          <dgm:bulletEnabled val="1"/>
        </dgm:presLayoutVars>
      </dgm:prSet>
      <dgm:spPr/>
    </dgm:pt>
    <dgm:pt modelId="{1FB2A261-04F3-4DD0-8FA0-3A843D15AE32}" type="pres">
      <dgm:prSet presAssocID="{A448AF70-BDD9-45B3-95C8-3127BD9CE8F6}" presName="desTx" presStyleLbl="alignAccFollowNode1" presStyleIdx="1" presStyleCnt="4">
        <dgm:presLayoutVars>
          <dgm:bulletEnabled val="1"/>
        </dgm:presLayoutVars>
      </dgm:prSet>
      <dgm:spPr/>
    </dgm:pt>
    <dgm:pt modelId="{208D6379-6E88-4CD3-AA40-0F44B3C51F22}" type="pres">
      <dgm:prSet presAssocID="{4F261510-08F4-41F4-898C-8516D96307D6}" presName="space" presStyleCnt="0"/>
      <dgm:spPr/>
    </dgm:pt>
    <dgm:pt modelId="{0EC5CBB1-B777-434C-8D0F-7A6AF384F22F}" type="pres">
      <dgm:prSet presAssocID="{A2F3413C-248E-4D6D-82D0-4ECF66BE42B2}" presName="composite" presStyleCnt="0"/>
      <dgm:spPr/>
    </dgm:pt>
    <dgm:pt modelId="{43918631-E069-4483-88A6-A3321F2FB034}" type="pres">
      <dgm:prSet presAssocID="{A2F3413C-248E-4D6D-82D0-4ECF66BE42B2}" presName="parTx" presStyleLbl="alignNode1" presStyleIdx="2" presStyleCnt="4">
        <dgm:presLayoutVars>
          <dgm:chMax val="0"/>
          <dgm:chPref val="0"/>
          <dgm:bulletEnabled val="1"/>
        </dgm:presLayoutVars>
      </dgm:prSet>
      <dgm:spPr/>
    </dgm:pt>
    <dgm:pt modelId="{F30C048F-CEAA-4EAF-A129-A79F0A470206}" type="pres">
      <dgm:prSet presAssocID="{A2F3413C-248E-4D6D-82D0-4ECF66BE42B2}" presName="desTx" presStyleLbl="alignAccFollowNode1" presStyleIdx="2" presStyleCnt="4">
        <dgm:presLayoutVars>
          <dgm:bulletEnabled val="1"/>
        </dgm:presLayoutVars>
      </dgm:prSet>
      <dgm:spPr/>
    </dgm:pt>
    <dgm:pt modelId="{93BD0E36-7F02-45DE-80FA-0D374E9B0F18}" type="pres">
      <dgm:prSet presAssocID="{8A33D9AD-277A-4AC3-9ED9-CF0E11F09712}" presName="space" presStyleCnt="0"/>
      <dgm:spPr/>
    </dgm:pt>
    <dgm:pt modelId="{9EB92C64-503A-4579-9317-2B96C207E4C6}" type="pres">
      <dgm:prSet presAssocID="{E6D21303-C464-470B-94B1-56E18CCCE990}" presName="composite" presStyleCnt="0"/>
      <dgm:spPr/>
    </dgm:pt>
    <dgm:pt modelId="{79EB5F88-252F-4AED-87FC-DAD255F381F9}" type="pres">
      <dgm:prSet presAssocID="{E6D21303-C464-470B-94B1-56E18CCCE990}" presName="parTx" presStyleLbl="alignNode1" presStyleIdx="3" presStyleCnt="4">
        <dgm:presLayoutVars>
          <dgm:chMax val="0"/>
          <dgm:chPref val="0"/>
          <dgm:bulletEnabled val="1"/>
        </dgm:presLayoutVars>
      </dgm:prSet>
      <dgm:spPr/>
    </dgm:pt>
    <dgm:pt modelId="{CEF261AC-F192-4658-95DF-A18F88C83886}" type="pres">
      <dgm:prSet presAssocID="{E6D21303-C464-470B-94B1-56E18CCCE990}" presName="desTx" presStyleLbl="alignAccFollowNode1" presStyleIdx="3" presStyleCnt="4">
        <dgm:presLayoutVars>
          <dgm:bulletEnabled val="1"/>
        </dgm:presLayoutVars>
      </dgm:prSet>
      <dgm:spPr/>
    </dgm:pt>
  </dgm:ptLst>
  <dgm:cxnLst>
    <dgm:cxn modelId="{A2E88611-9F75-435C-BE4B-3DD3496E47A1}" type="presOf" srcId="{553317A2-3279-4170-BA0E-8D451FF6CFB9}" destId="{F30C048F-CEAA-4EAF-A129-A79F0A470206}" srcOrd="0" destOrd="0" presId="urn:microsoft.com/office/officeart/2005/8/layout/hList1"/>
    <dgm:cxn modelId="{D3E72D1B-10BF-47E1-B191-347F59350E60}" srcId="{C8F92D4D-FC3F-4CC2-BAAB-701AC3A8D943}" destId="{A2F3413C-248E-4D6D-82D0-4ECF66BE42B2}" srcOrd="2" destOrd="0" parTransId="{4364E902-A607-4E94-90E7-301B905A00E3}" sibTransId="{8A33D9AD-277A-4AC3-9ED9-CF0E11F09712}"/>
    <dgm:cxn modelId="{3946F62C-C408-4FC8-A069-4ECF63E1F713}" srcId="{C8F92D4D-FC3F-4CC2-BAAB-701AC3A8D943}" destId="{E6D21303-C464-470B-94B1-56E18CCCE990}" srcOrd="3" destOrd="0" parTransId="{D54B6999-28D3-4CE8-847E-770F5C0FAFBE}" sibTransId="{8F82E0DD-73FF-4522-AA07-7EB7CB8999CF}"/>
    <dgm:cxn modelId="{0583BF3E-AEC7-486A-9183-51E1CF702C61}" srcId="{A2F3413C-248E-4D6D-82D0-4ECF66BE42B2}" destId="{553317A2-3279-4170-BA0E-8D451FF6CFB9}" srcOrd="0" destOrd="0" parTransId="{29A3D404-76AF-44CA-B3CF-C4BEEB245944}" sibTransId="{354FEC90-2F19-42F2-B97D-08B39A8D28B9}"/>
    <dgm:cxn modelId="{BDFA6144-801D-4F85-BC2D-86E42533DF2F}" srcId="{A448AF70-BDD9-45B3-95C8-3127BD9CE8F6}" destId="{BFF0EC72-D720-4436-AFC6-02A85BDE86DE}" srcOrd="0" destOrd="0" parTransId="{9C4F2347-E92F-4B09-9C55-2FFEEF881531}" sibTransId="{FAABF377-8BD5-4067-A373-ED7FA26A7EA9}"/>
    <dgm:cxn modelId="{5D276875-A2CB-4834-B1F3-F8360AF9380A}" srcId="{717189EA-7199-40F9-A3DC-2A4B2C3DE879}" destId="{DA527F25-A72B-44CF-9F9E-353594519642}" srcOrd="0" destOrd="0" parTransId="{6F06BB0E-F97D-4693-860E-62B3FB6644DD}" sibTransId="{3D979BD2-F9FF-4C3E-A450-2371BB02C566}"/>
    <dgm:cxn modelId="{62BB2B7A-2092-4860-9A2D-E0F2D300334E}" type="presOf" srcId="{C8F92D4D-FC3F-4CC2-BAAB-701AC3A8D943}" destId="{7BECBE9B-2794-4BB7-A6DE-445BF83BB579}" srcOrd="0" destOrd="0" presId="urn:microsoft.com/office/officeart/2005/8/layout/hList1"/>
    <dgm:cxn modelId="{52C6D781-02FB-4EAD-AD6C-17D73889278F}" type="presOf" srcId="{A448AF70-BDD9-45B3-95C8-3127BD9CE8F6}" destId="{3E4DBF69-EB33-4100-AB1F-D9863651FF78}" srcOrd="0" destOrd="0" presId="urn:microsoft.com/office/officeart/2005/8/layout/hList1"/>
    <dgm:cxn modelId="{7B54DF8B-E30D-41B3-8066-172B09BB260A}" srcId="{C8F92D4D-FC3F-4CC2-BAAB-701AC3A8D943}" destId="{A448AF70-BDD9-45B3-95C8-3127BD9CE8F6}" srcOrd="1" destOrd="0" parTransId="{8ED2EDE5-8924-45C4-8ED7-0F594223AD0B}" sibTransId="{4F261510-08F4-41F4-898C-8516D96307D6}"/>
    <dgm:cxn modelId="{13BF4991-8CA7-402C-BCC5-563E46DC80F2}" type="presOf" srcId="{F69299DD-55F8-40EB-B11D-E7B1F64F0671}" destId="{CEF261AC-F192-4658-95DF-A18F88C83886}" srcOrd="0" destOrd="0" presId="urn:microsoft.com/office/officeart/2005/8/layout/hList1"/>
    <dgm:cxn modelId="{52D39EA8-8B09-40AD-868C-20B033995899}" srcId="{C8F92D4D-FC3F-4CC2-BAAB-701AC3A8D943}" destId="{717189EA-7199-40F9-A3DC-2A4B2C3DE879}" srcOrd="0" destOrd="0" parTransId="{0D19E4FF-5DF6-46B2-B1F0-3B40A150C38B}" sibTransId="{F6DD57B0-86B0-4D02-87CA-866BFFF9B9EC}"/>
    <dgm:cxn modelId="{5379ADAC-FD21-47EF-9BAD-74D30183E9EC}" type="presOf" srcId="{DA527F25-A72B-44CF-9F9E-353594519642}" destId="{B3AE5F7E-70A5-47D6-AAAB-0A84735DAD6D}" srcOrd="0" destOrd="0" presId="urn:microsoft.com/office/officeart/2005/8/layout/hList1"/>
    <dgm:cxn modelId="{B744B2AF-2F11-4D75-B1F9-08A64B8E0F68}" type="presOf" srcId="{717189EA-7199-40F9-A3DC-2A4B2C3DE879}" destId="{E20F00E4-5976-4775-A517-76743D3BE812}" srcOrd="0" destOrd="0" presId="urn:microsoft.com/office/officeart/2005/8/layout/hList1"/>
    <dgm:cxn modelId="{3E5DBBC6-481F-4428-9B09-778CB75BBC18}" type="presOf" srcId="{E6D21303-C464-470B-94B1-56E18CCCE990}" destId="{79EB5F88-252F-4AED-87FC-DAD255F381F9}" srcOrd="0" destOrd="0" presId="urn:microsoft.com/office/officeart/2005/8/layout/hList1"/>
    <dgm:cxn modelId="{A43D05D2-BB8E-4077-B7D5-BB9905709BA8}" type="presOf" srcId="{A2F3413C-248E-4D6D-82D0-4ECF66BE42B2}" destId="{43918631-E069-4483-88A6-A3321F2FB034}" srcOrd="0" destOrd="0" presId="urn:microsoft.com/office/officeart/2005/8/layout/hList1"/>
    <dgm:cxn modelId="{71F2EFE9-5589-4E43-8B58-27F4ED92ED52}" type="presOf" srcId="{BFF0EC72-D720-4436-AFC6-02A85BDE86DE}" destId="{1FB2A261-04F3-4DD0-8FA0-3A843D15AE32}" srcOrd="0" destOrd="0" presId="urn:microsoft.com/office/officeart/2005/8/layout/hList1"/>
    <dgm:cxn modelId="{12E86FF9-17A6-42BD-A309-40A4814F7C3C}" srcId="{E6D21303-C464-470B-94B1-56E18CCCE990}" destId="{F69299DD-55F8-40EB-B11D-E7B1F64F0671}" srcOrd="0" destOrd="0" parTransId="{DD8FB7EF-4401-4B04-8E4F-C00E1C5D21E9}" sibTransId="{9882CB56-B08D-4428-A2A9-4DCD861BD63A}"/>
    <dgm:cxn modelId="{2520A643-B071-4931-80CC-0E0FFC2461F5}" type="presParOf" srcId="{7BECBE9B-2794-4BB7-A6DE-445BF83BB579}" destId="{B0867FC5-D88B-42F5-B616-97EA533F7087}" srcOrd="0" destOrd="0" presId="urn:microsoft.com/office/officeart/2005/8/layout/hList1"/>
    <dgm:cxn modelId="{05A99978-2305-4D09-9668-75F5DFD6C118}" type="presParOf" srcId="{B0867FC5-D88B-42F5-B616-97EA533F7087}" destId="{E20F00E4-5976-4775-A517-76743D3BE812}" srcOrd="0" destOrd="0" presId="urn:microsoft.com/office/officeart/2005/8/layout/hList1"/>
    <dgm:cxn modelId="{1D32FC57-5297-456F-9679-5266D6A6CF8F}" type="presParOf" srcId="{B0867FC5-D88B-42F5-B616-97EA533F7087}" destId="{B3AE5F7E-70A5-47D6-AAAB-0A84735DAD6D}" srcOrd="1" destOrd="0" presId="urn:microsoft.com/office/officeart/2005/8/layout/hList1"/>
    <dgm:cxn modelId="{7C3E32F4-3F0D-422E-8182-E8CE37D60030}" type="presParOf" srcId="{7BECBE9B-2794-4BB7-A6DE-445BF83BB579}" destId="{AE0C8141-4F01-43C6-B0EB-BC944A64D038}" srcOrd="1" destOrd="0" presId="urn:microsoft.com/office/officeart/2005/8/layout/hList1"/>
    <dgm:cxn modelId="{7980647D-9929-4D2C-BB98-6FB3E4B7BFF5}" type="presParOf" srcId="{7BECBE9B-2794-4BB7-A6DE-445BF83BB579}" destId="{9D039BDD-4999-44E8-90E2-540F214A143B}" srcOrd="2" destOrd="0" presId="urn:microsoft.com/office/officeart/2005/8/layout/hList1"/>
    <dgm:cxn modelId="{BA1EBF41-C0A6-4D99-BBE8-770FB2DA90FA}" type="presParOf" srcId="{9D039BDD-4999-44E8-90E2-540F214A143B}" destId="{3E4DBF69-EB33-4100-AB1F-D9863651FF78}" srcOrd="0" destOrd="0" presId="urn:microsoft.com/office/officeart/2005/8/layout/hList1"/>
    <dgm:cxn modelId="{EFE2A7D6-4E72-48A2-8EC3-2EA7EA7F01F6}" type="presParOf" srcId="{9D039BDD-4999-44E8-90E2-540F214A143B}" destId="{1FB2A261-04F3-4DD0-8FA0-3A843D15AE32}" srcOrd="1" destOrd="0" presId="urn:microsoft.com/office/officeart/2005/8/layout/hList1"/>
    <dgm:cxn modelId="{3124E487-7536-4BC8-8E6E-B9A8E3E6EE6C}" type="presParOf" srcId="{7BECBE9B-2794-4BB7-A6DE-445BF83BB579}" destId="{208D6379-6E88-4CD3-AA40-0F44B3C51F22}" srcOrd="3" destOrd="0" presId="urn:microsoft.com/office/officeart/2005/8/layout/hList1"/>
    <dgm:cxn modelId="{B151A24E-99D8-404E-9496-FAD70DB80DDC}" type="presParOf" srcId="{7BECBE9B-2794-4BB7-A6DE-445BF83BB579}" destId="{0EC5CBB1-B777-434C-8D0F-7A6AF384F22F}" srcOrd="4" destOrd="0" presId="urn:microsoft.com/office/officeart/2005/8/layout/hList1"/>
    <dgm:cxn modelId="{722031CC-470D-4FB1-8D0C-9A655BB4EFC9}" type="presParOf" srcId="{0EC5CBB1-B777-434C-8D0F-7A6AF384F22F}" destId="{43918631-E069-4483-88A6-A3321F2FB034}" srcOrd="0" destOrd="0" presId="urn:microsoft.com/office/officeart/2005/8/layout/hList1"/>
    <dgm:cxn modelId="{905A9488-36B6-4E25-81A4-F3709F96331A}" type="presParOf" srcId="{0EC5CBB1-B777-434C-8D0F-7A6AF384F22F}" destId="{F30C048F-CEAA-4EAF-A129-A79F0A470206}" srcOrd="1" destOrd="0" presId="urn:microsoft.com/office/officeart/2005/8/layout/hList1"/>
    <dgm:cxn modelId="{BDC8D898-4275-477A-B1FC-3F587221B698}" type="presParOf" srcId="{7BECBE9B-2794-4BB7-A6DE-445BF83BB579}" destId="{93BD0E36-7F02-45DE-80FA-0D374E9B0F18}" srcOrd="5" destOrd="0" presId="urn:microsoft.com/office/officeart/2005/8/layout/hList1"/>
    <dgm:cxn modelId="{DE4CD90E-BC5A-4918-AE25-BE9BEF77A22D}" type="presParOf" srcId="{7BECBE9B-2794-4BB7-A6DE-445BF83BB579}" destId="{9EB92C64-503A-4579-9317-2B96C207E4C6}" srcOrd="6" destOrd="0" presId="urn:microsoft.com/office/officeart/2005/8/layout/hList1"/>
    <dgm:cxn modelId="{0ECE3F22-ECDD-44F2-8C7A-2798C72F7754}" type="presParOf" srcId="{9EB92C64-503A-4579-9317-2B96C207E4C6}" destId="{79EB5F88-252F-4AED-87FC-DAD255F381F9}" srcOrd="0" destOrd="0" presId="urn:microsoft.com/office/officeart/2005/8/layout/hList1"/>
    <dgm:cxn modelId="{C4FB9F70-230C-4BEE-B46F-D4A56714A58A}" type="presParOf" srcId="{9EB92C64-503A-4579-9317-2B96C207E4C6}" destId="{CEF261AC-F192-4658-95DF-A18F88C8388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936C8C8F-ACF4-49F9-B4E4-5CAA6352AA94}" type="doc">
      <dgm:prSet loTypeId="urn:microsoft.com/office/officeart/2005/8/layout/chevron1" loCatId="process" qsTypeId="urn:microsoft.com/office/officeart/2005/8/quickstyle/simple1" qsCatId="simple" csTypeId="urn:microsoft.com/office/officeart/2005/8/colors/colorful1" csCatId="colorful" phldr="1"/>
      <dgm:spPr/>
      <dgm:t>
        <a:bodyPr/>
        <a:lstStyle/>
        <a:p>
          <a:endParaRPr lang="fr-FR"/>
        </a:p>
      </dgm:t>
    </dgm:pt>
    <dgm:pt modelId="{2F1277B7-B01F-4F73-A9DA-179B6AFFF720}">
      <dgm:prSet phldrT="[Texte]"/>
      <dgm:spPr/>
      <dgm:t>
        <a:bodyPr/>
        <a:lstStyle/>
        <a:p>
          <a:r>
            <a:rPr lang="fr-FR" b="0" dirty="0">
              <a:solidFill>
                <a:schemeClr val="tx1"/>
              </a:solidFill>
            </a:rPr>
            <a:t>Partir de l’étude</a:t>
          </a:r>
        </a:p>
      </dgm:t>
    </dgm:pt>
    <dgm:pt modelId="{2A936458-983E-4146-BF6B-DF99EB045108}" type="parTrans" cxnId="{24DCEB78-B34B-4971-9F29-B746AC8F0A58}">
      <dgm:prSet/>
      <dgm:spPr/>
      <dgm:t>
        <a:bodyPr/>
        <a:lstStyle/>
        <a:p>
          <a:endParaRPr lang="fr-FR"/>
        </a:p>
      </dgm:t>
    </dgm:pt>
    <dgm:pt modelId="{6289B164-CAF6-4067-BF74-DAD13008646B}" type="sibTrans" cxnId="{24DCEB78-B34B-4971-9F29-B746AC8F0A58}">
      <dgm:prSet/>
      <dgm:spPr/>
      <dgm:t>
        <a:bodyPr/>
        <a:lstStyle/>
        <a:p>
          <a:endParaRPr lang="fr-FR"/>
        </a:p>
      </dgm:t>
    </dgm:pt>
    <dgm:pt modelId="{8D4AF26A-1CD1-4413-9246-B56B4BE050E8}">
      <dgm:prSet/>
      <dgm:spPr/>
      <dgm:t>
        <a:bodyPr/>
        <a:lstStyle/>
        <a:p>
          <a:r>
            <a:rPr lang="fr-FR" b="0" dirty="0"/>
            <a:t>Vérifier la cohérence</a:t>
          </a:r>
        </a:p>
      </dgm:t>
    </dgm:pt>
    <dgm:pt modelId="{C13C6210-F668-4BDC-8A0B-DA09E49D11E2}" type="parTrans" cxnId="{786579CA-CBC8-4489-AC22-740C19744B33}">
      <dgm:prSet/>
      <dgm:spPr/>
      <dgm:t>
        <a:bodyPr/>
        <a:lstStyle/>
        <a:p>
          <a:endParaRPr lang="fr-FR"/>
        </a:p>
      </dgm:t>
    </dgm:pt>
    <dgm:pt modelId="{FE527FA3-47D9-478F-AC62-89780E702802}" type="sibTrans" cxnId="{786579CA-CBC8-4489-AC22-740C19744B33}">
      <dgm:prSet/>
      <dgm:spPr/>
      <dgm:t>
        <a:bodyPr/>
        <a:lstStyle/>
        <a:p>
          <a:endParaRPr lang="fr-FR"/>
        </a:p>
      </dgm:t>
    </dgm:pt>
    <dgm:pt modelId="{7631F41E-CE55-4CAD-8027-B111A3230490}">
      <dgm:prSet/>
      <dgm:spPr/>
      <dgm:t>
        <a:bodyPr/>
        <a:lstStyle/>
        <a:p>
          <a:r>
            <a:rPr lang="fr-FR" b="0" dirty="0"/>
            <a:t>Vérifier la complétude</a:t>
          </a:r>
        </a:p>
      </dgm:t>
    </dgm:pt>
    <dgm:pt modelId="{7BAC5A02-A34C-4781-A3A9-4BDCB8726A68}" type="parTrans" cxnId="{9367D784-AB1B-488F-A2F3-14B3702A9E60}">
      <dgm:prSet/>
      <dgm:spPr/>
      <dgm:t>
        <a:bodyPr/>
        <a:lstStyle/>
        <a:p>
          <a:endParaRPr lang="fr-FR"/>
        </a:p>
      </dgm:t>
    </dgm:pt>
    <dgm:pt modelId="{E1903416-9C7F-441F-B796-C5E9B7C55967}" type="sibTrans" cxnId="{9367D784-AB1B-488F-A2F3-14B3702A9E60}">
      <dgm:prSet/>
      <dgm:spPr/>
      <dgm:t>
        <a:bodyPr/>
        <a:lstStyle/>
        <a:p>
          <a:endParaRPr lang="fr-FR"/>
        </a:p>
      </dgm:t>
    </dgm:pt>
    <dgm:pt modelId="{B83238BD-DFAC-4866-AB85-03C562B2BE4C}">
      <dgm:prSet/>
      <dgm:spPr/>
      <dgm:t>
        <a:bodyPr/>
        <a:lstStyle/>
        <a:p>
          <a:r>
            <a:rPr lang="fr-FR" b="0" dirty="0"/>
            <a:t>Planifier leur mise en œuvre</a:t>
          </a:r>
        </a:p>
      </dgm:t>
    </dgm:pt>
    <dgm:pt modelId="{A361B45D-0B20-4FDA-A2CF-C869489337D0}" type="parTrans" cxnId="{D22502D4-B5BC-4507-B1F3-9CD7D8739EDB}">
      <dgm:prSet/>
      <dgm:spPr/>
      <dgm:t>
        <a:bodyPr/>
        <a:lstStyle/>
        <a:p>
          <a:endParaRPr lang="fr-FR"/>
        </a:p>
      </dgm:t>
    </dgm:pt>
    <dgm:pt modelId="{60D562BC-7FA2-4D45-ACCE-6FE8AC64BBF9}" type="sibTrans" cxnId="{D22502D4-B5BC-4507-B1F3-9CD7D8739EDB}">
      <dgm:prSet/>
      <dgm:spPr/>
      <dgm:t>
        <a:bodyPr/>
        <a:lstStyle/>
        <a:p>
          <a:endParaRPr lang="fr-FR"/>
        </a:p>
      </dgm:t>
    </dgm:pt>
    <dgm:pt modelId="{2295A186-5B3F-4D30-AE72-9BFA6722751A}">
      <dgm:prSet phldrT="[Texte]"/>
      <dgm:spPr/>
      <dgm:t>
        <a:bodyPr/>
        <a:lstStyle/>
        <a:p>
          <a:r>
            <a:rPr lang="fr-FR" dirty="0"/>
            <a:t>Quelles sont les mesures qui ont pu être déterminées tout au long de l’étude ?</a:t>
          </a:r>
        </a:p>
      </dgm:t>
    </dgm:pt>
    <dgm:pt modelId="{BA2698AF-B445-425A-AD71-92C19B75A463}" type="parTrans" cxnId="{4BF4DF94-C0A5-462B-A2EF-6EC819DD054C}">
      <dgm:prSet/>
      <dgm:spPr/>
      <dgm:t>
        <a:bodyPr/>
        <a:lstStyle/>
        <a:p>
          <a:endParaRPr lang="fr-FR"/>
        </a:p>
      </dgm:t>
    </dgm:pt>
    <dgm:pt modelId="{7B5F3957-A60E-4C50-8F00-3D8F3905A457}" type="sibTrans" cxnId="{4BF4DF94-C0A5-462B-A2EF-6EC819DD054C}">
      <dgm:prSet/>
      <dgm:spPr/>
      <dgm:t>
        <a:bodyPr/>
        <a:lstStyle/>
        <a:p>
          <a:endParaRPr lang="fr-FR"/>
        </a:p>
      </dgm:t>
    </dgm:pt>
    <dgm:pt modelId="{7EA328DA-8E5B-490B-A1A9-12ECA44B728B}">
      <dgm:prSet/>
      <dgm:spPr/>
      <dgm:t>
        <a:bodyPr/>
        <a:lstStyle/>
        <a:p>
          <a:r>
            <a:rPr lang="fr-FR" dirty="0"/>
            <a:t>Sont-elles cohérentes entre elles, et avec l’organisation, en termes de fond et de forme ?</a:t>
          </a:r>
        </a:p>
      </dgm:t>
    </dgm:pt>
    <dgm:pt modelId="{D75DDE5C-C005-4ABA-8871-794953C8B2F0}" type="parTrans" cxnId="{05697C83-5FA7-4C9A-A1A2-1D5345CA3579}">
      <dgm:prSet/>
      <dgm:spPr/>
      <dgm:t>
        <a:bodyPr/>
        <a:lstStyle/>
        <a:p>
          <a:endParaRPr lang="fr-FR"/>
        </a:p>
      </dgm:t>
    </dgm:pt>
    <dgm:pt modelId="{4795B9E5-D5D3-40CE-B898-DB87084AC2FC}" type="sibTrans" cxnId="{05697C83-5FA7-4C9A-A1A2-1D5345CA3579}">
      <dgm:prSet/>
      <dgm:spPr/>
      <dgm:t>
        <a:bodyPr/>
        <a:lstStyle/>
        <a:p>
          <a:endParaRPr lang="fr-FR"/>
        </a:p>
      </dgm:t>
    </dgm:pt>
    <dgm:pt modelId="{C51508EA-33AF-4264-B0BA-EF46DECC0146}">
      <dgm:prSet/>
      <dgm:spPr/>
      <dgm:t>
        <a:bodyPr/>
        <a:lstStyle/>
        <a:p>
          <a:r>
            <a:rPr lang="fr-FR" dirty="0"/>
            <a:t>Sont-elles suffisantes pour traiter les risques conformément aux options de traitement choisies ?</a:t>
          </a:r>
        </a:p>
      </dgm:t>
    </dgm:pt>
    <dgm:pt modelId="{1C361B77-429C-405E-ACB9-85D0319EB22F}" type="parTrans" cxnId="{CEA96E8A-3648-4E06-84A6-439AB02F73C0}">
      <dgm:prSet/>
      <dgm:spPr/>
      <dgm:t>
        <a:bodyPr/>
        <a:lstStyle/>
        <a:p>
          <a:endParaRPr lang="fr-FR"/>
        </a:p>
      </dgm:t>
    </dgm:pt>
    <dgm:pt modelId="{BA7D0B9A-1818-4020-B1F5-9FD734A5F899}" type="sibTrans" cxnId="{CEA96E8A-3648-4E06-84A6-439AB02F73C0}">
      <dgm:prSet/>
      <dgm:spPr/>
      <dgm:t>
        <a:bodyPr/>
        <a:lstStyle/>
        <a:p>
          <a:endParaRPr lang="fr-FR"/>
        </a:p>
      </dgm:t>
    </dgm:pt>
    <dgm:pt modelId="{0057F7E5-6B2B-455A-8B8B-244E26256295}">
      <dgm:prSet/>
      <dgm:spPr/>
      <dgm:t>
        <a:bodyPr/>
        <a:lstStyle/>
        <a:p>
          <a:r>
            <a:rPr lang="fr-FR" dirty="0"/>
            <a:t>Quelles ressources et quel calendrier ?</a:t>
          </a:r>
        </a:p>
      </dgm:t>
    </dgm:pt>
    <dgm:pt modelId="{EB09E6BF-2946-4C2C-BE8D-6544CA8B0FCC}" type="parTrans" cxnId="{D27E10CB-79AE-4415-8AEF-FF5A1F31DF79}">
      <dgm:prSet/>
      <dgm:spPr/>
      <dgm:t>
        <a:bodyPr/>
        <a:lstStyle/>
        <a:p>
          <a:endParaRPr lang="fr-FR"/>
        </a:p>
      </dgm:t>
    </dgm:pt>
    <dgm:pt modelId="{762F2592-D954-426C-96D0-417EF44836D4}" type="sibTrans" cxnId="{D27E10CB-79AE-4415-8AEF-FF5A1F31DF79}">
      <dgm:prSet/>
      <dgm:spPr/>
      <dgm:t>
        <a:bodyPr/>
        <a:lstStyle/>
        <a:p>
          <a:endParaRPr lang="fr-FR"/>
        </a:p>
      </dgm:t>
    </dgm:pt>
    <dgm:pt modelId="{8E483F68-3322-440E-8723-DC5ABE5C1A6C}" type="pres">
      <dgm:prSet presAssocID="{936C8C8F-ACF4-49F9-B4E4-5CAA6352AA94}" presName="Name0" presStyleCnt="0">
        <dgm:presLayoutVars>
          <dgm:dir/>
          <dgm:animLvl val="lvl"/>
          <dgm:resizeHandles val="exact"/>
        </dgm:presLayoutVars>
      </dgm:prSet>
      <dgm:spPr/>
    </dgm:pt>
    <dgm:pt modelId="{83FC777F-D095-4B03-BA02-A8FA13A7FB83}" type="pres">
      <dgm:prSet presAssocID="{2F1277B7-B01F-4F73-A9DA-179B6AFFF720}" presName="composite" presStyleCnt="0"/>
      <dgm:spPr/>
    </dgm:pt>
    <dgm:pt modelId="{8DBD646B-6AEE-42FF-B335-898267653524}" type="pres">
      <dgm:prSet presAssocID="{2F1277B7-B01F-4F73-A9DA-179B6AFFF720}" presName="parTx" presStyleLbl="node1" presStyleIdx="0" presStyleCnt="4">
        <dgm:presLayoutVars>
          <dgm:chMax val="0"/>
          <dgm:chPref val="0"/>
          <dgm:bulletEnabled val="1"/>
        </dgm:presLayoutVars>
      </dgm:prSet>
      <dgm:spPr/>
    </dgm:pt>
    <dgm:pt modelId="{7E25731F-1E2D-4872-A6DD-1E6927A3D196}" type="pres">
      <dgm:prSet presAssocID="{2F1277B7-B01F-4F73-A9DA-179B6AFFF720}" presName="desTx" presStyleLbl="revTx" presStyleIdx="0" presStyleCnt="4">
        <dgm:presLayoutVars>
          <dgm:bulletEnabled val="1"/>
        </dgm:presLayoutVars>
      </dgm:prSet>
      <dgm:spPr/>
    </dgm:pt>
    <dgm:pt modelId="{83F5E0A1-F572-4539-9174-0D37372F3D00}" type="pres">
      <dgm:prSet presAssocID="{6289B164-CAF6-4067-BF74-DAD13008646B}" presName="space" presStyleCnt="0"/>
      <dgm:spPr/>
    </dgm:pt>
    <dgm:pt modelId="{AE405B04-FFD5-4ADA-8B50-81B13EF3325B}" type="pres">
      <dgm:prSet presAssocID="{8D4AF26A-1CD1-4413-9246-B56B4BE050E8}" presName="composite" presStyleCnt="0"/>
      <dgm:spPr/>
    </dgm:pt>
    <dgm:pt modelId="{0959C2EF-CB0A-4274-B2A2-76BBDFBD6074}" type="pres">
      <dgm:prSet presAssocID="{8D4AF26A-1CD1-4413-9246-B56B4BE050E8}" presName="parTx" presStyleLbl="node1" presStyleIdx="1" presStyleCnt="4">
        <dgm:presLayoutVars>
          <dgm:chMax val="0"/>
          <dgm:chPref val="0"/>
          <dgm:bulletEnabled val="1"/>
        </dgm:presLayoutVars>
      </dgm:prSet>
      <dgm:spPr/>
    </dgm:pt>
    <dgm:pt modelId="{D84EBEC1-C5B7-42AC-97B6-F7FF02E323F7}" type="pres">
      <dgm:prSet presAssocID="{8D4AF26A-1CD1-4413-9246-B56B4BE050E8}" presName="desTx" presStyleLbl="revTx" presStyleIdx="1" presStyleCnt="4">
        <dgm:presLayoutVars>
          <dgm:bulletEnabled val="1"/>
        </dgm:presLayoutVars>
      </dgm:prSet>
      <dgm:spPr/>
    </dgm:pt>
    <dgm:pt modelId="{8194653F-62B6-49EC-BD39-25271FA174F4}" type="pres">
      <dgm:prSet presAssocID="{FE527FA3-47D9-478F-AC62-89780E702802}" presName="space" presStyleCnt="0"/>
      <dgm:spPr/>
    </dgm:pt>
    <dgm:pt modelId="{D7BB112B-39AE-484D-8FFE-C8AD575FC7E0}" type="pres">
      <dgm:prSet presAssocID="{7631F41E-CE55-4CAD-8027-B111A3230490}" presName="composite" presStyleCnt="0"/>
      <dgm:spPr/>
    </dgm:pt>
    <dgm:pt modelId="{BCED8459-90C5-4142-958C-3ACCFC8F3F63}" type="pres">
      <dgm:prSet presAssocID="{7631F41E-CE55-4CAD-8027-B111A3230490}" presName="parTx" presStyleLbl="node1" presStyleIdx="2" presStyleCnt="4">
        <dgm:presLayoutVars>
          <dgm:chMax val="0"/>
          <dgm:chPref val="0"/>
          <dgm:bulletEnabled val="1"/>
        </dgm:presLayoutVars>
      </dgm:prSet>
      <dgm:spPr/>
    </dgm:pt>
    <dgm:pt modelId="{BA936223-2001-4C67-BECE-40FA81876EFC}" type="pres">
      <dgm:prSet presAssocID="{7631F41E-CE55-4CAD-8027-B111A3230490}" presName="desTx" presStyleLbl="revTx" presStyleIdx="2" presStyleCnt="4">
        <dgm:presLayoutVars>
          <dgm:bulletEnabled val="1"/>
        </dgm:presLayoutVars>
      </dgm:prSet>
      <dgm:spPr/>
    </dgm:pt>
    <dgm:pt modelId="{037FEE7D-3B56-44F1-BDCC-3102843CAAEA}" type="pres">
      <dgm:prSet presAssocID="{E1903416-9C7F-441F-B796-C5E9B7C55967}" presName="space" presStyleCnt="0"/>
      <dgm:spPr/>
    </dgm:pt>
    <dgm:pt modelId="{44701517-2D02-49D5-850D-CB250650EE6D}" type="pres">
      <dgm:prSet presAssocID="{B83238BD-DFAC-4866-AB85-03C562B2BE4C}" presName="composite" presStyleCnt="0"/>
      <dgm:spPr/>
    </dgm:pt>
    <dgm:pt modelId="{40B1E412-67BE-481C-8373-23AC334133CC}" type="pres">
      <dgm:prSet presAssocID="{B83238BD-DFAC-4866-AB85-03C562B2BE4C}" presName="parTx" presStyleLbl="node1" presStyleIdx="3" presStyleCnt="4">
        <dgm:presLayoutVars>
          <dgm:chMax val="0"/>
          <dgm:chPref val="0"/>
          <dgm:bulletEnabled val="1"/>
        </dgm:presLayoutVars>
      </dgm:prSet>
      <dgm:spPr/>
    </dgm:pt>
    <dgm:pt modelId="{7670FB3C-8805-43F9-81C5-BF19D9134845}" type="pres">
      <dgm:prSet presAssocID="{B83238BD-DFAC-4866-AB85-03C562B2BE4C}" presName="desTx" presStyleLbl="revTx" presStyleIdx="3" presStyleCnt="4" custScaleX="114066" custLinFactNeighborX="5770">
        <dgm:presLayoutVars>
          <dgm:bulletEnabled val="1"/>
        </dgm:presLayoutVars>
      </dgm:prSet>
      <dgm:spPr/>
    </dgm:pt>
  </dgm:ptLst>
  <dgm:cxnLst>
    <dgm:cxn modelId="{8E012E02-F6B3-4785-BDA7-CD7616D722BB}" type="presOf" srcId="{7631F41E-CE55-4CAD-8027-B111A3230490}" destId="{BCED8459-90C5-4142-958C-3ACCFC8F3F63}" srcOrd="0" destOrd="0" presId="urn:microsoft.com/office/officeart/2005/8/layout/chevron1"/>
    <dgm:cxn modelId="{980B0530-B180-4A7F-802C-A68CF248E8B8}" type="presOf" srcId="{2295A186-5B3F-4D30-AE72-9BFA6722751A}" destId="{7E25731F-1E2D-4872-A6DD-1E6927A3D196}" srcOrd="0" destOrd="0" presId="urn:microsoft.com/office/officeart/2005/8/layout/chevron1"/>
    <dgm:cxn modelId="{1538315E-D2EA-4689-B296-6A338DF19A2D}" type="presOf" srcId="{0057F7E5-6B2B-455A-8B8B-244E26256295}" destId="{7670FB3C-8805-43F9-81C5-BF19D9134845}" srcOrd="0" destOrd="0" presId="urn:microsoft.com/office/officeart/2005/8/layout/chevron1"/>
    <dgm:cxn modelId="{24DCEB78-B34B-4971-9F29-B746AC8F0A58}" srcId="{936C8C8F-ACF4-49F9-B4E4-5CAA6352AA94}" destId="{2F1277B7-B01F-4F73-A9DA-179B6AFFF720}" srcOrd="0" destOrd="0" parTransId="{2A936458-983E-4146-BF6B-DF99EB045108}" sibTransId="{6289B164-CAF6-4067-BF74-DAD13008646B}"/>
    <dgm:cxn modelId="{05697C83-5FA7-4C9A-A1A2-1D5345CA3579}" srcId="{8D4AF26A-1CD1-4413-9246-B56B4BE050E8}" destId="{7EA328DA-8E5B-490B-A1A9-12ECA44B728B}" srcOrd="0" destOrd="0" parTransId="{D75DDE5C-C005-4ABA-8871-794953C8B2F0}" sibTransId="{4795B9E5-D5D3-40CE-B898-DB87084AC2FC}"/>
    <dgm:cxn modelId="{9367D784-AB1B-488F-A2F3-14B3702A9E60}" srcId="{936C8C8F-ACF4-49F9-B4E4-5CAA6352AA94}" destId="{7631F41E-CE55-4CAD-8027-B111A3230490}" srcOrd="2" destOrd="0" parTransId="{7BAC5A02-A34C-4781-A3A9-4BDCB8726A68}" sibTransId="{E1903416-9C7F-441F-B796-C5E9B7C55967}"/>
    <dgm:cxn modelId="{8B551185-9ED7-4995-981D-EAEAA6852446}" type="presOf" srcId="{8D4AF26A-1CD1-4413-9246-B56B4BE050E8}" destId="{0959C2EF-CB0A-4274-B2A2-76BBDFBD6074}" srcOrd="0" destOrd="0" presId="urn:microsoft.com/office/officeart/2005/8/layout/chevron1"/>
    <dgm:cxn modelId="{CEA96E8A-3648-4E06-84A6-439AB02F73C0}" srcId="{7631F41E-CE55-4CAD-8027-B111A3230490}" destId="{C51508EA-33AF-4264-B0BA-EF46DECC0146}" srcOrd="0" destOrd="0" parTransId="{1C361B77-429C-405E-ACB9-85D0319EB22F}" sibTransId="{BA7D0B9A-1818-4020-B1F5-9FD734A5F899}"/>
    <dgm:cxn modelId="{12F81094-AB40-43AF-A597-B73EB31EBFF8}" type="presOf" srcId="{B83238BD-DFAC-4866-AB85-03C562B2BE4C}" destId="{40B1E412-67BE-481C-8373-23AC334133CC}" srcOrd="0" destOrd="0" presId="urn:microsoft.com/office/officeart/2005/8/layout/chevron1"/>
    <dgm:cxn modelId="{4BF4DF94-C0A5-462B-A2EF-6EC819DD054C}" srcId="{2F1277B7-B01F-4F73-A9DA-179B6AFFF720}" destId="{2295A186-5B3F-4D30-AE72-9BFA6722751A}" srcOrd="0" destOrd="0" parTransId="{BA2698AF-B445-425A-AD71-92C19B75A463}" sibTransId="{7B5F3957-A60E-4C50-8F00-3D8F3905A457}"/>
    <dgm:cxn modelId="{E3C854B3-DCA2-409C-BE02-772F8866EC1C}" type="presOf" srcId="{C51508EA-33AF-4264-B0BA-EF46DECC0146}" destId="{BA936223-2001-4C67-BECE-40FA81876EFC}" srcOrd="0" destOrd="0" presId="urn:microsoft.com/office/officeart/2005/8/layout/chevron1"/>
    <dgm:cxn modelId="{D727D9B5-1714-456F-A3A2-88DFE6DFB1E0}" type="presOf" srcId="{7EA328DA-8E5B-490B-A1A9-12ECA44B728B}" destId="{D84EBEC1-C5B7-42AC-97B6-F7FF02E323F7}" srcOrd="0" destOrd="0" presId="urn:microsoft.com/office/officeart/2005/8/layout/chevron1"/>
    <dgm:cxn modelId="{786579CA-CBC8-4489-AC22-740C19744B33}" srcId="{936C8C8F-ACF4-49F9-B4E4-5CAA6352AA94}" destId="{8D4AF26A-1CD1-4413-9246-B56B4BE050E8}" srcOrd="1" destOrd="0" parTransId="{C13C6210-F668-4BDC-8A0B-DA09E49D11E2}" sibTransId="{FE527FA3-47D9-478F-AC62-89780E702802}"/>
    <dgm:cxn modelId="{D27E10CB-79AE-4415-8AEF-FF5A1F31DF79}" srcId="{B83238BD-DFAC-4866-AB85-03C562B2BE4C}" destId="{0057F7E5-6B2B-455A-8B8B-244E26256295}" srcOrd="0" destOrd="0" parTransId="{EB09E6BF-2946-4C2C-BE8D-6544CA8B0FCC}" sibTransId="{762F2592-D954-426C-96D0-417EF44836D4}"/>
    <dgm:cxn modelId="{D22502D4-B5BC-4507-B1F3-9CD7D8739EDB}" srcId="{936C8C8F-ACF4-49F9-B4E4-5CAA6352AA94}" destId="{B83238BD-DFAC-4866-AB85-03C562B2BE4C}" srcOrd="3" destOrd="0" parTransId="{A361B45D-0B20-4FDA-A2CF-C869489337D0}" sibTransId="{60D562BC-7FA2-4D45-ACCE-6FE8AC64BBF9}"/>
    <dgm:cxn modelId="{53C483DD-E7EE-4AFE-B63A-4CCC422D29F6}" type="presOf" srcId="{936C8C8F-ACF4-49F9-B4E4-5CAA6352AA94}" destId="{8E483F68-3322-440E-8723-DC5ABE5C1A6C}" srcOrd="0" destOrd="0" presId="urn:microsoft.com/office/officeart/2005/8/layout/chevron1"/>
    <dgm:cxn modelId="{BA5845F5-7EF2-4863-AC52-A2A57F3C0E9E}" type="presOf" srcId="{2F1277B7-B01F-4F73-A9DA-179B6AFFF720}" destId="{8DBD646B-6AEE-42FF-B335-898267653524}" srcOrd="0" destOrd="0" presId="urn:microsoft.com/office/officeart/2005/8/layout/chevron1"/>
    <dgm:cxn modelId="{AF589049-1DC4-4A20-9C13-BDF2190EEF2B}" type="presParOf" srcId="{8E483F68-3322-440E-8723-DC5ABE5C1A6C}" destId="{83FC777F-D095-4B03-BA02-A8FA13A7FB83}" srcOrd="0" destOrd="0" presId="urn:microsoft.com/office/officeart/2005/8/layout/chevron1"/>
    <dgm:cxn modelId="{875F4178-2943-4BD3-953A-3928E6A07EE2}" type="presParOf" srcId="{83FC777F-D095-4B03-BA02-A8FA13A7FB83}" destId="{8DBD646B-6AEE-42FF-B335-898267653524}" srcOrd="0" destOrd="0" presId="urn:microsoft.com/office/officeart/2005/8/layout/chevron1"/>
    <dgm:cxn modelId="{ED1DEE2F-AD3B-45F7-8085-410445EE4CE7}" type="presParOf" srcId="{83FC777F-D095-4B03-BA02-A8FA13A7FB83}" destId="{7E25731F-1E2D-4872-A6DD-1E6927A3D196}" srcOrd="1" destOrd="0" presId="urn:microsoft.com/office/officeart/2005/8/layout/chevron1"/>
    <dgm:cxn modelId="{AA0983F5-0342-412D-902B-67DC5169CA3F}" type="presParOf" srcId="{8E483F68-3322-440E-8723-DC5ABE5C1A6C}" destId="{83F5E0A1-F572-4539-9174-0D37372F3D00}" srcOrd="1" destOrd="0" presId="urn:microsoft.com/office/officeart/2005/8/layout/chevron1"/>
    <dgm:cxn modelId="{CC2DC01C-0394-4F94-8CE8-869CF7BDFE3E}" type="presParOf" srcId="{8E483F68-3322-440E-8723-DC5ABE5C1A6C}" destId="{AE405B04-FFD5-4ADA-8B50-81B13EF3325B}" srcOrd="2" destOrd="0" presId="urn:microsoft.com/office/officeart/2005/8/layout/chevron1"/>
    <dgm:cxn modelId="{461BBA47-3B81-42CE-9DB9-517FA13EB773}" type="presParOf" srcId="{AE405B04-FFD5-4ADA-8B50-81B13EF3325B}" destId="{0959C2EF-CB0A-4274-B2A2-76BBDFBD6074}" srcOrd="0" destOrd="0" presId="urn:microsoft.com/office/officeart/2005/8/layout/chevron1"/>
    <dgm:cxn modelId="{8E2A504B-9025-4845-9BFE-78ACB16CA387}" type="presParOf" srcId="{AE405B04-FFD5-4ADA-8B50-81B13EF3325B}" destId="{D84EBEC1-C5B7-42AC-97B6-F7FF02E323F7}" srcOrd="1" destOrd="0" presId="urn:microsoft.com/office/officeart/2005/8/layout/chevron1"/>
    <dgm:cxn modelId="{0CA1DBEE-5EAD-4FD2-9FDB-D0DD8E052562}" type="presParOf" srcId="{8E483F68-3322-440E-8723-DC5ABE5C1A6C}" destId="{8194653F-62B6-49EC-BD39-25271FA174F4}" srcOrd="3" destOrd="0" presId="urn:microsoft.com/office/officeart/2005/8/layout/chevron1"/>
    <dgm:cxn modelId="{7B97EF5D-3DE1-4713-8FD2-AC24A152F743}" type="presParOf" srcId="{8E483F68-3322-440E-8723-DC5ABE5C1A6C}" destId="{D7BB112B-39AE-484D-8FFE-C8AD575FC7E0}" srcOrd="4" destOrd="0" presId="urn:microsoft.com/office/officeart/2005/8/layout/chevron1"/>
    <dgm:cxn modelId="{BA83A5D7-24BF-4E60-82DE-A3D88C60284F}" type="presParOf" srcId="{D7BB112B-39AE-484D-8FFE-C8AD575FC7E0}" destId="{BCED8459-90C5-4142-958C-3ACCFC8F3F63}" srcOrd="0" destOrd="0" presId="urn:microsoft.com/office/officeart/2005/8/layout/chevron1"/>
    <dgm:cxn modelId="{91101F67-7519-40EF-A800-67D5DADE1E00}" type="presParOf" srcId="{D7BB112B-39AE-484D-8FFE-C8AD575FC7E0}" destId="{BA936223-2001-4C67-BECE-40FA81876EFC}" srcOrd="1" destOrd="0" presId="urn:microsoft.com/office/officeart/2005/8/layout/chevron1"/>
    <dgm:cxn modelId="{256A830F-D945-4800-A945-42B65A35BD89}" type="presParOf" srcId="{8E483F68-3322-440E-8723-DC5ABE5C1A6C}" destId="{037FEE7D-3B56-44F1-BDCC-3102843CAAEA}" srcOrd="5" destOrd="0" presId="urn:microsoft.com/office/officeart/2005/8/layout/chevron1"/>
    <dgm:cxn modelId="{9C9E20D0-E1E2-4B88-8C10-38CCAF830C99}" type="presParOf" srcId="{8E483F68-3322-440E-8723-DC5ABE5C1A6C}" destId="{44701517-2D02-49D5-850D-CB250650EE6D}" srcOrd="6" destOrd="0" presId="urn:microsoft.com/office/officeart/2005/8/layout/chevron1"/>
    <dgm:cxn modelId="{3F872991-9B3C-4CBD-A6ED-8438DEE51A75}" type="presParOf" srcId="{44701517-2D02-49D5-850D-CB250650EE6D}" destId="{40B1E412-67BE-481C-8373-23AC334133CC}" srcOrd="0" destOrd="0" presId="urn:microsoft.com/office/officeart/2005/8/layout/chevron1"/>
    <dgm:cxn modelId="{2DDE2E41-39FA-470D-943F-86F6E8F15F7A}" type="presParOf" srcId="{44701517-2D02-49D5-850D-CB250650EE6D}" destId="{7670FB3C-8805-43F9-81C5-BF19D9134845}" srcOrd="1"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F38FEA2-1818-4A80-800D-0734933894F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EFBEE1AB-3753-46E0-B2E5-DE486493E1AC}">
      <dgm:prSet phldrT="[Texte]"/>
      <dgm:spPr/>
      <dgm:t>
        <a:bodyPr/>
        <a:lstStyle/>
        <a:p>
          <a:r>
            <a:rPr lang="fr-FR" b="0" dirty="0">
              <a:solidFill>
                <a:schemeClr val="tx1"/>
              </a:solidFill>
              <a:latin typeface="+mj-lt"/>
              <a:cs typeface="Segoe UI" panose="020B0502040204020203" pitchFamily="34" charset="0"/>
            </a:rPr>
            <a:t>Gouvernance et anticipation</a:t>
          </a:r>
          <a:endParaRPr lang="fr-FR" b="0" dirty="0">
            <a:solidFill>
              <a:schemeClr val="tx1"/>
            </a:solidFill>
          </a:endParaRPr>
        </a:p>
      </dgm:t>
    </dgm:pt>
    <dgm:pt modelId="{9B19132F-C501-4940-A866-5B17D3C1EC7D}" type="parTrans" cxnId="{DE461663-D4B2-4CBF-9A0D-53BBB1AAF82D}">
      <dgm:prSet/>
      <dgm:spPr/>
      <dgm:t>
        <a:bodyPr/>
        <a:lstStyle/>
        <a:p>
          <a:endParaRPr lang="fr-FR"/>
        </a:p>
      </dgm:t>
    </dgm:pt>
    <dgm:pt modelId="{9D18D5EC-6F69-4840-9603-5DCA5BC8CD18}" type="sibTrans" cxnId="{DE461663-D4B2-4CBF-9A0D-53BBB1AAF82D}">
      <dgm:prSet/>
      <dgm:spPr/>
      <dgm:t>
        <a:bodyPr/>
        <a:lstStyle/>
        <a:p>
          <a:endParaRPr lang="fr-FR"/>
        </a:p>
      </dgm:t>
    </dgm:pt>
    <dgm:pt modelId="{92949299-4891-4957-B8AA-32E8048AD282}">
      <dgm:prSet/>
      <dgm:spPr/>
      <dgm:t>
        <a:bodyPr/>
        <a:lstStyle/>
        <a:p>
          <a:r>
            <a:rPr lang="fr-FR" dirty="0">
              <a:latin typeface="+mj-lt"/>
              <a:cs typeface="Segoe UI" panose="020B0502040204020203" pitchFamily="34" charset="0"/>
            </a:rPr>
            <a:t>Organisation de management du risque et d’amélioration continue</a:t>
          </a:r>
        </a:p>
      </dgm:t>
    </dgm:pt>
    <dgm:pt modelId="{FB8E59EA-D621-41F2-93C2-DC926F23406B}" type="parTrans" cxnId="{69CC3FD2-EB0D-4097-9D86-8EEAFAE18F57}">
      <dgm:prSet/>
      <dgm:spPr/>
      <dgm:t>
        <a:bodyPr/>
        <a:lstStyle/>
        <a:p>
          <a:endParaRPr lang="fr-FR"/>
        </a:p>
      </dgm:t>
    </dgm:pt>
    <dgm:pt modelId="{EA97A997-2A83-4457-A357-69A51DD2F77F}" type="sibTrans" cxnId="{69CC3FD2-EB0D-4097-9D86-8EEAFAE18F57}">
      <dgm:prSet/>
      <dgm:spPr/>
      <dgm:t>
        <a:bodyPr/>
        <a:lstStyle/>
        <a:p>
          <a:endParaRPr lang="fr-FR"/>
        </a:p>
      </dgm:t>
    </dgm:pt>
    <dgm:pt modelId="{E1FD2D91-402F-49B2-A04E-86260EF9073E}">
      <dgm:prSet/>
      <dgm:spPr/>
      <dgm:t>
        <a:bodyPr/>
        <a:lstStyle/>
        <a:p>
          <a:r>
            <a:rPr lang="fr-FR" dirty="0">
              <a:latin typeface="+mj-lt"/>
              <a:cs typeface="Segoe UI" panose="020B0502040204020203" pitchFamily="34" charset="0"/>
            </a:rPr>
            <a:t>Processus d’homologation</a:t>
          </a:r>
        </a:p>
      </dgm:t>
    </dgm:pt>
    <dgm:pt modelId="{F2225A0C-8D2E-4240-9CF3-1595F0A90774}" type="parTrans" cxnId="{9F15BF0D-C36E-4FF3-A264-A252A31619C0}">
      <dgm:prSet/>
      <dgm:spPr/>
      <dgm:t>
        <a:bodyPr/>
        <a:lstStyle/>
        <a:p>
          <a:endParaRPr lang="fr-FR"/>
        </a:p>
      </dgm:t>
    </dgm:pt>
    <dgm:pt modelId="{E8A67E13-DE5C-4418-BD17-5E5AF3A4FA35}" type="sibTrans" cxnId="{9F15BF0D-C36E-4FF3-A264-A252A31619C0}">
      <dgm:prSet/>
      <dgm:spPr/>
      <dgm:t>
        <a:bodyPr/>
        <a:lstStyle/>
        <a:p>
          <a:endParaRPr lang="fr-FR"/>
        </a:p>
      </dgm:t>
    </dgm:pt>
    <dgm:pt modelId="{C3DF9DB7-3034-4C57-927D-E704962603A2}">
      <dgm:prSet/>
      <dgm:spPr/>
      <dgm:t>
        <a:bodyPr/>
        <a:lstStyle/>
        <a:p>
          <a:r>
            <a:rPr lang="fr-FR" dirty="0">
              <a:latin typeface="+mj-lt"/>
              <a:cs typeface="Segoe UI" panose="020B0502040204020203" pitchFamily="34" charset="0"/>
            </a:rPr>
            <a:t>Maîtrise de l’écosystème</a:t>
          </a:r>
        </a:p>
      </dgm:t>
    </dgm:pt>
    <dgm:pt modelId="{3656E38E-448D-4714-AABD-B8B5C93E08BF}" type="parTrans" cxnId="{47F33717-6713-43F6-A5AD-D2B278DB7D4A}">
      <dgm:prSet/>
      <dgm:spPr/>
      <dgm:t>
        <a:bodyPr/>
        <a:lstStyle/>
        <a:p>
          <a:endParaRPr lang="fr-FR"/>
        </a:p>
      </dgm:t>
    </dgm:pt>
    <dgm:pt modelId="{1E70A447-5254-4353-8111-0087D88AA19C}" type="sibTrans" cxnId="{47F33717-6713-43F6-A5AD-D2B278DB7D4A}">
      <dgm:prSet/>
      <dgm:spPr/>
      <dgm:t>
        <a:bodyPr/>
        <a:lstStyle/>
        <a:p>
          <a:endParaRPr lang="fr-FR"/>
        </a:p>
      </dgm:t>
    </dgm:pt>
    <dgm:pt modelId="{8158676B-8BA9-492F-B0C8-047A8A642302}">
      <dgm:prSet/>
      <dgm:spPr/>
      <dgm:t>
        <a:bodyPr/>
        <a:lstStyle/>
        <a:p>
          <a:r>
            <a:rPr lang="fr-FR" b="0" dirty="0">
              <a:latin typeface="+mj-lt"/>
              <a:cs typeface="Segoe UI" panose="020B0502040204020203" pitchFamily="34" charset="0"/>
            </a:rPr>
            <a:t>Protection</a:t>
          </a:r>
        </a:p>
      </dgm:t>
    </dgm:pt>
    <dgm:pt modelId="{A7A5AF18-2192-44A7-BE8E-E79A49504CBB}" type="parTrans" cxnId="{1A275E2E-2A6D-4C53-8D8A-DF88432B0566}">
      <dgm:prSet/>
      <dgm:spPr/>
      <dgm:t>
        <a:bodyPr/>
        <a:lstStyle/>
        <a:p>
          <a:endParaRPr lang="fr-FR"/>
        </a:p>
      </dgm:t>
    </dgm:pt>
    <dgm:pt modelId="{2DD19AA4-F3C1-4517-BDD6-228FC22A44B9}" type="sibTrans" cxnId="{1A275E2E-2A6D-4C53-8D8A-DF88432B0566}">
      <dgm:prSet/>
      <dgm:spPr/>
      <dgm:t>
        <a:bodyPr/>
        <a:lstStyle/>
        <a:p>
          <a:endParaRPr lang="fr-FR"/>
        </a:p>
      </dgm:t>
    </dgm:pt>
    <dgm:pt modelId="{4968F7B0-8EF5-4836-B6A2-42F08D588137}">
      <dgm:prSet/>
      <dgm:spPr/>
      <dgm:t>
        <a:bodyPr/>
        <a:lstStyle/>
        <a:p>
          <a:r>
            <a:rPr lang="fr-FR" dirty="0">
              <a:latin typeface="+mj-lt"/>
              <a:cs typeface="Segoe UI" panose="020B0502040204020203" pitchFamily="34" charset="0"/>
            </a:rPr>
            <a:t>Gestion de l’authentification et du contrôle d’accès</a:t>
          </a:r>
        </a:p>
      </dgm:t>
    </dgm:pt>
    <dgm:pt modelId="{4ACDFD12-B3E1-4265-81AD-AB6FB966280C}" type="parTrans" cxnId="{27F80DF6-B9DD-4818-BE61-E8FB1835CE63}">
      <dgm:prSet/>
      <dgm:spPr/>
      <dgm:t>
        <a:bodyPr/>
        <a:lstStyle/>
        <a:p>
          <a:endParaRPr lang="fr-FR"/>
        </a:p>
      </dgm:t>
    </dgm:pt>
    <dgm:pt modelId="{3BF51EAF-CD38-4FD5-8E57-287BC70BE54F}" type="sibTrans" cxnId="{27F80DF6-B9DD-4818-BE61-E8FB1835CE63}">
      <dgm:prSet/>
      <dgm:spPr/>
      <dgm:t>
        <a:bodyPr/>
        <a:lstStyle/>
        <a:p>
          <a:endParaRPr lang="fr-FR"/>
        </a:p>
      </dgm:t>
    </dgm:pt>
    <dgm:pt modelId="{A94DAAAC-0A67-429E-9B5B-25F43941814F}">
      <dgm:prSet/>
      <dgm:spPr/>
      <dgm:t>
        <a:bodyPr/>
        <a:lstStyle/>
        <a:p>
          <a:r>
            <a:rPr lang="fr-FR" dirty="0">
              <a:latin typeface="+mj-lt"/>
              <a:cs typeface="Segoe UI" panose="020B0502040204020203" pitchFamily="34" charset="0"/>
            </a:rPr>
            <a:t>Sécurité physique et organisationnelle</a:t>
          </a:r>
        </a:p>
      </dgm:t>
    </dgm:pt>
    <dgm:pt modelId="{016719C5-B5F1-44D2-9B08-38AB1659CE82}" type="parTrans" cxnId="{DE8FFE0D-01AA-4CDC-A356-B1D7AB813E58}">
      <dgm:prSet/>
      <dgm:spPr/>
      <dgm:t>
        <a:bodyPr/>
        <a:lstStyle/>
        <a:p>
          <a:endParaRPr lang="fr-FR"/>
        </a:p>
      </dgm:t>
    </dgm:pt>
    <dgm:pt modelId="{F0B6E5DD-CDFB-4568-9C24-7ACBFAA15DDC}" type="sibTrans" cxnId="{DE8FFE0D-01AA-4CDC-A356-B1D7AB813E58}">
      <dgm:prSet/>
      <dgm:spPr/>
      <dgm:t>
        <a:bodyPr/>
        <a:lstStyle/>
        <a:p>
          <a:endParaRPr lang="fr-FR"/>
        </a:p>
      </dgm:t>
    </dgm:pt>
    <dgm:pt modelId="{B92BB814-5356-426C-9D84-86CB6EDF8B88}">
      <dgm:prSet/>
      <dgm:spPr/>
      <dgm:t>
        <a:bodyPr/>
        <a:lstStyle/>
        <a:p>
          <a:r>
            <a:rPr lang="fr-FR" dirty="0">
              <a:latin typeface="+mj-lt"/>
              <a:cs typeface="Segoe UI" panose="020B0502040204020203" pitchFamily="34" charset="0"/>
            </a:rPr>
            <a:t>Maintien en condition de sécurité et gestion d’obsolescence</a:t>
          </a:r>
        </a:p>
      </dgm:t>
    </dgm:pt>
    <dgm:pt modelId="{531FC1C9-81A5-4268-9E37-E0BF8DB793DF}" type="parTrans" cxnId="{6A0EAB9D-BCE9-4D1B-A1BA-0D5BE46B2A61}">
      <dgm:prSet/>
      <dgm:spPr/>
      <dgm:t>
        <a:bodyPr/>
        <a:lstStyle/>
        <a:p>
          <a:endParaRPr lang="fr-FR"/>
        </a:p>
      </dgm:t>
    </dgm:pt>
    <dgm:pt modelId="{69F05BE7-2E87-4268-8970-1057C50C6DA0}" type="sibTrans" cxnId="{6A0EAB9D-BCE9-4D1B-A1BA-0D5BE46B2A61}">
      <dgm:prSet/>
      <dgm:spPr/>
      <dgm:t>
        <a:bodyPr/>
        <a:lstStyle/>
        <a:p>
          <a:endParaRPr lang="fr-FR"/>
        </a:p>
      </dgm:t>
    </dgm:pt>
    <dgm:pt modelId="{3DD19BFA-B7E0-4BEF-A1B6-539574F1B474}">
      <dgm:prSet/>
      <dgm:spPr/>
      <dgm:t>
        <a:bodyPr/>
        <a:lstStyle/>
        <a:p>
          <a:r>
            <a:rPr lang="fr-FR" b="0" dirty="0">
              <a:latin typeface="+mj-lt"/>
              <a:cs typeface="Segoe UI" panose="020B0502040204020203" pitchFamily="34" charset="0"/>
            </a:rPr>
            <a:t>Résilience</a:t>
          </a:r>
        </a:p>
      </dgm:t>
    </dgm:pt>
    <dgm:pt modelId="{E1188F47-08D9-4003-989B-74D75938CA5A}" type="parTrans" cxnId="{F13BFEC1-CEFA-4E54-87FF-4BC281152B5A}">
      <dgm:prSet/>
      <dgm:spPr/>
      <dgm:t>
        <a:bodyPr/>
        <a:lstStyle/>
        <a:p>
          <a:endParaRPr lang="fr-FR"/>
        </a:p>
      </dgm:t>
    </dgm:pt>
    <dgm:pt modelId="{96272F54-F03A-489C-8748-6449F8B625A5}" type="sibTrans" cxnId="{F13BFEC1-CEFA-4E54-87FF-4BC281152B5A}">
      <dgm:prSet/>
      <dgm:spPr/>
      <dgm:t>
        <a:bodyPr/>
        <a:lstStyle/>
        <a:p>
          <a:endParaRPr lang="fr-FR"/>
        </a:p>
      </dgm:t>
    </dgm:pt>
    <dgm:pt modelId="{A76108E3-DE68-46C3-9B95-DD73F018D90F}">
      <dgm:prSet/>
      <dgm:spPr/>
      <dgm:t>
        <a:bodyPr/>
        <a:lstStyle/>
        <a:p>
          <a:r>
            <a:rPr lang="fr-FR" dirty="0">
              <a:latin typeface="+mj-lt"/>
              <a:cs typeface="Segoe UI" panose="020B0502040204020203" pitchFamily="34" charset="0"/>
            </a:rPr>
            <a:t>Continuité d’activité (sauvegarde et restauration, gestion des modes dégradés)</a:t>
          </a:r>
        </a:p>
      </dgm:t>
    </dgm:pt>
    <dgm:pt modelId="{ADA678F4-ABB2-4A10-963D-444B80433763}" type="parTrans" cxnId="{89BA0C8D-955F-4E71-82D3-E183C75DECC7}">
      <dgm:prSet/>
      <dgm:spPr/>
      <dgm:t>
        <a:bodyPr/>
        <a:lstStyle/>
        <a:p>
          <a:endParaRPr lang="fr-FR"/>
        </a:p>
      </dgm:t>
    </dgm:pt>
    <dgm:pt modelId="{CC430A8E-9C30-4568-BAC6-DCB08E77F717}" type="sibTrans" cxnId="{89BA0C8D-955F-4E71-82D3-E183C75DECC7}">
      <dgm:prSet/>
      <dgm:spPr/>
      <dgm:t>
        <a:bodyPr/>
        <a:lstStyle/>
        <a:p>
          <a:endParaRPr lang="fr-FR"/>
        </a:p>
      </dgm:t>
    </dgm:pt>
    <dgm:pt modelId="{31D93526-E876-4ACB-BB37-D524A75F47A5}">
      <dgm:prSet/>
      <dgm:spPr/>
      <dgm:t>
        <a:bodyPr/>
        <a:lstStyle/>
        <a:p>
          <a:r>
            <a:rPr lang="fr-FR" dirty="0">
              <a:latin typeface="+mj-lt"/>
              <a:cs typeface="Segoe UI" panose="020B0502040204020203" pitchFamily="34" charset="0"/>
            </a:rPr>
            <a:t>Reprise d’activité</a:t>
          </a:r>
        </a:p>
      </dgm:t>
    </dgm:pt>
    <dgm:pt modelId="{46801D6F-588C-43AE-9A18-7F4DBF7813A7}" type="parTrans" cxnId="{C83F3E57-FA5A-4DC5-AEB0-0116EE1BF1A7}">
      <dgm:prSet/>
      <dgm:spPr/>
      <dgm:t>
        <a:bodyPr/>
        <a:lstStyle/>
        <a:p>
          <a:endParaRPr lang="fr-FR"/>
        </a:p>
      </dgm:t>
    </dgm:pt>
    <dgm:pt modelId="{52111489-0C5B-4136-996F-130FC94249C1}" type="sibTrans" cxnId="{C83F3E57-FA5A-4DC5-AEB0-0116EE1BF1A7}">
      <dgm:prSet/>
      <dgm:spPr/>
      <dgm:t>
        <a:bodyPr/>
        <a:lstStyle/>
        <a:p>
          <a:endParaRPr lang="fr-FR"/>
        </a:p>
      </dgm:t>
    </dgm:pt>
    <dgm:pt modelId="{D8786F40-4ED8-4230-AC3E-76291D5A28FA}">
      <dgm:prSet/>
      <dgm:spPr/>
      <dgm:t>
        <a:bodyPr/>
        <a:lstStyle/>
        <a:p>
          <a:r>
            <a:rPr lang="fr-FR" dirty="0">
              <a:latin typeface="+mj-lt"/>
              <a:cs typeface="Segoe UI" panose="020B0502040204020203" pitchFamily="34" charset="0"/>
            </a:rPr>
            <a:t>Gestion de crise cyber</a:t>
          </a:r>
        </a:p>
      </dgm:t>
    </dgm:pt>
    <dgm:pt modelId="{F269F943-C71F-4513-8C50-AA6C7C205F4B}" type="parTrans" cxnId="{2A49210A-A45C-4C0F-99F4-40CE47D2DB9E}">
      <dgm:prSet/>
      <dgm:spPr/>
      <dgm:t>
        <a:bodyPr/>
        <a:lstStyle/>
        <a:p>
          <a:endParaRPr lang="fr-FR"/>
        </a:p>
      </dgm:t>
    </dgm:pt>
    <dgm:pt modelId="{31C11C81-4B72-4075-BD32-BD87BBADB05D}" type="sibTrans" cxnId="{2A49210A-A45C-4C0F-99F4-40CE47D2DB9E}">
      <dgm:prSet/>
      <dgm:spPr/>
      <dgm:t>
        <a:bodyPr/>
        <a:lstStyle/>
        <a:p>
          <a:endParaRPr lang="fr-FR"/>
        </a:p>
      </dgm:t>
    </dgm:pt>
    <dgm:pt modelId="{F6BC72DF-96BE-40E7-B77E-292C48852ED1}">
      <dgm:prSet/>
      <dgm:spPr/>
      <dgm:t>
        <a:bodyPr/>
        <a:lstStyle/>
        <a:p>
          <a:r>
            <a:rPr lang="fr-FR" b="0" dirty="0">
              <a:latin typeface="+mj-lt"/>
              <a:cs typeface="Segoe UI" panose="020B0502040204020203" pitchFamily="34" charset="0"/>
            </a:rPr>
            <a:t>Défense</a:t>
          </a:r>
        </a:p>
      </dgm:t>
    </dgm:pt>
    <dgm:pt modelId="{2B859F8F-4E3D-4EF1-B1BA-B5604C84BBEB}" type="parTrans" cxnId="{B9126452-C731-46A6-966F-DC46675F5072}">
      <dgm:prSet/>
      <dgm:spPr/>
      <dgm:t>
        <a:bodyPr/>
        <a:lstStyle/>
        <a:p>
          <a:endParaRPr lang="fr-FR"/>
        </a:p>
      </dgm:t>
    </dgm:pt>
    <dgm:pt modelId="{66FAF3D8-3C4E-424C-95EC-1A91FF628D68}" type="sibTrans" cxnId="{B9126452-C731-46A6-966F-DC46675F5072}">
      <dgm:prSet/>
      <dgm:spPr/>
      <dgm:t>
        <a:bodyPr/>
        <a:lstStyle/>
        <a:p>
          <a:endParaRPr lang="fr-FR"/>
        </a:p>
      </dgm:t>
    </dgm:pt>
    <dgm:pt modelId="{F13AA03C-837A-443C-A15E-1D7432CBB15D}">
      <dgm:prSet/>
      <dgm:spPr/>
      <dgm:t>
        <a:bodyPr/>
        <a:lstStyle/>
        <a:p>
          <a:r>
            <a:rPr lang="fr-FR" dirty="0">
              <a:latin typeface="+mj-lt"/>
              <a:cs typeface="Segoe UI" panose="020B0502040204020203" pitchFamily="34" charset="0"/>
            </a:rPr>
            <a:t>Surveillance d’événements</a:t>
          </a:r>
        </a:p>
      </dgm:t>
    </dgm:pt>
    <dgm:pt modelId="{2F64BAA9-6478-44AE-9256-DAF7AEC85DFE}" type="parTrans" cxnId="{35E94400-EBEF-43D2-8261-CC3F3A126CA5}">
      <dgm:prSet/>
      <dgm:spPr/>
      <dgm:t>
        <a:bodyPr/>
        <a:lstStyle/>
        <a:p>
          <a:endParaRPr lang="fr-FR"/>
        </a:p>
      </dgm:t>
    </dgm:pt>
    <dgm:pt modelId="{3D3FFCB1-6343-4CC0-9A31-0E26736AC90C}" type="sibTrans" cxnId="{35E94400-EBEF-43D2-8261-CC3F3A126CA5}">
      <dgm:prSet/>
      <dgm:spPr/>
      <dgm:t>
        <a:bodyPr/>
        <a:lstStyle/>
        <a:p>
          <a:endParaRPr lang="fr-FR"/>
        </a:p>
      </dgm:t>
    </dgm:pt>
    <dgm:pt modelId="{DD2006C4-2374-4C10-9845-417086D0C2D1}">
      <dgm:prSet/>
      <dgm:spPr/>
      <dgm:t>
        <a:bodyPr/>
        <a:lstStyle/>
        <a:p>
          <a:r>
            <a:rPr lang="fr-FR" dirty="0">
              <a:latin typeface="+mj-lt"/>
              <a:cs typeface="Segoe UI" panose="020B0502040204020203" pitchFamily="34" charset="0"/>
            </a:rPr>
            <a:t>Détection et classification d’incidents</a:t>
          </a:r>
        </a:p>
      </dgm:t>
    </dgm:pt>
    <dgm:pt modelId="{549674D5-FA10-4150-AB67-2C08384C7EBF}" type="parTrans" cxnId="{6CDD4C67-1EE0-4B69-A4E7-77381EAF216F}">
      <dgm:prSet/>
      <dgm:spPr/>
      <dgm:t>
        <a:bodyPr/>
        <a:lstStyle/>
        <a:p>
          <a:endParaRPr lang="fr-FR"/>
        </a:p>
      </dgm:t>
    </dgm:pt>
    <dgm:pt modelId="{D72A134A-38B6-4B3F-83F5-CB9A197F48D5}" type="sibTrans" cxnId="{6CDD4C67-1EE0-4B69-A4E7-77381EAF216F}">
      <dgm:prSet/>
      <dgm:spPr/>
      <dgm:t>
        <a:bodyPr/>
        <a:lstStyle/>
        <a:p>
          <a:endParaRPr lang="fr-FR"/>
        </a:p>
      </dgm:t>
    </dgm:pt>
    <dgm:pt modelId="{29F41D13-F0C0-414E-B8A4-1E7AE509EE0E}">
      <dgm:prSet/>
      <dgm:spPr/>
      <dgm:t>
        <a:bodyPr/>
        <a:lstStyle/>
        <a:p>
          <a:r>
            <a:rPr lang="fr-FR" dirty="0">
              <a:latin typeface="+mj-lt"/>
              <a:cs typeface="Segoe UI" panose="020B0502040204020203" pitchFamily="34" charset="0"/>
            </a:rPr>
            <a:t>Réponse à un incident cyber</a:t>
          </a:r>
        </a:p>
      </dgm:t>
    </dgm:pt>
    <dgm:pt modelId="{C74DD461-CBCB-46FD-A260-9A1FCCF02EE2}" type="parTrans" cxnId="{523C28E1-279D-412F-8E22-4E8CC1F7A799}">
      <dgm:prSet/>
      <dgm:spPr/>
      <dgm:t>
        <a:bodyPr/>
        <a:lstStyle/>
        <a:p>
          <a:endParaRPr lang="fr-FR"/>
        </a:p>
      </dgm:t>
    </dgm:pt>
    <dgm:pt modelId="{BA192A2F-0AF4-4147-9062-16D491D85009}" type="sibTrans" cxnId="{523C28E1-279D-412F-8E22-4E8CC1F7A799}">
      <dgm:prSet/>
      <dgm:spPr/>
      <dgm:t>
        <a:bodyPr/>
        <a:lstStyle/>
        <a:p>
          <a:endParaRPr lang="fr-FR"/>
        </a:p>
      </dgm:t>
    </dgm:pt>
    <dgm:pt modelId="{B5C989C3-2040-49A7-A13A-9CDB7AE0AA2D}" type="pres">
      <dgm:prSet presAssocID="{6F38FEA2-1818-4A80-800D-0734933894F3}" presName="Name0" presStyleCnt="0">
        <dgm:presLayoutVars>
          <dgm:dir/>
          <dgm:animLvl val="lvl"/>
          <dgm:resizeHandles val="exact"/>
        </dgm:presLayoutVars>
      </dgm:prSet>
      <dgm:spPr/>
    </dgm:pt>
    <dgm:pt modelId="{5F083827-13BD-4FF7-9A31-76F5FB33D258}" type="pres">
      <dgm:prSet presAssocID="{EFBEE1AB-3753-46E0-B2E5-DE486493E1AC}" presName="composite" presStyleCnt="0"/>
      <dgm:spPr/>
    </dgm:pt>
    <dgm:pt modelId="{FB2198F8-9DC3-4054-9FE9-4F1D6FE742F7}" type="pres">
      <dgm:prSet presAssocID="{EFBEE1AB-3753-46E0-B2E5-DE486493E1AC}" presName="parTx" presStyleLbl="alignNode1" presStyleIdx="0" presStyleCnt="4">
        <dgm:presLayoutVars>
          <dgm:chMax val="0"/>
          <dgm:chPref val="0"/>
          <dgm:bulletEnabled val="1"/>
        </dgm:presLayoutVars>
      </dgm:prSet>
      <dgm:spPr/>
    </dgm:pt>
    <dgm:pt modelId="{5A240395-4F4E-4BF6-870D-F854F3C7F886}" type="pres">
      <dgm:prSet presAssocID="{EFBEE1AB-3753-46E0-B2E5-DE486493E1AC}" presName="desTx" presStyleLbl="alignAccFollowNode1" presStyleIdx="0" presStyleCnt="4">
        <dgm:presLayoutVars>
          <dgm:bulletEnabled val="1"/>
        </dgm:presLayoutVars>
      </dgm:prSet>
      <dgm:spPr/>
    </dgm:pt>
    <dgm:pt modelId="{130029B8-C1F7-4760-97B0-7209E1B0B55B}" type="pres">
      <dgm:prSet presAssocID="{9D18D5EC-6F69-4840-9603-5DCA5BC8CD18}" presName="space" presStyleCnt="0"/>
      <dgm:spPr/>
    </dgm:pt>
    <dgm:pt modelId="{C445BF79-E74C-4F47-B7BD-A1A629D3C655}" type="pres">
      <dgm:prSet presAssocID="{8158676B-8BA9-492F-B0C8-047A8A642302}" presName="composite" presStyleCnt="0"/>
      <dgm:spPr/>
    </dgm:pt>
    <dgm:pt modelId="{1C9B2E57-EB9D-4553-8989-F38B550A30A4}" type="pres">
      <dgm:prSet presAssocID="{8158676B-8BA9-492F-B0C8-047A8A642302}" presName="parTx" presStyleLbl="alignNode1" presStyleIdx="1" presStyleCnt="4">
        <dgm:presLayoutVars>
          <dgm:chMax val="0"/>
          <dgm:chPref val="0"/>
          <dgm:bulletEnabled val="1"/>
        </dgm:presLayoutVars>
      </dgm:prSet>
      <dgm:spPr/>
    </dgm:pt>
    <dgm:pt modelId="{24FB2D6E-1BC0-461A-816E-A73BAEF35A78}" type="pres">
      <dgm:prSet presAssocID="{8158676B-8BA9-492F-B0C8-047A8A642302}" presName="desTx" presStyleLbl="alignAccFollowNode1" presStyleIdx="1" presStyleCnt="4">
        <dgm:presLayoutVars>
          <dgm:bulletEnabled val="1"/>
        </dgm:presLayoutVars>
      </dgm:prSet>
      <dgm:spPr/>
    </dgm:pt>
    <dgm:pt modelId="{4A2D84DE-C8B4-496E-B0F9-55C24C4FC3E0}" type="pres">
      <dgm:prSet presAssocID="{2DD19AA4-F3C1-4517-BDD6-228FC22A44B9}" presName="space" presStyleCnt="0"/>
      <dgm:spPr/>
    </dgm:pt>
    <dgm:pt modelId="{D4C06016-998D-442A-A4E1-6F0CF6688ECB}" type="pres">
      <dgm:prSet presAssocID="{3DD19BFA-B7E0-4BEF-A1B6-539574F1B474}" presName="composite" presStyleCnt="0"/>
      <dgm:spPr/>
    </dgm:pt>
    <dgm:pt modelId="{11190446-8876-43F7-BFB4-19D7378A9E24}" type="pres">
      <dgm:prSet presAssocID="{3DD19BFA-B7E0-4BEF-A1B6-539574F1B474}" presName="parTx" presStyleLbl="alignNode1" presStyleIdx="2" presStyleCnt="4">
        <dgm:presLayoutVars>
          <dgm:chMax val="0"/>
          <dgm:chPref val="0"/>
          <dgm:bulletEnabled val="1"/>
        </dgm:presLayoutVars>
      </dgm:prSet>
      <dgm:spPr/>
    </dgm:pt>
    <dgm:pt modelId="{1B640834-54A4-49BF-BE90-7DCBDD26541C}" type="pres">
      <dgm:prSet presAssocID="{3DD19BFA-B7E0-4BEF-A1B6-539574F1B474}" presName="desTx" presStyleLbl="alignAccFollowNode1" presStyleIdx="2" presStyleCnt="4">
        <dgm:presLayoutVars>
          <dgm:bulletEnabled val="1"/>
        </dgm:presLayoutVars>
      </dgm:prSet>
      <dgm:spPr/>
    </dgm:pt>
    <dgm:pt modelId="{C31F3E1E-18EC-4353-A41A-813ECF824D0C}" type="pres">
      <dgm:prSet presAssocID="{96272F54-F03A-489C-8748-6449F8B625A5}" presName="space" presStyleCnt="0"/>
      <dgm:spPr/>
    </dgm:pt>
    <dgm:pt modelId="{9566D597-9E8C-4CDE-AD50-EE90B18B8D24}" type="pres">
      <dgm:prSet presAssocID="{F6BC72DF-96BE-40E7-B77E-292C48852ED1}" presName="composite" presStyleCnt="0"/>
      <dgm:spPr/>
    </dgm:pt>
    <dgm:pt modelId="{EAEE1F1C-5707-4459-B01A-F44923605365}" type="pres">
      <dgm:prSet presAssocID="{F6BC72DF-96BE-40E7-B77E-292C48852ED1}" presName="parTx" presStyleLbl="alignNode1" presStyleIdx="3" presStyleCnt="4">
        <dgm:presLayoutVars>
          <dgm:chMax val="0"/>
          <dgm:chPref val="0"/>
          <dgm:bulletEnabled val="1"/>
        </dgm:presLayoutVars>
      </dgm:prSet>
      <dgm:spPr/>
    </dgm:pt>
    <dgm:pt modelId="{832894B5-6E2C-4CA6-8ABC-9224D362B68D}" type="pres">
      <dgm:prSet presAssocID="{F6BC72DF-96BE-40E7-B77E-292C48852ED1}" presName="desTx" presStyleLbl="alignAccFollowNode1" presStyleIdx="3" presStyleCnt="4">
        <dgm:presLayoutVars>
          <dgm:bulletEnabled val="1"/>
        </dgm:presLayoutVars>
      </dgm:prSet>
      <dgm:spPr/>
    </dgm:pt>
  </dgm:ptLst>
  <dgm:cxnLst>
    <dgm:cxn modelId="{35E94400-EBEF-43D2-8261-CC3F3A126CA5}" srcId="{F6BC72DF-96BE-40E7-B77E-292C48852ED1}" destId="{F13AA03C-837A-443C-A15E-1D7432CBB15D}" srcOrd="0" destOrd="0" parTransId="{2F64BAA9-6478-44AE-9256-DAF7AEC85DFE}" sibTransId="{3D3FFCB1-6343-4CC0-9A31-0E26736AC90C}"/>
    <dgm:cxn modelId="{2A49210A-A45C-4C0F-99F4-40CE47D2DB9E}" srcId="{3DD19BFA-B7E0-4BEF-A1B6-539574F1B474}" destId="{D8786F40-4ED8-4230-AC3E-76291D5A28FA}" srcOrd="2" destOrd="0" parTransId="{F269F943-C71F-4513-8C50-AA6C7C205F4B}" sibTransId="{31C11C81-4B72-4075-BD32-BD87BBADB05D}"/>
    <dgm:cxn modelId="{9F15BF0D-C36E-4FF3-A264-A252A31619C0}" srcId="{EFBEE1AB-3753-46E0-B2E5-DE486493E1AC}" destId="{E1FD2D91-402F-49B2-A04E-86260EF9073E}" srcOrd="1" destOrd="0" parTransId="{F2225A0C-8D2E-4240-9CF3-1595F0A90774}" sibTransId="{E8A67E13-DE5C-4418-BD17-5E5AF3A4FA35}"/>
    <dgm:cxn modelId="{DE8FFE0D-01AA-4CDC-A356-B1D7AB813E58}" srcId="{8158676B-8BA9-492F-B0C8-047A8A642302}" destId="{A94DAAAC-0A67-429E-9B5B-25F43941814F}" srcOrd="1" destOrd="0" parTransId="{016719C5-B5F1-44D2-9B08-38AB1659CE82}" sibTransId="{F0B6E5DD-CDFB-4568-9C24-7ACBFAA15DDC}"/>
    <dgm:cxn modelId="{77AA3213-6669-42C1-9DC4-6D2DD95DA162}" type="presOf" srcId="{B92BB814-5356-426C-9D84-86CB6EDF8B88}" destId="{24FB2D6E-1BC0-461A-816E-A73BAEF35A78}" srcOrd="0" destOrd="2" presId="urn:microsoft.com/office/officeart/2005/8/layout/hList1"/>
    <dgm:cxn modelId="{47F33717-6713-43F6-A5AD-D2B278DB7D4A}" srcId="{EFBEE1AB-3753-46E0-B2E5-DE486493E1AC}" destId="{C3DF9DB7-3034-4C57-927D-E704962603A2}" srcOrd="2" destOrd="0" parTransId="{3656E38E-448D-4714-AABD-B8B5C93E08BF}" sibTransId="{1E70A447-5254-4353-8111-0087D88AA19C}"/>
    <dgm:cxn modelId="{1A275E2E-2A6D-4C53-8D8A-DF88432B0566}" srcId="{6F38FEA2-1818-4A80-800D-0734933894F3}" destId="{8158676B-8BA9-492F-B0C8-047A8A642302}" srcOrd="1" destOrd="0" parTransId="{A7A5AF18-2192-44A7-BE8E-E79A49504CBB}" sibTransId="{2DD19AA4-F3C1-4517-BDD6-228FC22A44B9}"/>
    <dgm:cxn modelId="{49FCBD2E-E9A0-4E18-BB68-D695CA46CED2}" type="presOf" srcId="{A76108E3-DE68-46C3-9B95-DD73F018D90F}" destId="{1B640834-54A4-49BF-BE90-7DCBDD26541C}" srcOrd="0" destOrd="0" presId="urn:microsoft.com/office/officeart/2005/8/layout/hList1"/>
    <dgm:cxn modelId="{03BFEE31-FBAC-4096-8000-5887FFF05E4D}" type="presOf" srcId="{C3DF9DB7-3034-4C57-927D-E704962603A2}" destId="{5A240395-4F4E-4BF6-870D-F854F3C7F886}" srcOrd="0" destOrd="2" presId="urn:microsoft.com/office/officeart/2005/8/layout/hList1"/>
    <dgm:cxn modelId="{D3833633-309F-4712-A204-08CA4AB095EF}" type="presOf" srcId="{8158676B-8BA9-492F-B0C8-047A8A642302}" destId="{1C9B2E57-EB9D-4553-8989-F38B550A30A4}" srcOrd="0" destOrd="0" presId="urn:microsoft.com/office/officeart/2005/8/layout/hList1"/>
    <dgm:cxn modelId="{98CC9B40-57B5-45E8-8C44-AC3263EF7518}" type="presOf" srcId="{DD2006C4-2374-4C10-9845-417086D0C2D1}" destId="{832894B5-6E2C-4CA6-8ABC-9224D362B68D}" srcOrd="0" destOrd="1" presId="urn:microsoft.com/office/officeart/2005/8/layout/hList1"/>
    <dgm:cxn modelId="{DE461663-D4B2-4CBF-9A0D-53BBB1AAF82D}" srcId="{6F38FEA2-1818-4A80-800D-0734933894F3}" destId="{EFBEE1AB-3753-46E0-B2E5-DE486493E1AC}" srcOrd="0" destOrd="0" parTransId="{9B19132F-C501-4940-A866-5B17D3C1EC7D}" sibTransId="{9D18D5EC-6F69-4840-9603-5DCA5BC8CD18}"/>
    <dgm:cxn modelId="{6CDD4C67-1EE0-4B69-A4E7-77381EAF216F}" srcId="{F6BC72DF-96BE-40E7-B77E-292C48852ED1}" destId="{DD2006C4-2374-4C10-9845-417086D0C2D1}" srcOrd="1" destOrd="0" parTransId="{549674D5-FA10-4150-AB67-2C08384C7EBF}" sibTransId="{D72A134A-38B6-4B3F-83F5-CB9A197F48D5}"/>
    <dgm:cxn modelId="{94ED0371-6497-4A7D-90E3-8D9E4644678F}" type="presOf" srcId="{D8786F40-4ED8-4230-AC3E-76291D5A28FA}" destId="{1B640834-54A4-49BF-BE90-7DCBDD26541C}" srcOrd="0" destOrd="2" presId="urn:microsoft.com/office/officeart/2005/8/layout/hList1"/>
    <dgm:cxn modelId="{B9126452-C731-46A6-966F-DC46675F5072}" srcId="{6F38FEA2-1818-4A80-800D-0734933894F3}" destId="{F6BC72DF-96BE-40E7-B77E-292C48852ED1}" srcOrd="3" destOrd="0" parTransId="{2B859F8F-4E3D-4EF1-B1BA-B5604C84BBEB}" sibTransId="{66FAF3D8-3C4E-424C-95EC-1A91FF628D68}"/>
    <dgm:cxn modelId="{C83F3E57-FA5A-4DC5-AEB0-0116EE1BF1A7}" srcId="{3DD19BFA-B7E0-4BEF-A1B6-539574F1B474}" destId="{31D93526-E876-4ACB-BB37-D524A75F47A5}" srcOrd="1" destOrd="0" parTransId="{46801D6F-588C-43AE-9A18-7F4DBF7813A7}" sibTransId="{52111489-0C5B-4136-996F-130FC94249C1}"/>
    <dgm:cxn modelId="{47354B59-6040-4D71-A1DF-20C9ADAE5B10}" type="presOf" srcId="{F6BC72DF-96BE-40E7-B77E-292C48852ED1}" destId="{EAEE1F1C-5707-4459-B01A-F44923605365}" srcOrd="0" destOrd="0" presId="urn:microsoft.com/office/officeart/2005/8/layout/hList1"/>
    <dgm:cxn modelId="{EBB7195A-0F6B-446C-94A0-BA98B6D103ED}" type="presOf" srcId="{E1FD2D91-402F-49B2-A04E-86260EF9073E}" destId="{5A240395-4F4E-4BF6-870D-F854F3C7F886}" srcOrd="0" destOrd="1" presId="urn:microsoft.com/office/officeart/2005/8/layout/hList1"/>
    <dgm:cxn modelId="{89BA0C8D-955F-4E71-82D3-E183C75DECC7}" srcId="{3DD19BFA-B7E0-4BEF-A1B6-539574F1B474}" destId="{A76108E3-DE68-46C3-9B95-DD73F018D90F}" srcOrd="0" destOrd="0" parTransId="{ADA678F4-ABB2-4A10-963D-444B80433763}" sibTransId="{CC430A8E-9C30-4568-BAC6-DCB08E77F717}"/>
    <dgm:cxn modelId="{6A0EAB9D-BCE9-4D1B-A1BA-0D5BE46B2A61}" srcId="{8158676B-8BA9-492F-B0C8-047A8A642302}" destId="{B92BB814-5356-426C-9D84-86CB6EDF8B88}" srcOrd="2" destOrd="0" parTransId="{531FC1C9-81A5-4268-9E37-E0BF8DB793DF}" sibTransId="{69F05BE7-2E87-4268-8970-1057C50C6DA0}"/>
    <dgm:cxn modelId="{7E3C16C0-3949-4855-A7E4-586B53F31C4A}" type="presOf" srcId="{92949299-4891-4957-B8AA-32E8048AD282}" destId="{5A240395-4F4E-4BF6-870D-F854F3C7F886}" srcOrd="0" destOrd="0" presId="urn:microsoft.com/office/officeart/2005/8/layout/hList1"/>
    <dgm:cxn modelId="{BDE997C0-753E-4445-8730-4F4751E94A38}" type="presOf" srcId="{F13AA03C-837A-443C-A15E-1D7432CBB15D}" destId="{832894B5-6E2C-4CA6-8ABC-9224D362B68D}" srcOrd="0" destOrd="0" presId="urn:microsoft.com/office/officeart/2005/8/layout/hList1"/>
    <dgm:cxn modelId="{F13BFEC1-CEFA-4E54-87FF-4BC281152B5A}" srcId="{6F38FEA2-1818-4A80-800D-0734933894F3}" destId="{3DD19BFA-B7E0-4BEF-A1B6-539574F1B474}" srcOrd="2" destOrd="0" parTransId="{E1188F47-08D9-4003-989B-74D75938CA5A}" sibTransId="{96272F54-F03A-489C-8748-6449F8B625A5}"/>
    <dgm:cxn modelId="{A20E29CC-B983-4DC6-B26F-68827E0F28E1}" type="presOf" srcId="{EFBEE1AB-3753-46E0-B2E5-DE486493E1AC}" destId="{FB2198F8-9DC3-4054-9FE9-4F1D6FE742F7}" srcOrd="0" destOrd="0" presId="urn:microsoft.com/office/officeart/2005/8/layout/hList1"/>
    <dgm:cxn modelId="{69CC3FD2-EB0D-4097-9D86-8EEAFAE18F57}" srcId="{EFBEE1AB-3753-46E0-B2E5-DE486493E1AC}" destId="{92949299-4891-4957-B8AA-32E8048AD282}" srcOrd="0" destOrd="0" parTransId="{FB8E59EA-D621-41F2-93C2-DC926F23406B}" sibTransId="{EA97A997-2A83-4457-A357-69A51DD2F77F}"/>
    <dgm:cxn modelId="{6B5C17DF-EFCA-4EF0-AC26-288C3391E8E8}" type="presOf" srcId="{6F38FEA2-1818-4A80-800D-0734933894F3}" destId="{B5C989C3-2040-49A7-A13A-9CDB7AE0AA2D}" srcOrd="0" destOrd="0" presId="urn:microsoft.com/office/officeart/2005/8/layout/hList1"/>
    <dgm:cxn modelId="{523C28E1-279D-412F-8E22-4E8CC1F7A799}" srcId="{F6BC72DF-96BE-40E7-B77E-292C48852ED1}" destId="{29F41D13-F0C0-414E-B8A4-1E7AE509EE0E}" srcOrd="2" destOrd="0" parTransId="{C74DD461-CBCB-46FD-A260-9A1FCCF02EE2}" sibTransId="{BA192A2F-0AF4-4147-9062-16D491D85009}"/>
    <dgm:cxn modelId="{9AF586E7-27C5-4F7D-9CEB-AB0ABFFAE0B3}" type="presOf" srcId="{3DD19BFA-B7E0-4BEF-A1B6-539574F1B474}" destId="{11190446-8876-43F7-BFB4-19D7378A9E24}" srcOrd="0" destOrd="0" presId="urn:microsoft.com/office/officeart/2005/8/layout/hList1"/>
    <dgm:cxn modelId="{B8312FEA-7890-47E6-B7C6-919A8825B2FD}" type="presOf" srcId="{29F41D13-F0C0-414E-B8A4-1E7AE509EE0E}" destId="{832894B5-6E2C-4CA6-8ABC-9224D362B68D}" srcOrd="0" destOrd="2" presId="urn:microsoft.com/office/officeart/2005/8/layout/hList1"/>
    <dgm:cxn modelId="{49E812F2-7866-4B0F-8BE3-4717A6876A2B}" type="presOf" srcId="{4968F7B0-8EF5-4836-B6A2-42F08D588137}" destId="{24FB2D6E-1BC0-461A-816E-A73BAEF35A78}" srcOrd="0" destOrd="0" presId="urn:microsoft.com/office/officeart/2005/8/layout/hList1"/>
    <dgm:cxn modelId="{B56946F2-BE3C-49CF-BD79-77F8120B7711}" type="presOf" srcId="{31D93526-E876-4ACB-BB37-D524A75F47A5}" destId="{1B640834-54A4-49BF-BE90-7DCBDD26541C}" srcOrd="0" destOrd="1" presId="urn:microsoft.com/office/officeart/2005/8/layout/hList1"/>
    <dgm:cxn modelId="{A3083FF3-8630-430E-94B9-5C5BB11007EB}" type="presOf" srcId="{A94DAAAC-0A67-429E-9B5B-25F43941814F}" destId="{24FB2D6E-1BC0-461A-816E-A73BAEF35A78}" srcOrd="0" destOrd="1" presId="urn:microsoft.com/office/officeart/2005/8/layout/hList1"/>
    <dgm:cxn modelId="{27F80DF6-B9DD-4818-BE61-E8FB1835CE63}" srcId="{8158676B-8BA9-492F-B0C8-047A8A642302}" destId="{4968F7B0-8EF5-4836-B6A2-42F08D588137}" srcOrd="0" destOrd="0" parTransId="{4ACDFD12-B3E1-4265-81AD-AB6FB966280C}" sibTransId="{3BF51EAF-CD38-4FD5-8E57-287BC70BE54F}"/>
    <dgm:cxn modelId="{4E3B876A-E519-4477-8ADA-E1DFCF7A9BEF}" type="presParOf" srcId="{B5C989C3-2040-49A7-A13A-9CDB7AE0AA2D}" destId="{5F083827-13BD-4FF7-9A31-76F5FB33D258}" srcOrd="0" destOrd="0" presId="urn:microsoft.com/office/officeart/2005/8/layout/hList1"/>
    <dgm:cxn modelId="{2A35F791-33DF-4E4D-BBD6-2290EDF15919}" type="presParOf" srcId="{5F083827-13BD-4FF7-9A31-76F5FB33D258}" destId="{FB2198F8-9DC3-4054-9FE9-4F1D6FE742F7}" srcOrd="0" destOrd="0" presId="urn:microsoft.com/office/officeart/2005/8/layout/hList1"/>
    <dgm:cxn modelId="{165CCE6D-9ECC-41F6-A311-4570CC0AE344}" type="presParOf" srcId="{5F083827-13BD-4FF7-9A31-76F5FB33D258}" destId="{5A240395-4F4E-4BF6-870D-F854F3C7F886}" srcOrd="1" destOrd="0" presId="urn:microsoft.com/office/officeart/2005/8/layout/hList1"/>
    <dgm:cxn modelId="{761A6760-B849-45DB-A239-185D3A56C7BB}" type="presParOf" srcId="{B5C989C3-2040-49A7-A13A-9CDB7AE0AA2D}" destId="{130029B8-C1F7-4760-97B0-7209E1B0B55B}" srcOrd="1" destOrd="0" presId="urn:microsoft.com/office/officeart/2005/8/layout/hList1"/>
    <dgm:cxn modelId="{3DF048A2-3C6F-45AA-B676-9982C408F99F}" type="presParOf" srcId="{B5C989C3-2040-49A7-A13A-9CDB7AE0AA2D}" destId="{C445BF79-E74C-4F47-B7BD-A1A629D3C655}" srcOrd="2" destOrd="0" presId="urn:microsoft.com/office/officeart/2005/8/layout/hList1"/>
    <dgm:cxn modelId="{70F03B86-263A-4734-88F6-08DE550DF8D8}" type="presParOf" srcId="{C445BF79-E74C-4F47-B7BD-A1A629D3C655}" destId="{1C9B2E57-EB9D-4553-8989-F38B550A30A4}" srcOrd="0" destOrd="0" presId="urn:microsoft.com/office/officeart/2005/8/layout/hList1"/>
    <dgm:cxn modelId="{21C78625-3F3D-4A59-BE12-2ECD8A9C6E97}" type="presParOf" srcId="{C445BF79-E74C-4F47-B7BD-A1A629D3C655}" destId="{24FB2D6E-1BC0-461A-816E-A73BAEF35A78}" srcOrd="1" destOrd="0" presId="urn:microsoft.com/office/officeart/2005/8/layout/hList1"/>
    <dgm:cxn modelId="{1359CC4E-1243-4815-A225-B86D776EDD8F}" type="presParOf" srcId="{B5C989C3-2040-49A7-A13A-9CDB7AE0AA2D}" destId="{4A2D84DE-C8B4-496E-B0F9-55C24C4FC3E0}" srcOrd="3" destOrd="0" presId="urn:microsoft.com/office/officeart/2005/8/layout/hList1"/>
    <dgm:cxn modelId="{777A86AC-E4FE-401D-8ED6-387B00C7650A}" type="presParOf" srcId="{B5C989C3-2040-49A7-A13A-9CDB7AE0AA2D}" destId="{D4C06016-998D-442A-A4E1-6F0CF6688ECB}" srcOrd="4" destOrd="0" presId="urn:microsoft.com/office/officeart/2005/8/layout/hList1"/>
    <dgm:cxn modelId="{1390C950-5A74-41A4-B3F2-928419AADCC3}" type="presParOf" srcId="{D4C06016-998D-442A-A4E1-6F0CF6688ECB}" destId="{11190446-8876-43F7-BFB4-19D7378A9E24}" srcOrd="0" destOrd="0" presId="urn:microsoft.com/office/officeart/2005/8/layout/hList1"/>
    <dgm:cxn modelId="{ADCA7F6E-B33C-4971-9809-DA69B0253CFF}" type="presParOf" srcId="{D4C06016-998D-442A-A4E1-6F0CF6688ECB}" destId="{1B640834-54A4-49BF-BE90-7DCBDD26541C}" srcOrd="1" destOrd="0" presId="urn:microsoft.com/office/officeart/2005/8/layout/hList1"/>
    <dgm:cxn modelId="{4C874E8C-F9B8-4C55-85BD-C2481AEA827B}" type="presParOf" srcId="{B5C989C3-2040-49A7-A13A-9CDB7AE0AA2D}" destId="{C31F3E1E-18EC-4353-A41A-813ECF824D0C}" srcOrd="5" destOrd="0" presId="urn:microsoft.com/office/officeart/2005/8/layout/hList1"/>
    <dgm:cxn modelId="{249891BA-92DF-46A3-8E09-EA03C39C8E50}" type="presParOf" srcId="{B5C989C3-2040-49A7-A13A-9CDB7AE0AA2D}" destId="{9566D597-9E8C-4CDE-AD50-EE90B18B8D24}" srcOrd="6" destOrd="0" presId="urn:microsoft.com/office/officeart/2005/8/layout/hList1"/>
    <dgm:cxn modelId="{87FC06E0-0C7E-4239-BE9C-73598EEECAA9}" type="presParOf" srcId="{9566D597-9E8C-4CDE-AD50-EE90B18B8D24}" destId="{EAEE1F1C-5707-4459-B01A-F44923605365}" srcOrd="0" destOrd="0" presId="urn:microsoft.com/office/officeart/2005/8/layout/hList1"/>
    <dgm:cxn modelId="{526A6D1D-1A91-4C1A-9E6F-1776DBCB43BB}" type="presParOf" srcId="{9566D597-9E8C-4CDE-AD50-EE90B18B8D24}" destId="{832894B5-6E2C-4CA6-8ABC-9224D362B68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r>
            <a:rPr lang="fr-FR" b="1" dirty="0"/>
            <a:t>Traiter les risques</a:t>
          </a:r>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solidFill>
                <a:srgbClr val="7A7A7A"/>
              </a:solidFill>
            </a:rPr>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solidFill>
                <a:srgbClr val="7A7A7A"/>
              </a:solidFill>
            </a:rPr>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solidFill>
                <a:srgbClr val="7A7A7A"/>
              </a:solidFill>
            </a:rPr>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solidFill>
                <a:srgbClr val="7A7A7A"/>
              </a:solidFill>
            </a:rPr>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solidFill>
                <a:srgbClr val="7A7A7A"/>
              </a:solidFill>
            </a:rPr>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solidFill>
                <a:srgbClr val="7A7A7A"/>
              </a:solidFill>
            </a:rPr>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6E1DC52F-D02D-4E12-A69A-A6A35E0E3F1E}">
      <dgm:prSet phldrT="[Texte]"/>
      <dgm:spPr/>
      <dgm:t>
        <a:bodyPr/>
        <a:lstStyle/>
        <a:p>
          <a:r>
            <a:rPr lang="fr-FR" dirty="0"/>
            <a:t>1 mesure complémentaire</a:t>
          </a:r>
        </a:p>
      </dgm:t>
    </dgm:pt>
    <dgm:pt modelId="{B2CD8C23-48C4-4890-A0F0-F152E6653ADF}" type="parTrans" cxnId="{AF3F9115-0E87-4A94-9E75-F37B3F8B38C7}">
      <dgm:prSet/>
      <dgm:spPr/>
      <dgm:t>
        <a:bodyPr/>
        <a:lstStyle/>
        <a:p>
          <a:endParaRPr lang="fr-FR"/>
        </a:p>
      </dgm:t>
    </dgm:pt>
    <dgm:pt modelId="{4153E504-24B7-4FDC-8B93-8CF4663DC96A}" type="sibTrans" cxnId="{AF3F9115-0E87-4A94-9E75-F37B3F8B38C7}">
      <dgm:prSet/>
      <dgm:spPr/>
      <dgm:t>
        <a:bodyPr/>
        <a:lstStyle/>
        <a:p>
          <a:endParaRPr lang="fr-FR"/>
        </a:p>
      </dgm:t>
    </dgm:pt>
    <dgm:pt modelId="{F95B94AA-1712-4509-B7BA-C0781729595C}">
      <dgm:prSet phldrT="[Texte]"/>
      <dgm:spPr/>
      <dgm:t>
        <a:bodyPr/>
        <a:lstStyle/>
        <a:p>
          <a:r>
            <a:rPr lang="fr-FR" dirty="0"/>
            <a:t>Composant traité</a:t>
          </a:r>
        </a:p>
      </dgm:t>
    </dgm:pt>
    <dgm:pt modelId="{DF06A91F-F218-4A3A-9222-91E9CB7C6100}" type="parTrans" cxnId="{C6330453-0CEE-4456-BE4C-2D7439BA2A8B}">
      <dgm:prSet/>
      <dgm:spPr/>
      <dgm:t>
        <a:bodyPr/>
        <a:lstStyle/>
        <a:p>
          <a:endParaRPr lang="fr-FR"/>
        </a:p>
      </dgm:t>
    </dgm:pt>
    <dgm:pt modelId="{45459296-6C0F-4AE3-BFCE-1A94F9B15D58}" type="sibTrans" cxnId="{C6330453-0CEE-4456-BE4C-2D7439BA2A8B}">
      <dgm:prSet/>
      <dgm:spPr/>
      <dgm:t>
        <a:bodyPr/>
        <a:lstStyle/>
        <a:p>
          <a:endParaRPr lang="fr-FR"/>
        </a:p>
      </dgm:t>
    </dgm:pt>
    <dgm:pt modelId="{B9ADDAF3-1769-4FBB-B959-89976888A61E}">
      <dgm:prSet phldrT="[Texte]"/>
      <dgm:spPr/>
      <dgm:t>
        <a:bodyPr/>
        <a:lstStyle/>
        <a:p>
          <a:r>
            <a:rPr lang="fr-FR" dirty="0"/>
            <a:t>Option de traitement</a:t>
          </a:r>
        </a:p>
      </dgm:t>
    </dgm:pt>
    <dgm:pt modelId="{70310EC4-4B47-4E09-8537-4F059D41A533}" type="parTrans" cxnId="{A928D8F6-BEFC-46B7-9FFE-969B22B1EE63}">
      <dgm:prSet/>
      <dgm:spPr/>
      <dgm:t>
        <a:bodyPr/>
        <a:lstStyle/>
        <a:p>
          <a:endParaRPr lang="fr-FR"/>
        </a:p>
      </dgm:t>
    </dgm:pt>
    <dgm:pt modelId="{93594BC1-447C-42E7-91A8-F8890BC8FD0B}" type="sibTrans" cxnId="{A928D8F6-BEFC-46B7-9FFE-969B22B1EE63}">
      <dgm:prSet/>
      <dgm:spPr/>
      <dgm:t>
        <a:bodyPr/>
        <a:lstStyle/>
        <a:p>
          <a:endParaRPr lang="fr-FR"/>
        </a:p>
      </dgm:t>
    </dgm:pt>
    <dgm:pt modelId="{02836A3A-2894-49EC-B3F3-1819A6A36232}">
      <dgm:prSet phldrT="[Texte]"/>
      <dgm:spPr/>
      <dgm:t>
        <a:bodyPr/>
        <a:lstStyle/>
        <a:p>
          <a:r>
            <a:rPr lang="fr-FR" dirty="0"/>
            <a:t>Gains potentiels</a:t>
          </a:r>
        </a:p>
      </dgm:t>
    </dgm:pt>
    <dgm:pt modelId="{0D178DD1-4980-43D7-80D5-DCBD533FB95C}" type="parTrans" cxnId="{301F58B7-FEC6-4432-85D3-5A06DBC9414D}">
      <dgm:prSet/>
      <dgm:spPr/>
      <dgm:t>
        <a:bodyPr/>
        <a:lstStyle/>
        <a:p>
          <a:endParaRPr lang="fr-FR"/>
        </a:p>
      </dgm:t>
    </dgm:pt>
    <dgm:pt modelId="{0176D302-409F-490A-9683-1B07707BBCB8}" type="sibTrans" cxnId="{301F58B7-FEC6-4432-85D3-5A06DBC9414D}">
      <dgm:prSet/>
      <dgm:spPr/>
      <dgm:t>
        <a:bodyPr/>
        <a:lstStyle/>
        <a:p>
          <a:endParaRPr lang="fr-FR"/>
        </a:p>
      </dgm:t>
    </dgm:pt>
    <dgm:pt modelId="{2536E436-75EE-4937-93A4-BDBC6555C128}">
      <dgm:prSet phldrT="[Texte]"/>
      <dgm:spPr/>
      <dgm:t>
        <a:bodyPr/>
        <a:lstStyle/>
        <a:p>
          <a:r>
            <a:rPr lang="fr-FR" dirty="0"/>
            <a:t>Difficultés potentielles</a:t>
          </a:r>
        </a:p>
      </dgm:t>
    </dgm:pt>
    <dgm:pt modelId="{99C07A8A-8389-45DB-9793-E4B1856B5CC1}" type="parTrans" cxnId="{453B8C84-9226-41EA-A30B-CD623FE90FA4}">
      <dgm:prSet/>
      <dgm:spPr/>
      <dgm:t>
        <a:bodyPr/>
        <a:lstStyle/>
        <a:p>
          <a:endParaRPr lang="fr-FR"/>
        </a:p>
      </dgm:t>
    </dgm:pt>
    <dgm:pt modelId="{EB10C15E-3871-48D6-9467-9E250553807B}" type="sibTrans" cxnId="{453B8C84-9226-41EA-A30B-CD623FE90FA4}">
      <dgm:prSet/>
      <dgm:spPr/>
      <dgm:t>
        <a:bodyPr/>
        <a:lstStyle/>
        <a:p>
          <a:endParaRPr lang="fr-FR"/>
        </a:p>
      </dgm:t>
    </dgm:pt>
    <dgm:pt modelId="{E74EE094-4198-495B-B73F-18985098DAB2}">
      <dgm:prSet phldrT="[Texte]"/>
      <dgm:spPr/>
      <dgm:t>
        <a:bodyPr/>
        <a:lstStyle/>
        <a:p>
          <a:r>
            <a:rPr lang="fr-FR" dirty="0"/>
            <a:t>Planification</a:t>
          </a:r>
        </a:p>
      </dgm:t>
    </dgm:pt>
    <dgm:pt modelId="{78F38A60-C131-4B52-8229-665FAA60EAB1}" type="parTrans" cxnId="{44E488D7-256A-465C-8CAA-0338480DAA0D}">
      <dgm:prSet/>
      <dgm:spPr/>
      <dgm:t>
        <a:bodyPr/>
        <a:lstStyle/>
        <a:p>
          <a:endParaRPr lang="fr-FR"/>
        </a:p>
      </dgm:t>
    </dgm:pt>
    <dgm:pt modelId="{F09C7D3C-AF48-40A4-82B8-A207E1A10401}" type="sibTrans" cxnId="{44E488D7-256A-465C-8CAA-0338480DAA0D}">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8">
        <dgm:presLayoutVars>
          <dgm:chMax val="0"/>
          <dgm:chPref val="0"/>
          <dgm:bulletEnabled val="1"/>
        </dgm:presLayoutVars>
      </dgm:prSet>
      <dgm:spPr/>
    </dgm:pt>
    <dgm:pt modelId="{B2250889-16EC-44BC-9C81-52039955D740}" type="pres">
      <dgm:prSet presAssocID="{40D612D8-3E6B-4050-968B-2488B3E2C696}" presName="Parent" presStyleLbl="revTx" presStyleIdx="1" presStyleCnt="8">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8">
        <dgm:presLayoutVars>
          <dgm:chMax val="0"/>
          <dgm:chPref val="0"/>
          <dgm:bulletEnabled val="1"/>
        </dgm:presLayoutVars>
      </dgm:prSet>
      <dgm:spPr/>
    </dgm:pt>
    <dgm:pt modelId="{E60EE4FD-EE2C-456F-BD19-3E560B6849CB}" type="pres">
      <dgm:prSet presAssocID="{BEF3CC0B-AC1F-480B-8407-D3AF3F1363D2}" presName="Parent" presStyleLbl="revTx" presStyleIdx="3" presStyleCnt="8">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8">
        <dgm:presLayoutVars>
          <dgm:chMax val="0"/>
          <dgm:chPref val="0"/>
          <dgm:bulletEnabled val="1"/>
        </dgm:presLayoutVars>
      </dgm:prSet>
      <dgm:spPr/>
    </dgm:pt>
    <dgm:pt modelId="{35EDC56F-113A-4C1E-81CF-AC8F17D00922}" type="pres">
      <dgm:prSet presAssocID="{CDB2D20E-04E3-48B1-B9D6-B6A0FB5D9655}" presName="Parent" presStyleLbl="revTx" presStyleIdx="5" presStyleCnt="8">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6" presStyleCnt="8">
        <dgm:presLayoutVars>
          <dgm:chMax val="0"/>
          <dgm:chPref val="0"/>
          <dgm:bulletEnabled val="1"/>
        </dgm:presLayoutVars>
      </dgm:prSet>
      <dgm:spPr/>
    </dgm:pt>
    <dgm:pt modelId="{4410A09B-28F1-41A2-B3C3-D44C57DEC830}" type="pres">
      <dgm:prSet presAssocID="{8562B649-6E13-49AC-B7FF-69A8A393FED0}" presName="Parent" presStyleLbl="revTx" presStyleIdx="7" presStyleCnt="8">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AF3F9115-0E87-4A94-9E75-F37B3F8B38C7}" srcId="{8562B649-6E13-49AC-B7FF-69A8A393FED0}" destId="{6E1DC52F-D02D-4E12-A69A-A6A35E0E3F1E}" srcOrd="0" destOrd="0" parTransId="{B2CD8C23-48C4-4890-A0F0-F152E6653ADF}" sibTransId="{4153E504-24B7-4FDC-8B93-8CF4663DC96A}"/>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726F351C-4262-4CC3-BEF1-0EF3CB318F87}" type="presOf" srcId="{02836A3A-2894-49EC-B3F3-1819A6A36232}" destId="{B92857B9-7703-4CD2-B157-36BD6E79A33B}"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AA1D606C-8440-44E7-BEBB-4B4A4EAD7E82}" type="presOf" srcId="{2536E436-75EE-4937-93A4-BDBC6555C128}" destId="{B92857B9-7703-4CD2-B157-36BD6E79A33B}" srcOrd="0" destOrd="4" presId="urn:microsoft.com/office/officeart/2008/layout/IncreasingCircleProcess"/>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C6330453-0CEE-4456-BE4C-2D7439BA2A8B}" srcId="{8562B649-6E13-49AC-B7FF-69A8A393FED0}" destId="{F95B94AA-1712-4509-B7BA-C0781729595C}" srcOrd="1" destOrd="0" parTransId="{DF06A91F-F218-4A3A-9222-91E9CB7C6100}" sibTransId="{45459296-6C0F-4AE3-BFCE-1A94F9B15D58}"/>
    <dgm:cxn modelId="{390F3876-CBBA-475A-B2B1-E6D7DF3B7AB1}" type="presOf" srcId="{E74EE094-4198-495B-B73F-18985098DAB2}" destId="{B92857B9-7703-4CD2-B157-36BD6E79A33B}" srcOrd="0" destOrd="5" presId="urn:microsoft.com/office/officeart/2008/layout/IncreasingCircleProcess"/>
    <dgm:cxn modelId="{D9BF9977-C1A7-426D-99A2-CA3AAE55D518}" type="presOf" srcId="{6E1DC52F-D02D-4E12-A69A-A6A35E0E3F1E}" destId="{B92857B9-7703-4CD2-B157-36BD6E79A33B}" srcOrd="0" destOrd="0" presId="urn:microsoft.com/office/officeart/2008/layout/IncreasingCircleProcess"/>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453B8C84-9226-41EA-A30B-CD623FE90FA4}" srcId="{8562B649-6E13-49AC-B7FF-69A8A393FED0}" destId="{2536E436-75EE-4937-93A4-BDBC6555C128}" srcOrd="4" destOrd="0" parTransId="{99C07A8A-8389-45DB-9793-E4B1856B5CC1}" sibTransId="{EB10C15E-3871-48D6-9467-9E250553807B}"/>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AF889292-5BEB-40E7-9A3E-B73F19DBC56B}" type="presOf" srcId="{B9ADDAF3-1769-4FBB-B959-89976888A61E}" destId="{B92857B9-7703-4CD2-B157-36BD6E79A33B}" srcOrd="0" destOrd="2" presId="urn:microsoft.com/office/officeart/2008/layout/IncreasingCircleProcess"/>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301F58B7-FEC6-4432-85D3-5A06DBC9414D}" srcId="{8562B649-6E13-49AC-B7FF-69A8A393FED0}" destId="{02836A3A-2894-49EC-B3F3-1819A6A36232}" srcOrd="3" destOrd="0" parTransId="{0D178DD1-4980-43D7-80D5-DCBD533FB95C}" sibTransId="{0176D302-409F-490A-9683-1B07707BBCB8}"/>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44E488D7-256A-465C-8CAA-0338480DAA0D}" srcId="{8562B649-6E13-49AC-B7FF-69A8A393FED0}" destId="{E74EE094-4198-495B-B73F-18985098DAB2}" srcOrd="5" destOrd="0" parTransId="{78F38A60-C131-4B52-8229-665FAA60EAB1}" sibTransId="{F09C7D3C-AF48-40A4-82B8-A207E1A10401}"/>
    <dgm:cxn modelId="{9C7B01DE-5791-4213-87AD-A2FDF9969775}" type="presOf" srcId="{F95B94AA-1712-4509-B7BA-C0781729595C}" destId="{B92857B9-7703-4CD2-B157-36BD6E79A33B}" srcOrd="0" destOrd="1" presId="urn:microsoft.com/office/officeart/2008/layout/IncreasingCircleProcess"/>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A928D8F6-BEFC-46B7-9FFE-969B22B1EE63}" srcId="{8562B649-6E13-49AC-B7FF-69A8A393FED0}" destId="{B9ADDAF3-1769-4FBB-B959-89976888A61E}" srcOrd="2" destOrd="0" parTransId="{70310EC4-4B47-4E09-8537-4F059D41A533}" sibTransId="{93594BC1-447C-42E7-91A8-F8890BC8FD0B}"/>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7D1CD12-DAEB-48A0-AD97-0A3FC746F504}"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E6E7D6D2-486B-48F3-824B-2A537041D1DB}">
      <dgm:prSet/>
      <dgm:spPr/>
      <dgm:t>
        <a:bodyPr/>
        <a:lstStyle/>
        <a:p>
          <a:pPr>
            <a:lnSpc>
              <a:spcPct val="100000"/>
            </a:lnSpc>
          </a:pPr>
          <a:r>
            <a:rPr lang="fr-FR" baseline="0" dirty="0"/>
            <a:t>Une méthode d’analyse de risque ?</a:t>
          </a:r>
          <a:endParaRPr lang="en-US" dirty="0"/>
        </a:p>
      </dgm:t>
    </dgm:pt>
    <dgm:pt modelId="{F155AF69-ED3D-4F60-8CBD-520CD742ABED}" type="parTrans" cxnId="{B0455C10-BCB5-4E25-866E-3C98AC3C8D06}">
      <dgm:prSet/>
      <dgm:spPr/>
      <dgm:t>
        <a:bodyPr/>
        <a:lstStyle/>
        <a:p>
          <a:endParaRPr lang="en-US"/>
        </a:p>
      </dgm:t>
    </dgm:pt>
    <dgm:pt modelId="{11ACEBFC-5F85-4E91-A503-42E77D7FEDAA}" type="sibTrans" cxnId="{B0455C10-BCB5-4E25-866E-3C98AC3C8D06}">
      <dgm:prSet/>
      <dgm:spPr/>
      <dgm:t>
        <a:bodyPr/>
        <a:lstStyle/>
        <a:p>
          <a:endParaRPr lang="en-US"/>
        </a:p>
      </dgm:t>
    </dgm:pt>
    <dgm:pt modelId="{CE79372E-7F72-4A73-A97F-DF7A5E9A375D}">
      <dgm:prSet/>
      <dgm:spPr/>
      <dgm:t>
        <a:bodyPr/>
        <a:lstStyle/>
        <a:p>
          <a:pPr>
            <a:lnSpc>
              <a:spcPct val="100000"/>
            </a:lnSpc>
          </a:pPr>
          <a:r>
            <a:rPr lang="fr-FR" baseline="0" dirty="0"/>
            <a:t>Une usine à gaz ?</a:t>
          </a:r>
          <a:endParaRPr lang="en-US" dirty="0"/>
        </a:p>
      </dgm:t>
    </dgm:pt>
    <dgm:pt modelId="{0CA17BA2-7AAE-4C29-86CB-935AEDDAEC42}" type="parTrans" cxnId="{8432F261-1F4F-48DD-A569-8A17DA4F2F3C}">
      <dgm:prSet/>
      <dgm:spPr/>
      <dgm:t>
        <a:bodyPr/>
        <a:lstStyle/>
        <a:p>
          <a:endParaRPr lang="en-US"/>
        </a:p>
      </dgm:t>
    </dgm:pt>
    <dgm:pt modelId="{DF3FE75C-CDBE-446B-B731-AE0C07A5B87F}" type="sibTrans" cxnId="{8432F261-1F4F-48DD-A569-8A17DA4F2F3C}">
      <dgm:prSet/>
      <dgm:spPr/>
      <dgm:t>
        <a:bodyPr/>
        <a:lstStyle/>
        <a:p>
          <a:endParaRPr lang="en-US"/>
        </a:p>
      </dgm:t>
    </dgm:pt>
    <dgm:pt modelId="{32A5D628-2D28-457E-8C27-22CE1169D65D}">
      <dgm:prSet/>
      <dgm:spPr/>
      <dgm:t>
        <a:bodyPr/>
        <a:lstStyle/>
        <a:p>
          <a:pPr>
            <a:lnSpc>
              <a:spcPct val="100000"/>
            </a:lnSpc>
          </a:pPr>
          <a:r>
            <a:rPr lang="fr-FR" baseline="0" dirty="0"/>
            <a:t>Des comprimés pour l’indigestion ?</a:t>
          </a:r>
          <a:endParaRPr lang="en-US" dirty="0"/>
        </a:p>
      </dgm:t>
    </dgm:pt>
    <dgm:pt modelId="{DFBBBCFE-B19F-4CD5-9BE5-994895BC0EFD}" type="parTrans" cxnId="{57A17198-0442-4B15-A5B5-3B299E32AAB9}">
      <dgm:prSet/>
      <dgm:spPr/>
      <dgm:t>
        <a:bodyPr/>
        <a:lstStyle/>
        <a:p>
          <a:endParaRPr lang="en-US"/>
        </a:p>
      </dgm:t>
    </dgm:pt>
    <dgm:pt modelId="{D7DCFBE0-67CC-4534-AE80-A5C8F7D8B0FF}" type="sibTrans" cxnId="{57A17198-0442-4B15-A5B5-3B299E32AAB9}">
      <dgm:prSet/>
      <dgm:spPr/>
      <dgm:t>
        <a:bodyPr/>
        <a:lstStyle/>
        <a:p>
          <a:endParaRPr lang="en-US"/>
        </a:p>
      </dgm:t>
    </dgm:pt>
    <dgm:pt modelId="{3981984B-24E4-423B-AF05-ECBC77E7E2C1}">
      <dgm:prSet/>
      <dgm:spPr/>
      <dgm:t>
        <a:bodyPr/>
        <a:lstStyle/>
        <a:p>
          <a:pPr>
            <a:lnSpc>
              <a:spcPct val="100000"/>
            </a:lnSpc>
          </a:pPr>
          <a:r>
            <a:rPr lang="fr-FR" baseline="0" dirty="0"/>
            <a:t>EBIOS c’est la vie ?</a:t>
          </a:r>
          <a:endParaRPr lang="en-US" dirty="0"/>
        </a:p>
      </dgm:t>
    </dgm:pt>
    <dgm:pt modelId="{4D949252-CB3C-41DD-8969-B026C3244254}" type="parTrans" cxnId="{9F47B0C8-0921-403E-B636-38CEF8745952}">
      <dgm:prSet/>
      <dgm:spPr/>
      <dgm:t>
        <a:bodyPr/>
        <a:lstStyle/>
        <a:p>
          <a:endParaRPr lang="en-US"/>
        </a:p>
      </dgm:t>
    </dgm:pt>
    <dgm:pt modelId="{1C9BDBA1-EBAC-442F-BC43-A3E880AB195A}" type="sibTrans" cxnId="{9F47B0C8-0921-403E-B636-38CEF8745952}">
      <dgm:prSet/>
      <dgm:spPr/>
      <dgm:t>
        <a:bodyPr/>
        <a:lstStyle/>
        <a:p>
          <a:endParaRPr lang="en-US"/>
        </a:p>
      </dgm:t>
    </dgm:pt>
    <dgm:pt modelId="{021E3F3E-35D3-4DE6-91CA-30CFD9D8E887}" type="pres">
      <dgm:prSet presAssocID="{17D1CD12-DAEB-48A0-AD97-0A3FC746F504}" presName="root" presStyleCnt="0">
        <dgm:presLayoutVars>
          <dgm:dir/>
          <dgm:resizeHandles val="exact"/>
        </dgm:presLayoutVars>
      </dgm:prSet>
      <dgm:spPr/>
    </dgm:pt>
    <dgm:pt modelId="{304C539E-EED8-4256-8570-EEEFCF41B454}" type="pres">
      <dgm:prSet presAssocID="{E6E7D6D2-486B-48F3-824B-2A537041D1DB}" presName="compNode" presStyleCnt="0"/>
      <dgm:spPr/>
    </dgm:pt>
    <dgm:pt modelId="{3E80D20E-2D11-40A4-9EBE-AABDCA18493D}" type="pres">
      <dgm:prSet presAssocID="{E6E7D6D2-486B-48F3-824B-2A537041D1DB}"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Magnifying glass"/>
        </a:ext>
      </dgm:extLst>
    </dgm:pt>
    <dgm:pt modelId="{E5CDBF9C-D523-482D-A9DA-3953F46BEAC8}" type="pres">
      <dgm:prSet presAssocID="{E6E7D6D2-486B-48F3-824B-2A537041D1DB}" presName="spaceRect" presStyleCnt="0"/>
      <dgm:spPr/>
    </dgm:pt>
    <dgm:pt modelId="{D865CDAA-6386-4727-B44B-366CFF313101}" type="pres">
      <dgm:prSet presAssocID="{E6E7D6D2-486B-48F3-824B-2A537041D1DB}" presName="textRect" presStyleLbl="revTx" presStyleIdx="0" presStyleCnt="4" custScaleX="112935">
        <dgm:presLayoutVars>
          <dgm:chMax val="1"/>
          <dgm:chPref val="1"/>
        </dgm:presLayoutVars>
      </dgm:prSet>
      <dgm:spPr/>
    </dgm:pt>
    <dgm:pt modelId="{89238DEE-148C-4754-8051-E53E0205C6FD}" type="pres">
      <dgm:prSet presAssocID="{11ACEBFC-5F85-4E91-A503-42E77D7FEDAA}" presName="sibTrans" presStyleCnt="0"/>
      <dgm:spPr/>
    </dgm:pt>
    <dgm:pt modelId="{44C13E43-6143-4DCB-8B5F-9CF7A62909F9}" type="pres">
      <dgm:prSet presAssocID="{CE79372E-7F72-4A73-A97F-DF7A5E9A375D}" presName="compNode" presStyleCnt="0"/>
      <dgm:spPr/>
    </dgm:pt>
    <dgm:pt modelId="{949062C1-8405-41E4-B213-C54D08643A82}" type="pres">
      <dgm:prSet presAssocID="{CE79372E-7F72-4A73-A97F-DF7A5E9A375D}"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ine"/>
        </a:ext>
      </dgm:extLst>
    </dgm:pt>
    <dgm:pt modelId="{43F975A4-C42A-4B86-B909-E9E15F33D6B3}" type="pres">
      <dgm:prSet presAssocID="{CE79372E-7F72-4A73-A97F-DF7A5E9A375D}" presName="spaceRect" presStyleCnt="0"/>
      <dgm:spPr/>
    </dgm:pt>
    <dgm:pt modelId="{E2F32A7F-F21A-49BE-AFDD-B72BEE7D6B08}" type="pres">
      <dgm:prSet presAssocID="{CE79372E-7F72-4A73-A97F-DF7A5E9A375D}" presName="textRect" presStyleLbl="revTx" presStyleIdx="1" presStyleCnt="4">
        <dgm:presLayoutVars>
          <dgm:chMax val="1"/>
          <dgm:chPref val="1"/>
        </dgm:presLayoutVars>
      </dgm:prSet>
      <dgm:spPr/>
    </dgm:pt>
    <dgm:pt modelId="{E4413D53-5A46-4D97-9D51-8C0943E8A467}" type="pres">
      <dgm:prSet presAssocID="{DF3FE75C-CDBE-446B-B731-AE0C07A5B87F}" presName="sibTrans" presStyleCnt="0"/>
      <dgm:spPr/>
    </dgm:pt>
    <dgm:pt modelId="{DE959FDC-6F91-4CC7-8AB9-5BE08C3D513D}" type="pres">
      <dgm:prSet presAssocID="{32A5D628-2D28-457E-8C27-22CE1169D65D}" presName="compNode" presStyleCnt="0"/>
      <dgm:spPr/>
    </dgm:pt>
    <dgm:pt modelId="{F2D1AD28-527B-41F9-9262-7BDD95BE94A4}" type="pres">
      <dgm:prSet presAssocID="{32A5D628-2D28-457E-8C27-22CE1169D65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édecine"/>
        </a:ext>
      </dgm:extLst>
    </dgm:pt>
    <dgm:pt modelId="{B5E8358A-CB8C-4F6D-89A2-B1F4358D99CC}" type="pres">
      <dgm:prSet presAssocID="{32A5D628-2D28-457E-8C27-22CE1169D65D}" presName="spaceRect" presStyleCnt="0"/>
      <dgm:spPr/>
    </dgm:pt>
    <dgm:pt modelId="{3B084614-0139-408E-A83F-F27B1F901CD7}" type="pres">
      <dgm:prSet presAssocID="{32A5D628-2D28-457E-8C27-22CE1169D65D}" presName="textRect" presStyleLbl="revTx" presStyleIdx="2" presStyleCnt="4">
        <dgm:presLayoutVars>
          <dgm:chMax val="1"/>
          <dgm:chPref val="1"/>
        </dgm:presLayoutVars>
      </dgm:prSet>
      <dgm:spPr/>
    </dgm:pt>
    <dgm:pt modelId="{6CDD123F-074B-40CB-A9D4-C8855F941679}" type="pres">
      <dgm:prSet presAssocID="{D7DCFBE0-67CC-4534-AE80-A5C8F7D8B0FF}" presName="sibTrans" presStyleCnt="0"/>
      <dgm:spPr/>
    </dgm:pt>
    <dgm:pt modelId="{54AEFAD6-B3E4-4A2D-98F1-11BCAEF27D14}" type="pres">
      <dgm:prSet presAssocID="{3981984B-24E4-423B-AF05-ECBC77E7E2C1}" presName="compNode" presStyleCnt="0"/>
      <dgm:spPr/>
    </dgm:pt>
    <dgm:pt modelId="{5A2AE221-2A16-4F0C-AEDC-B99AF04E56B5}" type="pres">
      <dgm:prSet presAssocID="{3981984B-24E4-423B-AF05-ECBC77E7E2C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Fork and knife"/>
        </a:ext>
      </dgm:extLst>
    </dgm:pt>
    <dgm:pt modelId="{21DB1665-8CA7-4A09-AACD-686463E785D7}" type="pres">
      <dgm:prSet presAssocID="{3981984B-24E4-423B-AF05-ECBC77E7E2C1}" presName="spaceRect" presStyleCnt="0"/>
      <dgm:spPr/>
    </dgm:pt>
    <dgm:pt modelId="{35657B39-B124-4B22-9C05-3576ED3168E2}" type="pres">
      <dgm:prSet presAssocID="{3981984B-24E4-423B-AF05-ECBC77E7E2C1}" presName="textRect" presStyleLbl="revTx" presStyleIdx="3" presStyleCnt="4">
        <dgm:presLayoutVars>
          <dgm:chMax val="1"/>
          <dgm:chPref val="1"/>
        </dgm:presLayoutVars>
      </dgm:prSet>
      <dgm:spPr/>
    </dgm:pt>
  </dgm:ptLst>
  <dgm:cxnLst>
    <dgm:cxn modelId="{B0455C10-BCB5-4E25-866E-3C98AC3C8D06}" srcId="{17D1CD12-DAEB-48A0-AD97-0A3FC746F504}" destId="{E6E7D6D2-486B-48F3-824B-2A537041D1DB}" srcOrd="0" destOrd="0" parTransId="{F155AF69-ED3D-4F60-8CBD-520CD742ABED}" sibTransId="{11ACEBFC-5F85-4E91-A503-42E77D7FEDAA}"/>
    <dgm:cxn modelId="{C072DA17-BD0F-4EAA-B829-A9D9D210174B}" type="presOf" srcId="{E6E7D6D2-486B-48F3-824B-2A537041D1DB}" destId="{D865CDAA-6386-4727-B44B-366CFF313101}" srcOrd="0" destOrd="0" presId="urn:microsoft.com/office/officeart/2018/2/layout/IconLabelList"/>
    <dgm:cxn modelId="{41659532-4E48-468C-99DF-B2C3C2A0F9CE}" type="presOf" srcId="{32A5D628-2D28-457E-8C27-22CE1169D65D}" destId="{3B084614-0139-408E-A83F-F27B1F901CD7}" srcOrd="0" destOrd="0" presId="urn:microsoft.com/office/officeart/2018/2/layout/IconLabelList"/>
    <dgm:cxn modelId="{8432F261-1F4F-48DD-A569-8A17DA4F2F3C}" srcId="{17D1CD12-DAEB-48A0-AD97-0A3FC746F504}" destId="{CE79372E-7F72-4A73-A97F-DF7A5E9A375D}" srcOrd="1" destOrd="0" parTransId="{0CA17BA2-7AAE-4C29-86CB-935AEDDAEC42}" sibTransId="{DF3FE75C-CDBE-446B-B731-AE0C07A5B87F}"/>
    <dgm:cxn modelId="{A8F8368C-234C-4757-9A7B-C1E98994D0DC}" type="presOf" srcId="{3981984B-24E4-423B-AF05-ECBC77E7E2C1}" destId="{35657B39-B124-4B22-9C05-3576ED3168E2}" srcOrd="0" destOrd="0" presId="urn:microsoft.com/office/officeart/2018/2/layout/IconLabelList"/>
    <dgm:cxn modelId="{57A17198-0442-4B15-A5B5-3B299E32AAB9}" srcId="{17D1CD12-DAEB-48A0-AD97-0A3FC746F504}" destId="{32A5D628-2D28-457E-8C27-22CE1169D65D}" srcOrd="2" destOrd="0" parTransId="{DFBBBCFE-B19F-4CD5-9BE5-994895BC0EFD}" sibTransId="{D7DCFBE0-67CC-4534-AE80-A5C8F7D8B0FF}"/>
    <dgm:cxn modelId="{9DD88FB6-A47F-487F-8F61-06427646E0CC}" type="presOf" srcId="{17D1CD12-DAEB-48A0-AD97-0A3FC746F504}" destId="{021E3F3E-35D3-4DE6-91CA-30CFD9D8E887}" srcOrd="0" destOrd="0" presId="urn:microsoft.com/office/officeart/2018/2/layout/IconLabelList"/>
    <dgm:cxn modelId="{7BCE53BA-5849-495C-A893-B490152EDDED}" type="presOf" srcId="{CE79372E-7F72-4A73-A97F-DF7A5E9A375D}" destId="{E2F32A7F-F21A-49BE-AFDD-B72BEE7D6B08}" srcOrd="0" destOrd="0" presId="urn:microsoft.com/office/officeart/2018/2/layout/IconLabelList"/>
    <dgm:cxn modelId="{9F47B0C8-0921-403E-B636-38CEF8745952}" srcId="{17D1CD12-DAEB-48A0-AD97-0A3FC746F504}" destId="{3981984B-24E4-423B-AF05-ECBC77E7E2C1}" srcOrd="3" destOrd="0" parTransId="{4D949252-CB3C-41DD-8969-B026C3244254}" sibTransId="{1C9BDBA1-EBAC-442F-BC43-A3E880AB195A}"/>
    <dgm:cxn modelId="{89CD4FEC-4246-4C1B-BAAB-2A539216AAA4}" type="presParOf" srcId="{021E3F3E-35D3-4DE6-91CA-30CFD9D8E887}" destId="{304C539E-EED8-4256-8570-EEEFCF41B454}" srcOrd="0" destOrd="0" presId="urn:microsoft.com/office/officeart/2018/2/layout/IconLabelList"/>
    <dgm:cxn modelId="{39937859-D804-414C-A7C6-3A4B97FBCBD8}" type="presParOf" srcId="{304C539E-EED8-4256-8570-EEEFCF41B454}" destId="{3E80D20E-2D11-40A4-9EBE-AABDCA18493D}" srcOrd="0" destOrd="0" presId="urn:microsoft.com/office/officeart/2018/2/layout/IconLabelList"/>
    <dgm:cxn modelId="{F055D702-6694-4954-A4C5-3C61AF8EA675}" type="presParOf" srcId="{304C539E-EED8-4256-8570-EEEFCF41B454}" destId="{E5CDBF9C-D523-482D-A9DA-3953F46BEAC8}" srcOrd="1" destOrd="0" presId="urn:microsoft.com/office/officeart/2018/2/layout/IconLabelList"/>
    <dgm:cxn modelId="{0600AAEF-BC71-4867-90DB-936F9A964E16}" type="presParOf" srcId="{304C539E-EED8-4256-8570-EEEFCF41B454}" destId="{D865CDAA-6386-4727-B44B-366CFF313101}" srcOrd="2" destOrd="0" presId="urn:microsoft.com/office/officeart/2018/2/layout/IconLabelList"/>
    <dgm:cxn modelId="{8449A3E7-9CC3-49C8-BC1A-D1437BA409DA}" type="presParOf" srcId="{021E3F3E-35D3-4DE6-91CA-30CFD9D8E887}" destId="{89238DEE-148C-4754-8051-E53E0205C6FD}" srcOrd="1" destOrd="0" presId="urn:microsoft.com/office/officeart/2018/2/layout/IconLabelList"/>
    <dgm:cxn modelId="{3D6FF7A8-E8A8-4D05-B44F-D22D428D248F}" type="presParOf" srcId="{021E3F3E-35D3-4DE6-91CA-30CFD9D8E887}" destId="{44C13E43-6143-4DCB-8B5F-9CF7A62909F9}" srcOrd="2" destOrd="0" presId="urn:microsoft.com/office/officeart/2018/2/layout/IconLabelList"/>
    <dgm:cxn modelId="{3031ADF0-0CD6-4A51-AE49-3DAAB591B030}" type="presParOf" srcId="{44C13E43-6143-4DCB-8B5F-9CF7A62909F9}" destId="{949062C1-8405-41E4-B213-C54D08643A82}" srcOrd="0" destOrd="0" presId="urn:microsoft.com/office/officeart/2018/2/layout/IconLabelList"/>
    <dgm:cxn modelId="{CD217124-148D-4482-95B4-8BB8798541AB}" type="presParOf" srcId="{44C13E43-6143-4DCB-8B5F-9CF7A62909F9}" destId="{43F975A4-C42A-4B86-B909-E9E15F33D6B3}" srcOrd="1" destOrd="0" presId="urn:microsoft.com/office/officeart/2018/2/layout/IconLabelList"/>
    <dgm:cxn modelId="{B0C9A37C-B65A-4286-8DCF-EF0DAB0415A1}" type="presParOf" srcId="{44C13E43-6143-4DCB-8B5F-9CF7A62909F9}" destId="{E2F32A7F-F21A-49BE-AFDD-B72BEE7D6B08}" srcOrd="2" destOrd="0" presId="urn:microsoft.com/office/officeart/2018/2/layout/IconLabelList"/>
    <dgm:cxn modelId="{A72ED0F9-FC93-452E-A863-C52625B2BB8B}" type="presParOf" srcId="{021E3F3E-35D3-4DE6-91CA-30CFD9D8E887}" destId="{E4413D53-5A46-4D97-9D51-8C0943E8A467}" srcOrd="3" destOrd="0" presId="urn:microsoft.com/office/officeart/2018/2/layout/IconLabelList"/>
    <dgm:cxn modelId="{DE8AC014-233D-4EB6-9190-85D70671B7DC}" type="presParOf" srcId="{021E3F3E-35D3-4DE6-91CA-30CFD9D8E887}" destId="{DE959FDC-6F91-4CC7-8AB9-5BE08C3D513D}" srcOrd="4" destOrd="0" presId="urn:microsoft.com/office/officeart/2018/2/layout/IconLabelList"/>
    <dgm:cxn modelId="{3347267C-2C6D-4B44-BA0E-26C5D8D41280}" type="presParOf" srcId="{DE959FDC-6F91-4CC7-8AB9-5BE08C3D513D}" destId="{F2D1AD28-527B-41F9-9262-7BDD95BE94A4}" srcOrd="0" destOrd="0" presId="urn:microsoft.com/office/officeart/2018/2/layout/IconLabelList"/>
    <dgm:cxn modelId="{3506C6EC-9533-4D20-8548-A88BBAF80840}" type="presParOf" srcId="{DE959FDC-6F91-4CC7-8AB9-5BE08C3D513D}" destId="{B5E8358A-CB8C-4F6D-89A2-B1F4358D99CC}" srcOrd="1" destOrd="0" presId="urn:microsoft.com/office/officeart/2018/2/layout/IconLabelList"/>
    <dgm:cxn modelId="{497B1DD1-919D-429A-B36E-AC16A8464C08}" type="presParOf" srcId="{DE959FDC-6F91-4CC7-8AB9-5BE08C3D513D}" destId="{3B084614-0139-408E-A83F-F27B1F901CD7}" srcOrd="2" destOrd="0" presId="urn:microsoft.com/office/officeart/2018/2/layout/IconLabelList"/>
    <dgm:cxn modelId="{9E98525A-2966-4AC8-9563-1A37FC567B85}" type="presParOf" srcId="{021E3F3E-35D3-4DE6-91CA-30CFD9D8E887}" destId="{6CDD123F-074B-40CB-A9D4-C8855F941679}" srcOrd="5" destOrd="0" presId="urn:microsoft.com/office/officeart/2018/2/layout/IconLabelList"/>
    <dgm:cxn modelId="{15793F2D-81DF-4081-B2A2-73C425BD603C}" type="presParOf" srcId="{021E3F3E-35D3-4DE6-91CA-30CFD9D8E887}" destId="{54AEFAD6-B3E4-4A2D-98F1-11BCAEF27D14}" srcOrd="6" destOrd="0" presId="urn:microsoft.com/office/officeart/2018/2/layout/IconLabelList"/>
    <dgm:cxn modelId="{74EAA756-7E25-41F8-A1DC-E5A9B3CF30DA}" type="presParOf" srcId="{54AEFAD6-B3E4-4A2D-98F1-11BCAEF27D14}" destId="{5A2AE221-2A16-4F0C-AEDC-B99AF04E56B5}" srcOrd="0" destOrd="0" presId="urn:microsoft.com/office/officeart/2018/2/layout/IconLabelList"/>
    <dgm:cxn modelId="{B8A4ADED-FA8C-41DC-BD78-4CDDF9178B6E}" type="presParOf" srcId="{54AEFAD6-B3E4-4A2D-98F1-11BCAEF27D14}" destId="{21DB1665-8CA7-4A09-AACD-686463E785D7}" srcOrd="1" destOrd="0" presId="urn:microsoft.com/office/officeart/2018/2/layout/IconLabelList"/>
    <dgm:cxn modelId="{2AE29F9B-2C0E-439E-854B-604BB4DE5C21}" type="presParOf" srcId="{54AEFAD6-B3E4-4A2D-98F1-11BCAEF27D14}" destId="{35657B39-B124-4B22-9C05-3576ED3168E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C17581-D40B-48DE-B1C2-D1DE423CB3DF}">
      <dsp:nvSpPr>
        <dsp:cNvPr id="0" name=""/>
        <dsp:cNvSpPr/>
      </dsp:nvSpPr>
      <dsp:spPr>
        <a:xfrm>
          <a:off x="3609" y="80289"/>
          <a:ext cx="2170583" cy="672245"/>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cs typeface="Calibri Light" panose="020F0302020204030204" pitchFamily="34" charset="0"/>
            </a:rPr>
            <a:t>L’objectif</a:t>
          </a:r>
        </a:p>
        <a:p>
          <a:pPr marL="0" lvl="0" indent="0" algn="ctr"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cs typeface="Calibri Light" panose="020F0302020204030204" pitchFamily="34" charset="0"/>
            </a:rPr>
            <a:t>Pourquoi me demande-t-on de mener une étude ?</a:t>
          </a:r>
        </a:p>
      </dsp:txBody>
      <dsp:txXfrm>
        <a:off x="3609" y="80289"/>
        <a:ext cx="2170583" cy="672245"/>
      </dsp:txXfrm>
    </dsp:sp>
    <dsp:sp modelId="{B51B31EE-E6AD-476D-8F6A-846D3295874A}">
      <dsp:nvSpPr>
        <dsp:cNvPr id="0" name=""/>
        <dsp:cNvSpPr/>
      </dsp:nvSpPr>
      <dsp:spPr>
        <a:xfrm>
          <a:off x="3609" y="752535"/>
          <a:ext cx="2170583" cy="217404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Se conformer à l’ISO/IEC27001</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 dossier d’homologation d’un système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les règles de la politique de l’organisme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Rédiger des exigences pour un cahier des charges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Fournir des pistes à creuser par un test d’intrusion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Préparer une revue des partenaires</a:t>
          </a:r>
        </a:p>
      </dsp:txBody>
      <dsp:txXfrm>
        <a:off x="3609" y="752535"/>
        <a:ext cx="2170583" cy="2174040"/>
      </dsp:txXfrm>
    </dsp:sp>
    <dsp:sp modelId="{B213BEB7-2D85-42A6-B40D-6C55578F4A81}">
      <dsp:nvSpPr>
        <dsp:cNvPr id="0" name=""/>
        <dsp:cNvSpPr/>
      </dsp:nvSpPr>
      <dsp:spPr>
        <a:xfrm>
          <a:off x="2478075" y="80289"/>
          <a:ext cx="2170583" cy="672245"/>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sujet</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Sur quel objet l’étude porte-t-elle ?</a:t>
          </a:r>
        </a:p>
      </dsp:txBody>
      <dsp:txXfrm>
        <a:off x="2478075" y="80289"/>
        <a:ext cx="2170583" cy="672245"/>
      </dsp:txXfrm>
    </dsp:sp>
    <dsp:sp modelId="{A9CFBDCA-71DF-41B1-9FD3-347A80E5CF66}">
      <dsp:nvSpPr>
        <dsp:cNvPr id="0" name=""/>
        <dsp:cNvSpPr/>
      </dsp:nvSpPr>
      <dsp:spPr>
        <a:xfrm>
          <a:off x="2478075" y="752535"/>
          <a:ext cx="2170583" cy="217404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L’organisme entier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activité organisationnelle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système en particulier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composant précis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achète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vend</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outil de sécurité</a:t>
          </a:r>
        </a:p>
      </dsp:txBody>
      <dsp:txXfrm>
        <a:off x="2478075" y="752535"/>
        <a:ext cx="2170583" cy="2174040"/>
      </dsp:txXfrm>
    </dsp:sp>
    <dsp:sp modelId="{E1F2E8F9-437C-4756-9EE6-CDE80E1A8CC9}">
      <dsp:nvSpPr>
        <dsp:cNvPr id="0" name=""/>
        <dsp:cNvSpPr/>
      </dsp:nvSpPr>
      <dsp:spPr>
        <a:xfrm>
          <a:off x="4952540" y="80289"/>
          <a:ext cx="2170583" cy="672245"/>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Les destinataires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À qui l’étude est-elle destinée ?</a:t>
          </a:r>
        </a:p>
      </dsp:txBody>
      <dsp:txXfrm>
        <a:off x="4952540" y="80289"/>
        <a:ext cx="2170583" cy="672245"/>
      </dsp:txXfrm>
    </dsp:sp>
    <dsp:sp modelId="{9E454DD6-3C63-4D2A-9FB1-5AA948F10266}">
      <dsp:nvSpPr>
        <dsp:cNvPr id="0" name=""/>
        <dsp:cNvSpPr/>
      </dsp:nvSpPr>
      <dsp:spPr>
        <a:xfrm>
          <a:off x="4952540" y="752535"/>
          <a:ext cx="2170583" cy="2174040"/>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La Direction d’un 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responsable métier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d’homologation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responsable de la sécurité des systèmes d’information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délégué à la protection des données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tierce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techniques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organisationnels</a:t>
          </a:r>
        </a:p>
      </dsp:txBody>
      <dsp:txXfrm>
        <a:off x="4952540" y="752535"/>
        <a:ext cx="2170583" cy="2174040"/>
      </dsp:txXfrm>
    </dsp:sp>
    <dsp:sp modelId="{66A86C2B-9239-4D4A-B87C-F8A26D68AE4B}">
      <dsp:nvSpPr>
        <dsp:cNvPr id="0" name=""/>
        <dsp:cNvSpPr/>
      </dsp:nvSpPr>
      <dsp:spPr>
        <a:xfrm>
          <a:off x="7427006" y="80289"/>
          <a:ext cx="2170583" cy="672245"/>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temps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Quel est les contraintes temporelles de l’étude ?</a:t>
          </a:r>
        </a:p>
      </dsp:txBody>
      <dsp:txXfrm>
        <a:off x="7427006" y="80289"/>
        <a:ext cx="2170583" cy="672245"/>
      </dsp:txXfrm>
    </dsp:sp>
    <dsp:sp modelId="{DDF6DF86-5632-46E1-B8BD-0D17A383E838}">
      <dsp:nvSpPr>
        <dsp:cNvPr id="0" name=""/>
        <dsp:cNvSpPr/>
      </dsp:nvSpPr>
      <dsp:spPr>
        <a:xfrm>
          <a:off x="7427006" y="752535"/>
          <a:ext cx="2170583" cy="2174040"/>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a:t>
          </a:r>
          <a:r>
            <a:rPr lang="fr-FR" sz="1200" i="1" kern="1200" dirty="0">
              <a:latin typeface="Calibri Light" panose="020F0302020204030204" pitchFamily="34" charset="0"/>
              <a:cs typeface="Calibri Light" panose="020F0302020204030204" pitchFamily="34" charset="0"/>
            </a:rPr>
            <a:t>one shot</a:t>
          </a:r>
          <a:endParaRPr lang="fr-FR" sz="1200" kern="1200" dirty="0">
            <a:latin typeface="Calibri Light" panose="020F0302020204030204" pitchFamily="34" charset="0"/>
            <a:cs typeface="Calibri Light" panose="020F0302020204030204" pitchFamily="34" charset="0"/>
          </a:endParaRP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récurrente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permanente (mise à jour et enrichissement en continu)</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Fortes contraintes temporelles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Conditions de mise à jour</a:t>
          </a:r>
        </a:p>
      </dsp:txBody>
      <dsp:txXfrm>
        <a:off x="7427006" y="752535"/>
        <a:ext cx="2170583" cy="21740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ACF10-CA26-4179-AA31-2D1EB35974C6}">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62976" y="59908"/>
        <a:ext cx="4983919" cy="1918209"/>
      </dsp:txXfrm>
    </dsp:sp>
    <dsp:sp modelId="{5C5C3CBC-5AE8-4310-9933-9E26B551E8C1}">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8451" y="2348695"/>
        <a:ext cx="1129899" cy="1967259"/>
      </dsp:txXfrm>
    </dsp:sp>
    <dsp:sp modelId="{60E4803E-582C-4C7E-8FA3-2A744A03FB81}">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1339475" y="2348695"/>
        <a:ext cx="1129899" cy="1967259"/>
      </dsp:txXfrm>
    </dsp:sp>
    <dsp:sp modelId="{DE7599A0-6763-4ABA-AB22-A98FD6FE561C}">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2640498" y="2348695"/>
        <a:ext cx="1129899" cy="1967259"/>
      </dsp:txXfrm>
    </dsp:sp>
    <dsp:sp modelId="{6CA76088-2B26-463A-9064-BB0B228C151F}">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941521" y="2348695"/>
        <a:ext cx="1129899" cy="1967259"/>
      </dsp:txXfrm>
    </dsp:sp>
    <dsp:sp modelId="{E20D0F32-C86C-4599-9950-1550ADA8A59C}">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32DB35E5-97D8-4E9D-A990-24042482923D}">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43361" y="2348695"/>
        <a:ext cx="1129899" cy="1967259"/>
      </dsp:txXfrm>
    </dsp:sp>
    <dsp:sp modelId="{455E4D5E-3F8C-44C0-9736-47D0D63D4884}">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644384" y="2348695"/>
        <a:ext cx="1129899" cy="1967259"/>
      </dsp:txXfrm>
    </dsp:sp>
    <dsp:sp modelId="{24B8FE3A-EE48-4E5B-887C-5FD925BB1F5C}">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8070750" y="59908"/>
        <a:ext cx="2381872" cy="1918209"/>
      </dsp:txXfrm>
    </dsp:sp>
    <dsp:sp modelId="{41587758-071B-4368-9288-E387B2310A06}">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46225" y="2348695"/>
        <a:ext cx="1129899" cy="1967259"/>
      </dsp:txXfrm>
    </dsp:sp>
    <dsp:sp modelId="{96246CE3-80FC-40A8-A71B-5F9FC33A330A}">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9347248" y="2348695"/>
        <a:ext cx="1129899" cy="19672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D2C4D0-6717-4228-8D41-1FF48B15CAF9}">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développement clinique</a:t>
          </a:r>
        </a:p>
      </dsp:txBody>
      <dsp:txXfrm>
        <a:off x="62976" y="59908"/>
        <a:ext cx="4983919" cy="1918209"/>
      </dsp:txXfrm>
    </dsp:sp>
    <dsp:sp modelId="{D48A2A85-1496-4EAB-9E7F-1AD0626D42EB}">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sp:txBody>
      <dsp:txXfrm>
        <a:off x="38451" y="2348695"/>
        <a:ext cx="1129899" cy="1967259"/>
      </dsp:txXfrm>
    </dsp:sp>
    <dsp:sp modelId="{715CF90C-C886-410E-B0C1-CD5741FEC4D0}">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sp:txBody>
      <dsp:txXfrm>
        <a:off x="1339475" y="2348695"/>
        <a:ext cx="1129899" cy="1967259"/>
      </dsp:txXfrm>
    </dsp:sp>
    <dsp:sp modelId="{905145DF-567A-4694-AED1-14010F0B1CB3}">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sp:txBody>
      <dsp:txXfrm>
        <a:off x="2640498" y="2348695"/>
        <a:ext cx="1129899" cy="1967259"/>
      </dsp:txXfrm>
    </dsp:sp>
    <dsp:sp modelId="{841764A3-689D-46C8-9E36-3E43CA27B0C3}">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3941521" y="2348695"/>
        <a:ext cx="1129899" cy="1967259"/>
      </dsp:txXfrm>
    </dsp:sp>
    <dsp:sp modelId="{03DA151D-4FBC-474E-8AF5-22C1CDF2445D}">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D6718BDB-C7DD-44E7-B092-6B208809CE43}">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sp:txBody>
      <dsp:txXfrm>
        <a:off x="5343361" y="2348695"/>
        <a:ext cx="1129899" cy="1967259"/>
      </dsp:txXfrm>
    </dsp:sp>
    <dsp:sp modelId="{81171A07-60B3-4D9C-B991-2EDB71692F9C}">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6644384" y="2348695"/>
        <a:ext cx="1129899" cy="1967259"/>
      </dsp:txXfrm>
    </dsp:sp>
    <dsp:sp modelId="{20238311-4B7E-41C6-8B3B-BC5D6C2142D0}">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sp:txBody>
      <dsp:txXfrm>
        <a:off x="8070750" y="59908"/>
        <a:ext cx="2381872" cy="1918209"/>
      </dsp:txXfrm>
    </dsp:sp>
    <dsp:sp modelId="{7C39F49A-3473-4A94-AF45-6B9F9DFF99F5}">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kern="1200" dirty="0">
              <a:latin typeface="Calibri Light" panose="020F0302020204030204" pitchFamily="34" charset="0"/>
              <a:ea typeface="Calibri Light" panose="020F0302020204030204" pitchFamily="34" charset="0"/>
              <a:cs typeface="Calibri Light" panose="020F0302020204030204" pitchFamily="34" charset="0"/>
            </a:rPr>
          </a:b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sp:txBody>
      <dsp:txXfrm>
        <a:off x="8046225" y="2348695"/>
        <a:ext cx="1129899" cy="1967259"/>
      </dsp:txXfrm>
    </dsp:sp>
    <dsp:sp modelId="{A9D646A6-1BF8-4A61-B19E-61DCCFD5216F}">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9347248" y="2348695"/>
        <a:ext cx="1129899" cy="19672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258695-3A4A-4CD9-88D9-00E9BE333828}">
      <dsp:nvSpPr>
        <dsp:cNvPr id="0" name=""/>
        <dsp:cNvSpPr/>
      </dsp:nvSpPr>
      <dsp:spPr>
        <a:xfrm>
          <a:off x="1308391" y="139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1308391" y="1396"/>
        <a:ext cx="2726360" cy="831539"/>
      </dsp:txXfrm>
    </dsp:sp>
    <dsp:sp modelId="{D9B90268-EB57-4EEC-BDA6-D80D2E9B66A2}">
      <dsp:nvSpPr>
        <dsp:cNvPr id="0" name=""/>
        <dsp:cNvSpPr/>
      </dsp:nvSpPr>
      <dsp:spPr>
        <a:xfrm>
          <a:off x="1308391" y="117373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1308391" y="1173731"/>
        <a:ext cx="2726360" cy="831539"/>
      </dsp:txXfrm>
    </dsp:sp>
    <dsp:sp modelId="{696779BF-2320-405E-8437-F2BA1198AEC4}">
      <dsp:nvSpPr>
        <dsp:cNvPr id="0" name=""/>
        <dsp:cNvSpPr/>
      </dsp:nvSpPr>
      <dsp:spPr>
        <a:xfrm>
          <a:off x="1308391" y="234606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1308391" y="2346066"/>
        <a:ext cx="2726360" cy="831539"/>
      </dsp:txXfrm>
    </dsp:sp>
    <dsp:sp modelId="{FB5B879A-43E3-4EFD-8006-10A76AD10BE5}">
      <dsp:nvSpPr>
        <dsp:cNvPr id="0" name=""/>
        <dsp:cNvSpPr/>
      </dsp:nvSpPr>
      <dsp:spPr>
        <a:xfrm>
          <a:off x="1308391" y="351840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1308391" y="3518401"/>
        <a:ext cx="2726360" cy="8315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6B93E4-DB57-40BE-94CC-2EF3A40FF932}">
      <dsp:nvSpPr>
        <dsp:cNvPr id="0" name=""/>
        <dsp:cNvSpPr/>
      </dsp:nvSpPr>
      <dsp:spPr>
        <a:xfrm>
          <a:off x="3922482" y="3924022"/>
          <a:ext cx="232339" cy="249764"/>
        </a:xfrm>
        <a:custGeom>
          <a:avLst/>
          <a:gdLst/>
          <a:ahLst/>
          <a:cxnLst/>
          <a:rect l="0" t="0" r="0" b="0"/>
          <a:pathLst>
            <a:path>
              <a:moveTo>
                <a:pt x="0" y="0"/>
              </a:moveTo>
              <a:lnTo>
                <a:pt x="116169" y="0"/>
              </a:lnTo>
              <a:lnTo>
                <a:pt x="116169" y="249764"/>
              </a:lnTo>
              <a:lnTo>
                <a:pt x="232339" y="24976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D258399-B047-4A7A-B8EB-2595B403AD4F}">
      <dsp:nvSpPr>
        <dsp:cNvPr id="0" name=""/>
        <dsp:cNvSpPr/>
      </dsp:nvSpPr>
      <dsp:spPr>
        <a:xfrm>
          <a:off x="3922482" y="3674257"/>
          <a:ext cx="232339" cy="249764"/>
        </a:xfrm>
        <a:custGeom>
          <a:avLst/>
          <a:gdLst/>
          <a:ahLst/>
          <a:cxnLst/>
          <a:rect l="0" t="0" r="0" b="0"/>
          <a:pathLst>
            <a:path>
              <a:moveTo>
                <a:pt x="0" y="249764"/>
              </a:moveTo>
              <a:lnTo>
                <a:pt x="116169" y="249764"/>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1B13B9-2836-4928-AF9B-BECE450B402E}">
      <dsp:nvSpPr>
        <dsp:cNvPr id="0" name=""/>
        <dsp:cNvSpPr/>
      </dsp:nvSpPr>
      <dsp:spPr>
        <a:xfrm>
          <a:off x="3922482" y="3129008"/>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8AAB56-9138-4E47-BDFC-3A31039154CA}">
      <dsp:nvSpPr>
        <dsp:cNvPr id="0" name=""/>
        <dsp:cNvSpPr/>
      </dsp:nvSpPr>
      <dsp:spPr>
        <a:xfrm>
          <a:off x="3922482" y="2175669"/>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29C930A-BCA0-45F0-B9C2-F4793AA85A9C}">
      <dsp:nvSpPr>
        <dsp:cNvPr id="0" name=""/>
        <dsp:cNvSpPr/>
      </dsp:nvSpPr>
      <dsp:spPr>
        <a:xfrm>
          <a:off x="3922482" y="2129949"/>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B19CDF-235E-41C9-9F2F-BC482BAC10E5}">
      <dsp:nvSpPr>
        <dsp:cNvPr id="0" name=""/>
        <dsp:cNvSpPr/>
      </dsp:nvSpPr>
      <dsp:spPr>
        <a:xfrm>
          <a:off x="3922482" y="1676139"/>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B5B8D5F-25D4-47B7-A7BE-99D4D7C47DEE}">
      <dsp:nvSpPr>
        <dsp:cNvPr id="0" name=""/>
        <dsp:cNvSpPr/>
      </dsp:nvSpPr>
      <dsp:spPr>
        <a:xfrm>
          <a:off x="3922482" y="677080"/>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FBB4897-60FD-4DC3-A1DD-FCE0707D5359}">
      <dsp:nvSpPr>
        <dsp:cNvPr id="0" name=""/>
        <dsp:cNvSpPr/>
      </dsp:nvSpPr>
      <dsp:spPr>
        <a:xfrm>
          <a:off x="3922482" y="631360"/>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CA0C4A4-412A-4480-B08A-681DACA8C25F}">
      <dsp:nvSpPr>
        <dsp:cNvPr id="0" name=""/>
        <dsp:cNvSpPr/>
      </dsp:nvSpPr>
      <dsp:spPr>
        <a:xfrm>
          <a:off x="3922482" y="177550"/>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58695-3A4A-4CD9-88D9-00E9BE333828}">
      <dsp:nvSpPr>
        <dsp:cNvPr id="0" name=""/>
        <dsp:cNvSpPr/>
      </dsp:nvSpPr>
      <dsp:spPr>
        <a:xfrm>
          <a:off x="2760785" y="499921"/>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2760785" y="499921"/>
        <a:ext cx="1161696" cy="354317"/>
      </dsp:txXfrm>
    </dsp:sp>
    <dsp:sp modelId="{BB1E4401-F22C-49FC-BFA4-8BD64C267B55}">
      <dsp:nvSpPr>
        <dsp:cNvPr id="0" name=""/>
        <dsp:cNvSpPr/>
      </dsp:nvSpPr>
      <dsp:spPr>
        <a:xfrm>
          <a:off x="4154821" y="392"/>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sp:txBody>
      <dsp:txXfrm>
        <a:off x="4154821" y="392"/>
        <a:ext cx="3599993" cy="354317"/>
      </dsp:txXfrm>
    </dsp:sp>
    <dsp:sp modelId="{539405C0-5B2C-485A-BB0C-BDDF902120D1}">
      <dsp:nvSpPr>
        <dsp:cNvPr id="0" name=""/>
        <dsp:cNvSpPr/>
      </dsp:nvSpPr>
      <dsp:spPr>
        <a:xfrm>
          <a:off x="4154821" y="49992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Pharmacies</a:t>
          </a:r>
        </a:p>
      </dsp:txBody>
      <dsp:txXfrm>
        <a:off x="4154821" y="499921"/>
        <a:ext cx="3599993" cy="354317"/>
      </dsp:txXfrm>
    </dsp:sp>
    <dsp:sp modelId="{7889DDAD-B678-4032-9BE9-72AF73BB82CE}">
      <dsp:nvSpPr>
        <dsp:cNvPr id="0" name=""/>
        <dsp:cNvSpPr/>
      </dsp:nvSpPr>
      <dsp:spPr>
        <a:xfrm>
          <a:off x="4154821" y="99945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sp:txBody>
      <dsp:txXfrm>
        <a:off x="4154821" y="999451"/>
        <a:ext cx="3599993" cy="354317"/>
      </dsp:txXfrm>
    </dsp:sp>
    <dsp:sp modelId="{D9B90268-EB57-4EEC-BDA6-D80D2E9B66A2}">
      <dsp:nvSpPr>
        <dsp:cNvPr id="0" name=""/>
        <dsp:cNvSpPr/>
      </dsp:nvSpPr>
      <dsp:spPr>
        <a:xfrm>
          <a:off x="2760785" y="1998510"/>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2760785" y="1998510"/>
        <a:ext cx="1161696" cy="354317"/>
      </dsp:txXfrm>
    </dsp:sp>
    <dsp:sp modelId="{79DEF705-34C5-4B37-ADD3-636A646E6355}">
      <dsp:nvSpPr>
        <dsp:cNvPr id="0" name=""/>
        <dsp:cNvSpPr/>
      </dsp:nvSpPr>
      <dsp:spPr>
        <a:xfrm>
          <a:off x="4154821" y="149898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Universités</a:t>
          </a:r>
        </a:p>
      </dsp:txBody>
      <dsp:txXfrm>
        <a:off x="4154821" y="1498980"/>
        <a:ext cx="3599993" cy="354317"/>
      </dsp:txXfrm>
    </dsp:sp>
    <dsp:sp modelId="{39DD274C-E065-4349-83BD-3975FB96A15D}">
      <dsp:nvSpPr>
        <dsp:cNvPr id="0" name=""/>
        <dsp:cNvSpPr/>
      </dsp:nvSpPr>
      <dsp:spPr>
        <a:xfrm>
          <a:off x="4154821" y="199851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sp:txBody>
      <dsp:txXfrm>
        <a:off x="4154821" y="1998510"/>
        <a:ext cx="3599993" cy="354317"/>
      </dsp:txXfrm>
    </dsp:sp>
    <dsp:sp modelId="{8D6085E1-877C-4D19-9812-F2B633A2B5E3}">
      <dsp:nvSpPr>
        <dsp:cNvPr id="0" name=""/>
        <dsp:cNvSpPr/>
      </dsp:nvSpPr>
      <dsp:spPr>
        <a:xfrm>
          <a:off x="4154821" y="249803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Laboratoires</a:t>
          </a:r>
        </a:p>
      </dsp:txBody>
      <dsp:txXfrm>
        <a:off x="4154821" y="2498039"/>
        <a:ext cx="3599993" cy="354317"/>
      </dsp:txXfrm>
    </dsp:sp>
    <dsp:sp modelId="{696779BF-2320-405E-8437-F2BA1198AEC4}">
      <dsp:nvSpPr>
        <dsp:cNvPr id="0" name=""/>
        <dsp:cNvSpPr/>
      </dsp:nvSpPr>
      <dsp:spPr>
        <a:xfrm>
          <a:off x="2760785" y="2997569"/>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2760785" y="2997569"/>
        <a:ext cx="1161696" cy="354317"/>
      </dsp:txXfrm>
    </dsp:sp>
    <dsp:sp modelId="{62F4ABFE-C6A9-44C3-926D-1C542517D6CB}">
      <dsp:nvSpPr>
        <dsp:cNvPr id="0" name=""/>
        <dsp:cNvSpPr/>
      </dsp:nvSpPr>
      <dsp:spPr>
        <a:xfrm>
          <a:off x="4154821" y="299756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sp:txBody>
      <dsp:txXfrm>
        <a:off x="4154821" y="2997569"/>
        <a:ext cx="3599993" cy="354317"/>
      </dsp:txXfrm>
    </dsp:sp>
    <dsp:sp modelId="{FB5B879A-43E3-4EFD-8006-10A76AD10BE5}">
      <dsp:nvSpPr>
        <dsp:cNvPr id="0" name=""/>
        <dsp:cNvSpPr/>
      </dsp:nvSpPr>
      <dsp:spPr>
        <a:xfrm>
          <a:off x="2760785" y="3746863"/>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2760785" y="3746863"/>
        <a:ext cx="1161696" cy="354317"/>
      </dsp:txXfrm>
    </dsp:sp>
    <dsp:sp modelId="{441A11F4-EC55-4A15-97E4-DE52EF03C1D7}">
      <dsp:nvSpPr>
        <dsp:cNvPr id="0" name=""/>
        <dsp:cNvSpPr/>
      </dsp:nvSpPr>
      <dsp:spPr>
        <a:xfrm>
          <a:off x="4154821" y="349709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sp:txBody>
      <dsp:txXfrm>
        <a:off x="4154821" y="3497098"/>
        <a:ext cx="3599993" cy="354317"/>
      </dsp:txXfrm>
    </dsp:sp>
    <dsp:sp modelId="{2C3B5E6C-0986-4E26-9F49-0BFD9CD4293A}">
      <dsp:nvSpPr>
        <dsp:cNvPr id="0" name=""/>
        <dsp:cNvSpPr/>
      </dsp:nvSpPr>
      <dsp:spPr>
        <a:xfrm>
          <a:off x="4154821" y="399662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sp:txBody>
      <dsp:txXfrm>
        <a:off x="4154821" y="3996628"/>
        <a:ext cx="3599993" cy="3543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objet d’étude</a:t>
          </a:r>
        </a:p>
        <a:p>
          <a:pPr marL="0" lvl="0" indent="0" algn="l" defTabSz="800100">
            <a:lnSpc>
              <a:spcPct val="90000"/>
            </a:lnSpc>
            <a:spcBef>
              <a:spcPct val="0"/>
            </a:spcBef>
            <a:spcAft>
              <a:spcPct val="35000"/>
            </a:spcAft>
            <a:buNone/>
          </a:pPr>
          <a:r>
            <a:rPr lang="fr-FR" sz="1800" kern="1200" dirty="0"/>
            <a:t>1 valeur métier</a:t>
          </a:r>
        </a:p>
        <a:p>
          <a:pPr marL="0" lvl="0" indent="0" algn="l" defTabSz="800100">
            <a:lnSpc>
              <a:spcPct val="90000"/>
            </a:lnSpc>
            <a:spcBef>
              <a:spcPct val="0"/>
            </a:spcBef>
            <a:spcAft>
              <a:spcPct val="35000"/>
            </a:spcAft>
            <a:buNone/>
          </a:pPr>
          <a:r>
            <a:rPr lang="fr-FR" sz="1800" kern="1200" dirty="0"/>
            <a:t>1 bien support</a:t>
          </a:r>
        </a:p>
        <a:p>
          <a:pPr marL="0" lvl="0" indent="0" algn="l" defTabSz="800100">
            <a:lnSpc>
              <a:spcPct val="90000"/>
            </a:lnSpc>
            <a:spcBef>
              <a:spcPct val="0"/>
            </a:spcBef>
            <a:spcAft>
              <a:spcPct val="35000"/>
            </a:spcAft>
            <a:buNone/>
          </a:pPr>
          <a:r>
            <a:rPr lang="fr-FR" sz="1800" kern="1200" dirty="0"/>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4681C3-7CA3-48D5-90BA-7FAA854AC594}">
      <dsp:nvSpPr>
        <dsp:cNvPr id="0" name=""/>
        <dsp:cNvSpPr/>
      </dsp:nvSpPr>
      <dsp:spPr>
        <a:xfrm>
          <a:off x="0" y="0"/>
          <a:ext cx="4351338" cy="4351338"/>
        </a:xfrm>
        <a:prstGeom prst="pie">
          <a:avLst>
            <a:gd name="adj1" fmla="val 5400000"/>
            <a:gd name="adj2" fmla="val 1620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827B0-7F1E-4319-BD34-787CEBA0A581}">
      <dsp:nvSpPr>
        <dsp:cNvPr id="0" name=""/>
        <dsp:cNvSpPr/>
      </dsp:nvSpPr>
      <dsp:spPr>
        <a:xfrm>
          <a:off x="2175669" y="0"/>
          <a:ext cx="8339931" cy="4351338"/>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Audit (par un tiers)</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sp:txBody>
      <dsp:txXfrm>
        <a:off x="2175669" y="0"/>
        <a:ext cx="4169965" cy="924659"/>
      </dsp:txXfrm>
    </dsp:sp>
    <dsp:sp modelId="{59295B1B-DC77-4C83-8879-3ED51ABDAAC6}">
      <dsp:nvSpPr>
        <dsp:cNvPr id="0" name=""/>
        <dsp:cNvSpPr/>
      </dsp:nvSpPr>
      <dsp:spPr>
        <a:xfrm>
          <a:off x="571113" y="924659"/>
          <a:ext cx="3209111" cy="3209111"/>
        </a:xfrm>
        <a:prstGeom prst="pie">
          <a:avLst>
            <a:gd name="adj1" fmla="val 5400000"/>
            <a:gd name="adj2" fmla="val 16200000"/>
          </a:avLst>
        </a:prstGeom>
        <a:solidFill>
          <a:schemeClr val="accent2">
            <a:hueOff val="-477861"/>
            <a:satOff val="-11515"/>
            <a:lumOff val="-6928"/>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35BB65-D734-482B-951B-3AC4F4939810}">
      <dsp:nvSpPr>
        <dsp:cNvPr id="0" name=""/>
        <dsp:cNvSpPr/>
      </dsp:nvSpPr>
      <dsp:spPr>
        <a:xfrm>
          <a:off x="2175669" y="924659"/>
          <a:ext cx="8339931" cy="3209111"/>
        </a:xfrm>
        <a:prstGeom prst="rect">
          <a:avLst/>
        </a:prstGeom>
        <a:solidFill>
          <a:schemeClr val="lt1">
            <a:alpha val="90000"/>
            <a:hueOff val="0"/>
            <a:satOff val="0"/>
            <a:lumOff val="0"/>
            <a:alphaOff val="0"/>
          </a:schemeClr>
        </a:solidFill>
        <a:ln w="19050" cap="flat" cmpd="sng" algn="ctr">
          <a:solidFill>
            <a:schemeClr val="accent2">
              <a:hueOff val="-477861"/>
              <a:satOff val="-11515"/>
              <a:lumOff val="-69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Contrôle interne</a:t>
          </a:r>
        </a:p>
      </dsp:txBody>
      <dsp:txXfrm>
        <a:off x="2175669" y="924659"/>
        <a:ext cx="4169965" cy="924659"/>
      </dsp:txXfrm>
    </dsp:sp>
    <dsp:sp modelId="{946177F8-AFA6-4BBA-BB0F-2F051C53F816}">
      <dsp:nvSpPr>
        <dsp:cNvPr id="0" name=""/>
        <dsp:cNvSpPr/>
      </dsp:nvSpPr>
      <dsp:spPr>
        <a:xfrm>
          <a:off x="1142226" y="1849318"/>
          <a:ext cx="2066885" cy="2066885"/>
        </a:xfrm>
        <a:prstGeom prst="pie">
          <a:avLst>
            <a:gd name="adj1" fmla="val 5400000"/>
            <a:gd name="adj2" fmla="val 16200000"/>
          </a:avLst>
        </a:prstGeom>
        <a:solidFill>
          <a:schemeClr val="accent2">
            <a:hueOff val="-955721"/>
            <a:satOff val="-23029"/>
            <a:lumOff val="-1385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21F45B-BEB4-4B28-9A1A-D1EB45FBB030}">
      <dsp:nvSpPr>
        <dsp:cNvPr id="0" name=""/>
        <dsp:cNvSpPr/>
      </dsp:nvSpPr>
      <dsp:spPr>
        <a:xfrm>
          <a:off x="2175669" y="1849318"/>
          <a:ext cx="8339931" cy="2066885"/>
        </a:xfrm>
        <a:prstGeom prst="rect">
          <a:avLst/>
        </a:prstGeom>
        <a:solidFill>
          <a:schemeClr val="lt1">
            <a:alpha val="90000"/>
            <a:hueOff val="0"/>
            <a:satOff val="0"/>
            <a:lumOff val="0"/>
            <a:alphaOff val="0"/>
          </a:schemeClr>
        </a:solidFill>
        <a:ln w="19050" cap="flat" cmpd="sng" algn="ctr">
          <a:solidFill>
            <a:schemeClr val="accent2">
              <a:hueOff val="-955721"/>
              <a:satOff val="-23029"/>
              <a:lumOff val="-1385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sp:txBody>
      <dsp:txXfrm>
        <a:off x="2175669" y="1849318"/>
        <a:ext cx="4169965" cy="924659"/>
      </dsp:txXfrm>
    </dsp:sp>
    <dsp:sp modelId="{AD4991C8-6D39-423A-9EEB-F18FCD2FE17C}">
      <dsp:nvSpPr>
        <dsp:cNvPr id="0" name=""/>
        <dsp:cNvSpPr/>
      </dsp:nvSpPr>
      <dsp:spPr>
        <a:xfrm>
          <a:off x="1713339" y="2773977"/>
          <a:ext cx="924659" cy="924659"/>
        </a:xfrm>
        <a:prstGeom prst="pie">
          <a:avLst>
            <a:gd name="adj1" fmla="val 5400000"/>
            <a:gd name="adj2" fmla="val 16200000"/>
          </a:avLst>
        </a:prstGeom>
        <a:solidFill>
          <a:schemeClr val="accent2">
            <a:hueOff val="-1433582"/>
            <a:satOff val="-34544"/>
            <a:lumOff val="-2078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D2236A-8669-4B39-89AB-E148CD5D0CA6}">
      <dsp:nvSpPr>
        <dsp:cNvPr id="0" name=""/>
        <dsp:cNvSpPr/>
      </dsp:nvSpPr>
      <dsp:spPr>
        <a:xfrm>
          <a:off x="2175669" y="2773977"/>
          <a:ext cx="8339931" cy="924659"/>
        </a:xfrm>
        <a:prstGeom prst="rect">
          <a:avLst/>
        </a:prstGeom>
        <a:solidFill>
          <a:schemeClr val="lt1">
            <a:alpha val="90000"/>
            <a:hueOff val="0"/>
            <a:satOff val="0"/>
            <a:lumOff val="0"/>
            <a:alphaOff val="0"/>
          </a:schemeClr>
        </a:solidFill>
        <a:ln w="19050" cap="flat" cmpd="sng" algn="ctr">
          <a:solidFill>
            <a:schemeClr val="accent2">
              <a:hueOff val="-1433582"/>
              <a:satOff val="-34544"/>
              <a:lumOff val="-207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global</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sp:txBody>
      <dsp:txXfrm>
        <a:off x="2175669" y="2773977"/>
        <a:ext cx="4169965" cy="924659"/>
      </dsp:txXfrm>
    </dsp:sp>
    <dsp:sp modelId="{98AF2808-BDCE-4AAC-9C5B-8465EB00C5C7}">
      <dsp:nvSpPr>
        <dsp:cNvPr id="0" name=""/>
        <dsp:cNvSpPr/>
      </dsp:nvSpPr>
      <dsp:spPr>
        <a:xfrm>
          <a:off x="6345634" y="0"/>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sp:txBody>
      <dsp:txXfrm>
        <a:off x="6345634" y="0"/>
        <a:ext cx="4169965" cy="924659"/>
      </dsp:txXfrm>
    </dsp:sp>
    <dsp:sp modelId="{BD1DE19C-3358-4A38-9D88-F9E4D68D5A5D}">
      <dsp:nvSpPr>
        <dsp:cNvPr id="0" name=""/>
        <dsp:cNvSpPr/>
      </dsp:nvSpPr>
      <dsp:spPr>
        <a:xfrm>
          <a:off x="6345634" y="924659"/>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sp:txBody>
      <dsp:txXfrm>
        <a:off x="6345634" y="924659"/>
        <a:ext cx="4169965" cy="924659"/>
      </dsp:txXfrm>
    </dsp:sp>
    <dsp:sp modelId="{835D5477-A361-460A-BB65-B43695830355}">
      <dsp:nvSpPr>
        <dsp:cNvPr id="0" name=""/>
        <dsp:cNvSpPr/>
      </dsp:nvSpPr>
      <dsp:spPr>
        <a:xfrm>
          <a:off x="6345634" y="1849318"/>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sp:txBody>
      <dsp:txXfrm>
        <a:off x="6345634" y="1849318"/>
        <a:ext cx="4169965" cy="924659"/>
      </dsp:txXfrm>
    </dsp:sp>
    <dsp:sp modelId="{9E7A3D8D-FF03-4982-AD80-D5A59BAC7F58}">
      <dsp:nvSpPr>
        <dsp:cNvPr id="0" name=""/>
        <dsp:cNvSpPr/>
      </dsp:nvSpPr>
      <dsp:spPr>
        <a:xfrm>
          <a:off x="6345634" y="2773977"/>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sp:txBody>
      <dsp:txXfrm>
        <a:off x="6345634" y="2773977"/>
        <a:ext cx="4169965" cy="92465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solidFill>
                <a:srgbClr val="7A7A7A"/>
              </a:solidFill>
            </a:rPr>
            <a:t>1 objet d’étude</a:t>
          </a:r>
        </a:p>
        <a:p>
          <a:pPr marL="0" lvl="0" indent="0" algn="l" defTabSz="800100">
            <a:lnSpc>
              <a:spcPct val="90000"/>
            </a:lnSpc>
            <a:spcBef>
              <a:spcPct val="0"/>
            </a:spcBef>
            <a:spcAft>
              <a:spcPct val="35000"/>
            </a:spcAft>
            <a:buNone/>
          </a:pPr>
          <a:r>
            <a:rPr lang="fr-FR" sz="1800" kern="1200" dirty="0">
              <a:solidFill>
                <a:srgbClr val="7A7A7A"/>
              </a:solidFill>
            </a:rPr>
            <a:t>1 valeur métier</a:t>
          </a:r>
        </a:p>
        <a:p>
          <a:pPr marL="0" lvl="0" indent="0" algn="l" defTabSz="800100">
            <a:lnSpc>
              <a:spcPct val="90000"/>
            </a:lnSpc>
            <a:spcBef>
              <a:spcPct val="0"/>
            </a:spcBef>
            <a:spcAft>
              <a:spcPct val="35000"/>
            </a:spcAft>
            <a:buNone/>
          </a:pPr>
          <a:r>
            <a:rPr lang="fr-FR" sz="1800" kern="1200" dirty="0">
              <a:solidFill>
                <a:srgbClr val="7A7A7A"/>
              </a:solidFill>
            </a:rPr>
            <a:t>1 bien support</a:t>
          </a:r>
        </a:p>
        <a:p>
          <a:pPr marL="0" lvl="0" indent="0" algn="l" defTabSz="800100">
            <a:lnSpc>
              <a:spcPct val="90000"/>
            </a:lnSpc>
            <a:spcBef>
              <a:spcPct val="0"/>
            </a:spcBef>
            <a:spcAft>
              <a:spcPct val="35000"/>
            </a:spcAft>
            <a:buNone/>
          </a:pPr>
          <a:r>
            <a:rPr lang="fr-FR" sz="18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socle de règles</a:t>
          </a:r>
        </a:p>
        <a:p>
          <a:pPr marL="0" lvl="0" indent="0" algn="l" defTabSz="800100">
            <a:lnSpc>
              <a:spcPct val="90000"/>
            </a:lnSpc>
            <a:spcBef>
              <a:spcPct val="0"/>
            </a:spcBef>
            <a:spcAft>
              <a:spcPct val="35000"/>
            </a:spcAft>
            <a:buNone/>
          </a:pPr>
          <a:r>
            <a:rPr lang="fr-FR" sz="1800" kern="1200" dirty="0"/>
            <a:t>1 méthode d’évaluation du socle</a:t>
          </a:r>
        </a:p>
        <a:p>
          <a:pPr marL="0" lvl="0" indent="0" algn="l" defTabSz="800100">
            <a:lnSpc>
              <a:spcPct val="90000"/>
            </a:lnSpc>
            <a:spcBef>
              <a:spcPct val="0"/>
            </a:spcBef>
            <a:spcAft>
              <a:spcPct val="35000"/>
            </a:spcAft>
            <a:buNone/>
          </a:pPr>
          <a:r>
            <a:rPr lang="fr-FR" sz="1800" kern="1200" dirty="0"/>
            <a:t>1 règle du socle</a:t>
          </a:r>
        </a:p>
        <a:p>
          <a:pPr marL="0" lvl="0" indent="0" algn="l" defTabSz="800100">
            <a:lnSpc>
              <a:spcPct val="90000"/>
            </a:lnSpc>
            <a:spcBef>
              <a:spcPct val="0"/>
            </a:spcBef>
            <a:spcAft>
              <a:spcPct val="35000"/>
            </a:spcAft>
            <a:buNone/>
          </a:pPr>
          <a:r>
            <a:rPr lang="fr-FR" sz="1800" kern="1200" dirty="0"/>
            <a:t>1 évaluation</a:t>
          </a:r>
        </a:p>
        <a:p>
          <a:pPr marL="0" lvl="0" indent="0" algn="l" defTabSz="800100">
            <a:lnSpc>
              <a:spcPct val="90000"/>
            </a:lnSpc>
            <a:spcBef>
              <a:spcPct val="0"/>
            </a:spcBef>
            <a:spcAft>
              <a:spcPct val="35000"/>
            </a:spcAft>
            <a:buNone/>
          </a:pPr>
          <a:r>
            <a:rPr lang="fr-FR" sz="1800" kern="1200" dirty="0"/>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2C1BC-6F6F-416A-8028-F8DB4BEE026A}">
      <dsp:nvSpPr>
        <dsp:cNvPr id="0" name=""/>
        <dsp:cNvSpPr/>
      </dsp:nvSpPr>
      <dsp:spPr>
        <a:xfrm>
          <a:off x="4331728" y="2498179"/>
          <a:ext cx="1852142" cy="1852142"/>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fr-FR" sz="3200" kern="1200" dirty="0"/>
            <a:t>Risques</a:t>
          </a:r>
        </a:p>
      </dsp:txBody>
      <dsp:txXfrm>
        <a:off x="4602968" y="2769419"/>
        <a:ext cx="1309662" cy="1309662"/>
      </dsp:txXfrm>
    </dsp:sp>
    <dsp:sp modelId="{E94971C4-2B0D-4345-B715-8D4A25D1BFF1}">
      <dsp:nvSpPr>
        <dsp:cNvPr id="0" name=""/>
        <dsp:cNvSpPr/>
      </dsp:nvSpPr>
      <dsp:spPr>
        <a:xfrm rot="10800000">
          <a:off x="2538380" y="3160320"/>
          <a:ext cx="1694714" cy="527860"/>
        </a:xfrm>
        <a:prstGeom prst="lef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6C4585E-1F4C-4B6C-9182-C7ACB7A815D1}">
      <dsp:nvSpPr>
        <dsp:cNvPr id="0" name=""/>
        <dsp:cNvSpPr/>
      </dsp:nvSpPr>
      <dsp:spPr>
        <a:xfrm>
          <a:off x="1658612" y="2720436"/>
          <a:ext cx="1759535" cy="1407628"/>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a:solidFill>
                <a:schemeClr val="tx1"/>
              </a:solidFill>
            </a:rPr>
            <a:t>Sources de risques</a:t>
          </a:r>
          <a:endParaRPr lang="fr-FR" sz="2100" kern="1200" dirty="0">
            <a:solidFill>
              <a:schemeClr val="tx1"/>
            </a:solidFill>
          </a:endParaRPr>
        </a:p>
      </dsp:txBody>
      <dsp:txXfrm>
        <a:off x="1699840" y="2761664"/>
        <a:ext cx="1677079" cy="1325172"/>
      </dsp:txXfrm>
    </dsp:sp>
    <dsp:sp modelId="{26F61361-452C-47C4-826D-64D0C8EDDBA5}">
      <dsp:nvSpPr>
        <dsp:cNvPr id="0" name=""/>
        <dsp:cNvSpPr/>
      </dsp:nvSpPr>
      <dsp:spPr>
        <a:xfrm rot="13500000">
          <a:off x="3086694" y="1836571"/>
          <a:ext cx="1694714" cy="527860"/>
        </a:xfrm>
        <a:prstGeom prst="lef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AC83906-4B2E-452E-8316-BBE8D6DA4B3D}">
      <dsp:nvSpPr>
        <dsp:cNvPr id="0" name=""/>
        <dsp:cNvSpPr/>
      </dsp:nvSpPr>
      <dsp:spPr>
        <a:xfrm>
          <a:off x="2455112" y="797516"/>
          <a:ext cx="1759535" cy="1407628"/>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Scénarios stratégiques</a:t>
          </a:r>
        </a:p>
      </dsp:txBody>
      <dsp:txXfrm>
        <a:off x="2496340" y="838744"/>
        <a:ext cx="1677079" cy="1325172"/>
      </dsp:txXfrm>
    </dsp:sp>
    <dsp:sp modelId="{E9629943-F701-4595-AB53-C1D09F3299A1}">
      <dsp:nvSpPr>
        <dsp:cNvPr id="0" name=""/>
        <dsp:cNvSpPr/>
      </dsp:nvSpPr>
      <dsp:spPr>
        <a:xfrm rot="16200000">
          <a:off x="4410442" y="1288257"/>
          <a:ext cx="1694714" cy="527860"/>
        </a:xfrm>
        <a:prstGeom prst="lef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BA9D372-6166-4738-9A8A-8DD2B802AE90}">
      <dsp:nvSpPr>
        <dsp:cNvPr id="0" name=""/>
        <dsp:cNvSpPr/>
      </dsp:nvSpPr>
      <dsp:spPr>
        <a:xfrm>
          <a:off x="4378032" y="1016"/>
          <a:ext cx="1759535" cy="1407628"/>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Scénarios opérationnels</a:t>
          </a:r>
        </a:p>
      </dsp:txBody>
      <dsp:txXfrm>
        <a:off x="4419260" y="42244"/>
        <a:ext cx="1677079" cy="1325172"/>
      </dsp:txXfrm>
    </dsp:sp>
    <dsp:sp modelId="{2180944B-1155-409B-B53B-0F7EA4F8D924}">
      <dsp:nvSpPr>
        <dsp:cNvPr id="0" name=""/>
        <dsp:cNvSpPr/>
      </dsp:nvSpPr>
      <dsp:spPr>
        <a:xfrm rot="18900000">
          <a:off x="5734190" y="1836571"/>
          <a:ext cx="1694714" cy="527860"/>
        </a:xfrm>
        <a:prstGeom prst="lef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1893C455-12EE-4E3E-B63E-4C13101EB7E3}">
      <dsp:nvSpPr>
        <dsp:cNvPr id="0" name=""/>
        <dsp:cNvSpPr/>
      </dsp:nvSpPr>
      <dsp:spPr>
        <a:xfrm>
          <a:off x="6300952" y="797516"/>
          <a:ext cx="1759535" cy="1407628"/>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Événements redoutés</a:t>
          </a:r>
        </a:p>
      </dsp:txBody>
      <dsp:txXfrm>
        <a:off x="6342180" y="838744"/>
        <a:ext cx="1677079" cy="1325172"/>
      </dsp:txXfrm>
    </dsp:sp>
    <dsp:sp modelId="{B5F5AD02-E0D8-4F98-B2C7-70A5DD5E948C}">
      <dsp:nvSpPr>
        <dsp:cNvPr id="0" name=""/>
        <dsp:cNvSpPr/>
      </dsp:nvSpPr>
      <dsp:spPr>
        <a:xfrm>
          <a:off x="6282505" y="3160320"/>
          <a:ext cx="1694714" cy="527860"/>
        </a:xfrm>
        <a:prstGeom prst="lef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A749030-44D5-426F-A8D5-AA85C9F45A6A}">
      <dsp:nvSpPr>
        <dsp:cNvPr id="0" name=""/>
        <dsp:cNvSpPr/>
      </dsp:nvSpPr>
      <dsp:spPr>
        <a:xfrm>
          <a:off x="7097452" y="2720436"/>
          <a:ext cx="1759535" cy="1407628"/>
        </a:xfrm>
        <a:prstGeom prst="roundRect">
          <a:avLst>
            <a:gd name="adj" fmla="val 10000"/>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Conséquences</a:t>
          </a:r>
        </a:p>
      </dsp:txBody>
      <dsp:txXfrm>
        <a:off x="7138680" y="2761664"/>
        <a:ext cx="1677079" cy="132517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événement redouté</a:t>
          </a:r>
        </a:p>
        <a:p>
          <a:pPr marL="0" lvl="0" indent="0" algn="l" defTabSz="711200">
            <a:lnSpc>
              <a:spcPct val="90000"/>
            </a:lnSpc>
            <a:spcBef>
              <a:spcPct val="0"/>
            </a:spcBef>
            <a:spcAft>
              <a:spcPct val="35000"/>
            </a:spcAft>
            <a:buNone/>
          </a:pPr>
          <a:r>
            <a:rPr lang="fr-FR" sz="1600" kern="1200" dirty="0"/>
            <a:t>1 source de risques</a:t>
          </a:r>
        </a:p>
        <a:p>
          <a:pPr marL="0" lvl="0" indent="0" algn="l" defTabSz="711200">
            <a:lnSpc>
              <a:spcPct val="90000"/>
            </a:lnSpc>
            <a:spcBef>
              <a:spcPct val="0"/>
            </a:spcBef>
            <a:spcAft>
              <a:spcPct val="35000"/>
            </a:spcAft>
            <a:buNone/>
          </a:pPr>
          <a:r>
            <a:rPr lang="fr-FR" sz="1600" kern="1200" dirty="0"/>
            <a:t>1 scénario stratégique</a:t>
          </a:r>
        </a:p>
        <a:p>
          <a:pPr marL="0" lvl="0" indent="0" algn="l" defTabSz="711200">
            <a:lnSpc>
              <a:spcPct val="90000"/>
            </a:lnSpc>
            <a:spcBef>
              <a:spcPct val="0"/>
            </a:spcBef>
            <a:spcAft>
              <a:spcPct val="35000"/>
            </a:spcAft>
            <a:buNone/>
          </a:pPr>
          <a:r>
            <a:rPr lang="fr-FR" sz="1600" kern="1200" dirty="0"/>
            <a:t>1 scénario opérationnel</a:t>
          </a:r>
        </a:p>
        <a:p>
          <a:pPr marL="0" lvl="0" indent="0" algn="l" defTabSz="711200">
            <a:lnSpc>
              <a:spcPct val="90000"/>
            </a:lnSpc>
            <a:spcBef>
              <a:spcPct val="0"/>
            </a:spcBef>
            <a:spcAft>
              <a:spcPct val="35000"/>
            </a:spcAft>
            <a:buNone/>
          </a:pPr>
          <a:r>
            <a:rPr lang="fr-FR" sz="1600" kern="1200" dirty="0"/>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20F00E4-5976-4775-A517-76743D3BE812}">
      <dsp:nvSpPr>
        <dsp:cNvPr id="0" name=""/>
        <dsp:cNvSpPr/>
      </dsp:nvSpPr>
      <dsp:spPr>
        <a:xfrm>
          <a:off x="3953" y="216587"/>
          <a:ext cx="2377306" cy="5760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Font typeface="+mj-lt"/>
            <a:buNone/>
          </a:pPr>
          <a:r>
            <a:rPr lang="fr-FR" sz="2000" b="1" kern="1200" dirty="0">
              <a:solidFill>
                <a:schemeClr val="tx1"/>
              </a:solidFill>
            </a:rPr>
            <a:t>Réduire</a:t>
          </a:r>
          <a:r>
            <a:rPr lang="fr-FR" sz="2000" kern="1200" dirty="0">
              <a:solidFill>
                <a:schemeClr val="tx1"/>
              </a:solidFill>
            </a:rPr>
            <a:t> le risque</a:t>
          </a:r>
        </a:p>
      </dsp:txBody>
      <dsp:txXfrm>
        <a:off x="3953" y="216587"/>
        <a:ext cx="2377306" cy="576000"/>
      </dsp:txXfrm>
    </dsp:sp>
    <dsp:sp modelId="{B3AE5F7E-70A5-47D6-AAAB-0A84735DAD6D}">
      <dsp:nvSpPr>
        <dsp:cNvPr id="0" name=""/>
        <dsp:cNvSpPr/>
      </dsp:nvSpPr>
      <dsp:spPr>
        <a:xfrm>
          <a:off x="3953" y="792587"/>
          <a:ext cx="2377306" cy="253226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Font typeface="Arial" panose="020B0604020202020204" pitchFamily="34" charset="0"/>
            <a:buChar char="•"/>
          </a:pPr>
          <a:r>
            <a:rPr lang="fr-FR" sz="2000" kern="1200" dirty="0"/>
            <a:t>Appliquer des mesures pour réduire la vraisemblance, ou éventuellement la gravité (pas simple !) du risque</a:t>
          </a:r>
        </a:p>
      </dsp:txBody>
      <dsp:txXfrm>
        <a:off x="3953" y="792587"/>
        <a:ext cx="2377306" cy="2532262"/>
      </dsp:txXfrm>
    </dsp:sp>
    <dsp:sp modelId="{3E4DBF69-EB33-4100-AB1F-D9863651FF78}">
      <dsp:nvSpPr>
        <dsp:cNvPr id="0" name=""/>
        <dsp:cNvSpPr/>
      </dsp:nvSpPr>
      <dsp:spPr>
        <a:xfrm>
          <a:off x="2714082" y="216587"/>
          <a:ext cx="2377306" cy="5760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Refuser</a:t>
          </a:r>
          <a:r>
            <a:rPr lang="fr-FR" sz="2000" kern="1200" dirty="0"/>
            <a:t> le risque</a:t>
          </a:r>
        </a:p>
      </dsp:txBody>
      <dsp:txXfrm>
        <a:off x="2714082" y="216587"/>
        <a:ext cx="2377306" cy="576000"/>
      </dsp:txXfrm>
    </dsp:sp>
    <dsp:sp modelId="{1FB2A261-04F3-4DD0-8FA0-3A843D15AE32}">
      <dsp:nvSpPr>
        <dsp:cNvPr id="0" name=""/>
        <dsp:cNvSpPr/>
      </dsp:nvSpPr>
      <dsp:spPr>
        <a:xfrm>
          <a:off x="2714082" y="792587"/>
          <a:ext cx="2377306" cy="2532262"/>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réduire, arrêter ou ne pas démarrer, l'activité porteuse du risque</a:t>
          </a:r>
        </a:p>
      </dsp:txBody>
      <dsp:txXfrm>
        <a:off x="2714082" y="792587"/>
        <a:ext cx="2377306" cy="2532262"/>
      </dsp:txXfrm>
    </dsp:sp>
    <dsp:sp modelId="{43918631-E069-4483-88A6-A3321F2FB034}">
      <dsp:nvSpPr>
        <dsp:cNvPr id="0" name=""/>
        <dsp:cNvSpPr/>
      </dsp:nvSpPr>
      <dsp:spPr>
        <a:xfrm>
          <a:off x="5424211" y="216587"/>
          <a:ext cx="2377306" cy="576000"/>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Partager</a:t>
          </a:r>
          <a:r>
            <a:rPr lang="fr-FR" sz="2000" kern="1200" dirty="0"/>
            <a:t> le risque</a:t>
          </a:r>
        </a:p>
      </dsp:txBody>
      <dsp:txXfrm>
        <a:off x="5424211" y="216587"/>
        <a:ext cx="2377306" cy="576000"/>
      </dsp:txXfrm>
    </dsp:sp>
    <dsp:sp modelId="{F30C048F-CEAA-4EAF-A129-A79F0A470206}">
      <dsp:nvSpPr>
        <dsp:cNvPr id="0" name=""/>
        <dsp:cNvSpPr/>
      </dsp:nvSpPr>
      <dsp:spPr>
        <a:xfrm>
          <a:off x="5424211" y="792587"/>
          <a:ext cx="2377306" cy="2532262"/>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transférer tout ou partie du risque à un tiers (ex : partager des conséquences via une assurance)</a:t>
          </a:r>
        </a:p>
      </dsp:txBody>
      <dsp:txXfrm>
        <a:off x="5424211" y="792587"/>
        <a:ext cx="2377306" cy="2532262"/>
      </dsp:txXfrm>
    </dsp:sp>
    <dsp:sp modelId="{79EB5F88-252F-4AED-87FC-DAD255F381F9}">
      <dsp:nvSpPr>
        <dsp:cNvPr id="0" name=""/>
        <dsp:cNvSpPr/>
      </dsp:nvSpPr>
      <dsp:spPr>
        <a:xfrm>
          <a:off x="8134340" y="216587"/>
          <a:ext cx="2377306" cy="576000"/>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Prendre</a:t>
          </a:r>
          <a:r>
            <a:rPr lang="fr-FR" sz="2000" kern="1200" dirty="0"/>
            <a:t> le risque</a:t>
          </a:r>
        </a:p>
      </dsp:txBody>
      <dsp:txXfrm>
        <a:off x="8134340" y="216587"/>
        <a:ext cx="2377306" cy="576000"/>
      </dsp:txXfrm>
    </dsp:sp>
    <dsp:sp modelId="{CEF261AC-F192-4658-95DF-A18F88C83886}">
      <dsp:nvSpPr>
        <dsp:cNvPr id="0" name=""/>
        <dsp:cNvSpPr/>
      </dsp:nvSpPr>
      <dsp:spPr>
        <a:xfrm>
          <a:off x="8134340" y="792587"/>
          <a:ext cx="2377306" cy="2532262"/>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Maintenir le risque à son niveau</a:t>
          </a:r>
        </a:p>
      </dsp:txBody>
      <dsp:txXfrm>
        <a:off x="8134340" y="792587"/>
        <a:ext cx="2377306" cy="253226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BD646B-6AEE-42FF-B335-898267653524}">
      <dsp:nvSpPr>
        <dsp:cNvPr id="0" name=""/>
        <dsp:cNvSpPr/>
      </dsp:nvSpPr>
      <dsp:spPr>
        <a:xfrm>
          <a:off x="117" y="209814"/>
          <a:ext cx="2752129" cy="1100851"/>
        </a:xfrm>
        <a:prstGeom prst="chevr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solidFill>
                <a:schemeClr val="tx1"/>
              </a:solidFill>
            </a:rPr>
            <a:t>Partir de l’étude</a:t>
          </a:r>
        </a:p>
      </dsp:txBody>
      <dsp:txXfrm>
        <a:off x="550543" y="209814"/>
        <a:ext cx="1651278" cy="1100851"/>
      </dsp:txXfrm>
    </dsp:sp>
    <dsp:sp modelId="{7E25731F-1E2D-4872-A6DD-1E6927A3D196}">
      <dsp:nvSpPr>
        <dsp:cNvPr id="0" name=""/>
        <dsp:cNvSpPr/>
      </dsp:nvSpPr>
      <dsp:spPr>
        <a:xfrm>
          <a:off x="11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sont les mesures qui ont pu être déterminées tout au long de l’étude ?</a:t>
          </a:r>
        </a:p>
      </dsp:txBody>
      <dsp:txXfrm>
        <a:off x="117" y="1448273"/>
        <a:ext cx="2201703" cy="2693250"/>
      </dsp:txXfrm>
    </dsp:sp>
    <dsp:sp modelId="{0959C2EF-CB0A-4274-B2A2-76BBDFBD6074}">
      <dsp:nvSpPr>
        <dsp:cNvPr id="0" name=""/>
        <dsp:cNvSpPr/>
      </dsp:nvSpPr>
      <dsp:spPr>
        <a:xfrm>
          <a:off x="2536247" y="209814"/>
          <a:ext cx="2752129" cy="1100851"/>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cohérence</a:t>
          </a:r>
        </a:p>
      </dsp:txBody>
      <dsp:txXfrm>
        <a:off x="3086673" y="209814"/>
        <a:ext cx="1651278" cy="1100851"/>
      </dsp:txXfrm>
    </dsp:sp>
    <dsp:sp modelId="{D84EBEC1-C5B7-42AC-97B6-F7FF02E323F7}">
      <dsp:nvSpPr>
        <dsp:cNvPr id="0" name=""/>
        <dsp:cNvSpPr/>
      </dsp:nvSpPr>
      <dsp:spPr>
        <a:xfrm>
          <a:off x="253624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cohérentes entre elles, et avec l’organisation, en termes de fond et de forme ?</a:t>
          </a:r>
        </a:p>
      </dsp:txBody>
      <dsp:txXfrm>
        <a:off x="2536247" y="1448273"/>
        <a:ext cx="2201703" cy="2693250"/>
      </dsp:txXfrm>
    </dsp:sp>
    <dsp:sp modelId="{BCED8459-90C5-4142-958C-3ACCFC8F3F63}">
      <dsp:nvSpPr>
        <dsp:cNvPr id="0" name=""/>
        <dsp:cNvSpPr/>
      </dsp:nvSpPr>
      <dsp:spPr>
        <a:xfrm>
          <a:off x="5072377" y="209814"/>
          <a:ext cx="2752129" cy="1100851"/>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complétude</a:t>
          </a:r>
        </a:p>
      </dsp:txBody>
      <dsp:txXfrm>
        <a:off x="5622803" y="209814"/>
        <a:ext cx="1651278" cy="1100851"/>
      </dsp:txXfrm>
    </dsp:sp>
    <dsp:sp modelId="{BA936223-2001-4C67-BECE-40FA81876EFC}">
      <dsp:nvSpPr>
        <dsp:cNvPr id="0" name=""/>
        <dsp:cNvSpPr/>
      </dsp:nvSpPr>
      <dsp:spPr>
        <a:xfrm>
          <a:off x="507237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suffisantes pour traiter les risques conformément aux options de traitement choisies ?</a:t>
          </a:r>
        </a:p>
      </dsp:txBody>
      <dsp:txXfrm>
        <a:off x="5072377" y="1448273"/>
        <a:ext cx="2201703" cy="2693250"/>
      </dsp:txXfrm>
    </dsp:sp>
    <dsp:sp modelId="{40B1E412-67BE-481C-8373-23AC334133CC}">
      <dsp:nvSpPr>
        <dsp:cNvPr id="0" name=""/>
        <dsp:cNvSpPr/>
      </dsp:nvSpPr>
      <dsp:spPr>
        <a:xfrm>
          <a:off x="7763352" y="209814"/>
          <a:ext cx="2752129" cy="1100851"/>
        </a:xfrm>
        <a:prstGeom prst="chevr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Planifier leur mise en œuvre</a:t>
          </a:r>
        </a:p>
      </dsp:txBody>
      <dsp:txXfrm>
        <a:off x="8313778" y="209814"/>
        <a:ext cx="1651278" cy="1100851"/>
      </dsp:txXfrm>
    </dsp:sp>
    <dsp:sp modelId="{7670FB3C-8805-43F9-81C5-BF19D9134845}">
      <dsp:nvSpPr>
        <dsp:cNvPr id="0" name=""/>
        <dsp:cNvSpPr/>
      </dsp:nvSpPr>
      <dsp:spPr>
        <a:xfrm>
          <a:off x="7735545" y="1448273"/>
          <a:ext cx="2511395"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ressources et quel calendrier ?</a:t>
          </a:r>
        </a:p>
      </dsp:txBody>
      <dsp:txXfrm>
        <a:off x="7735545" y="1448273"/>
        <a:ext cx="2511395" cy="269325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2198F8-9DC3-4054-9FE9-4F1D6FE742F7}">
      <dsp:nvSpPr>
        <dsp:cNvPr id="0" name=""/>
        <dsp:cNvSpPr/>
      </dsp:nvSpPr>
      <dsp:spPr>
        <a:xfrm>
          <a:off x="3953" y="83878"/>
          <a:ext cx="2377306" cy="7283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solidFill>
                <a:schemeClr val="tx1"/>
              </a:solidFill>
              <a:latin typeface="+mj-lt"/>
              <a:cs typeface="Segoe UI" panose="020B0502040204020203" pitchFamily="34" charset="0"/>
            </a:rPr>
            <a:t>Gouvernance et anticipation</a:t>
          </a:r>
          <a:endParaRPr lang="fr-FR" sz="2000" b="0" kern="1200" dirty="0">
            <a:solidFill>
              <a:schemeClr val="tx1"/>
            </a:solidFill>
          </a:endParaRPr>
        </a:p>
      </dsp:txBody>
      <dsp:txXfrm>
        <a:off x="3953" y="83878"/>
        <a:ext cx="2377306" cy="728312"/>
      </dsp:txXfrm>
    </dsp:sp>
    <dsp:sp modelId="{5A240395-4F4E-4BF6-870D-F854F3C7F886}">
      <dsp:nvSpPr>
        <dsp:cNvPr id="0" name=""/>
        <dsp:cNvSpPr/>
      </dsp:nvSpPr>
      <dsp:spPr>
        <a:xfrm>
          <a:off x="3953" y="812190"/>
          <a:ext cx="2377306" cy="345526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Organisation de management du risque et d’amélioration continue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Processus d’homologation</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Maîtrise de l’écosystème</a:t>
          </a:r>
        </a:p>
      </dsp:txBody>
      <dsp:txXfrm>
        <a:off x="3953" y="812190"/>
        <a:ext cx="2377306" cy="3455268"/>
      </dsp:txXfrm>
    </dsp:sp>
    <dsp:sp modelId="{1C9B2E57-EB9D-4553-8989-F38B550A30A4}">
      <dsp:nvSpPr>
        <dsp:cNvPr id="0" name=""/>
        <dsp:cNvSpPr/>
      </dsp:nvSpPr>
      <dsp:spPr>
        <a:xfrm>
          <a:off x="2714082" y="83878"/>
          <a:ext cx="2377306" cy="728312"/>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Protection</a:t>
          </a:r>
        </a:p>
      </dsp:txBody>
      <dsp:txXfrm>
        <a:off x="2714082" y="83878"/>
        <a:ext cx="2377306" cy="728312"/>
      </dsp:txXfrm>
    </dsp:sp>
    <dsp:sp modelId="{24FB2D6E-1BC0-461A-816E-A73BAEF35A78}">
      <dsp:nvSpPr>
        <dsp:cNvPr id="0" name=""/>
        <dsp:cNvSpPr/>
      </dsp:nvSpPr>
      <dsp:spPr>
        <a:xfrm>
          <a:off x="2714082" y="812190"/>
          <a:ext cx="2377306" cy="3455268"/>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l’authentification et du contrôle d’accès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Sécurité physique et organisationnelle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Maintien en condition de sécurité et gestion d’obsolescence</a:t>
          </a:r>
        </a:p>
      </dsp:txBody>
      <dsp:txXfrm>
        <a:off x="2714082" y="812190"/>
        <a:ext cx="2377306" cy="3455268"/>
      </dsp:txXfrm>
    </dsp:sp>
    <dsp:sp modelId="{11190446-8876-43F7-BFB4-19D7378A9E24}">
      <dsp:nvSpPr>
        <dsp:cNvPr id="0" name=""/>
        <dsp:cNvSpPr/>
      </dsp:nvSpPr>
      <dsp:spPr>
        <a:xfrm>
          <a:off x="5424211" y="83878"/>
          <a:ext cx="2377306" cy="728312"/>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Résilience</a:t>
          </a:r>
        </a:p>
      </dsp:txBody>
      <dsp:txXfrm>
        <a:off x="5424211" y="83878"/>
        <a:ext cx="2377306" cy="728312"/>
      </dsp:txXfrm>
    </dsp:sp>
    <dsp:sp modelId="{1B640834-54A4-49BF-BE90-7DCBDD26541C}">
      <dsp:nvSpPr>
        <dsp:cNvPr id="0" name=""/>
        <dsp:cNvSpPr/>
      </dsp:nvSpPr>
      <dsp:spPr>
        <a:xfrm>
          <a:off x="5424211" y="812190"/>
          <a:ext cx="2377306" cy="3455268"/>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Continuité d’activité (sauvegarde et restauration, gestion des modes dégradés)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Reprise d’activité</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crise cyber</a:t>
          </a:r>
        </a:p>
      </dsp:txBody>
      <dsp:txXfrm>
        <a:off x="5424211" y="812190"/>
        <a:ext cx="2377306" cy="3455268"/>
      </dsp:txXfrm>
    </dsp:sp>
    <dsp:sp modelId="{EAEE1F1C-5707-4459-B01A-F44923605365}">
      <dsp:nvSpPr>
        <dsp:cNvPr id="0" name=""/>
        <dsp:cNvSpPr/>
      </dsp:nvSpPr>
      <dsp:spPr>
        <a:xfrm>
          <a:off x="8134340" y="83878"/>
          <a:ext cx="2377306" cy="728312"/>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Défense</a:t>
          </a:r>
        </a:p>
      </dsp:txBody>
      <dsp:txXfrm>
        <a:off x="8134340" y="83878"/>
        <a:ext cx="2377306" cy="728312"/>
      </dsp:txXfrm>
    </dsp:sp>
    <dsp:sp modelId="{832894B5-6E2C-4CA6-8ABC-9224D362B68D}">
      <dsp:nvSpPr>
        <dsp:cNvPr id="0" name=""/>
        <dsp:cNvSpPr/>
      </dsp:nvSpPr>
      <dsp:spPr>
        <a:xfrm>
          <a:off x="8134340" y="812190"/>
          <a:ext cx="2377306" cy="3455268"/>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Surveillance d’événements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Détection et classification d’incidents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Réponse à un incident cyber</a:t>
          </a:r>
        </a:p>
      </dsp:txBody>
      <dsp:txXfrm>
        <a:off x="8134340" y="812190"/>
        <a:ext cx="2377306" cy="345526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événement redouté</a:t>
          </a:r>
        </a:p>
        <a:p>
          <a:pPr marL="0" lvl="0" indent="0" algn="l" defTabSz="711200">
            <a:lnSpc>
              <a:spcPct val="90000"/>
            </a:lnSpc>
            <a:spcBef>
              <a:spcPct val="0"/>
            </a:spcBef>
            <a:spcAft>
              <a:spcPct val="35000"/>
            </a:spcAft>
            <a:buNone/>
          </a:pPr>
          <a:r>
            <a:rPr lang="fr-FR" sz="1600" kern="1200" dirty="0">
              <a:solidFill>
                <a:srgbClr val="7A7A7A"/>
              </a:solidFill>
            </a:rPr>
            <a:t>1 source de risques</a:t>
          </a:r>
        </a:p>
        <a:p>
          <a:pPr marL="0" lvl="0" indent="0" algn="l" defTabSz="711200">
            <a:lnSpc>
              <a:spcPct val="90000"/>
            </a:lnSpc>
            <a:spcBef>
              <a:spcPct val="0"/>
            </a:spcBef>
            <a:spcAft>
              <a:spcPct val="35000"/>
            </a:spcAft>
            <a:buNone/>
          </a:pPr>
          <a:r>
            <a:rPr lang="fr-FR" sz="1600" kern="1200" dirty="0">
              <a:solidFill>
                <a:srgbClr val="7A7A7A"/>
              </a:solidFill>
            </a:rPr>
            <a:t>1 scénario stratégique</a:t>
          </a:r>
        </a:p>
        <a:p>
          <a:pPr marL="0" lvl="0" indent="0" algn="l" defTabSz="711200">
            <a:lnSpc>
              <a:spcPct val="90000"/>
            </a:lnSpc>
            <a:spcBef>
              <a:spcPct val="0"/>
            </a:spcBef>
            <a:spcAft>
              <a:spcPct val="35000"/>
            </a:spcAft>
            <a:buNone/>
          </a:pPr>
          <a:r>
            <a:rPr lang="fr-FR" sz="1600" kern="1200" dirty="0">
              <a:solidFill>
                <a:srgbClr val="7A7A7A"/>
              </a:solidFill>
            </a:rPr>
            <a:t>1 scénario opérationnel</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92857B9-7703-4CD2-B157-36BD6E79A33B}">
      <dsp:nvSpPr>
        <dsp:cNvPr id="0" name=""/>
        <dsp:cNvSpPr/>
      </dsp:nvSpPr>
      <dsp:spPr>
        <a:xfrm>
          <a:off x="8683041"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mesure complémentaire</a:t>
          </a:r>
        </a:p>
        <a:p>
          <a:pPr marL="0" lvl="0" indent="0" algn="l" defTabSz="711200">
            <a:lnSpc>
              <a:spcPct val="90000"/>
            </a:lnSpc>
            <a:spcBef>
              <a:spcPct val="0"/>
            </a:spcBef>
            <a:spcAft>
              <a:spcPct val="35000"/>
            </a:spcAft>
            <a:buNone/>
          </a:pPr>
          <a:r>
            <a:rPr lang="fr-FR" sz="1600" kern="1200" dirty="0"/>
            <a:t>Composant traité</a:t>
          </a:r>
        </a:p>
        <a:p>
          <a:pPr marL="0" lvl="0" indent="0" algn="l" defTabSz="711200">
            <a:lnSpc>
              <a:spcPct val="90000"/>
            </a:lnSpc>
            <a:spcBef>
              <a:spcPct val="0"/>
            </a:spcBef>
            <a:spcAft>
              <a:spcPct val="35000"/>
            </a:spcAft>
            <a:buNone/>
          </a:pPr>
          <a:r>
            <a:rPr lang="fr-FR" sz="1600" kern="1200" dirty="0"/>
            <a:t>Option de traitement</a:t>
          </a:r>
        </a:p>
        <a:p>
          <a:pPr marL="0" lvl="0" indent="0" algn="l" defTabSz="711200">
            <a:lnSpc>
              <a:spcPct val="90000"/>
            </a:lnSpc>
            <a:spcBef>
              <a:spcPct val="0"/>
            </a:spcBef>
            <a:spcAft>
              <a:spcPct val="35000"/>
            </a:spcAft>
            <a:buNone/>
          </a:pPr>
          <a:r>
            <a:rPr lang="fr-FR" sz="1600" kern="1200" dirty="0"/>
            <a:t>Gains potentiels</a:t>
          </a:r>
        </a:p>
        <a:p>
          <a:pPr marL="0" lvl="0" indent="0" algn="l" defTabSz="711200">
            <a:lnSpc>
              <a:spcPct val="90000"/>
            </a:lnSpc>
            <a:spcBef>
              <a:spcPct val="0"/>
            </a:spcBef>
            <a:spcAft>
              <a:spcPct val="35000"/>
            </a:spcAft>
            <a:buNone/>
          </a:pPr>
          <a:r>
            <a:rPr lang="fr-FR" sz="1600" kern="1200" dirty="0"/>
            <a:t>Difficultés potentielles</a:t>
          </a:r>
        </a:p>
        <a:p>
          <a:pPr marL="0" lvl="0" indent="0" algn="l" defTabSz="711200">
            <a:lnSpc>
              <a:spcPct val="90000"/>
            </a:lnSpc>
            <a:spcBef>
              <a:spcPct val="0"/>
            </a:spcBef>
            <a:spcAft>
              <a:spcPct val="35000"/>
            </a:spcAft>
            <a:buNone/>
          </a:pPr>
          <a:r>
            <a:rPr lang="fr-FR" sz="1600" kern="1200" dirty="0"/>
            <a:t>Planification</a:t>
          </a:r>
        </a:p>
      </dsp:txBody>
      <dsp:txXfrm>
        <a:off x="8683041" y="602240"/>
        <a:ext cx="1781627" cy="2534427"/>
      </dsp:txXfrm>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Traiter les risques</a:t>
          </a:r>
        </a:p>
      </dsp:txBody>
      <dsp:txXfrm>
        <a:off x="8683041" y="0"/>
        <a:ext cx="1781627" cy="60224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80D20E-2D11-40A4-9EBE-AABDCA18493D}">
      <dsp:nvSpPr>
        <dsp:cNvPr id="0" name=""/>
        <dsp:cNvSpPr/>
      </dsp:nvSpPr>
      <dsp:spPr>
        <a:xfrm>
          <a:off x="1485123" y="288244"/>
          <a:ext cx="750673" cy="75067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65CDAA-6386-4727-B44B-366CFF313101}">
      <dsp:nvSpPr>
        <dsp:cNvPr id="0" name=""/>
        <dsp:cNvSpPr/>
      </dsp:nvSpPr>
      <dsp:spPr>
        <a:xfrm>
          <a:off x="918490" y="1289214"/>
          <a:ext cx="1883941"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méthode d’analyse de risque ?</a:t>
          </a:r>
          <a:endParaRPr lang="en-US" sz="1600" kern="1200" dirty="0"/>
        </a:p>
      </dsp:txBody>
      <dsp:txXfrm>
        <a:off x="918490" y="1289214"/>
        <a:ext cx="1883941" cy="667265"/>
      </dsp:txXfrm>
    </dsp:sp>
    <dsp:sp modelId="{949062C1-8405-41E4-B213-C54D08643A82}">
      <dsp:nvSpPr>
        <dsp:cNvPr id="0" name=""/>
        <dsp:cNvSpPr/>
      </dsp:nvSpPr>
      <dsp:spPr>
        <a:xfrm>
          <a:off x="3553105" y="288244"/>
          <a:ext cx="750673" cy="75067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F32A7F-F21A-49BE-AFDD-B72BEE7D6B08}">
      <dsp:nvSpPr>
        <dsp:cNvPr id="0" name=""/>
        <dsp:cNvSpPr/>
      </dsp:nvSpPr>
      <dsp:spPr>
        <a:xfrm>
          <a:off x="3094360"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usine à gaz ?</a:t>
          </a:r>
          <a:endParaRPr lang="en-US" sz="1600" kern="1200" dirty="0"/>
        </a:p>
      </dsp:txBody>
      <dsp:txXfrm>
        <a:off x="3094360" y="1289214"/>
        <a:ext cx="1668164" cy="667265"/>
      </dsp:txXfrm>
    </dsp:sp>
    <dsp:sp modelId="{F2D1AD28-527B-41F9-9262-7BDD95BE94A4}">
      <dsp:nvSpPr>
        <dsp:cNvPr id="0" name=""/>
        <dsp:cNvSpPr/>
      </dsp:nvSpPr>
      <dsp:spPr>
        <a:xfrm>
          <a:off x="5513197" y="288244"/>
          <a:ext cx="750673" cy="75067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084614-0139-408E-A83F-F27B1F901CD7}">
      <dsp:nvSpPr>
        <dsp:cNvPr id="0" name=""/>
        <dsp:cNvSpPr/>
      </dsp:nvSpPr>
      <dsp:spPr>
        <a:xfrm>
          <a:off x="5054452"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Des comprimés pour l’indigestion ?</a:t>
          </a:r>
          <a:endParaRPr lang="en-US" sz="1600" kern="1200" dirty="0"/>
        </a:p>
      </dsp:txBody>
      <dsp:txXfrm>
        <a:off x="5054452" y="1289214"/>
        <a:ext cx="1668164" cy="667265"/>
      </dsp:txXfrm>
    </dsp:sp>
    <dsp:sp modelId="{5A2AE221-2A16-4F0C-AEDC-B99AF04E56B5}">
      <dsp:nvSpPr>
        <dsp:cNvPr id="0" name=""/>
        <dsp:cNvSpPr/>
      </dsp:nvSpPr>
      <dsp:spPr>
        <a:xfrm>
          <a:off x="7473290" y="288244"/>
          <a:ext cx="750673" cy="75067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657B39-B124-4B22-9C05-3576ED3168E2}">
      <dsp:nvSpPr>
        <dsp:cNvPr id="0" name=""/>
        <dsp:cNvSpPr/>
      </dsp:nvSpPr>
      <dsp:spPr>
        <a:xfrm>
          <a:off x="7014545"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EBIOS c’est la vie ?</a:t>
          </a:r>
          <a:endParaRPr lang="en-US" sz="1600" kern="1200" dirty="0"/>
        </a:p>
      </dsp:txBody>
      <dsp:txXfrm>
        <a:off x="7014545" y="1289214"/>
        <a:ext cx="1668164" cy="66726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4.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Pts" val="auto"/>
              <dgm:param type="endPts" val="ctr"/>
              <dgm:param type="endSty" val="noArr"/>
              <dgm:param type="begSty" val="ar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698C0E1-628D-4A29-932B-81EFC1D54B02}"/>
              </a:ext>
            </a:extLst>
          </p:cNvPr>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a:p>
        </p:txBody>
      </p:sp>
      <p:sp>
        <p:nvSpPr>
          <p:cNvPr id="3" name="Espace réservé de la date 2">
            <a:extLst>
              <a:ext uri="{FF2B5EF4-FFF2-40B4-BE49-F238E27FC236}">
                <a16:creationId xmlns:a16="http://schemas.microsoft.com/office/drawing/2014/main" id="{8E4E1657-5A73-426A-A66E-C4F85559BEA3}"/>
              </a:ext>
            </a:extLst>
          </p:cNvPr>
          <p:cNvSpPr>
            <a:spLocks noGrp="1"/>
          </p:cNvSpPr>
          <p:nvPr>
            <p:ph type="dt" sz="quarter" idx="1"/>
          </p:nvPr>
        </p:nvSpPr>
        <p:spPr>
          <a:xfrm>
            <a:off x="4023992" y="0"/>
            <a:ext cx="3078427" cy="513508"/>
          </a:xfrm>
          <a:prstGeom prst="rect">
            <a:avLst/>
          </a:prstGeom>
        </p:spPr>
        <p:txBody>
          <a:bodyPr vert="horz" lIns="99075" tIns="49538" rIns="99075" bIns="49538" rtlCol="0"/>
          <a:lstStyle>
            <a:lvl1pPr algn="r">
              <a:defRPr sz="1300"/>
            </a:lvl1pPr>
          </a:lstStyle>
          <a:p>
            <a:pPr rtl="0"/>
            <a:fld id="{F9082712-735A-41E6-9D1A-870E4D98DE51}" type="datetime1">
              <a:rPr lang="fr-FR" smtClean="0"/>
              <a:t>19/11/2025</a:t>
            </a:fld>
            <a:endParaRPr lang="fr-FR"/>
          </a:p>
        </p:txBody>
      </p:sp>
      <p:sp>
        <p:nvSpPr>
          <p:cNvPr id="4" name="Espace réservé du pied de page 3">
            <a:extLst>
              <a:ext uri="{FF2B5EF4-FFF2-40B4-BE49-F238E27FC236}">
                <a16:creationId xmlns:a16="http://schemas.microsoft.com/office/drawing/2014/main" id="{DBBF12EE-0BCA-4112-A66D-A1C7DDACEE34}"/>
              </a:ext>
            </a:extLst>
          </p:cNvPr>
          <p:cNvSpPr>
            <a:spLocks noGrp="1"/>
          </p:cNvSpPr>
          <p:nvPr>
            <p:ph type="ftr" sz="quarter" idx="2"/>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a:p>
        </p:txBody>
      </p:sp>
      <p:sp>
        <p:nvSpPr>
          <p:cNvPr id="5" name="Espace réservé du numéro de diapositive 4">
            <a:extLst>
              <a:ext uri="{FF2B5EF4-FFF2-40B4-BE49-F238E27FC236}">
                <a16:creationId xmlns:a16="http://schemas.microsoft.com/office/drawing/2014/main" id="{8059303C-1C5B-4166-91D0-954E1FF8A25A}"/>
              </a:ext>
            </a:extLst>
          </p:cNvPr>
          <p:cNvSpPr>
            <a:spLocks noGrp="1"/>
          </p:cNvSpPr>
          <p:nvPr>
            <p:ph type="sldNum" sz="quarter" idx="3"/>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8221B084-08CE-4CE2-A230-03FB2D2096EE}" type="slidenum">
              <a:rPr lang="fr-FR" smtClean="0"/>
              <a:t>‹N°›</a:t>
            </a:fld>
            <a:endParaRPr lang="fr-FR"/>
          </a:p>
        </p:txBody>
      </p:sp>
    </p:spTree>
    <p:extLst>
      <p:ext uri="{BB962C8B-B14F-4D97-AF65-F5344CB8AC3E}">
        <p14:creationId xmlns:p14="http://schemas.microsoft.com/office/powerpoint/2010/main" val="53962556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noProof="0"/>
          </a:p>
        </p:txBody>
      </p:sp>
      <p:sp>
        <p:nvSpPr>
          <p:cNvPr id="3" name="Espace réservé de la date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pPr rtl="0"/>
            <a:fld id="{A9EBE542-3726-4CE8-A1CA-5A9C449F35E9}" type="datetime1">
              <a:rPr lang="fr-FR" noProof="0" smtClean="0"/>
              <a:t>19/11/2025</a:t>
            </a:fld>
            <a:endParaRPr lang="fr-FR" noProof="0"/>
          </a:p>
        </p:txBody>
      </p:sp>
      <p:sp>
        <p:nvSpPr>
          <p:cNvPr id="4" name="Espace réservé de l’image des diapositives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pPr rtl="0"/>
            <a:endParaRPr lang="fr-FR" noProof="0"/>
          </a:p>
        </p:txBody>
      </p:sp>
      <p:sp>
        <p:nvSpPr>
          <p:cNvPr id="5" name="Espace réservé des commentaires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noProof="0"/>
          </a:p>
        </p:txBody>
      </p:sp>
      <p:sp>
        <p:nvSpPr>
          <p:cNvPr id="7" name="Espace réservé du numéro de diapositive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BB4B07EB-3CEE-4B2A-A06F-03C965D4E9F1}" type="slidenum">
              <a:rPr lang="fr-FR" noProof="0" smtClean="0"/>
              <a:t>‹N°›</a:t>
            </a:fld>
            <a:endParaRPr lang="fr-FR" noProof="0"/>
          </a:p>
        </p:txBody>
      </p:sp>
    </p:spTree>
    <p:extLst>
      <p:ext uri="{BB962C8B-B14F-4D97-AF65-F5344CB8AC3E}">
        <p14:creationId xmlns:p14="http://schemas.microsoft.com/office/powerpoint/2010/main" val="2076297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1E6D7BE9-6C4F-48E9-816E-E7C44694421A}" type="slidenum">
              <a:rPr lang="fr-FR" smtClean="0"/>
              <a:t>2</a:t>
            </a:fld>
            <a:endParaRPr lang="fr-FR"/>
          </a:p>
        </p:txBody>
      </p:sp>
    </p:spTree>
    <p:extLst>
      <p:ext uri="{BB962C8B-B14F-4D97-AF65-F5344CB8AC3E}">
        <p14:creationId xmlns:p14="http://schemas.microsoft.com/office/powerpoint/2010/main" val="13599155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dirty="0"/>
              <a:t>Présentation de la formation.</a:t>
            </a:r>
          </a:p>
          <a:p>
            <a:endParaRPr lang="fr-FR" dirty="0"/>
          </a:p>
          <a:p>
            <a:r>
              <a:rPr lang="fr-FR" dirty="0"/>
              <a:t>Le tour de table peut être l’occasion de cerner des besoins précis / des attentes vis-à-vis de la méthode et de sa mise en œuvre opérationnelle.</a:t>
            </a:r>
          </a:p>
          <a:p>
            <a:endParaRPr lang="fr-FR" dirty="0"/>
          </a:p>
          <a:p>
            <a:r>
              <a:rPr lang="fr-FR" dirty="0"/>
              <a:t>Message : ce n’est pas un cours sur les guides, mais une formation à la méthode !</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7</a:t>
            </a:fld>
            <a:endParaRPr lang="fr-FR" dirty="0"/>
          </a:p>
        </p:txBody>
      </p:sp>
    </p:spTree>
    <p:extLst>
      <p:ext uri="{BB962C8B-B14F-4D97-AF65-F5344CB8AC3E}">
        <p14:creationId xmlns:p14="http://schemas.microsoft.com/office/powerpoint/2010/main" val="341533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Présentation du premier exemple.</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11</a:t>
            </a:fld>
            <a:endParaRPr lang="fr-FR" dirty="0"/>
          </a:p>
        </p:txBody>
      </p:sp>
    </p:spTree>
    <p:extLst>
      <p:ext uri="{BB962C8B-B14F-4D97-AF65-F5344CB8AC3E}">
        <p14:creationId xmlns:p14="http://schemas.microsoft.com/office/powerpoint/2010/main" val="175845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1"/>
            <a:r>
              <a:rPr lang="fr-FR" b="1" dirty="0">
                <a:latin typeface="Calibri" panose="020F0502020204030204" pitchFamily="34" charset="0"/>
                <a:sym typeface="Wingdings" panose="05000000000000000000" pitchFamily="2" charset="2"/>
              </a:rPr>
              <a:t>Scénario stratégique</a:t>
            </a:r>
          </a:p>
          <a:p>
            <a:pPr marL="0" lvl="1"/>
            <a:r>
              <a:rPr lang="fr-FR" dirty="0">
                <a:latin typeface="Calibri" panose="020F0502020204030204" pitchFamily="34" charset="0"/>
                <a:sym typeface="Wingdings" panose="05000000000000000000" pitchFamily="2" charset="2"/>
              </a:rPr>
              <a:t>Il prend le contrôle via un site de partenaire piraté</a:t>
            </a:r>
          </a:p>
          <a:p>
            <a:pPr marL="0" lvl="1"/>
            <a:r>
              <a:rPr lang="fr-FR" b="1" dirty="0">
                <a:latin typeface="Calibri" panose="020F0502020204030204" pitchFamily="34" charset="0"/>
                <a:sym typeface="Wingdings" panose="05000000000000000000" pitchFamily="2" charset="2"/>
              </a:rPr>
              <a:t>Scénario opérationnel</a:t>
            </a:r>
          </a:p>
          <a:p>
            <a:pPr marL="0" lvl="1"/>
            <a:r>
              <a:rPr lang="fr-FR" dirty="0">
                <a:latin typeface="Calibri" panose="020F0502020204030204" pitchFamily="34" charset="0"/>
                <a:sym typeface="Wingdings" panose="05000000000000000000" pitchFamily="2" charset="2"/>
              </a:rPr>
              <a:t>Il pirate le site qui permet de trouver les stations de recharge, infecte le navigateur web du véhicule, et prend le contrôle du système qui interconnecte tous les équipements informatiques du véhicule</a:t>
            </a:r>
          </a:p>
          <a:p>
            <a:endParaRPr lang="fr-FR" dirty="0"/>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pPr/>
              <a:t>12</a:t>
            </a:fld>
            <a:endParaRPr lang="fr-FR"/>
          </a:p>
        </p:txBody>
      </p:sp>
    </p:spTree>
    <p:extLst>
      <p:ext uri="{BB962C8B-B14F-4D97-AF65-F5344CB8AC3E}">
        <p14:creationId xmlns:p14="http://schemas.microsoft.com/office/powerpoint/2010/main" val="1585706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19</a:t>
            </a:fld>
            <a:endParaRPr lang="fr-FR" dirty="0"/>
          </a:p>
        </p:txBody>
      </p:sp>
    </p:spTree>
    <p:extLst>
      <p:ext uri="{BB962C8B-B14F-4D97-AF65-F5344CB8AC3E}">
        <p14:creationId xmlns:p14="http://schemas.microsoft.com/office/powerpoint/2010/main" val="20681429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20</a:t>
            </a:fld>
            <a:endParaRPr lang="fr-FR" dirty="0"/>
          </a:p>
        </p:txBody>
      </p:sp>
    </p:spTree>
    <p:extLst>
      <p:ext uri="{BB962C8B-B14F-4D97-AF65-F5344CB8AC3E}">
        <p14:creationId xmlns:p14="http://schemas.microsoft.com/office/powerpoint/2010/main" val="1988853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dirty="0"/>
          </a:p>
          <a:p>
            <a:pPr marL="185766" indent="-185766">
              <a:buFont typeface="Arial" panose="020B0604020202020204" pitchFamily="34" charset="0"/>
              <a:buChar char="•"/>
            </a:pPr>
            <a:r>
              <a:rPr lang="fr-FR" dirty="0"/>
              <a:t>Rappel « visuel » de la méthode d'évaluation du niveau d'un risque</a:t>
            </a:r>
          </a:p>
          <a:p>
            <a:pPr marL="185766" indent="-185766">
              <a:buFont typeface="Arial" panose="020B0604020202020204" pitchFamily="34" charset="0"/>
              <a:buChar char="•"/>
            </a:pPr>
            <a:r>
              <a:rPr lang="fr-FR" dirty="0"/>
              <a:t>Présentation de la notion d’échelle</a:t>
            </a:r>
          </a:p>
          <a:p>
            <a:pPr marL="185766" indent="-185766">
              <a:buFont typeface="Arial" panose="020B0604020202020204" pitchFamily="34" charset="0"/>
              <a:buChar char="•"/>
            </a:pPr>
            <a:endParaRPr lang="fr-FR" dirty="0"/>
          </a:p>
          <a:p>
            <a:r>
              <a:rPr lang="fr-FR" u="sng" dirty="0"/>
              <a:t>Éléments de langage :</a:t>
            </a:r>
          </a:p>
          <a:p>
            <a:endParaRPr lang="fr-FR" dirty="0"/>
          </a:p>
          <a:p>
            <a:pPr marL="185766" indent="-185766">
              <a:buFont typeface="Arial" panose="020B0604020202020204" pitchFamily="34" charset="0"/>
              <a:buChar char="•"/>
            </a:pPr>
            <a:r>
              <a:rPr lang="fr-FR" dirty="0"/>
              <a:t>Comme évoqué à la page précédente, le niveau de risque s’évalue grâce à deux éléments, la gravité et la vraisemblance.</a:t>
            </a:r>
          </a:p>
          <a:p>
            <a:pPr marL="185766" indent="-185766">
              <a:buFont typeface="Arial" panose="020B0604020202020204" pitchFamily="34" charset="0"/>
              <a:buChar char="•"/>
            </a:pPr>
            <a:r>
              <a:rPr lang="fr-FR" dirty="0"/>
              <a:t>Afin de bien évaluer le niveau de risque, il est donc important que ces deux valeurs soient bien évaluées.</a:t>
            </a:r>
          </a:p>
          <a:p>
            <a:pPr marL="185766" indent="-185766">
              <a:buFont typeface="Arial" panose="020B0604020202020204" pitchFamily="34" charset="0"/>
              <a:buChar char="•"/>
            </a:pPr>
            <a:r>
              <a:rPr lang="fr-FR" dirty="0"/>
              <a:t>Pour cela il est nécessaire de disposer de bonnes échelles.</a:t>
            </a:r>
          </a:p>
          <a:p>
            <a:endParaRPr lang="fr-FR" dirty="0"/>
          </a:p>
          <a:p>
            <a:pPr marL="185766" indent="-185766">
              <a:buFont typeface="Arial" panose="020B0604020202020204" pitchFamily="34" charset="0"/>
              <a:buChar char="•"/>
            </a:pPr>
            <a:r>
              <a:rPr lang="fr-FR" dirty="0"/>
              <a:t>La notion d’échelle est abordée dès l’introduction et non (plus) après avoir présenté l’échelle de gravité (atelier 1) car la notion échelle est commune à toutes les échelles utilisées lors de l’analyse de risque (vraisemblance, niveau de risque, gravité, etc.) et au-delà, par exemple DIC.</a:t>
            </a:r>
          </a:p>
          <a:p>
            <a:pPr marL="185766" indent="-185766">
              <a:buFont typeface="Arial" panose="020B0604020202020204" pitchFamily="34" charset="0"/>
              <a:buChar char="•"/>
            </a:pPr>
            <a:r>
              <a:rPr lang="fr-FR" dirty="0"/>
              <a:t>La définition des métriques peut être réalisé en amont de l’analyse de risque lors d’ateliers dédiés.</a:t>
            </a:r>
          </a:p>
          <a:p>
            <a:pPr marL="185766" indent="-185766">
              <a:buFont typeface="Arial" panose="020B0604020202020204" pitchFamily="34" charset="0"/>
              <a:buChar char="•"/>
            </a:pPr>
            <a:r>
              <a:rPr lang="fr-FR" dirty="0"/>
              <a:t>Il est important que plusieurs parties prenantes soient présentes pour ce travail pour éviter d’avoir uniquement une vision métier ou technique des différentes échelles.</a:t>
            </a:r>
          </a:p>
          <a:p>
            <a:pPr marL="185766" indent="-185766">
              <a:buFont typeface="Arial" panose="020B0604020202020204" pitchFamily="34" charset="0"/>
              <a:buChar char="•"/>
            </a:pPr>
            <a:r>
              <a:rPr lang="fr-FR" dirty="0"/>
              <a:t>Il est conseillé que </a:t>
            </a:r>
            <a:r>
              <a:rPr lang="fr-FR" i="1" dirty="0"/>
              <a:t>a minima </a:t>
            </a:r>
            <a:r>
              <a:rPr lang="fr-FR" dirty="0"/>
              <a:t>l’animateur de ces ateliers ait déjà réalisé des analyses de risques pour mieux expliquer chaque échelle [dans le contexte d’une analyse de risque</a:t>
            </a:r>
            <a:r>
              <a:rPr lang="fr-FR"/>
              <a:t>] ;</a:t>
            </a:r>
            <a:endParaRPr lang="fr-FR" dirty="0"/>
          </a:p>
          <a:p>
            <a:pPr marL="185766" indent="-185766">
              <a:buFont typeface="Arial" panose="020B0604020202020204" pitchFamily="34" charset="0"/>
              <a:buChar char="•"/>
            </a:pPr>
            <a:r>
              <a:rPr lang="fr-FR" dirty="0"/>
              <a:t>Il n’est pas conseillé de « créer » une échelle au moment où l’on en a besoin pour éviter des influences fortes du métier (par exemple) qui pourrait voir sa réflexion biaisée sur un sujet </a:t>
            </a:r>
            <a:r>
              <a:rPr lang="fr-FR"/>
              <a:t>particulier ;</a:t>
            </a:r>
            <a:endParaRPr lang="fr-FR" dirty="0"/>
          </a:p>
          <a:p>
            <a:pPr marL="185766" indent="-185766">
              <a:buFont typeface="Arial" panose="020B0604020202020204" pitchFamily="34" charset="0"/>
              <a:buChar char="•"/>
            </a:pPr>
            <a:r>
              <a:rPr lang="fr-FR" dirty="0"/>
              <a:t>Si possible, définir des métriques pour l’organisation et les réutiliser lors de chaque analyse de risque.</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Un autre avantage d’avoir des métriques communes à l’organisation réside aussi dans le fait de pouvoir réaliser des « méta analyses » des analyses de risques effectuées. Ceci afin de pouvoir en tirer des tendances sur les risques pesant sur l’organisation. Cette analyse transverse ne donnera des résultats efficaces que si les mêmes échelles sont utilisées.</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Cependant, il faut aussi garder à l’esprit que des échelles groupes peuvent ne pas être applicables à un projet. Ainsi de manière très spécifique, il peut arriver de devoir définir des échelles dédiées à un projet, car nécessitant plus des intervalles plus larges ou plus fins, plus précis, etc. Il n’y a pas de règles absolues, c’est vraiment le projet qui va définir cet aspect là.</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21</a:t>
            </a:fld>
            <a:endParaRPr lang="fr-FR" dirty="0"/>
          </a:p>
        </p:txBody>
      </p:sp>
    </p:spTree>
    <p:extLst>
      <p:ext uri="{BB962C8B-B14F-4D97-AF65-F5344CB8AC3E}">
        <p14:creationId xmlns:p14="http://schemas.microsoft.com/office/powerpoint/2010/main" val="2220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22</a:t>
            </a:fld>
            <a:endParaRPr lang="fr-FR" dirty="0"/>
          </a:p>
        </p:txBody>
      </p:sp>
    </p:spTree>
    <p:extLst>
      <p:ext uri="{BB962C8B-B14F-4D97-AF65-F5344CB8AC3E}">
        <p14:creationId xmlns:p14="http://schemas.microsoft.com/office/powerpoint/2010/main" val="21164616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23</a:t>
            </a:fld>
            <a:endParaRPr lang="fr-FR" dirty="0"/>
          </a:p>
        </p:txBody>
      </p:sp>
    </p:spTree>
    <p:extLst>
      <p:ext uri="{BB962C8B-B14F-4D97-AF65-F5344CB8AC3E}">
        <p14:creationId xmlns:p14="http://schemas.microsoft.com/office/powerpoint/2010/main" val="35506552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39</a:t>
            </a:fld>
            <a:endParaRPr lang="fr-FR" noProof="0"/>
          </a:p>
        </p:txBody>
      </p:sp>
    </p:spTree>
    <p:extLst>
      <p:ext uri="{BB962C8B-B14F-4D97-AF65-F5344CB8AC3E}">
        <p14:creationId xmlns:p14="http://schemas.microsoft.com/office/powerpoint/2010/main" val="39410028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40</a:t>
            </a:fld>
            <a:endParaRPr lang="fr-FR" noProof="0"/>
          </a:p>
        </p:txBody>
      </p:sp>
    </p:spTree>
    <p:extLst>
      <p:ext uri="{BB962C8B-B14F-4D97-AF65-F5344CB8AC3E}">
        <p14:creationId xmlns:p14="http://schemas.microsoft.com/office/powerpoint/2010/main" val="1226258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42</a:t>
            </a:fld>
            <a:endParaRPr lang="fr-FR" noProof="0"/>
          </a:p>
        </p:txBody>
      </p:sp>
    </p:spTree>
    <p:extLst>
      <p:ext uri="{BB962C8B-B14F-4D97-AF65-F5344CB8AC3E}">
        <p14:creationId xmlns:p14="http://schemas.microsoft.com/office/powerpoint/2010/main" val="6741669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Exemple de l’application de ces outils d’EBIOS dans le cadre du SMSI d’une grosse PME :</a:t>
            </a:r>
          </a:p>
          <a:p>
            <a:pPr marL="185766" indent="-185766">
              <a:buFontTx/>
              <a:buChar char="-"/>
            </a:pPr>
            <a:r>
              <a:rPr lang="fr-FR" dirty="0"/>
              <a:t>recensement exhaustif des centaines de parties prenantes externes via l’ERP ;</a:t>
            </a:r>
          </a:p>
          <a:p>
            <a:pPr marL="185766" indent="-185766">
              <a:buFontTx/>
              <a:buChar char="-"/>
            </a:pPr>
            <a:r>
              <a:rPr lang="fr-FR" dirty="0"/>
              <a:t>estimation de la dépendance et de la pénétration par la direction administrative et financière (DAF) ;</a:t>
            </a:r>
          </a:p>
          <a:p>
            <a:pPr marL="185766" indent="-185766">
              <a:buFontTx/>
              <a:buChar char="-"/>
            </a:pPr>
            <a:r>
              <a:rPr lang="fr-FR" dirty="0"/>
              <a:t>estimation de la maturité cyber et de la confiance par le RSSI ;</a:t>
            </a:r>
          </a:p>
          <a:p>
            <a:pPr marL="185766" indent="-185766">
              <a:buFontTx/>
              <a:buChar char="-"/>
            </a:pPr>
            <a:r>
              <a:rPr lang="fr-FR" dirty="0"/>
              <a:t>si zone de danger, alors certification ISO/IEC 27001 ou audit ou au moins questionnaire ;</a:t>
            </a:r>
          </a:p>
          <a:p>
            <a:pPr marL="185766" indent="-185766">
              <a:buFontTx/>
              <a:buChar char="-"/>
            </a:pPr>
            <a:r>
              <a:rPr lang="fr-FR" dirty="0"/>
              <a:t>si zone de contrôle, alors clauses types dans les contrats ;</a:t>
            </a:r>
          </a:p>
          <a:p>
            <a:pPr marL="185766" indent="-185766">
              <a:buFontTx/>
              <a:buChar char="-"/>
            </a:pPr>
            <a:r>
              <a:rPr lang="fr-FR" dirty="0"/>
              <a:t>si zone de veille, alors rien de particulier ;</a:t>
            </a:r>
          </a:p>
          <a:p>
            <a:pPr marL="185766" indent="-185766" defTabSz="990752">
              <a:buFontTx/>
              <a:buChar char="-"/>
              <a:defRPr/>
            </a:pPr>
            <a:r>
              <a:rPr lang="fr-FR" dirty="0"/>
              <a:t>règles de gestion formalisées dans la politique SSI ;</a:t>
            </a:r>
          </a:p>
          <a:p>
            <a:pPr marL="185766" indent="-185766">
              <a:buFontTx/>
              <a:buChar char="-"/>
            </a:pPr>
            <a:r>
              <a:rPr lang="fr-FR" dirty="0"/>
              <a:t>revue annuelle.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91</a:t>
            </a:fld>
            <a:endParaRPr lang="fr-FR" noProof="0"/>
          </a:p>
        </p:txBody>
      </p:sp>
    </p:spTree>
    <p:extLst>
      <p:ext uri="{BB962C8B-B14F-4D97-AF65-F5344CB8AC3E}">
        <p14:creationId xmlns:p14="http://schemas.microsoft.com/office/powerpoint/2010/main" val="4095412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Comment en arrive-t-on à une vraisemblance de « 3. Importante » ?</a:t>
            </a:r>
          </a:p>
          <a:p>
            <a:r>
              <a:rPr lang="fr-FR" dirty="0"/>
              <a:t>On emploie une technique de mathématiques avancée : le bon sens !</a:t>
            </a:r>
          </a:p>
          <a:p>
            <a:r>
              <a:rPr lang="fr-FR" dirty="0"/>
              <a:t>Si on a plusieurs modes opératoires qui mènent à l’objectif, alors on retient la valeur maximale, car le mode opératoire ayant la valeur maximale pourra arriver.</a:t>
            </a:r>
          </a:p>
          <a:p>
            <a:r>
              <a:rPr lang="fr-FR" dirty="0"/>
              <a:t>Si on a plusieurs actions élémentaires concurrentes au sein d’un mode opératoire, alors on retient la valeur maximale, pour la même raison.</a:t>
            </a:r>
          </a:p>
          <a:p>
            <a:r>
              <a:rPr lang="fr-FR" dirty="0"/>
              <a:t>Si on a plusieurs actions élémentaires concourantes au sein d’un mode opératoire, alors on retient la valeur minimale : l’action élémentaire la moins vraisemblable devra tout de même être menée.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106</a:t>
            </a:fld>
            <a:endParaRPr lang="fr-FR" noProof="0"/>
          </a:p>
        </p:txBody>
      </p:sp>
    </p:spTree>
    <p:extLst>
      <p:ext uri="{BB962C8B-B14F-4D97-AF65-F5344CB8AC3E}">
        <p14:creationId xmlns:p14="http://schemas.microsoft.com/office/powerpoint/2010/main" val="14322990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G - Couverture">
    <p:spTree>
      <p:nvGrpSpPr>
        <p:cNvPr id="1" name=""/>
        <p:cNvGrpSpPr/>
        <p:nvPr/>
      </p:nvGrpSpPr>
      <p:grpSpPr>
        <a:xfrm>
          <a:off x="0" y="0"/>
          <a:ext cx="0" cy="0"/>
          <a:chOff x="0" y="0"/>
          <a:chExt cx="0" cy="0"/>
        </a:xfrm>
      </p:grpSpPr>
      <p:sp>
        <p:nvSpPr>
          <p:cNvPr id="14" name="Espace réservé du pied de page 4">
            <a:extLst>
              <a:ext uri="{FF2B5EF4-FFF2-40B4-BE49-F238E27FC236}">
                <a16:creationId xmlns:a16="http://schemas.microsoft.com/office/drawing/2014/main" id="{913A674A-526A-FB87-99CE-2CB63B6C9513}"/>
              </a:ext>
            </a:extLst>
          </p:cNvPr>
          <p:cNvSpPr txBox="1">
            <a:spLocks/>
          </p:cNvSpPr>
          <p:nvPr userDrawn="1"/>
        </p:nvSpPr>
        <p:spPr>
          <a:xfrm>
            <a:off x="5461607" y="6356350"/>
            <a:ext cx="5176382" cy="365125"/>
          </a:xfrm>
          <a:prstGeom prst="rect">
            <a:avLst/>
          </a:prstGeom>
        </p:spPr>
        <p:txBody>
          <a:bodyPr vert="horz" lIns="91440" tIns="45720" rIns="91440" bIns="45720" rtlCol="0" anchor="ctr"/>
          <a:lstStyle>
            <a:defPPr>
              <a:defRPr lang="fr-FR"/>
            </a:defPPr>
            <a:lvl1pPr marL="0" algn="ctr" defTabSz="914400" rtl="0" eaLnBrk="1" latinLnBrk="0" hangingPunct="1">
              <a:defRPr sz="1200" kern="1200">
                <a:solidFill>
                  <a:srgbClr val="7A7A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t>EBIOS Risk Manager - Formation</a:t>
            </a:r>
            <a:endParaRPr lang="fr-FR" dirty="0"/>
          </a:p>
        </p:txBody>
      </p:sp>
      <p:sp>
        <p:nvSpPr>
          <p:cNvPr id="15" name="Espace réservé du numéro de diapositive 5">
            <a:extLst>
              <a:ext uri="{FF2B5EF4-FFF2-40B4-BE49-F238E27FC236}">
                <a16:creationId xmlns:a16="http://schemas.microsoft.com/office/drawing/2014/main" id="{6BE99E68-2C40-DEB6-222D-A0443CA1F129}"/>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‹N°›</a:t>
            </a:fld>
            <a:endParaRPr lang="fr-FR"/>
          </a:p>
        </p:txBody>
      </p:sp>
      <p:pic>
        <p:nvPicPr>
          <p:cNvPr id="6" name="Image 5" descr="Une image contenant motif, blanc, conception, noir et blanc&#10;&#10;Le contenu généré par l’IA peut être incorrect.">
            <a:extLst>
              <a:ext uri="{FF2B5EF4-FFF2-40B4-BE49-F238E27FC236}">
                <a16:creationId xmlns:a16="http://schemas.microsoft.com/office/drawing/2014/main" id="{80C45EB9-E273-E89B-7F14-3DB38BF6CE8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a:xfrm>
            <a:off x="838200" y="1865745"/>
            <a:ext cx="7779326" cy="2099195"/>
          </a:xfrm>
        </p:spPr>
        <p:txBody>
          <a:bodyPr lIns="90000" anchor="b" anchorCtr="0">
            <a:normAutofit/>
          </a:bodyPr>
          <a:lstStyle>
            <a:lvl1pPr>
              <a:defRPr sz="4400">
                <a:solidFill>
                  <a:schemeClr val="tx1"/>
                </a:solidFill>
              </a:defRPr>
            </a:lvl1pPr>
          </a:lstStyle>
          <a:p>
            <a:r>
              <a:rPr lang="fr-FR" dirty="0"/>
              <a:t>EBIOS Risk Manager - Formation</a:t>
            </a:r>
          </a:p>
        </p:txBody>
      </p:sp>
      <p:sp>
        <p:nvSpPr>
          <p:cNvPr id="8" name="Titre 1">
            <a:extLst>
              <a:ext uri="{FF2B5EF4-FFF2-40B4-BE49-F238E27FC236}">
                <a16:creationId xmlns:a16="http://schemas.microsoft.com/office/drawing/2014/main" id="{8DC044AE-CBCC-324F-8395-D3C31F3D0A88}"/>
              </a:ext>
            </a:extLst>
          </p:cNvPr>
          <p:cNvSpPr>
            <a:spLocks noGrp="1"/>
          </p:cNvSpPr>
          <p:nvPr>
            <p:ph type="title" hasCustomPrompt="1"/>
          </p:nvPr>
        </p:nvSpPr>
        <p:spPr>
          <a:xfrm>
            <a:off x="838200" y="3983191"/>
            <a:ext cx="7779327" cy="1466261"/>
          </a:xfrm>
        </p:spPr>
        <p:txBody>
          <a:bodyPr anchor="t" anchorCtr="0">
            <a:normAutofit/>
          </a:bodyPr>
          <a:lstStyle>
            <a:lvl1pPr marL="174625" indent="0">
              <a:defRPr sz="2800">
                <a:solidFill>
                  <a:srgbClr val="D1282E"/>
                </a:solidFill>
              </a:defRPr>
            </a:lvl1pPr>
          </a:lstStyle>
          <a:p>
            <a:r>
              <a:rPr lang="fr-FR" dirty="0"/>
              <a:t>Modifiez le style du sous-titre</a:t>
            </a:r>
          </a:p>
        </p:txBody>
      </p:sp>
      <p:pic>
        <p:nvPicPr>
          <p:cNvPr id="10" name="Picture 2" descr="Résultat de recherche d'images pour &quot;cc by sa png&quot;&quot;">
            <a:hlinkClick r:id="rId3"/>
            <a:extLst>
              <a:ext uri="{FF2B5EF4-FFF2-40B4-BE49-F238E27FC236}">
                <a16:creationId xmlns:a16="http://schemas.microsoft.com/office/drawing/2014/main" id="{B735C98D-4349-FC26-C0C9-4A84DA9818AA}"/>
              </a:ext>
            </a:extLst>
          </p:cNvPr>
          <p:cNvPicPr>
            <a:picLocks noChangeAspect="1" noChangeArrowheads="1"/>
          </p:cNvPicPr>
          <p:nvPr userDrawn="1"/>
        </p:nvPicPr>
        <p:blipFill>
          <a:blip r:embed="rId4" cstate="print"/>
          <a:srcRect/>
          <a:stretch>
            <a:fillRect/>
          </a:stretch>
        </p:blipFill>
        <p:spPr bwMode="auto">
          <a:xfrm>
            <a:off x="4179754" y="6357875"/>
            <a:ext cx="1021730" cy="360000"/>
          </a:xfrm>
          <a:prstGeom prst="rect">
            <a:avLst/>
          </a:prstGeom>
          <a:noFill/>
        </p:spPr>
      </p:pic>
      <p:sp>
        <p:nvSpPr>
          <p:cNvPr id="11" name="Espace réservé du texte 12">
            <a:extLst>
              <a:ext uri="{FF2B5EF4-FFF2-40B4-BE49-F238E27FC236}">
                <a16:creationId xmlns:a16="http://schemas.microsoft.com/office/drawing/2014/main" id="{9841CF83-8A32-FF97-9434-C19D4A0508E8}"/>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2" name="Espace réservé du texte 7">
            <a:extLst>
              <a:ext uri="{FF2B5EF4-FFF2-40B4-BE49-F238E27FC236}">
                <a16:creationId xmlns:a16="http://schemas.microsoft.com/office/drawing/2014/main" id="{BD83FEAB-0677-0ECF-7EEF-C57E4D531FC3}"/>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pic>
        <p:nvPicPr>
          <p:cNvPr id="13" name="Image 12" descr="Une image contenant art, capture d’écran, Rectangle, motif&#10;&#10;Description générée automatiquement">
            <a:extLst>
              <a:ext uri="{FF2B5EF4-FFF2-40B4-BE49-F238E27FC236}">
                <a16:creationId xmlns:a16="http://schemas.microsoft.com/office/drawing/2014/main" id="{0E3BB63F-9BB1-E329-2611-04B6C32A7EF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Tree>
    <p:extLst>
      <p:ext uri="{BB962C8B-B14F-4D97-AF65-F5344CB8AC3E}">
        <p14:creationId xmlns:p14="http://schemas.microsoft.com/office/powerpoint/2010/main" val="913873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G - Plan">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
        <p:nvSpPr>
          <p:cNvPr id="20" name="Titre 1">
            <a:extLst>
              <a:ext uri="{FF2B5EF4-FFF2-40B4-BE49-F238E27FC236}">
                <a16:creationId xmlns:a16="http://schemas.microsoft.com/office/drawing/2014/main" id="{245CB617-4828-4840-6A97-8C23899AA5FF}"/>
              </a:ext>
            </a:extLst>
          </p:cNvPr>
          <p:cNvSpPr>
            <a:spLocks noGrp="1"/>
          </p:cNvSpPr>
          <p:nvPr>
            <p:ph type="title"/>
          </p:nvPr>
        </p:nvSpPr>
        <p:spPr>
          <a:xfrm>
            <a:off x="1237674" y="365126"/>
            <a:ext cx="10116126" cy="669348"/>
          </a:xfrm>
        </p:spPr>
        <p:txBody>
          <a:bodyPr/>
          <a:lstStyle/>
          <a:p>
            <a:r>
              <a:rPr lang="fr-FR" dirty="0"/>
              <a:t>Modifiez le style du titre</a:t>
            </a:r>
          </a:p>
        </p:txBody>
      </p:sp>
      <p:sp>
        <p:nvSpPr>
          <p:cNvPr id="22" name="Espace réservé du contenu 3">
            <a:extLst>
              <a:ext uri="{FF2B5EF4-FFF2-40B4-BE49-F238E27FC236}">
                <a16:creationId xmlns:a16="http://schemas.microsoft.com/office/drawing/2014/main" id="{67A9DC0C-15D6-E581-9905-E272E3FB7652}"/>
              </a:ext>
            </a:extLst>
          </p:cNvPr>
          <p:cNvSpPr>
            <a:spLocks noGrp="1"/>
          </p:cNvSpPr>
          <p:nvPr>
            <p:ph sz="half" idx="2"/>
          </p:nvPr>
        </p:nvSpPr>
        <p:spPr>
          <a:xfrm>
            <a:off x="6172200" y="1825625"/>
            <a:ext cx="5181600" cy="4351338"/>
          </a:xfrm>
        </p:spPr>
        <p:txBody>
          <a:bodyPr/>
          <a:lstStyle>
            <a:lvl1pPr marL="514350" indent="-514350">
              <a:buFont typeface="+mj-lt"/>
              <a:buAutoNum type="arabicPeriod"/>
              <a:defRPr/>
            </a:lvl1pPr>
            <a:lvl2pPr marL="914400" indent="-457200">
              <a:buFont typeface="+mj-lt"/>
              <a:buAutoNum type="alphaLcPeriod"/>
              <a:defRPr/>
            </a:lvl2pPr>
            <a:lvl3pPr marL="1371600" indent="-457200">
              <a:buFont typeface="Arial" panose="020B0604020202020204" pitchFamily="34" charset="0"/>
              <a:buChar char="•"/>
              <a:defRPr/>
            </a:lvl3pPr>
            <a:lvl4pPr marL="1714500" indent="-342900">
              <a:buFont typeface="Arial" panose="020B0604020202020204" pitchFamily="34" charset="0"/>
              <a:buChar char="•"/>
              <a:defRPr/>
            </a:lvl4pPr>
            <a:lvl5pPr marL="2171700" indent="-342900">
              <a:buFont typeface="Arial" panose="020B0604020202020204" pitchFamily="34" charset="0"/>
              <a:buChar char="•"/>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23" name="Espace réservé du texte 10">
            <a:extLst>
              <a:ext uri="{FF2B5EF4-FFF2-40B4-BE49-F238E27FC236}">
                <a16:creationId xmlns:a16="http://schemas.microsoft.com/office/drawing/2014/main" id="{AF18782F-2B7D-B440-E1F0-F54B3BFA7B4F}"/>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
        <p:nvSpPr>
          <p:cNvPr id="26" name="Espace réservé pour une image  24">
            <a:extLst>
              <a:ext uri="{FF2B5EF4-FFF2-40B4-BE49-F238E27FC236}">
                <a16:creationId xmlns:a16="http://schemas.microsoft.com/office/drawing/2014/main" id="{D9169370-3270-1D65-8A09-589FDD1D6BE4}"/>
              </a:ext>
            </a:extLst>
          </p:cNvPr>
          <p:cNvSpPr>
            <a:spLocks noGrp="1"/>
          </p:cNvSpPr>
          <p:nvPr>
            <p:ph type="pic" sz="quarter" idx="14"/>
          </p:nvPr>
        </p:nvSpPr>
        <p:spPr>
          <a:xfrm>
            <a:off x="838200" y="1825625"/>
            <a:ext cx="5181600" cy="4351338"/>
          </a:xfrm>
        </p:spPr>
        <p:txBody>
          <a:bodyPr/>
          <a:lstStyle/>
          <a:p>
            <a:endParaRPr lang="fr-FR"/>
          </a:p>
        </p:txBody>
      </p:sp>
    </p:spTree>
    <p:extLst>
      <p:ext uri="{BB962C8B-B14F-4D97-AF65-F5344CB8AC3E}">
        <p14:creationId xmlns:p14="http://schemas.microsoft.com/office/powerpoint/2010/main" val="1519146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G - Section">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6ECA2-CDF6-3840-6C95-688D8BA5BBF6}"/>
              </a:ext>
            </a:extLst>
          </p:cNvPr>
          <p:cNvSpPr>
            <a:spLocks noGrp="1"/>
          </p:cNvSpPr>
          <p:nvPr>
            <p:ph type="ctrTitle" hasCustomPrompt="1"/>
          </p:nvPr>
        </p:nvSpPr>
        <p:spPr>
          <a:xfrm>
            <a:off x="1524000" y="1854199"/>
            <a:ext cx="9144000" cy="1655763"/>
          </a:xfrm>
        </p:spPr>
        <p:txBody>
          <a:bodyPr anchor="b"/>
          <a:lstStyle>
            <a:lvl1pPr algn="ctr">
              <a:defRPr sz="6000"/>
            </a:lvl1pPr>
          </a:lstStyle>
          <a:p>
            <a:r>
              <a:rPr lang="fr-FR" dirty="0"/>
              <a:t>Modifiez le style de section</a:t>
            </a:r>
          </a:p>
        </p:txBody>
      </p:sp>
      <p:sp>
        <p:nvSpPr>
          <p:cNvPr id="3" name="Sous-titre 2">
            <a:extLst>
              <a:ext uri="{FF2B5EF4-FFF2-40B4-BE49-F238E27FC236}">
                <a16:creationId xmlns:a16="http://schemas.microsoft.com/office/drawing/2014/main" id="{A7A78256-8313-1DE4-7931-DDF1C3BB974A}"/>
              </a:ext>
            </a:extLst>
          </p:cNvPr>
          <p:cNvSpPr>
            <a:spLocks noGrp="1"/>
          </p:cNvSpPr>
          <p:nvPr>
            <p:ph type="subTitle" idx="1"/>
          </p:nvPr>
        </p:nvSpPr>
        <p:spPr>
          <a:xfrm>
            <a:off x="1524000" y="3602038"/>
            <a:ext cx="9144000" cy="1655762"/>
          </a:xfrm>
        </p:spPr>
        <p:txBody>
          <a:bodyPr/>
          <a:lstStyle>
            <a:lvl1pPr marL="0" indent="0" algn="ctr">
              <a:buNone/>
              <a:defRPr sz="2400">
                <a:solidFill>
                  <a:srgbClr val="D1282E"/>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Tree>
    <p:extLst>
      <p:ext uri="{BB962C8B-B14F-4D97-AF65-F5344CB8AC3E}">
        <p14:creationId xmlns:p14="http://schemas.microsoft.com/office/powerpoint/2010/main" val="3566100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G - 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49A550-9D40-773E-8008-36F89A54E581}"/>
              </a:ext>
            </a:extLst>
          </p:cNvPr>
          <p:cNvSpPr>
            <a:spLocks noGrp="1"/>
          </p:cNvSpPr>
          <p:nvPr>
            <p:ph type="title"/>
          </p:nvPr>
        </p:nvSpPr>
        <p:spPr/>
        <p:txBody>
          <a:bodyPr/>
          <a:lstStyle/>
          <a:p>
            <a:r>
              <a:rPr lang="fr-FR" dirty="0"/>
              <a:t>Modifiez le style du titre</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lvl1pPr>
              <a:defRPr>
                <a:solidFill>
                  <a:srgbClr val="7A7A7A"/>
                </a:solidFill>
              </a:defRPr>
            </a:lvl1pPr>
          </a:lstStyle>
          <a:p>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lvl1pPr>
              <a:defRPr>
                <a:solidFill>
                  <a:srgbClr val="7A7A7A"/>
                </a:solidFill>
              </a:defRPr>
            </a:lvl1pPr>
          </a:lstStyle>
          <a:p>
            <a:fld id="{294A09A9-5501-47C1-A89A-A340965A2BE2}" type="slidenum">
              <a:rPr lang="fr-FR" smtClean="0"/>
              <a:pPr/>
              <a:t>‹N°›</a:t>
            </a:fld>
            <a:endParaRPr lang="fr-FR"/>
          </a:p>
        </p:txBody>
      </p:sp>
      <p:sp>
        <p:nvSpPr>
          <p:cNvPr id="7" name="Espace réservé de la date 3">
            <a:extLst>
              <a:ext uri="{FF2B5EF4-FFF2-40B4-BE49-F238E27FC236}">
                <a16:creationId xmlns:a16="http://schemas.microsoft.com/office/drawing/2014/main" id="{59A6E544-9F53-1C76-1B27-9739D384A73B}"/>
              </a:ext>
            </a:extLst>
          </p:cNvPr>
          <p:cNvSpPr>
            <a:spLocks noGrp="1"/>
          </p:cNvSpPr>
          <p:nvPr>
            <p:ph type="dt" sz="half" idx="10"/>
          </p:nvPr>
        </p:nvSpPr>
        <p:spPr>
          <a:xfrm>
            <a:off x="838200" y="6356350"/>
            <a:ext cx="936000" cy="365125"/>
          </a:xfrm>
        </p:spPr>
        <p:txBody>
          <a:bodyPr/>
          <a:lstStyle/>
          <a:p>
            <a:r>
              <a:rPr lang="fr-FR"/>
              <a:t>19/11/2025</a:t>
            </a:r>
            <a:endParaRPr lang="fr-FR" dirty="0"/>
          </a:p>
        </p:txBody>
      </p:sp>
      <p:sp>
        <p:nvSpPr>
          <p:cNvPr id="8" name="Espace réservé du texte 10">
            <a:extLst>
              <a:ext uri="{FF2B5EF4-FFF2-40B4-BE49-F238E27FC236}">
                <a16:creationId xmlns:a16="http://schemas.microsoft.com/office/drawing/2014/main" id="{A3A30911-87E7-E7A2-3515-ADD741A11F9D}"/>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830565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G - Titre et 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688F8E-CB72-8D44-C1BB-4F85F745AE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AC8F61-E687-8A8A-31F1-8C896D81CC7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51A0201-5751-8206-7AF9-FB1575AE175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C2E95A8-31D0-5EA4-49C4-90B4D27A1E25}"/>
              </a:ext>
            </a:extLst>
          </p:cNvPr>
          <p:cNvSpPr>
            <a:spLocks noGrp="1"/>
          </p:cNvSpPr>
          <p:nvPr>
            <p:ph type="dt" sz="half" idx="10"/>
          </p:nvPr>
        </p:nvSpPr>
        <p:spPr/>
        <p:txBody>
          <a:bodyPr/>
          <a:lstStyle/>
          <a:p>
            <a:pPr rtl="0"/>
            <a:r>
              <a:rPr lang="fr-FR" noProof="0"/>
              <a:t>19/11/2025</a:t>
            </a:r>
          </a:p>
        </p:txBody>
      </p:sp>
      <p:sp>
        <p:nvSpPr>
          <p:cNvPr id="6" name="Espace réservé du pied de page 5">
            <a:extLst>
              <a:ext uri="{FF2B5EF4-FFF2-40B4-BE49-F238E27FC236}">
                <a16:creationId xmlns:a16="http://schemas.microsoft.com/office/drawing/2014/main" id="{0C5EEE2A-A0D3-6784-2C37-DE6333E40742}"/>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2A56C89E-2604-018D-F31F-F148FF9C8B7E}"/>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sp>
        <p:nvSpPr>
          <p:cNvPr id="9" name="Espace réservé du texte 10">
            <a:extLst>
              <a:ext uri="{FF2B5EF4-FFF2-40B4-BE49-F238E27FC236}">
                <a16:creationId xmlns:a16="http://schemas.microsoft.com/office/drawing/2014/main" id="{7D477BC7-2F57-5D03-E2DD-F17F0D49115B}"/>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260527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G - Titre sans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2D51D0-D10E-B8BA-36D4-CE16D6F6A28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458BDBB-A92C-D7E2-1181-93FF7C3EB46F}"/>
              </a:ext>
            </a:extLst>
          </p:cNvPr>
          <p:cNvSpPr>
            <a:spLocks noGrp="1"/>
          </p:cNvSpPr>
          <p:nvPr>
            <p:ph type="sldNum" sz="quarter" idx="12"/>
          </p:nvPr>
        </p:nvSpPr>
        <p:spPr/>
        <p:txBody>
          <a:bodyPr/>
          <a:lstStyle/>
          <a:p>
            <a:fld id="{294A09A9-5501-47C1-A89A-A340965A2BE2}" type="slidenum">
              <a:rPr lang="fr-FR" smtClean="0"/>
              <a:pPr/>
              <a:t>‹N°›</a:t>
            </a:fld>
            <a:endParaRPr lang="fr-FR" dirty="0"/>
          </a:p>
        </p:txBody>
      </p:sp>
      <p:sp>
        <p:nvSpPr>
          <p:cNvPr id="7" name="Espace réservé du texte 10">
            <a:extLst>
              <a:ext uri="{FF2B5EF4-FFF2-40B4-BE49-F238E27FC236}">
                <a16:creationId xmlns:a16="http://schemas.microsoft.com/office/drawing/2014/main" id="{73F961D2-5CD3-1FA2-872C-5D3B0A7E7438}"/>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111303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G - Formation - Questions d'introduction">
    <p:bg>
      <p:bgPr>
        <a:solidFill>
          <a:schemeClr val="bg2"/>
        </a:solidFill>
        <a:effectLst/>
      </p:bgPr>
    </p:bg>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71B69367-AB6C-3641-B96D-AD7344C8D4F2}"/>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ED04BDA4-81E1-9677-7815-EC1790E6C19B}"/>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2B1C4-26E8-EC05-4DEE-FC3962B88C9D}"/>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pic>
        <p:nvPicPr>
          <p:cNvPr id="7" name="Image 6">
            <a:extLst>
              <a:ext uri="{FF2B5EF4-FFF2-40B4-BE49-F238E27FC236}">
                <a16:creationId xmlns:a16="http://schemas.microsoft.com/office/drawing/2014/main" id="{E3BE6F54-FDB1-423C-A88D-EF416DE08E44}"/>
              </a:ext>
            </a:extLst>
          </p:cNvPr>
          <p:cNvPicPr>
            <a:picLocks noChangeAspect="1"/>
          </p:cNvPicPr>
          <p:nvPr userDrawn="1"/>
        </p:nvPicPr>
        <p:blipFill rotWithShape="1">
          <a:blip r:embed="rId2"/>
          <a:srcRect b="2405"/>
          <a:stretch/>
        </p:blipFill>
        <p:spPr>
          <a:xfrm>
            <a:off x="4263925" y="3157213"/>
            <a:ext cx="3700404" cy="2948947"/>
          </a:xfrm>
          <a:prstGeom prst="rect">
            <a:avLst/>
          </a:prstGeom>
        </p:spPr>
      </p:pic>
      <p:sp>
        <p:nvSpPr>
          <p:cNvPr id="8" name="Forme libre 3">
            <a:extLst>
              <a:ext uri="{FF2B5EF4-FFF2-40B4-BE49-F238E27FC236}">
                <a16:creationId xmlns:a16="http://schemas.microsoft.com/office/drawing/2014/main" id="{6E2FFA71-E6B3-DC5B-A230-3E0BBFDD886D}"/>
              </a:ext>
            </a:extLst>
          </p:cNvPr>
          <p:cNvSpPr/>
          <p:nvPr userDrawn="1"/>
        </p:nvSpPr>
        <p:spPr>
          <a:xfrm>
            <a:off x="1703426" y="2103120"/>
            <a:ext cx="3277951" cy="1112921"/>
          </a:xfrm>
          <a:prstGeom prst="wedgeEllipseCallout">
            <a:avLst>
              <a:gd name="adj1" fmla="val 38677"/>
              <a:gd name="adj2" fmla="val 109918"/>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9" name="Forme libre 3">
            <a:extLst>
              <a:ext uri="{FF2B5EF4-FFF2-40B4-BE49-F238E27FC236}">
                <a16:creationId xmlns:a16="http://schemas.microsoft.com/office/drawing/2014/main" id="{C1F477B1-BEB5-809E-8652-F5FC0D189CF5}"/>
              </a:ext>
            </a:extLst>
          </p:cNvPr>
          <p:cNvSpPr/>
          <p:nvPr userDrawn="1"/>
        </p:nvSpPr>
        <p:spPr>
          <a:xfrm>
            <a:off x="5114123" y="1312571"/>
            <a:ext cx="3277951" cy="1112921"/>
          </a:xfrm>
          <a:prstGeom prst="wedgeEllipseCallout">
            <a:avLst>
              <a:gd name="adj1" fmla="val -17114"/>
              <a:gd name="adj2" fmla="val 108092"/>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0" name="Forme libre 3">
            <a:extLst>
              <a:ext uri="{FF2B5EF4-FFF2-40B4-BE49-F238E27FC236}">
                <a16:creationId xmlns:a16="http://schemas.microsoft.com/office/drawing/2014/main" id="{2C044BA3-FC16-957E-D248-D5D8CFADAF86}"/>
              </a:ext>
            </a:extLst>
          </p:cNvPr>
          <p:cNvSpPr/>
          <p:nvPr userDrawn="1"/>
        </p:nvSpPr>
        <p:spPr>
          <a:xfrm>
            <a:off x="7240419" y="2425492"/>
            <a:ext cx="3277951" cy="1112921"/>
          </a:xfrm>
          <a:prstGeom prst="wedgeEllipseCallout">
            <a:avLst>
              <a:gd name="adj1" fmla="val -37880"/>
              <a:gd name="adj2" fmla="val 89834"/>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3" name="Espace réservé du texte 11">
            <a:extLst>
              <a:ext uri="{FF2B5EF4-FFF2-40B4-BE49-F238E27FC236}">
                <a16:creationId xmlns:a16="http://schemas.microsoft.com/office/drawing/2014/main" id="{7B1C710C-459F-78B5-2629-3CCD43979633}"/>
              </a:ext>
            </a:extLst>
          </p:cNvPr>
          <p:cNvSpPr>
            <a:spLocks noGrp="1"/>
          </p:cNvSpPr>
          <p:nvPr>
            <p:ph type="body" sz="quarter" idx="13" hasCustomPrompt="1"/>
          </p:nvPr>
        </p:nvSpPr>
        <p:spPr>
          <a:xfrm>
            <a:off x="1774200" y="2174240"/>
            <a:ext cx="3133080" cy="982973"/>
          </a:xfrm>
        </p:spPr>
        <p:txBody>
          <a:bodyPr anchor="ctr" anchorCtr="0">
            <a:normAutofit/>
          </a:bodyPr>
          <a:lstStyle>
            <a:lvl1pPr marL="0" indent="0" algn="ctr">
              <a:buNone/>
              <a:defRPr sz="1600"/>
            </a:lvl1pPr>
          </a:lstStyle>
          <a:p>
            <a:pPr lvl="0"/>
            <a:r>
              <a:rPr lang="fr-FR" dirty="0"/>
              <a:t>{Question}</a:t>
            </a:r>
          </a:p>
        </p:txBody>
      </p:sp>
      <p:sp>
        <p:nvSpPr>
          <p:cNvPr id="14" name="Espace réservé du texte 11">
            <a:extLst>
              <a:ext uri="{FF2B5EF4-FFF2-40B4-BE49-F238E27FC236}">
                <a16:creationId xmlns:a16="http://schemas.microsoft.com/office/drawing/2014/main" id="{756CB2EE-47ED-2DF4-75D9-D60184BE078D}"/>
              </a:ext>
            </a:extLst>
          </p:cNvPr>
          <p:cNvSpPr>
            <a:spLocks noGrp="1"/>
          </p:cNvSpPr>
          <p:nvPr>
            <p:ph type="body" sz="quarter" idx="14" hasCustomPrompt="1"/>
          </p:nvPr>
        </p:nvSpPr>
        <p:spPr>
          <a:xfrm>
            <a:off x="5186558" y="1373932"/>
            <a:ext cx="3133080" cy="982973"/>
          </a:xfrm>
        </p:spPr>
        <p:txBody>
          <a:bodyPr anchor="ctr" anchorCtr="0">
            <a:normAutofit/>
          </a:bodyPr>
          <a:lstStyle>
            <a:lvl1pPr marL="0" indent="0" algn="ctr">
              <a:buNone/>
              <a:defRPr sz="1600"/>
            </a:lvl1pPr>
          </a:lstStyle>
          <a:p>
            <a:pPr lvl="0"/>
            <a:r>
              <a:rPr lang="fr-FR" dirty="0"/>
              <a:t>{Question}</a:t>
            </a:r>
          </a:p>
        </p:txBody>
      </p:sp>
      <p:sp>
        <p:nvSpPr>
          <p:cNvPr id="15" name="Espace réservé du texte 11">
            <a:extLst>
              <a:ext uri="{FF2B5EF4-FFF2-40B4-BE49-F238E27FC236}">
                <a16:creationId xmlns:a16="http://schemas.microsoft.com/office/drawing/2014/main" id="{21A00442-B6A3-64D9-C893-1B2C0EEE6210}"/>
              </a:ext>
            </a:extLst>
          </p:cNvPr>
          <p:cNvSpPr>
            <a:spLocks noGrp="1"/>
          </p:cNvSpPr>
          <p:nvPr>
            <p:ph type="body" sz="quarter" idx="15" hasCustomPrompt="1"/>
          </p:nvPr>
        </p:nvSpPr>
        <p:spPr>
          <a:xfrm>
            <a:off x="7312854" y="2486853"/>
            <a:ext cx="3133080" cy="982973"/>
          </a:xfrm>
        </p:spPr>
        <p:txBody>
          <a:bodyPr anchor="ctr" anchorCtr="0">
            <a:normAutofit/>
          </a:bodyPr>
          <a:lstStyle>
            <a:lvl1pPr marL="0" indent="0" algn="ctr">
              <a:buNone/>
              <a:defRPr sz="1600"/>
            </a:lvl1pPr>
          </a:lstStyle>
          <a:p>
            <a:pPr lvl="0"/>
            <a:r>
              <a:rPr lang="fr-FR" dirty="0"/>
              <a:t>{Question}</a:t>
            </a:r>
          </a:p>
        </p:txBody>
      </p:sp>
      <p:sp>
        <p:nvSpPr>
          <p:cNvPr id="16" name="ZoneTexte 15">
            <a:extLst>
              <a:ext uri="{FF2B5EF4-FFF2-40B4-BE49-F238E27FC236}">
                <a16:creationId xmlns:a16="http://schemas.microsoft.com/office/drawing/2014/main" id="{6B765178-2978-76DA-9ACB-43EB4879E18A}"/>
              </a:ext>
            </a:extLst>
          </p:cNvPr>
          <p:cNvSpPr txBox="1"/>
          <p:nvPr userDrawn="1"/>
        </p:nvSpPr>
        <p:spPr>
          <a:xfrm>
            <a:off x="1237800" y="315206"/>
            <a:ext cx="5565691" cy="769441"/>
          </a:xfrm>
          <a:prstGeom prst="rect">
            <a:avLst/>
          </a:prstGeom>
          <a:noFill/>
        </p:spPr>
        <p:txBody>
          <a:bodyPr wrap="none" rtlCol="0" anchor="ctr" anchorCtr="0">
            <a:spAutoFit/>
          </a:bodyPr>
          <a:lstStyle/>
          <a:p>
            <a:r>
              <a:rPr lang="fr-FR" sz="4400" dirty="0">
                <a:latin typeface="+mj-lt"/>
              </a:rPr>
              <a:t>De quoi va-t-on parler ?</a:t>
            </a:r>
          </a:p>
        </p:txBody>
      </p:sp>
    </p:spTree>
    <p:extLst>
      <p:ext uri="{BB962C8B-B14F-4D97-AF65-F5344CB8AC3E}">
        <p14:creationId xmlns:p14="http://schemas.microsoft.com/office/powerpoint/2010/main" val="1146305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G - Formation - Points à retenir">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BAC367A5-B0AA-34C0-574D-2660E7B76E5D}"/>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p>
            <a:fld id="{294A09A9-5501-47C1-A89A-A340965A2BE2}" type="slidenum">
              <a:rPr lang="fr-FR" smtClean="0"/>
              <a:pPr/>
              <a:t>‹N°›</a:t>
            </a:fld>
            <a:endParaRPr lang="fr-FR"/>
          </a:p>
        </p:txBody>
      </p:sp>
      <p:pic>
        <p:nvPicPr>
          <p:cNvPr id="8" name="Image 7">
            <a:extLst>
              <a:ext uri="{FF2B5EF4-FFF2-40B4-BE49-F238E27FC236}">
                <a16:creationId xmlns:a16="http://schemas.microsoft.com/office/drawing/2014/main" id="{5142515F-6C02-CC66-6946-64B2717901E3}"/>
              </a:ext>
            </a:extLst>
          </p:cNvPr>
          <p:cNvPicPr>
            <a:picLocks noChangeAspect="1"/>
          </p:cNvPicPr>
          <p:nvPr userDrawn="1"/>
        </p:nvPicPr>
        <p:blipFill>
          <a:blip r:embed="rId2"/>
          <a:stretch>
            <a:fillRect/>
          </a:stretch>
        </p:blipFill>
        <p:spPr>
          <a:xfrm>
            <a:off x="3688521" y="1493114"/>
            <a:ext cx="4814957" cy="4357944"/>
          </a:xfrm>
          <a:prstGeom prst="rect">
            <a:avLst/>
          </a:prstGeom>
        </p:spPr>
      </p:pic>
      <p:sp>
        <p:nvSpPr>
          <p:cNvPr id="9" name="ZoneTexte 8">
            <a:extLst>
              <a:ext uri="{FF2B5EF4-FFF2-40B4-BE49-F238E27FC236}">
                <a16:creationId xmlns:a16="http://schemas.microsoft.com/office/drawing/2014/main" id="{F5D41F8A-619D-B271-C40F-8D28F3F6CD81}"/>
              </a:ext>
            </a:extLst>
          </p:cNvPr>
          <p:cNvSpPr txBox="1"/>
          <p:nvPr userDrawn="1"/>
        </p:nvSpPr>
        <p:spPr>
          <a:xfrm>
            <a:off x="1237800" y="315206"/>
            <a:ext cx="5432962" cy="769441"/>
          </a:xfrm>
          <a:prstGeom prst="rect">
            <a:avLst/>
          </a:prstGeom>
          <a:noFill/>
        </p:spPr>
        <p:txBody>
          <a:bodyPr wrap="none" rtlCol="0" anchor="ctr" anchorCtr="0">
            <a:spAutoFit/>
          </a:bodyPr>
          <a:lstStyle/>
          <a:p>
            <a:r>
              <a:rPr lang="fr-FR" sz="4400" dirty="0">
                <a:latin typeface="+mj-lt"/>
              </a:rPr>
              <a:t>Qu’avons-nous appris ?</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hasCustomPrompt="1"/>
          </p:nvPr>
        </p:nvSpPr>
        <p:spPr>
          <a:xfrm>
            <a:off x="5313680" y="1493114"/>
            <a:ext cx="3189798" cy="3508375"/>
          </a:xfrm>
        </p:spPr>
        <p:txBody>
          <a:bodyPr anchor="ctr" anchorCtr="0">
            <a:normAutofit/>
          </a:bodyPr>
          <a:lstStyle>
            <a:lvl1pPr marL="514350" indent="-514350">
              <a:buFont typeface="+mj-lt"/>
              <a:buAutoNum type="arabicPeriod"/>
              <a:defRPr sz="2000"/>
            </a:lvl1pPr>
            <a:lvl2pPr marL="914400" indent="-457200">
              <a:buFont typeface="+mj-lt"/>
              <a:buAutoNum type="arabicPeriod"/>
              <a:defRPr/>
            </a:lvl2pPr>
            <a:lvl3pPr marL="1371600" indent="-457200">
              <a:buFont typeface="+mj-lt"/>
              <a:buAutoNum type="arabicPeriod"/>
              <a:defRPr/>
            </a:lvl3pPr>
            <a:lvl4pPr marL="1714500" indent="-342900">
              <a:buFont typeface="+mj-lt"/>
              <a:buAutoNum type="arabicPeriod"/>
              <a:defRPr/>
            </a:lvl4pPr>
            <a:lvl5pPr marL="2171700" indent="-342900">
              <a:buFont typeface="+mj-lt"/>
              <a:buAutoNum type="arabicPeriod"/>
              <a:defRPr/>
            </a:lvl5pPr>
          </a:lstStyle>
          <a:p>
            <a:pPr lvl="0"/>
            <a:r>
              <a:rPr lang="fr-FR" dirty="0"/>
              <a:t>{à retenir}</a:t>
            </a:r>
          </a:p>
        </p:txBody>
      </p:sp>
    </p:spTree>
    <p:extLst>
      <p:ext uri="{BB962C8B-B14F-4D97-AF65-F5344CB8AC3E}">
        <p14:creationId xmlns:p14="http://schemas.microsoft.com/office/powerpoint/2010/main" val="2359847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G - Fermeture">
    <p:spTree>
      <p:nvGrpSpPr>
        <p:cNvPr id="1" name=""/>
        <p:cNvGrpSpPr/>
        <p:nvPr/>
      </p:nvGrpSpPr>
      <p:grpSpPr>
        <a:xfrm>
          <a:off x="0" y="0"/>
          <a:ext cx="0" cy="0"/>
          <a:chOff x="0" y="0"/>
          <a:chExt cx="0" cy="0"/>
        </a:xfrm>
      </p:grpSpPr>
      <p:sp>
        <p:nvSpPr>
          <p:cNvPr id="5" name="Espace réservé du pied de page 4">
            <a:extLst>
              <a:ext uri="{FF2B5EF4-FFF2-40B4-BE49-F238E27FC236}">
                <a16:creationId xmlns:a16="http://schemas.microsoft.com/office/drawing/2014/main" id="{B3EBFCDD-649D-4CED-D5A0-3FB1C881218E}"/>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7" name="Espace réservé du numéro de diapositive 5">
            <a:extLst>
              <a:ext uri="{FF2B5EF4-FFF2-40B4-BE49-F238E27FC236}">
                <a16:creationId xmlns:a16="http://schemas.microsoft.com/office/drawing/2014/main" id="{4DB2E212-1C69-FFC8-276D-ED12BCEEA6EE}"/>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‹N°›</a:t>
            </a:fld>
            <a:endParaRPr lang="fr-FR"/>
          </a:p>
        </p:txBody>
      </p:sp>
      <p:pic>
        <p:nvPicPr>
          <p:cNvPr id="6" name="Image 5" descr="Une image contenant motif, blanc, conception, noir et blanc&#10;&#10;Le contenu généré par l’IA peut être incorrect.">
            <a:extLst>
              <a:ext uri="{FF2B5EF4-FFF2-40B4-BE49-F238E27FC236}">
                <a16:creationId xmlns:a16="http://schemas.microsoft.com/office/drawing/2014/main" id="{80C45EB9-E273-E89B-7F14-3DB38BF6CE8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19/11/2025</a:t>
            </a:r>
            <a:endParaRPr lang="fr-FR" dirty="0"/>
          </a:p>
        </p:txBody>
      </p:sp>
      <p:pic>
        <p:nvPicPr>
          <p:cNvPr id="10" name="Picture 2" descr="Résultat de recherche d'images pour &quot;cc by sa png&quot;&quot;">
            <a:hlinkClick r:id="rId3"/>
            <a:extLst>
              <a:ext uri="{FF2B5EF4-FFF2-40B4-BE49-F238E27FC236}">
                <a16:creationId xmlns:a16="http://schemas.microsoft.com/office/drawing/2014/main" id="{B735C98D-4349-FC26-C0C9-4A84DA9818AA}"/>
              </a:ext>
            </a:extLst>
          </p:cNvPr>
          <p:cNvPicPr>
            <a:picLocks noChangeAspect="1" noChangeArrowheads="1"/>
          </p:cNvPicPr>
          <p:nvPr userDrawn="1"/>
        </p:nvPicPr>
        <p:blipFill>
          <a:blip r:embed="rId4" cstate="print"/>
          <a:srcRect/>
          <a:stretch>
            <a:fillRect/>
          </a:stretch>
        </p:blipFill>
        <p:spPr bwMode="auto">
          <a:xfrm>
            <a:off x="4179754" y="6357875"/>
            <a:ext cx="1021730" cy="360000"/>
          </a:xfrm>
          <a:prstGeom prst="rect">
            <a:avLst/>
          </a:prstGeom>
          <a:noFill/>
        </p:spPr>
      </p:pic>
      <p:sp>
        <p:nvSpPr>
          <p:cNvPr id="11" name="Espace réservé du texte 12">
            <a:extLst>
              <a:ext uri="{FF2B5EF4-FFF2-40B4-BE49-F238E27FC236}">
                <a16:creationId xmlns:a16="http://schemas.microsoft.com/office/drawing/2014/main" id="{9841CF83-8A32-FF97-9434-C19D4A0508E8}"/>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2" name="Espace réservé du texte 7">
            <a:extLst>
              <a:ext uri="{FF2B5EF4-FFF2-40B4-BE49-F238E27FC236}">
                <a16:creationId xmlns:a16="http://schemas.microsoft.com/office/drawing/2014/main" id="{BD83FEAB-0677-0ECF-7EEF-C57E4D531FC3}"/>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pic>
        <p:nvPicPr>
          <p:cNvPr id="13" name="Image 12" descr="Une image contenant art, capture d’écran, Rectangle, motif&#10;&#10;Description générée automatiquement">
            <a:extLst>
              <a:ext uri="{FF2B5EF4-FFF2-40B4-BE49-F238E27FC236}">
                <a16:creationId xmlns:a16="http://schemas.microsoft.com/office/drawing/2014/main" id="{0E3BB63F-9BB1-E329-2611-04B6C32A7EF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2" name="ZoneTexte 1">
            <a:extLst>
              <a:ext uri="{FF2B5EF4-FFF2-40B4-BE49-F238E27FC236}">
                <a16:creationId xmlns:a16="http://schemas.microsoft.com/office/drawing/2014/main" id="{410B0100-DCBB-B5B4-ED85-A6B29EEAA121}"/>
              </a:ext>
            </a:extLst>
          </p:cNvPr>
          <p:cNvSpPr txBox="1"/>
          <p:nvPr userDrawn="1"/>
        </p:nvSpPr>
        <p:spPr>
          <a:xfrm>
            <a:off x="292455" y="2018369"/>
            <a:ext cx="6030818" cy="2031325"/>
          </a:xfrm>
          <a:prstGeom prst="rect">
            <a:avLst/>
          </a:prstGeom>
          <a:noFill/>
        </p:spPr>
        <p:txBody>
          <a:bodyPr wrap="none" rtlCol="0">
            <a:spAutoFit/>
          </a:bodyPr>
          <a:lstStyle/>
          <a:p>
            <a:r>
              <a:rPr lang="fr-FR" sz="3600" dirty="0">
                <a:solidFill>
                  <a:srgbClr val="D1282E"/>
                </a:solidFill>
              </a:rPr>
              <a:t>Merci pour votre participation !</a:t>
            </a:r>
          </a:p>
          <a:p>
            <a:endParaRPr lang="fr-FR" dirty="0"/>
          </a:p>
          <a:p>
            <a:endParaRPr lang="fr-FR" dirty="0"/>
          </a:p>
          <a:p>
            <a:endParaRPr lang="fr-FR" dirty="0"/>
          </a:p>
          <a:p>
            <a:r>
              <a:rPr lang="fr-FR" b="1" dirty="0"/>
              <a:t>Matthieu GRALL</a:t>
            </a:r>
          </a:p>
          <a:p>
            <a:r>
              <a:rPr lang="fr-FR" dirty="0">
                <a:solidFill>
                  <a:srgbClr val="7A7A7A"/>
                </a:solidFill>
              </a:rPr>
              <a:t>matthieu.grall@expert-conseil.pro</a:t>
            </a:r>
          </a:p>
        </p:txBody>
      </p:sp>
    </p:spTree>
    <p:extLst>
      <p:ext uri="{BB962C8B-B14F-4D97-AF65-F5344CB8AC3E}">
        <p14:creationId xmlns:p14="http://schemas.microsoft.com/office/powerpoint/2010/main" val="28043421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hyperlink" Target="https://creativecommons.org/licenses/by-sa/4.0/deed.fr" TargetMode="Externa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456739F-1430-A14D-42A3-C579BF4A96E3}"/>
              </a:ext>
            </a:extLst>
          </p:cNvPr>
          <p:cNvSpPr>
            <a:spLocks noGrp="1"/>
          </p:cNvSpPr>
          <p:nvPr>
            <p:ph type="title"/>
          </p:nvPr>
        </p:nvSpPr>
        <p:spPr>
          <a:xfrm>
            <a:off x="1237674" y="365126"/>
            <a:ext cx="10116126" cy="669348"/>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4A6D6574-B768-EE70-3C97-EDD5025D59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B416864-F191-2275-4623-10F43BA0B5B7}"/>
              </a:ext>
            </a:extLst>
          </p:cNvPr>
          <p:cNvSpPr>
            <a:spLocks noGrp="1"/>
          </p:cNvSpPr>
          <p:nvPr>
            <p:ph type="dt" sz="half" idx="2"/>
          </p:nvPr>
        </p:nvSpPr>
        <p:spPr>
          <a:xfrm>
            <a:off x="838200" y="6356350"/>
            <a:ext cx="936000" cy="365125"/>
          </a:xfrm>
          <a:prstGeom prst="rect">
            <a:avLst/>
          </a:prstGeom>
        </p:spPr>
        <p:txBody>
          <a:bodyPr vert="horz" lIns="91440" tIns="45720" rIns="91440" bIns="45720" rtlCol="0" anchor="ctr"/>
          <a:lstStyle>
            <a:lvl1pPr algn="l">
              <a:defRPr sz="1200">
                <a:solidFill>
                  <a:srgbClr val="7A7A7A"/>
                </a:solidFill>
              </a:defRPr>
            </a:lvl1pPr>
          </a:lstStyle>
          <a:p>
            <a:r>
              <a:rPr lang="fr-FR"/>
              <a:t>19/11/2025</a:t>
            </a:r>
            <a:endParaRPr lang="fr-FR" dirty="0"/>
          </a:p>
        </p:txBody>
      </p:sp>
      <p:sp>
        <p:nvSpPr>
          <p:cNvPr id="5" name="Espace réservé du pied de page 4">
            <a:extLst>
              <a:ext uri="{FF2B5EF4-FFF2-40B4-BE49-F238E27FC236}">
                <a16:creationId xmlns:a16="http://schemas.microsoft.com/office/drawing/2014/main" id="{4FF2A01E-B405-1A11-DF49-A272C2E8EF13}"/>
              </a:ext>
            </a:extLst>
          </p:cNvPr>
          <p:cNvSpPr>
            <a:spLocks noGrp="1"/>
          </p:cNvSpPr>
          <p:nvPr>
            <p:ph type="ftr" sz="quarter" idx="3"/>
          </p:nvPr>
        </p:nvSpPr>
        <p:spPr>
          <a:xfrm>
            <a:off x="5461607" y="6356350"/>
            <a:ext cx="5176382" cy="365125"/>
          </a:xfrm>
          <a:prstGeom prst="rect">
            <a:avLst/>
          </a:prstGeom>
        </p:spPr>
        <p:txBody>
          <a:bodyPr vert="horz" lIns="91440" tIns="45720" rIns="91440" bIns="45720" rtlCol="0" anchor="ctr"/>
          <a:lstStyle>
            <a:lvl1pPr algn="ctr">
              <a:defRPr sz="1200">
                <a:solidFill>
                  <a:srgbClr val="7A7A7A"/>
                </a:solidFill>
              </a:defRPr>
            </a:lvl1pPr>
          </a:lstStyle>
          <a:p>
            <a:r>
              <a:rPr lang="fr-FR" dirty="0"/>
              <a:t>EBIOS Risk Manager - Formation</a:t>
            </a:r>
          </a:p>
        </p:txBody>
      </p:sp>
      <p:sp>
        <p:nvSpPr>
          <p:cNvPr id="6" name="Espace réservé du numéro de diapositive 5">
            <a:extLst>
              <a:ext uri="{FF2B5EF4-FFF2-40B4-BE49-F238E27FC236}">
                <a16:creationId xmlns:a16="http://schemas.microsoft.com/office/drawing/2014/main" id="{C3298CDB-BF7B-0E5F-AC1B-FA414485FB84}"/>
              </a:ext>
            </a:extLst>
          </p:cNvPr>
          <p:cNvSpPr>
            <a:spLocks noGrp="1"/>
          </p:cNvSpPr>
          <p:nvPr>
            <p:ph type="sldNum" sz="quarter" idx="4"/>
          </p:nvPr>
        </p:nvSpPr>
        <p:spPr>
          <a:xfrm>
            <a:off x="10797308" y="6356350"/>
            <a:ext cx="556491" cy="365125"/>
          </a:xfrm>
          <a:prstGeom prst="rect">
            <a:avLst/>
          </a:prstGeom>
        </p:spPr>
        <p:txBody>
          <a:bodyPr vert="horz" lIns="91440" tIns="45720" rIns="91440" bIns="45720" rtlCol="0" anchor="ctr"/>
          <a:lstStyle>
            <a:lvl1pPr algn="r">
              <a:defRPr sz="1200">
                <a:solidFill>
                  <a:srgbClr val="7A7A7A"/>
                </a:solidFill>
              </a:defRPr>
            </a:lvl1pPr>
          </a:lstStyle>
          <a:p>
            <a:fld id="{294A09A9-5501-47C1-A89A-A340965A2BE2}" type="slidenum">
              <a:rPr lang="fr-FR" smtClean="0"/>
              <a:pPr/>
              <a:t>‹N°›</a:t>
            </a:fld>
            <a:endParaRPr lang="fr-FR" dirty="0"/>
          </a:p>
        </p:txBody>
      </p:sp>
      <p:pic>
        <p:nvPicPr>
          <p:cNvPr id="7" name="Picture 2" descr="Résultat de recherche d'images pour &quot;cc by sa png&quot;&quot;">
            <a:hlinkClick r:id="rId11"/>
            <a:extLst>
              <a:ext uri="{FF2B5EF4-FFF2-40B4-BE49-F238E27FC236}">
                <a16:creationId xmlns:a16="http://schemas.microsoft.com/office/drawing/2014/main" id="{DFB44219-4018-AF9B-0164-8970DC295C97}"/>
              </a:ext>
            </a:extLst>
          </p:cNvPr>
          <p:cNvPicPr>
            <a:picLocks noChangeAspect="1" noChangeArrowheads="1"/>
          </p:cNvPicPr>
          <p:nvPr userDrawn="1"/>
        </p:nvPicPr>
        <p:blipFill>
          <a:blip r:embed="rId12" cstate="print"/>
          <a:srcRect/>
          <a:stretch>
            <a:fillRect/>
          </a:stretch>
        </p:blipFill>
        <p:spPr bwMode="auto">
          <a:xfrm>
            <a:off x="4179754" y="6357875"/>
            <a:ext cx="1021730" cy="360000"/>
          </a:xfrm>
          <a:prstGeom prst="rect">
            <a:avLst/>
          </a:prstGeom>
          <a:noFill/>
        </p:spPr>
      </p:pic>
      <p:pic>
        <p:nvPicPr>
          <p:cNvPr id="8" name="Image 7" descr="Une image contenant art, capture d’écran, Rectangle, motif&#10;&#10;Description générée automatiquement">
            <a:extLst>
              <a:ext uri="{FF2B5EF4-FFF2-40B4-BE49-F238E27FC236}">
                <a16:creationId xmlns:a16="http://schemas.microsoft.com/office/drawing/2014/main" id="{B6AF852A-F3E6-0527-1A87-7B20C7FCAC86}"/>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9" name="Espace réservé du texte 12">
            <a:extLst>
              <a:ext uri="{FF2B5EF4-FFF2-40B4-BE49-F238E27FC236}">
                <a16:creationId xmlns:a16="http://schemas.microsoft.com/office/drawing/2014/main" id="{6A83077D-64F8-FEC0-8871-5ACAAEA330B2}"/>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0" name="Espace réservé du texte 7">
            <a:extLst>
              <a:ext uri="{FF2B5EF4-FFF2-40B4-BE49-F238E27FC236}">
                <a16:creationId xmlns:a16="http://schemas.microsoft.com/office/drawing/2014/main" id="{23A1ED8C-4CF6-337D-EC9C-18B046F3D240}"/>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spTree>
    <p:extLst>
      <p:ext uri="{BB962C8B-B14F-4D97-AF65-F5344CB8AC3E}">
        <p14:creationId xmlns:p14="http://schemas.microsoft.com/office/powerpoint/2010/main" val="748153411"/>
      </p:ext>
    </p:extLst>
  </p:cSld>
  <p:clrMap bg1="lt1" tx1="dk1" bg2="lt2" tx2="dk2" accent1="accent1" accent2="accent2" accent3="accent3" accent4="accent4" accent5="accent5" accent6="accent6" hlink="hlink" folHlink="folHlink"/>
  <p:sldLayoutIdLst>
    <p:sldLayoutId id="2147483757" r:id="rId1"/>
    <p:sldLayoutId id="2147483722" r:id="rId2"/>
    <p:sldLayoutId id="2147483756" r:id="rId3"/>
    <p:sldLayoutId id="2147483752" r:id="rId4"/>
    <p:sldLayoutId id="2147483725" r:id="rId5"/>
    <p:sldLayoutId id="2147483755" r:id="rId6"/>
    <p:sldLayoutId id="2147483727" r:id="rId7"/>
    <p:sldLayoutId id="2147483723" r:id="rId8"/>
    <p:sldLayoutId id="2147483758" r:id="rId9"/>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hyperlink" Target="https://secnumacademie.gouv.fr/" TargetMode="External"/><Relationship Id="rId7"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hyperlink" Target="https://cyber.gouv.fr/publications/la-methode-ebios-risk-manager-le-guide" TargetMode="External"/><Relationship Id="rId11" Type="http://schemas.openxmlformats.org/officeDocument/2006/relationships/image" Target="../media/image12.svg"/><Relationship Id="rId5" Type="http://schemas.openxmlformats.org/officeDocument/2006/relationships/hyperlink" Target="https://messervices.cyber.gouv.fr/services/mooc-ebios-rm.html" TargetMode="External"/><Relationship Id="rId10" Type="http://schemas.openxmlformats.org/officeDocument/2006/relationships/image" Target="../media/image11.png"/><Relationship Id="rId4" Type="http://schemas.openxmlformats.org/officeDocument/2006/relationships/hyperlink" Target="https://www.youtube.com/playlist?list=PLAkqEQH8FcQA5LcbM4CD9OVu44t016H4N" TargetMode="External"/><Relationship Id="rId9" Type="http://schemas.openxmlformats.org/officeDocument/2006/relationships/image" Target="../media/image10.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7.emf"/><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5.emf"/><Relationship Id="rId3" Type="http://schemas.openxmlformats.org/officeDocument/2006/relationships/image" Target="../media/image13.emf"/><Relationship Id="rId7" Type="http://schemas.openxmlformats.org/officeDocument/2006/relationships/image" Target="../media/image24.emf"/><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21.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28.emf"/><Relationship Id="rId4" Type="http://schemas.openxmlformats.org/officeDocument/2006/relationships/image" Target="../media/image27.emf"/></Relationships>
</file>

<file path=ppt/slides/_rels/slide22.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3.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em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svg"/><Relationship Id="rId18" Type="http://schemas.openxmlformats.org/officeDocument/2006/relationships/image" Target="../media/image49.png"/><Relationship Id="rId3" Type="http://schemas.openxmlformats.org/officeDocument/2006/relationships/image" Target="../media/image34.svg"/><Relationship Id="rId21" Type="http://schemas.openxmlformats.org/officeDocument/2006/relationships/image" Target="../media/image52.svg"/><Relationship Id="rId7" Type="http://schemas.openxmlformats.org/officeDocument/2006/relationships/image" Target="../media/image38.svg"/><Relationship Id="rId12" Type="http://schemas.openxmlformats.org/officeDocument/2006/relationships/image" Target="../media/image43.png"/><Relationship Id="rId17" Type="http://schemas.openxmlformats.org/officeDocument/2006/relationships/image" Target="../media/image48.svg"/><Relationship Id="rId25" Type="http://schemas.openxmlformats.org/officeDocument/2006/relationships/image" Target="../media/image56.sv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6.xml"/><Relationship Id="rId6" Type="http://schemas.openxmlformats.org/officeDocument/2006/relationships/image" Target="../media/image37.png"/><Relationship Id="rId11" Type="http://schemas.openxmlformats.org/officeDocument/2006/relationships/image" Target="../media/image42.svg"/><Relationship Id="rId24" Type="http://schemas.openxmlformats.org/officeDocument/2006/relationships/image" Target="../media/image55.png"/><Relationship Id="rId5" Type="http://schemas.openxmlformats.org/officeDocument/2006/relationships/image" Target="../media/image36.svg"/><Relationship Id="rId15" Type="http://schemas.openxmlformats.org/officeDocument/2006/relationships/image" Target="../media/image46.svg"/><Relationship Id="rId23" Type="http://schemas.openxmlformats.org/officeDocument/2006/relationships/image" Target="../media/image54.svg"/><Relationship Id="rId10" Type="http://schemas.openxmlformats.org/officeDocument/2006/relationships/image" Target="../media/image41.png"/><Relationship Id="rId19" Type="http://schemas.openxmlformats.org/officeDocument/2006/relationships/image" Target="../media/image50.svg"/><Relationship Id="rId4" Type="http://schemas.openxmlformats.org/officeDocument/2006/relationships/image" Target="../media/image35.png"/><Relationship Id="rId9" Type="http://schemas.openxmlformats.org/officeDocument/2006/relationships/image" Target="../media/image40.svg"/><Relationship Id="rId14" Type="http://schemas.openxmlformats.org/officeDocument/2006/relationships/image" Target="../media/image45.png"/><Relationship Id="rId22" Type="http://schemas.openxmlformats.org/officeDocument/2006/relationships/image" Target="../media/image53.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59.png"/></Relationships>
</file>

<file path=ppt/slides/_rels/slide41.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0.jpeg"/><Relationship Id="rId7" Type="http://schemas.openxmlformats.org/officeDocument/2006/relationships/diagramColors" Target="../diagrams/colors2.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1.em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4" Type="http://schemas.openxmlformats.org/officeDocument/2006/relationships/hyperlink" Target="https://www.boutique.afnor.org/fr-fr/norme/nf-en-iso-iec-27001/technologies-de-linformation-techniques-de-securite-systemes-de-management-/fa187277/59084" TargetMode="External"/></Relationships>
</file>

<file path=ppt/slides/_rels/slide55.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10" Type="http://schemas.openxmlformats.org/officeDocument/2006/relationships/image" Target="../media/image60.jpeg"/><Relationship Id="rId4" Type="http://schemas.openxmlformats.org/officeDocument/2006/relationships/hyperlink" Target="https://www.boutique.afnor.org/fr-fr/norme/nf-en-iso-iec-27001/technologies-de-linformation-techniques-de-securite-systemes-de-management-/fa187277/59084" TargetMode="External"/><Relationship Id="rId9" Type="http://schemas.openxmlformats.org/officeDocument/2006/relationships/image" Target="../media/image58.png"/></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4.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5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4.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image" Target="../media/image65.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8" Type="http://schemas.openxmlformats.org/officeDocument/2006/relationships/image" Target="../media/image72.png"/><Relationship Id="rId13" Type="http://schemas.openxmlformats.org/officeDocument/2006/relationships/image" Target="../media/image77.png"/><Relationship Id="rId3" Type="http://schemas.openxmlformats.org/officeDocument/2006/relationships/image" Target="../media/image67.png"/><Relationship Id="rId7" Type="http://schemas.openxmlformats.org/officeDocument/2006/relationships/image" Target="../media/image71.png"/><Relationship Id="rId12" Type="http://schemas.openxmlformats.org/officeDocument/2006/relationships/image" Target="../media/image76.png"/><Relationship Id="rId2" Type="http://schemas.openxmlformats.org/officeDocument/2006/relationships/image" Target="../media/image66.png"/><Relationship Id="rId16" Type="http://schemas.openxmlformats.org/officeDocument/2006/relationships/image" Target="../media/image80.emf"/><Relationship Id="rId1" Type="http://schemas.openxmlformats.org/officeDocument/2006/relationships/slideLayout" Target="../slideLayouts/slideLayout5.xml"/><Relationship Id="rId6" Type="http://schemas.openxmlformats.org/officeDocument/2006/relationships/image" Target="../media/image70.png"/><Relationship Id="rId11" Type="http://schemas.openxmlformats.org/officeDocument/2006/relationships/image" Target="../media/image75.png"/><Relationship Id="rId5" Type="http://schemas.openxmlformats.org/officeDocument/2006/relationships/image" Target="../media/image69.png"/><Relationship Id="rId15" Type="http://schemas.openxmlformats.org/officeDocument/2006/relationships/image" Target="../media/image79.emf"/><Relationship Id="rId10" Type="http://schemas.openxmlformats.org/officeDocument/2006/relationships/image" Target="../media/image74.png"/><Relationship Id="rId4" Type="http://schemas.openxmlformats.org/officeDocument/2006/relationships/image" Target="../media/image68.png"/><Relationship Id="rId9" Type="http://schemas.openxmlformats.org/officeDocument/2006/relationships/image" Target="../media/image73.png"/><Relationship Id="rId14" Type="http://schemas.openxmlformats.org/officeDocument/2006/relationships/image" Target="../media/image78.png"/></Relationships>
</file>

<file path=ppt/slides/_rels/slide7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81.emf"/><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82.emf"/><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8" Type="http://schemas.openxmlformats.org/officeDocument/2006/relationships/image" Target="../media/image89.emf"/><Relationship Id="rId13" Type="http://schemas.openxmlformats.org/officeDocument/2006/relationships/image" Target="../media/image93.png"/><Relationship Id="rId3" Type="http://schemas.openxmlformats.org/officeDocument/2006/relationships/image" Target="../media/image84.emf"/><Relationship Id="rId7" Type="http://schemas.openxmlformats.org/officeDocument/2006/relationships/image" Target="../media/image88.emf"/><Relationship Id="rId12" Type="http://schemas.openxmlformats.org/officeDocument/2006/relationships/image" Target="../media/image92.emf"/><Relationship Id="rId2" Type="http://schemas.openxmlformats.org/officeDocument/2006/relationships/image" Target="../media/image83.emf"/><Relationship Id="rId1" Type="http://schemas.openxmlformats.org/officeDocument/2006/relationships/slideLayout" Target="../slideLayouts/slideLayout6.xml"/><Relationship Id="rId6" Type="http://schemas.openxmlformats.org/officeDocument/2006/relationships/image" Target="../media/image87.emf"/><Relationship Id="rId11" Type="http://schemas.openxmlformats.org/officeDocument/2006/relationships/image" Target="../media/image91.emf"/><Relationship Id="rId5" Type="http://schemas.openxmlformats.org/officeDocument/2006/relationships/image" Target="../media/image86.emf"/><Relationship Id="rId15" Type="http://schemas.openxmlformats.org/officeDocument/2006/relationships/image" Target="../media/image95.emf"/><Relationship Id="rId10" Type="http://schemas.openxmlformats.org/officeDocument/2006/relationships/image" Target="../media/image90.emf"/><Relationship Id="rId4" Type="http://schemas.openxmlformats.org/officeDocument/2006/relationships/image" Target="../media/image85.emf"/><Relationship Id="rId9" Type="http://schemas.openxmlformats.org/officeDocument/2006/relationships/image" Target="../media/image79.emf"/><Relationship Id="rId14" Type="http://schemas.openxmlformats.org/officeDocument/2006/relationships/image" Target="../media/image94.emf"/></Relationships>
</file>

<file path=ppt/slides/_rels/slide87.xml.rels><?xml version="1.0" encoding="UTF-8" standalone="yes"?>
<Relationships xmlns="http://schemas.openxmlformats.org/package/2006/relationships"><Relationship Id="rId3" Type="http://schemas.openxmlformats.org/officeDocument/2006/relationships/image" Target="../media/image89.emf"/><Relationship Id="rId7" Type="http://schemas.openxmlformats.org/officeDocument/2006/relationships/image" Target="../media/image16.png"/><Relationship Id="rId2" Type="http://schemas.openxmlformats.org/officeDocument/2006/relationships/image" Target="../media/image79.emf"/><Relationship Id="rId1" Type="http://schemas.openxmlformats.org/officeDocument/2006/relationships/slideLayout" Target="../slideLayouts/slideLayout4.xml"/><Relationship Id="rId6" Type="http://schemas.openxmlformats.org/officeDocument/2006/relationships/image" Target="../media/image97.svg"/><Relationship Id="rId5" Type="http://schemas.openxmlformats.org/officeDocument/2006/relationships/image" Target="../media/image96.png"/><Relationship Id="rId4" Type="http://schemas.openxmlformats.org/officeDocument/2006/relationships/image" Target="../media/image80.emf"/></Relationships>
</file>

<file path=ppt/slides/_rels/slide88.xml.rels><?xml version="1.0" encoding="UTF-8" standalone="yes"?>
<Relationships xmlns="http://schemas.openxmlformats.org/package/2006/relationships"><Relationship Id="rId3" Type="http://schemas.openxmlformats.org/officeDocument/2006/relationships/image" Target="../media/image99.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01.emf"/><Relationship Id="rId4" Type="http://schemas.openxmlformats.org/officeDocument/2006/relationships/image" Target="../media/image100.emf"/></Relationships>
</file>

<file path=ppt/slides/_rels/slide89.xml.rels><?xml version="1.0" encoding="UTF-8" standalone="yes"?>
<Relationships xmlns="http://schemas.openxmlformats.org/package/2006/relationships"><Relationship Id="rId3" Type="http://schemas.openxmlformats.org/officeDocument/2006/relationships/image" Target="../media/image102.emf"/><Relationship Id="rId2" Type="http://schemas.openxmlformats.org/officeDocument/2006/relationships/image" Target="../media/image98.emf"/><Relationship Id="rId1" Type="http://schemas.openxmlformats.org/officeDocument/2006/relationships/slideLayout" Target="../slideLayouts/slideLayout6.xml"/><Relationship Id="rId5" Type="http://schemas.openxmlformats.org/officeDocument/2006/relationships/image" Target="../media/image60.jpeg"/><Relationship Id="rId4" Type="http://schemas.openxmlformats.org/officeDocument/2006/relationships/image" Target="../media/image101.emf"/></Relationships>
</file>

<file path=ppt/slides/_rels/slide90.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image" Target="../media/image102.emf"/><Relationship Id="rId7" Type="http://schemas.openxmlformats.org/officeDocument/2006/relationships/image" Target="../media/image101.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05.emf"/><Relationship Id="rId5" Type="http://schemas.openxmlformats.org/officeDocument/2006/relationships/image" Target="../media/image104.emf"/><Relationship Id="rId4" Type="http://schemas.openxmlformats.org/officeDocument/2006/relationships/image" Target="../media/image103.emf"/></Relationships>
</file>

<file path=ppt/slides/_rels/slide9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microsoft.com/office/2007/relationships/hdphoto" Target="../media/hdphoto1.wdp"/></Relationships>
</file>

<file path=ppt/slides/_rels/slide9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106.emf"/><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3" Type="http://schemas.openxmlformats.org/officeDocument/2006/relationships/image" Target="../media/image107.emf"/><Relationship Id="rId2" Type="http://schemas.openxmlformats.org/officeDocument/2006/relationships/image" Target="../media/image80.emf"/><Relationship Id="rId1" Type="http://schemas.openxmlformats.org/officeDocument/2006/relationships/slideLayout" Target="../slideLayouts/slideLayout6.xml"/><Relationship Id="rId5" Type="http://schemas.openxmlformats.org/officeDocument/2006/relationships/image" Target="../media/image109.emf"/><Relationship Id="rId4" Type="http://schemas.openxmlformats.org/officeDocument/2006/relationships/image" Target="../media/image108.emf"/></Relationships>
</file>

<file path=ppt/slides/_rels/slide95.xml.rels><?xml version="1.0" encoding="UTF-8" standalone="yes"?>
<Relationships xmlns="http://schemas.openxmlformats.org/package/2006/relationships"><Relationship Id="rId3" Type="http://schemas.openxmlformats.org/officeDocument/2006/relationships/image" Target="../media/image80.emf"/><Relationship Id="rId7" Type="http://schemas.openxmlformats.org/officeDocument/2006/relationships/image" Target="../media/image11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6.xml.rels><?xml version="1.0" encoding="UTF-8" standalone="yes"?>
<Relationships xmlns="http://schemas.openxmlformats.org/package/2006/relationships"><Relationship Id="rId8" Type="http://schemas.openxmlformats.org/officeDocument/2006/relationships/image" Target="../media/image113.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7.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 Id="rId9" Type="http://schemas.openxmlformats.org/officeDocument/2006/relationships/image" Target="../media/image115.emf"/></Relationships>
</file>

<file path=ppt/slides/_rels/slide98.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10" Type="http://schemas.openxmlformats.org/officeDocument/2006/relationships/image" Target="../media/image117.emf"/><Relationship Id="rId4" Type="http://schemas.openxmlformats.org/officeDocument/2006/relationships/image" Target="../media/image107.emf"/><Relationship Id="rId9" Type="http://schemas.openxmlformats.org/officeDocument/2006/relationships/image" Target="../media/image116.emf"/></Relationships>
</file>

<file path=ppt/slides/_rels/slide99.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19.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0.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1.xml.rels><?xml version="1.0" encoding="UTF-8" standalone="yes"?>
<Relationships xmlns="http://schemas.openxmlformats.org/package/2006/relationships"><Relationship Id="rId8" Type="http://schemas.openxmlformats.org/officeDocument/2006/relationships/image" Target="../media/image114.emf"/><Relationship Id="rId13" Type="http://schemas.openxmlformats.org/officeDocument/2006/relationships/image" Target="../media/image123.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2.xml.rels><?xml version="1.0" encoding="UTF-8" standalone="yes"?>
<Relationships xmlns="http://schemas.openxmlformats.org/package/2006/relationships"><Relationship Id="rId8" Type="http://schemas.openxmlformats.org/officeDocument/2006/relationships/image" Target="../media/image127.emf"/><Relationship Id="rId3" Type="http://schemas.openxmlformats.org/officeDocument/2006/relationships/image" Target="../media/image125.png"/><Relationship Id="rId7" Type="http://schemas.openxmlformats.org/officeDocument/2006/relationships/image" Target="../media/image100.emf"/><Relationship Id="rId12" Type="http://schemas.openxmlformats.org/officeDocument/2006/relationships/image" Target="../media/image18.png"/><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99.emf"/><Relationship Id="rId11" Type="http://schemas.openxmlformats.org/officeDocument/2006/relationships/image" Target="../media/image130.emf"/><Relationship Id="rId5" Type="http://schemas.openxmlformats.org/officeDocument/2006/relationships/image" Target="../media/image98.emf"/><Relationship Id="rId10" Type="http://schemas.openxmlformats.org/officeDocument/2006/relationships/image" Target="../media/image129.emf"/><Relationship Id="rId4" Type="http://schemas.openxmlformats.org/officeDocument/2006/relationships/image" Target="../media/image126.emf"/><Relationship Id="rId9" Type="http://schemas.openxmlformats.org/officeDocument/2006/relationships/image" Target="../media/image128.emf"/></Relationships>
</file>

<file path=ppt/slides/_rels/slide103.xml.rels><?xml version="1.0" encoding="UTF-8" standalone="yes"?>
<Relationships xmlns="http://schemas.openxmlformats.org/package/2006/relationships"><Relationship Id="rId8" Type="http://schemas.openxmlformats.org/officeDocument/2006/relationships/image" Target="../media/image130.emf"/><Relationship Id="rId3" Type="http://schemas.openxmlformats.org/officeDocument/2006/relationships/image" Target="../media/image125.png"/><Relationship Id="rId7" Type="http://schemas.openxmlformats.org/officeDocument/2006/relationships/image" Target="../media/image129.emf"/><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128.emf"/><Relationship Id="rId5" Type="http://schemas.openxmlformats.org/officeDocument/2006/relationships/image" Target="../media/image127.emf"/><Relationship Id="rId4" Type="http://schemas.openxmlformats.org/officeDocument/2006/relationships/image" Target="../media/image126.emf"/><Relationship Id="rId9" Type="http://schemas.openxmlformats.org/officeDocument/2006/relationships/image" Target="../media/image18.png"/></Relationships>
</file>

<file path=ppt/slides/_rels/slide104.xml.rels><?xml version="1.0" encoding="UTF-8" standalone="yes"?>
<Relationships xmlns="http://schemas.openxmlformats.org/package/2006/relationships"><Relationship Id="rId2" Type="http://schemas.openxmlformats.org/officeDocument/2006/relationships/image" Target="../media/image131.emf"/><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8" Type="http://schemas.openxmlformats.org/officeDocument/2006/relationships/image" Target="../media/image136.emf"/><Relationship Id="rId3" Type="http://schemas.openxmlformats.org/officeDocument/2006/relationships/image" Target="../media/image128.emf"/><Relationship Id="rId7" Type="http://schemas.openxmlformats.org/officeDocument/2006/relationships/image" Target="../media/image135.emf"/><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34.emf"/><Relationship Id="rId11" Type="http://schemas.openxmlformats.org/officeDocument/2006/relationships/image" Target="../media/image60.jpeg"/><Relationship Id="rId5" Type="http://schemas.openxmlformats.org/officeDocument/2006/relationships/image" Target="../media/image133.emf"/><Relationship Id="rId10" Type="http://schemas.openxmlformats.org/officeDocument/2006/relationships/image" Target="../media/image138.emf"/><Relationship Id="rId4" Type="http://schemas.openxmlformats.org/officeDocument/2006/relationships/image" Target="../media/image132.emf"/><Relationship Id="rId9" Type="http://schemas.openxmlformats.org/officeDocument/2006/relationships/image" Target="../media/image137.emf"/></Relationships>
</file>

<file path=ppt/slides/_rels/slide10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139.emf"/><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4.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19.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4.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4.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2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4.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40.jpeg"/><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6.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47.emf"/><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xml"/><Relationship Id="rId7" Type="http://schemas.openxmlformats.org/officeDocument/2006/relationships/image" Target="../media/image156.jpg"/><Relationship Id="rId2" Type="http://schemas.openxmlformats.org/officeDocument/2006/relationships/diagramData" Target="../diagrams/data15.xml"/><Relationship Id="rId1" Type="http://schemas.openxmlformats.org/officeDocument/2006/relationships/slideLayout" Target="../slideLayouts/slideLayout6.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3" Type="http://schemas.openxmlformats.org/officeDocument/2006/relationships/image" Target="../media/image158.jpeg"/><Relationship Id="rId2" Type="http://schemas.openxmlformats.org/officeDocument/2006/relationships/image" Target="../media/image157.jpeg"/><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re 13">
            <a:extLst>
              <a:ext uri="{FF2B5EF4-FFF2-40B4-BE49-F238E27FC236}">
                <a16:creationId xmlns:a16="http://schemas.microsoft.com/office/drawing/2014/main" id="{27DA059A-F311-F4DF-FF5C-B992E8AAF2F5}"/>
              </a:ext>
            </a:extLst>
          </p:cNvPr>
          <p:cNvSpPr>
            <a:spLocks noGrp="1"/>
          </p:cNvSpPr>
          <p:nvPr>
            <p:ph type="title"/>
          </p:nvPr>
        </p:nvSpPr>
        <p:spPr/>
        <p:txBody>
          <a:bodyPr/>
          <a:lstStyle/>
          <a:p>
            <a:r>
              <a:rPr lang="fr-FR" dirty="0"/>
              <a:t>Apprendre à mener des études de risques</a:t>
            </a:r>
          </a:p>
        </p:txBody>
      </p:sp>
      <p:sp>
        <p:nvSpPr>
          <p:cNvPr id="5" name="Espace réservé de la date 1">
            <a:extLst>
              <a:ext uri="{FF2B5EF4-FFF2-40B4-BE49-F238E27FC236}">
                <a16:creationId xmlns:a16="http://schemas.microsoft.com/office/drawing/2014/main" id="{59D1257E-71A5-8923-F4B4-EFE06A2AE55C}"/>
              </a:ext>
            </a:extLst>
          </p:cNvPr>
          <p:cNvSpPr>
            <a:spLocks noGrp="1"/>
          </p:cNvSpPr>
          <p:nvPr>
            <p:ph type="dt" sz="half" idx="10"/>
          </p:nvPr>
        </p:nvSpPr>
        <p:spPr>
          <a:xfrm>
            <a:off x="838200" y="6356350"/>
            <a:ext cx="936000" cy="365125"/>
          </a:xfrm>
        </p:spPr>
        <p:txBody>
          <a:bodyPr/>
          <a:lstStyle/>
          <a:p>
            <a:r>
              <a:rPr lang="fr-FR" dirty="0"/>
              <a:t>19/11/2025</a:t>
            </a:r>
          </a:p>
        </p:txBody>
      </p:sp>
      <p:sp>
        <p:nvSpPr>
          <p:cNvPr id="6" name="Espace réservé du pied de page 2">
            <a:extLst>
              <a:ext uri="{FF2B5EF4-FFF2-40B4-BE49-F238E27FC236}">
                <a16:creationId xmlns:a16="http://schemas.microsoft.com/office/drawing/2014/main" id="{3428ACE4-5FBD-4895-F228-C5A8DB9F7A83}"/>
              </a:ext>
            </a:extLst>
          </p:cNvPr>
          <p:cNvSpPr>
            <a:spLocks noGrp="1"/>
          </p:cNvSpPr>
          <p:nvPr>
            <p:ph type="ftr" sz="quarter" idx="11"/>
          </p:nvPr>
        </p:nvSpPr>
        <p:spPr>
          <a:xfrm>
            <a:off x="838200" y="1865745"/>
            <a:ext cx="7779326" cy="2099195"/>
          </a:xfrm>
        </p:spPr>
        <p:txBody>
          <a:bodyPr/>
          <a:lstStyle/>
          <a:p>
            <a:pPr algn="ctr"/>
            <a:r>
              <a:rPr lang="fr-FR" dirty="0"/>
              <a:t>EBIOS </a:t>
            </a:r>
            <a:r>
              <a:rPr lang="fr-FR" i="1" dirty="0"/>
              <a:t>Risk Manager</a:t>
            </a:r>
            <a:r>
              <a:rPr lang="fr-FR" dirty="0"/>
              <a:t> - Formation</a:t>
            </a:r>
          </a:p>
        </p:txBody>
      </p:sp>
    </p:spTree>
    <p:extLst>
      <p:ext uri="{BB962C8B-B14F-4D97-AF65-F5344CB8AC3E}">
        <p14:creationId xmlns:p14="http://schemas.microsoft.com/office/powerpoint/2010/main" val="25081115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vert="horz" lIns="91440" tIns="45720" rIns="91440" bIns="45720" rtlCol="0" anchor="b">
            <a:noAutofit/>
          </a:bodyPr>
          <a:lstStyle/>
          <a:p>
            <a:r>
              <a:rPr lang="fr-FR" sz="4000" dirty="0"/>
              <a:t>Introduction</a:t>
            </a:r>
            <a:endParaRPr lang="fr-FR" sz="4000" cap="all" noProof="0" dirty="0">
              <a:latin typeface="Calibri Light" panose="020F0302020204030204" pitchFamily="34" charset="0"/>
              <a:cs typeface="Calibri Light" panose="020F0302020204030204" pitchFamily="34" charset="0"/>
            </a:endParaRPr>
          </a:p>
        </p:txBody>
      </p:sp>
      <p:sp>
        <p:nvSpPr>
          <p:cNvPr id="3" name="Sous-titre 2" descr="Tag=AccentColor&#10;Flavor=Light&#10;Target=Text"/>
          <p:cNvSpPr>
            <a:spLocks noGrp="1"/>
          </p:cNvSpPr>
          <p:nvPr>
            <p:ph idx="1"/>
          </p:nvPr>
        </p:nvSpPr>
        <p:spPr/>
        <p:txBody>
          <a:bodyPr vert="horz" lIns="91440" tIns="45720" rIns="91440" bIns="45720" rtlCol="0">
            <a:noAutofit/>
          </a:bodyPr>
          <a:lstStyle/>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Les données sont notre pétrole ! Les moyens sont contraints. Nos systèmes et la réglementation ne sont pas parfaitement maîtrisés et évoluent en permanence. Les attaques se multiplient. Les attaquants s’organisent et leurs capacités s’accroissent.</a:t>
            </a:r>
          </a:p>
          <a:p>
            <a:pPr marL="0" indent="0" algn="just">
              <a:lnSpc>
                <a:spcPct val="102000"/>
              </a:lnSpc>
              <a:spcBef>
                <a:spcPts val="0"/>
              </a:spcBef>
              <a:spcAft>
                <a:spcPts val="600"/>
              </a:spcAft>
              <a:buNone/>
            </a:pPr>
            <a:endParaRPr lang="fr-FR" noProof="0" dirty="0">
              <a:solidFill>
                <a:srgbClr val="191B0E"/>
              </a:solidFill>
              <a:latin typeface="Calibri Light" panose="020F0302020204030204" pitchFamily="34" charset="0"/>
              <a:cs typeface="Calibri Light" panose="020F0302020204030204" pitchFamily="34" charset="0"/>
            </a:endParaRPr>
          </a:p>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Dans ce contexte, il est plus que jamais indispensable de « penser risques » pour </a:t>
            </a:r>
            <a:r>
              <a:rPr lang="fr-FR" b="1" noProof="0" dirty="0">
                <a:solidFill>
                  <a:srgbClr val="191B0E"/>
                </a:solidFill>
                <a:latin typeface="Calibri Light" panose="020F0302020204030204" pitchFamily="34" charset="0"/>
                <a:cs typeface="Calibri Light" panose="020F0302020204030204" pitchFamily="34" charset="0"/>
              </a:rPr>
              <a:t>décider de ce qui est nécessaire et suffisant pour se protéger, </a:t>
            </a:r>
            <a:r>
              <a:rPr lang="fr-FR" noProof="0" dirty="0">
                <a:solidFill>
                  <a:srgbClr val="191B0E"/>
                </a:solidFill>
                <a:latin typeface="Calibri Light" panose="020F0302020204030204" pitchFamily="34" charset="0"/>
                <a:cs typeface="Calibri Light" panose="020F0302020204030204" pitchFamily="34" charset="0"/>
              </a:rPr>
              <a:t>de manière efficace.</a:t>
            </a:r>
          </a:p>
        </p:txBody>
      </p:sp>
      <p:sp>
        <p:nvSpPr>
          <p:cNvPr id="6" name="Espace réservé du pied de page 5">
            <a:extLst>
              <a:ext uri="{FF2B5EF4-FFF2-40B4-BE49-F238E27FC236}">
                <a16:creationId xmlns:a16="http://schemas.microsoft.com/office/drawing/2014/main" id="{AD22B6BB-8FB7-0401-4EEC-DD5CEEA96330}"/>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B47368C8-7066-0929-87F5-42B66B35B240}"/>
              </a:ext>
            </a:extLst>
          </p:cNvPr>
          <p:cNvSpPr>
            <a:spLocks noGrp="1"/>
          </p:cNvSpPr>
          <p:nvPr>
            <p:ph type="sldNum" sz="quarter" idx="12"/>
          </p:nvPr>
        </p:nvSpPr>
        <p:spPr/>
        <p:txBody>
          <a:bodyPr/>
          <a:lstStyle/>
          <a:p>
            <a:pPr rtl="0"/>
            <a:fld id="{294A09A9-5501-47C1-A89A-A340965A2BE2}" type="slidenum">
              <a:rPr lang="fr-FR" noProof="0" smtClean="0"/>
              <a:t>2</a:t>
            </a:fld>
            <a:endParaRPr lang="fr-FR" noProof="0"/>
          </a:p>
        </p:txBody>
      </p:sp>
      <p:sp>
        <p:nvSpPr>
          <p:cNvPr id="5" name="Espace réservé de la date 4">
            <a:extLst>
              <a:ext uri="{FF2B5EF4-FFF2-40B4-BE49-F238E27FC236}">
                <a16:creationId xmlns:a16="http://schemas.microsoft.com/office/drawing/2014/main" id="{040A9140-61D9-4DF2-F66E-3910D3DE5D93}"/>
              </a:ext>
            </a:extLst>
          </p:cNvPr>
          <p:cNvSpPr>
            <a:spLocks noGrp="1"/>
          </p:cNvSpPr>
          <p:nvPr>
            <p:ph type="dt" sz="half" idx="10"/>
          </p:nvPr>
        </p:nvSpPr>
        <p:spPr/>
        <p:txBody>
          <a:bodyPr/>
          <a:lstStyle/>
          <a:p>
            <a:pPr rtl="0"/>
            <a:r>
              <a:rPr lang="fr-FR" noProof="0"/>
              <a:t>19/11/2025</a:t>
            </a:r>
            <a:endParaRPr lang="fr-FR" noProof="0" dirty="0"/>
          </a:p>
        </p:txBody>
      </p:sp>
    </p:spTree>
    <p:extLst>
      <p:ext uri="{BB962C8B-B14F-4D97-AF65-F5344CB8AC3E}">
        <p14:creationId xmlns:p14="http://schemas.microsoft.com/office/powerpoint/2010/main" val="83597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0" nodeType="withEffect">
                                  <p:stCondLst>
                                    <p:cond delay="2000"/>
                                  </p:stCondLst>
                                  <p:iterate type="lt">
                                    <p:tmPct val="10000"/>
                                  </p:iterate>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4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1F1ABD63-BDED-32AA-61D9-713AFC0AF96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04CD6D3-41D4-41BA-3DDD-ECFD458847E8}"/>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chemeClr val="tx1"/>
                </a:solidFill>
              </a:rPr>
              <a:t>Objectifs de la formation</a:t>
            </a:r>
          </a:p>
          <a:p>
            <a:pPr marL="457200" indent="-457200" algn="l">
              <a:buFont typeface="+mj-lt"/>
              <a:buAutoNum type="arabicPeriod"/>
            </a:pPr>
            <a:r>
              <a:rPr lang="fr-FR" dirty="0">
                <a:solidFill>
                  <a:schemeClr val="tx1"/>
                </a:solidFill>
              </a:rPr>
              <a:t>Concepts indispensables</a:t>
            </a:r>
          </a:p>
          <a:p>
            <a:pPr marL="457200" indent="-457200" algn="l">
              <a:buFont typeface="+mj-lt"/>
              <a:buAutoNum type="arabicPeriod"/>
            </a:pPr>
            <a:r>
              <a:rPr lang="fr-FR" dirty="0">
                <a:solidFill>
                  <a:schemeClr val="tx1"/>
                </a:solidFill>
              </a:rPr>
              <a:t>Établir le contexte</a:t>
            </a:r>
          </a:p>
          <a:p>
            <a:pPr marL="457200" indent="-457200" algn="l">
              <a:buFont typeface="+mj-lt"/>
              <a:buAutoNum type="arabicPeriod"/>
            </a:pPr>
            <a:r>
              <a:rPr lang="fr-FR" dirty="0">
                <a:solidFill>
                  <a:schemeClr val="tx1"/>
                </a:solidFill>
              </a:rPr>
              <a:t>Apprécier les risques</a:t>
            </a:r>
          </a:p>
          <a:p>
            <a:pPr marL="914400" lvl="1" indent="-457200" algn="l">
              <a:buFont typeface="+mj-lt"/>
              <a:buAutoNum type="alphaLcPeriod"/>
            </a:pPr>
            <a:r>
              <a:rPr lang="fr-FR" dirty="0"/>
              <a:t>Approche par conformité</a:t>
            </a:r>
          </a:p>
          <a:p>
            <a:pPr marL="914400" lvl="1" indent="-457200" algn="l">
              <a:buFont typeface="+mj-lt"/>
              <a:buAutoNum type="alphaLcPeriod"/>
            </a:pPr>
            <a:r>
              <a:rPr lang="fr-FR" dirty="0"/>
              <a:t>Approche par scénarios</a:t>
            </a:r>
          </a:p>
          <a:p>
            <a:pPr marL="457200" indent="-457200" algn="l">
              <a:buFont typeface="+mj-lt"/>
              <a:buAutoNum type="arabicPeriod"/>
            </a:pPr>
            <a:r>
              <a:rPr lang="fr-FR" dirty="0">
                <a:solidFill>
                  <a:schemeClr val="tx1"/>
                </a:solidFill>
              </a:rPr>
              <a:t>Traiter les risques</a:t>
            </a:r>
          </a:p>
          <a:p>
            <a:pPr marL="457200" indent="-457200" algn="l">
              <a:buFont typeface="+mj-lt"/>
              <a:buAutoNum type="arabicPeriod"/>
            </a:pPr>
            <a:r>
              <a:rPr lang="fr-FR" dirty="0">
                <a:solidFill>
                  <a:schemeClr val="tx1"/>
                </a:solidFill>
              </a:rPr>
              <a:t>Étude de cas complète</a:t>
            </a:r>
          </a:p>
          <a:p>
            <a:pPr marL="457200" indent="-457200" algn="l">
              <a:buFont typeface="+mj-lt"/>
              <a:buAutoNum type="arabicPeriod"/>
            </a:pPr>
            <a:r>
              <a:rPr lang="fr-FR" dirty="0">
                <a:solidFill>
                  <a:schemeClr val="tx1"/>
                </a:solidFill>
              </a:rPr>
              <a:t>Conclusion</a:t>
            </a:r>
          </a:p>
        </p:txBody>
      </p:sp>
      <p:sp>
        <p:nvSpPr>
          <p:cNvPr id="4" name="Espace réservé de la date 3">
            <a:extLst>
              <a:ext uri="{FF2B5EF4-FFF2-40B4-BE49-F238E27FC236}">
                <a16:creationId xmlns:a16="http://schemas.microsoft.com/office/drawing/2014/main" id="{6AD0C892-03B3-F4C6-DAAA-45E3A5D3D67E}"/>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FF78BC5A-B7BB-02F0-D595-0323E0437FA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FA6DBF7-7B2F-D374-299D-926559A63F1F}"/>
              </a:ext>
            </a:extLst>
          </p:cNvPr>
          <p:cNvSpPr>
            <a:spLocks noGrp="1"/>
          </p:cNvSpPr>
          <p:nvPr>
            <p:ph type="sldNum" sz="quarter" idx="12"/>
          </p:nvPr>
        </p:nvSpPr>
        <p:spPr/>
        <p:txBody>
          <a:bodyPr/>
          <a:lstStyle/>
          <a:p>
            <a:fld id="{294A09A9-5501-47C1-A89A-A340965A2BE2}" type="slidenum">
              <a:rPr lang="fr-FR" smtClean="0"/>
              <a:pPr/>
              <a:t>3</a:t>
            </a:fld>
            <a:endParaRPr lang="fr-FR"/>
          </a:p>
        </p:txBody>
      </p:sp>
      <p:pic>
        <p:nvPicPr>
          <p:cNvPr id="13" name="Picture 2" descr="Logo - EBIOS Risk Manager">
            <a:extLst>
              <a:ext uri="{FF2B5EF4-FFF2-40B4-BE49-F238E27FC236}">
                <a16:creationId xmlns:a16="http://schemas.microsoft.com/office/drawing/2014/main" id="{F6AA636E-02EC-66F1-8F04-8F6A3C48FB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654064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3F46B-BEC4-7EFD-39FC-3B1DB763EEB7}"/>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AE89BBF-15A1-B535-D529-0CA23C77C3B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A0ADB864-46B8-070F-D7EF-69DFCEF977B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D1282E"/>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2B45FB6F-5175-CB80-4BF1-D667A623424C}"/>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7DAA66EA-F961-08C3-E465-327D3369E92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4E08C4B-0A46-3B3E-31B2-1D9B7905D919}"/>
              </a:ext>
            </a:extLst>
          </p:cNvPr>
          <p:cNvSpPr>
            <a:spLocks noGrp="1"/>
          </p:cNvSpPr>
          <p:nvPr>
            <p:ph type="sldNum" sz="quarter" idx="12"/>
          </p:nvPr>
        </p:nvSpPr>
        <p:spPr/>
        <p:txBody>
          <a:bodyPr/>
          <a:lstStyle/>
          <a:p>
            <a:fld id="{294A09A9-5501-47C1-A89A-A340965A2BE2}" type="slidenum">
              <a:rPr lang="fr-FR" smtClean="0"/>
              <a:pPr/>
              <a:t>4</a:t>
            </a:fld>
            <a:endParaRPr lang="fr-FR"/>
          </a:p>
        </p:txBody>
      </p:sp>
      <p:pic>
        <p:nvPicPr>
          <p:cNvPr id="13" name="Picture 2" descr="Logo - EBIOS Risk Manager">
            <a:extLst>
              <a:ext uri="{FF2B5EF4-FFF2-40B4-BE49-F238E27FC236}">
                <a16:creationId xmlns:a16="http://schemas.microsoft.com/office/drawing/2014/main" id="{4861BC2A-5893-13BC-AB78-B70F3573987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512438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A8E330A-E0B6-8594-E342-D383D3F88760}"/>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Qui suis-je ? Pourquoi suis-je là ?</a:t>
            </a:r>
          </a:p>
        </p:txBody>
      </p:sp>
      <p:sp>
        <p:nvSpPr>
          <p:cNvPr id="8" name="Espace réservé du texte 7">
            <a:extLst>
              <a:ext uri="{FF2B5EF4-FFF2-40B4-BE49-F238E27FC236}">
                <a16:creationId xmlns:a16="http://schemas.microsoft.com/office/drawing/2014/main" id="{3508B21D-A6D4-9E1A-728C-1E0E0FCC30A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apprendre ?</a:t>
            </a:r>
          </a:p>
        </p:txBody>
      </p:sp>
      <p:sp>
        <p:nvSpPr>
          <p:cNvPr id="6" name="Espace réservé du texte 5">
            <a:extLst>
              <a:ext uri="{FF2B5EF4-FFF2-40B4-BE49-F238E27FC236}">
                <a16:creationId xmlns:a16="http://schemas.microsoft.com/office/drawing/2014/main" id="{02DBA896-F7AF-0286-117C-3E0EA6994828}"/>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la formation va-t-elle se dérouler ?</a:t>
            </a:r>
          </a:p>
        </p:txBody>
      </p:sp>
      <p:sp>
        <p:nvSpPr>
          <p:cNvPr id="24" name="Espace réservé de la date 3">
            <a:extLst>
              <a:ext uri="{FF2B5EF4-FFF2-40B4-BE49-F238E27FC236}">
                <a16:creationId xmlns:a16="http://schemas.microsoft.com/office/drawing/2014/main" id="{AC89FA4C-9373-F730-1F54-C503FCFBEFD5}"/>
              </a:ext>
            </a:extLst>
          </p:cNvPr>
          <p:cNvSpPr>
            <a:spLocks noGrp="1"/>
          </p:cNvSpPr>
          <p:nvPr>
            <p:ph type="dt" sz="half" idx="10"/>
          </p:nvPr>
        </p:nvSpPr>
        <p:spPr>
          <a:xfrm>
            <a:off x="838200" y="6356350"/>
            <a:ext cx="936000" cy="365125"/>
          </a:xfrm>
        </p:spPr>
        <p:txBody>
          <a:bodyPr/>
          <a:lstStyle/>
          <a:p>
            <a:r>
              <a:rPr lang="fr-FR"/>
              <a:t>19/11/2025</a:t>
            </a:r>
            <a:endParaRPr lang="fr-FR" dirty="0"/>
          </a:p>
        </p:txBody>
      </p:sp>
      <p:sp>
        <p:nvSpPr>
          <p:cNvPr id="25" name="Espace réservé du pied de page 4">
            <a:extLst>
              <a:ext uri="{FF2B5EF4-FFF2-40B4-BE49-F238E27FC236}">
                <a16:creationId xmlns:a16="http://schemas.microsoft.com/office/drawing/2014/main" id="{89355EDD-41A7-857F-F216-97F463B09216}"/>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4D33AFC7-07D8-8A3F-B10E-AAB8256FAB5F}"/>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5</a:t>
            </a:fld>
            <a:endParaRPr lang="fr-FR"/>
          </a:p>
        </p:txBody>
      </p:sp>
    </p:spTree>
    <p:extLst>
      <p:ext uri="{BB962C8B-B14F-4D97-AF65-F5344CB8AC3E}">
        <p14:creationId xmlns:p14="http://schemas.microsoft.com/office/powerpoint/2010/main" val="1318449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3E928AF6-2098-4EC1-488E-28F81A66ED70}"/>
              </a:ext>
            </a:extLst>
          </p:cNvPr>
          <p:cNvSpPr>
            <a:spLocks noGrp="1"/>
          </p:cNvSpPr>
          <p:nvPr>
            <p:ph type="title"/>
          </p:nvPr>
        </p:nvSpPr>
        <p:spPr/>
        <p:txBody>
          <a:bodyPr vert="horz" lIns="91440" tIns="45720" rIns="91440" bIns="45720" rtlCol="0" anchor="b">
            <a:noAutofit/>
          </a:bodyPr>
          <a:lstStyle/>
          <a:p>
            <a:r>
              <a:rPr lang="fr-FR" sz="4000" noProof="0" dirty="0"/>
              <a:t>Présentations</a:t>
            </a:r>
          </a:p>
        </p:txBody>
      </p:sp>
      <p:sp>
        <p:nvSpPr>
          <p:cNvPr id="4" name="Espace réservé du contenu 3">
            <a:extLst>
              <a:ext uri="{FF2B5EF4-FFF2-40B4-BE49-F238E27FC236}">
                <a16:creationId xmlns:a16="http://schemas.microsoft.com/office/drawing/2014/main" id="{382040B2-97DC-D757-13B2-F5B7EDE43393}"/>
              </a:ext>
            </a:extLst>
          </p:cNvPr>
          <p:cNvSpPr>
            <a:spLocks noGrp="1"/>
          </p:cNvSpPr>
          <p:nvPr>
            <p:ph sz="half" idx="2"/>
          </p:nvPr>
        </p:nvSpPr>
        <p:spPr/>
        <p:txBody>
          <a:bodyPr/>
          <a:lstStyle/>
          <a:p>
            <a:endParaRPr lang="fr-FR" dirty="0"/>
          </a:p>
          <a:p>
            <a:r>
              <a:rPr lang="fr-FR" dirty="0"/>
              <a:t>Qui êtes-vous ?</a:t>
            </a:r>
          </a:p>
          <a:p>
            <a:endParaRPr lang="fr-FR" dirty="0"/>
          </a:p>
          <a:p>
            <a:r>
              <a:rPr lang="fr-FR" dirty="0"/>
              <a:t>Quels sont vos besoins ?</a:t>
            </a:r>
          </a:p>
          <a:p>
            <a:endParaRPr lang="fr-FR" dirty="0"/>
          </a:p>
          <a:p>
            <a:pPr marL="0" indent="0">
              <a:buNone/>
            </a:pPr>
            <a:r>
              <a:rPr lang="fr-FR" dirty="0"/>
              <a:t>Nous allons nous adapter dans la mesure du possible !</a:t>
            </a:r>
          </a:p>
        </p:txBody>
      </p:sp>
      <p:sp>
        <p:nvSpPr>
          <p:cNvPr id="10" name="Date Placeholder 3">
            <a:extLst>
              <a:ext uri="{FF2B5EF4-FFF2-40B4-BE49-F238E27FC236}">
                <a16:creationId xmlns:a16="http://schemas.microsoft.com/office/drawing/2014/main" id="{5DCEC822-0C0F-5C67-F63F-4753C5FCABB6}"/>
              </a:ext>
            </a:extLst>
          </p:cNvPr>
          <p:cNvSpPr>
            <a:spLocks noGrp="1"/>
          </p:cNvSpPr>
          <p:nvPr>
            <p:ph type="dt" sz="half" idx="10"/>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r>
              <a:rPr lang="fr-FR">
                <a:solidFill>
                  <a:srgbClr val="7A7A7A"/>
                </a:solidFill>
              </a:rPr>
              <a:t>19/11/2025</a:t>
            </a:r>
          </a:p>
        </p:txBody>
      </p:sp>
      <p:sp>
        <p:nvSpPr>
          <p:cNvPr id="11" name="Footer Placeholder 4">
            <a:extLst>
              <a:ext uri="{FF2B5EF4-FFF2-40B4-BE49-F238E27FC236}">
                <a16:creationId xmlns:a16="http://schemas.microsoft.com/office/drawing/2014/main" id="{C8AEBFD8-324E-55BF-951E-04FAD179DE6F}"/>
              </a:ext>
            </a:extLst>
          </p:cNvPr>
          <p:cNvSpPr>
            <a:spLocks noGrp="1"/>
          </p:cNvSpPr>
          <p:nvPr>
            <p:ph type="ftr" sz="quarter" idx="11"/>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spcAft>
                <a:spcPts val="600"/>
              </a:spcAft>
            </a:pPr>
            <a:r>
              <a:rPr lang="fr-FR">
                <a:solidFill>
                  <a:srgbClr val="7A7A7A"/>
                </a:solidFill>
              </a:rPr>
              <a:t>EBIOS Risk Manager - Formation</a:t>
            </a:r>
          </a:p>
        </p:txBody>
      </p:sp>
      <p:sp>
        <p:nvSpPr>
          <p:cNvPr id="12" name="Slide Number Placeholder 5">
            <a:extLst>
              <a:ext uri="{FF2B5EF4-FFF2-40B4-BE49-F238E27FC236}">
                <a16:creationId xmlns:a16="http://schemas.microsoft.com/office/drawing/2014/main" id="{7556B6CC-B54D-8DF6-3D91-DE03243A4667}"/>
              </a:ext>
            </a:extLst>
          </p:cNvPr>
          <p:cNvSpPr>
            <a:spLocks noGrp="1"/>
          </p:cNvSpPr>
          <p:nvPr>
            <p:ph type="sldNum" sz="quarter" idx="12"/>
          </p:nvPr>
        </p:nvSpPr>
        <p:spPr/>
        <p:txBody>
          <a:bodyPr vert="horz" lIns="91440" tIns="45720" rIns="91440" bIns="45720" rtlCol="0" anchor="ctr">
            <a:normAutofit/>
          </a:bodyPr>
          <a:lstStyle>
            <a:lvl1pPr algn="r">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fld id="{294A09A9-5501-47C1-A89A-A340965A2BE2}" type="slidenum">
              <a:rPr lang="fr-FR" smtClean="0">
                <a:solidFill>
                  <a:srgbClr val="7A7A7A"/>
                </a:solidFill>
              </a:rPr>
              <a:pPr>
                <a:spcAft>
                  <a:spcPts val="600"/>
                </a:spcAft>
              </a:pPr>
              <a:t>6</a:t>
            </a:fld>
            <a:endParaRPr lang="fr-FR">
              <a:solidFill>
                <a:srgbClr val="7A7A7A"/>
              </a:solidFill>
            </a:endParaRPr>
          </a:p>
        </p:txBody>
      </p:sp>
      <p:pic>
        <p:nvPicPr>
          <p:cNvPr id="7" name="Picture 8" descr="Mètre ruban sur une table">
            <a:extLst>
              <a:ext uri="{FF2B5EF4-FFF2-40B4-BE49-F238E27FC236}">
                <a16:creationId xmlns:a16="http://schemas.microsoft.com/office/drawing/2014/main" id="{ED6A236B-82F0-79EB-77C6-919CA8BF8CF5}"/>
              </a:ext>
            </a:extLst>
          </p:cNvPr>
          <p:cNvPicPr>
            <a:picLocks noGrp="1" noChangeAspect="1"/>
          </p:cNvPicPr>
          <p:nvPr>
            <p:ph sz="half" idx="1"/>
          </p:nvPr>
        </p:nvPicPr>
        <p:blipFill>
          <a:blip r:embed="rId2"/>
          <a:srcRect t="1426" b="14289"/>
          <a:stretch/>
        </p:blipFill>
        <p:spPr>
          <a:xfrm>
            <a:off x="838200" y="2545879"/>
            <a:ext cx="5181600" cy="2910830"/>
          </a:xfrm>
          <a:prstGeom prst="rect">
            <a:avLst/>
          </a:prstGeom>
          <a:noFill/>
        </p:spPr>
      </p:pic>
    </p:spTree>
    <p:extLst>
      <p:ext uri="{BB962C8B-B14F-4D97-AF65-F5344CB8AC3E}">
        <p14:creationId xmlns:p14="http://schemas.microsoft.com/office/powerpoint/2010/main" val="1269195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6587329" y="4054125"/>
            <a:ext cx="4702458" cy="1942286"/>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Approche pédagogique</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réellement active : vous allez travailler !</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Appropriation des concepts nécessaires à la conduite d’une étude EBIOS </a:t>
            </a:r>
            <a:r>
              <a:rPr lang="fr-FR" sz="1467" i="1" dirty="0">
                <a:solidFill>
                  <a:srgbClr val="252525"/>
                </a:solidFill>
                <a:latin typeface="Calibri Light" panose="020F0302020204030204" pitchFamily="34" charset="0"/>
                <a:cs typeface="Calibri Light" panose="020F0302020204030204" pitchFamily="34" charset="0"/>
              </a:rPr>
              <a:t>Risk Manager</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Application des outils indispensables (et non de toutes les techniques possibles)</a:t>
            </a:r>
          </a:p>
          <a:p>
            <a:pPr marL="120648" indent="-120648">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Cas pratique : une étude de bout en bout</a:t>
            </a:r>
          </a:p>
        </p:txBody>
      </p:sp>
      <p:grpSp>
        <p:nvGrpSpPr>
          <p:cNvPr id="25" name="Groupe 24">
            <a:extLst>
              <a:ext uri="{FF2B5EF4-FFF2-40B4-BE49-F238E27FC236}">
                <a16:creationId xmlns:a16="http://schemas.microsoft.com/office/drawing/2014/main" id="{A54CA8E5-E19E-22D6-E542-A2830141493B}"/>
              </a:ext>
            </a:extLst>
          </p:cNvPr>
          <p:cNvGrpSpPr/>
          <p:nvPr/>
        </p:nvGrpSpPr>
        <p:grpSpPr>
          <a:xfrm>
            <a:off x="961670" y="1326960"/>
            <a:ext cx="10328122" cy="4672285"/>
            <a:chOff x="715216" y="1306628"/>
            <a:chExt cx="7856737" cy="2917431"/>
          </a:xfrm>
        </p:grpSpPr>
        <p:sp>
          <p:nvSpPr>
            <p:cNvPr id="10" name="Rectangle 9"/>
            <p:cNvSpPr/>
            <p:nvPr/>
          </p:nvSpPr>
          <p:spPr>
            <a:xfrm>
              <a:off x="1835150" y="1606759"/>
              <a:ext cx="1964138" cy="123594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Objectif pédagogique</a:t>
              </a: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Être capable de mener une étude des risques avec la méthode EBIOS </a:t>
              </a:r>
              <a:r>
                <a:rPr lang="fr-FR" sz="1467" i="1" dirty="0">
                  <a:solidFill>
                    <a:srgbClr val="252525"/>
                  </a:solidFill>
                  <a:latin typeface="Calibri Light" panose="020F0302020204030204" pitchFamily="34" charset="0"/>
                  <a:cs typeface="Calibri Light" panose="020F0302020204030204" pitchFamily="34" charset="0"/>
                </a:rPr>
                <a:t>Risk Manager</a:t>
              </a:r>
              <a:endParaRPr lang="fr-FR" sz="1467" dirty="0">
                <a:solidFill>
                  <a:srgbClr val="252525"/>
                </a:solidFill>
                <a:latin typeface="Calibri Light" panose="020F0302020204030204" pitchFamily="34" charset="0"/>
                <a:cs typeface="Calibri Light" panose="020F0302020204030204" pitchFamily="34" charset="0"/>
              </a:endParaRP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(il faudra mener votre première étude pour véritablement savoir faire)</a:t>
              </a:r>
            </a:p>
          </p:txBody>
        </p:sp>
        <p:sp>
          <p:nvSpPr>
            <p:cNvPr id="11" name="Rectangle 10"/>
            <p:cNvSpPr/>
            <p:nvPr/>
          </p:nvSpPr>
          <p:spPr>
            <a:xfrm>
              <a:off x="1835150" y="3011272"/>
              <a:ext cx="1964137" cy="121278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Horaires</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sur 2 jours</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9h00 – 12h00</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14h00 – 17h00</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rPr>
                <a:t>   (2 pauses)</a:t>
              </a:r>
            </a:p>
          </p:txBody>
        </p:sp>
        <p:sp>
          <p:nvSpPr>
            <p:cNvPr id="12" name="Rectangle 11"/>
            <p:cNvSpPr/>
            <p:nvPr/>
          </p:nvSpPr>
          <p:spPr>
            <a:xfrm>
              <a:off x="5038198" y="1353000"/>
              <a:ext cx="3533753" cy="124097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Hors de notre objectif</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Bases de la sécurité de l’information</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3"/>
                </a:rPr>
                <a:t>voir le MOOC de l’ANSSI</a:t>
              </a:r>
              <a:endParaRPr lang="fr-FR" sz="1467" dirty="0">
                <a:solidFill>
                  <a:srgbClr val="252525"/>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Grands principes d’EBIOS </a:t>
              </a:r>
              <a:r>
                <a:rPr lang="fr-FR" sz="1467" i="1" dirty="0">
                  <a:solidFill>
                    <a:srgbClr val="252525"/>
                  </a:solidFill>
                  <a:latin typeface="Calibri Light" panose="020F0302020204030204" pitchFamily="34" charset="0"/>
                  <a:cs typeface="Calibri Light" panose="020F0302020204030204" pitchFamily="34" charset="0"/>
                </a:rPr>
                <a:t>Risk Manager</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4"/>
                </a:rPr>
                <a:t>voir les mini-séquences du Club EBIOS</a:t>
              </a:r>
              <a:endParaRPr lang="fr-FR" sz="1467" dirty="0">
                <a:solidFill>
                  <a:srgbClr val="252525"/>
                </a:solidFill>
                <a:latin typeface="Calibri Light" panose="020F0302020204030204" pitchFamily="34" charset="0"/>
                <a:cs typeface="Calibri Light" panose="020F0302020204030204" pitchFamily="34" charset="0"/>
              </a:endParaRPr>
            </a:p>
            <a:p>
              <a:pPr marL="90486" indent="-90486">
                <a:spcAft>
                  <a:spcPts val="300"/>
                </a:spcAft>
                <a:buFont typeface="Arial" panose="020B0604020202020204" pitchFamily="34" charset="0"/>
                <a:buChar char="•"/>
              </a:pPr>
              <a:r>
                <a:rPr lang="fr-FR" sz="1470" dirty="0">
                  <a:solidFill>
                    <a:srgbClr val="252525"/>
                  </a:solidFill>
                  <a:latin typeface="+mj-lt"/>
                  <a:cs typeface="Calibri Light" panose="020F0302020204030204" pitchFamily="34" charset="0"/>
                </a:rPr>
                <a:t>Introduction à la méthode</a:t>
              </a:r>
            </a:p>
            <a:p>
              <a:pPr>
                <a:spcAft>
                  <a:spcPts val="300"/>
                </a:spcAft>
              </a:pPr>
              <a:r>
                <a:rPr lang="fr-FR" sz="1470" dirty="0">
                  <a:solidFill>
                    <a:srgbClr val="252525"/>
                  </a:solidFill>
                  <a:latin typeface="+mj-lt"/>
                  <a:cs typeface="Calibri Light" panose="020F0302020204030204" pitchFamily="34" charset="0"/>
                  <a:sym typeface="Wingdings" panose="05000000000000000000" pitchFamily="2" charset="2"/>
                </a:rPr>
                <a:t> </a:t>
              </a:r>
              <a:r>
                <a:rPr lang="fr-FR" sz="1470" dirty="0">
                  <a:solidFill>
                    <a:srgbClr val="252525"/>
                  </a:solidFill>
                  <a:latin typeface="+mj-lt"/>
                  <a:cs typeface="Calibri Light" panose="020F0302020204030204" pitchFamily="34" charset="0"/>
                  <a:sym typeface="Wingdings" panose="05000000000000000000" pitchFamily="2" charset="2"/>
                  <a:hlinkClick r:id="rId5"/>
                </a:rPr>
                <a:t>voir le MOOC de l’ANSSI</a:t>
              </a:r>
              <a:endParaRPr lang="fr-FR" sz="1470" dirty="0">
                <a:solidFill>
                  <a:srgbClr val="252525"/>
                </a:solidFill>
                <a:latin typeface="+mj-lt"/>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Vous apprendre les guides : il suffit de les ouvrir !</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6"/>
                </a:rPr>
                <a:t>voir les guides</a:t>
              </a:r>
              <a:endParaRPr lang="fr-FR" sz="1467" dirty="0">
                <a:solidFill>
                  <a:srgbClr val="252525"/>
                </a:solidFill>
                <a:latin typeface="Calibri Light" panose="020F0302020204030204" pitchFamily="34" charset="0"/>
                <a:cs typeface="Calibri Light" panose="020F0302020204030204" pitchFamily="34" charset="0"/>
              </a:endParaRPr>
            </a:p>
          </p:txBody>
        </p:sp>
        <p:cxnSp>
          <p:nvCxnSpPr>
            <p:cNvPr id="8" name="Connecteur droit 7">
              <a:extLst>
                <a:ext uri="{FF2B5EF4-FFF2-40B4-BE49-F238E27FC236}">
                  <a16:creationId xmlns:a16="http://schemas.microsoft.com/office/drawing/2014/main" id="{1510449A-532F-E515-2241-918A18F54193}"/>
                </a:ext>
              </a:extLst>
            </p:cNvPr>
            <p:cNvCxnSpPr>
              <a:cxnSpLocks/>
            </p:cNvCxnSpPr>
            <p:nvPr/>
          </p:nvCxnSpPr>
          <p:spPr>
            <a:xfrm flipV="1">
              <a:off x="3848012" y="1306628"/>
              <a:ext cx="0" cy="2899769"/>
            </a:xfrm>
            <a:prstGeom prst="line">
              <a:avLst/>
            </a:prstGeom>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E2DB9230-2399-1711-A9FA-AE1BE29D2220}"/>
                </a:ext>
              </a:extLst>
            </p:cNvPr>
            <p:cNvCxnSpPr>
              <a:cxnSpLocks/>
            </p:cNvCxnSpPr>
            <p:nvPr/>
          </p:nvCxnSpPr>
          <p:spPr>
            <a:xfrm flipH="1">
              <a:off x="715216" y="2921294"/>
              <a:ext cx="7856737" cy="0"/>
            </a:xfrm>
            <a:prstGeom prst="line">
              <a:avLst/>
            </a:prstGeom>
            <a:ln/>
          </p:spPr>
          <p:style>
            <a:lnRef idx="1">
              <a:schemeClr val="dk1"/>
            </a:lnRef>
            <a:fillRef idx="0">
              <a:schemeClr val="dk1"/>
            </a:fillRef>
            <a:effectRef idx="0">
              <a:schemeClr val="dk1"/>
            </a:effectRef>
            <a:fontRef idx="minor">
              <a:schemeClr val="tx1"/>
            </a:fontRef>
          </p:style>
        </p:cxnSp>
        <p:pic>
          <p:nvPicPr>
            <p:cNvPr id="20" name="Image 19">
              <a:extLst>
                <a:ext uri="{FF2B5EF4-FFF2-40B4-BE49-F238E27FC236}">
                  <a16:creationId xmlns:a16="http://schemas.microsoft.com/office/drawing/2014/main" id="{0A863CEC-8025-B36E-3A7B-5E79098DA7DE}"/>
                </a:ext>
              </a:extLst>
            </p:cNvPr>
            <p:cNvPicPr>
              <a:picLocks/>
            </p:cNvPicPr>
            <p:nvPr/>
          </p:nvPicPr>
          <p:blipFill>
            <a:blip r:embed="rId7">
              <a:biLevel thresh="75000"/>
            </a:blip>
            <a:stretch>
              <a:fillRect/>
            </a:stretch>
          </p:blipFill>
          <p:spPr>
            <a:xfrm>
              <a:off x="818956" y="3186136"/>
              <a:ext cx="821570" cy="674364"/>
            </a:xfrm>
            <a:prstGeom prst="rect">
              <a:avLst/>
            </a:prstGeom>
          </p:spPr>
        </p:pic>
        <p:pic>
          <p:nvPicPr>
            <p:cNvPr id="22" name="Image 21">
              <a:extLst>
                <a:ext uri="{FF2B5EF4-FFF2-40B4-BE49-F238E27FC236}">
                  <a16:creationId xmlns:a16="http://schemas.microsoft.com/office/drawing/2014/main" id="{6CBB0BB3-FA87-E950-EC82-A711F0D846B8}"/>
                </a:ext>
              </a:extLst>
            </p:cNvPr>
            <p:cNvPicPr>
              <a:picLocks/>
            </p:cNvPicPr>
            <p:nvPr/>
          </p:nvPicPr>
          <p:blipFill>
            <a:blip r:embed="rId8">
              <a:biLevel thresh="75000"/>
            </a:blip>
            <a:stretch>
              <a:fillRect/>
            </a:stretch>
          </p:blipFill>
          <p:spPr>
            <a:xfrm>
              <a:off x="3988419" y="3186136"/>
              <a:ext cx="821570" cy="674364"/>
            </a:xfrm>
            <a:prstGeom prst="rect">
              <a:avLst/>
            </a:prstGeom>
          </p:spPr>
        </p:pic>
      </p:grpSp>
      <p:pic>
        <p:nvPicPr>
          <p:cNvPr id="2" name="Image 1">
            <a:extLst>
              <a:ext uri="{FF2B5EF4-FFF2-40B4-BE49-F238E27FC236}">
                <a16:creationId xmlns:a16="http://schemas.microsoft.com/office/drawing/2014/main" id="{20B5DC72-3170-9568-969C-0442664D2C60}"/>
              </a:ext>
            </a:extLst>
          </p:cNvPr>
          <p:cNvPicPr>
            <a:picLocks noChangeAspect="1"/>
          </p:cNvPicPr>
          <p:nvPr/>
        </p:nvPicPr>
        <p:blipFill>
          <a:blip r:embed="rId9">
            <a:biLevel thresh="75000"/>
          </a:blip>
          <a:stretch>
            <a:fillRect/>
          </a:stretch>
        </p:blipFill>
        <p:spPr>
          <a:xfrm>
            <a:off x="961670" y="2171153"/>
            <a:ext cx="1080000" cy="1080000"/>
          </a:xfrm>
          <a:prstGeom prst="rect">
            <a:avLst/>
          </a:prstGeom>
        </p:spPr>
      </p:pic>
      <p:sp>
        <p:nvSpPr>
          <p:cNvPr id="5" name="Titre 4">
            <a:extLst>
              <a:ext uri="{FF2B5EF4-FFF2-40B4-BE49-F238E27FC236}">
                <a16:creationId xmlns:a16="http://schemas.microsoft.com/office/drawing/2014/main" id="{9C7AD106-AEF8-9018-023A-18F76DDF7EF5}"/>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Qu’allez-vous apprendre ? Comment ?</a:t>
            </a:r>
          </a:p>
        </p:txBody>
      </p:sp>
      <p:sp>
        <p:nvSpPr>
          <p:cNvPr id="3" name="Date Placeholder 2">
            <a:extLst>
              <a:ext uri="{FF2B5EF4-FFF2-40B4-BE49-F238E27FC236}">
                <a16:creationId xmlns:a16="http://schemas.microsoft.com/office/drawing/2014/main" id="{B2037818-6E16-0222-3241-F776550D78CB}"/>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19/11/2025</a:t>
            </a:r>
          </a:p>
        </p:txBody>
      </p:sp>
      <p:sp>
        <p:nvSpPr>
          <p:cNvPr id="4" name="Footer Placeholder 3">
            <a:extLst>
              <a:ext uri="{FF2B5EF4-FFF2-40B4-BE49-F238E27FC236}">
                <a16:creationId xmlns:a16="http://schemas.microsoft.com/office/drawing/2014/main" id="{0C781036-4723-CE95-4563-1FC43BF1B46D}"/>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15" name="Slide Number Placeholder 4">
            <a:extLst>
              <a:ext uri="{FF2B5EF4-FFF2-40B4-BE49-F238E27FC236}">
                <a16:creationId xmlns:a16="http://schemas.microsoft.com/office/drawing/2014/main" id="{44427C02-FA5F-D027-6A44-B8A8222F10C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7</a:t>
            </a:fld>
            <a:endParaRPr lang="fr-FR" noProof="0">
              <a:latin typeface="Calibri Light" panose="020F0302020204030204" pitchFamily="34" charset="0"/>
              <a:cs typeface="Calibri Light" panose="020F0302020204030204" pitchFamily="34" charset="0"/>
            </a:endParaRPr>
          </a:p>
        </p:txBody>
      </p:sp>
      <p:pic>
        <p:nvPicPr>
          <p:cNvPr id="16" name="Graphique 15" descr="Panneau d’interdiction contour">
            <a:extLst>
              <a:ext uri="{FF2B5EF4-FFF2-40B4-BE49-F238E27FC236}">
                <a16:creationId xmlns:a16="http://schemas.microsoft.com/office/drawing/2014/main" id="{39E2A9AE-EE72-DF18-036C-688D8EA2F9CC}"/>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346192" y="2171153"/>
            <a:ext cx="1080000" cy="1080000"/>
          </a:xfrm>
          <a:prstGeom prst="rect">
            <a:avLst/>
          </a:prstGeom>
        </p:spPr>
      </p:pic>
    </p:spTree>
    <p:extLst>
      <p:ext uri="{BB962C8B-B14F-4D97-AF65-F5344CB8AC3E}">
        <p14:creationId xmlns:p14="http://schemas.microsoft.com/office/powerpoint/2010/main" val="69269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B19DD0CE-16E4-FD18-6E46-6610F564AE0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chemeClr val="tx1"/>
                </a:solidFill>
              </a:rPr>
              <a:t>19/11/2025</a:t>
            </a:r>
            <a:endParaRPr lang="fr-FR" dirty="0">
              <a:solidFill>
                <a:schemeClr val="tx1"/>
              </a:solidFill>
            </a:endParaRPr>
          </a:p>
        </p:txBody>
      </p:sp>
      <p:sp>
        <p:nvSpPr>
          <p:cNvPr id="8" name="Footer Placeholder 4">
            <a:extLst>
              <a:ext uri="{FF2B5EF4-FFF2-40B4-BE49-F238E27FC236}">
                <a16:creationId xmlns:a16="http://schemas.microsoft.com/office/drawing/2014/main" id="{790BBE21-37CF-88B3-5A5D-674C10453C6F}"/>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solidFill>
                  <a:schemeClr val="tx1"/>
                </a:solidFill>
              </a:rPr>
              <a:t>EBIOS Risk Manager - Formation</a:t>
            </a:r>
          </a:p>
        </p:txBody>
      </p:sp>
      <p:sp>
        <p:nvSpPr>
          <p:cNvPr id="9" name="Slide Number Placeholder 5">
            <a:extLst>
              <a:ext uri="{FF2B5EF4-FFF2-40B4-BE49-F238E27FC236}">
                <a16:creationId xmlns:a16="http://schemas.microsoft.com/office/drawing/2014/main" id="{A4DF272B-C9EF-6582-EF4D-413465749D27}"/>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solidFill>
                  <a:schemeClr val="tx1"/>
                </a:solidFill>
              </a:rPr>
              <a:pPr/>
              <a:t>8</a:t>
            </a:fld>
            <a:endParaRPr lang="fr-FR">
              <a:solidFill>
                <a:schemeClr val="tx1"/>
              </a:solidFill>
            </a:endParaRPr>
          </a:p>
        </p:txBody>
      </p:sp>
      <p:sp>
        <p:nvSpPr>
          <p:cNvPr id="11" name="Espace réservé du contenu 10">
            <a:extLst>
              <a:ext uri="{FF2B5EF4-FFF2-40B4-BE49-F238E27FC236}">
                <a16:creationId xmlns:a16="http://schemas.microsoft.com/office/drawing/2014/main" id="{AC45BB5D-AEBB-1ACC-E90F-2B058B04CB49}"/>
              </a:ext>
            </a:extLst>
          </p:cNvPr>
          <p:cNvSpPr>
            <a:spLocks noGrp="1"/>
          </p:cNvSpPr>
          <p:nvPr>
            <p:ph idx="1"/>
          </p:nvPr>
        </p:nvSpPr>
        <p:spPr/>
        <p:txBody>
          <a:bodyPr>
            <a:normAutofit/>
          </a:bodyPr>
          <a:lstStyle/>
          <a:p>
            <a:pPr>
              <a:buFont typeface="+mj-lt"/>
              <a:buAutoNum type="arabicPeriod"/>
            </a:pPr>
            <a:r>
              <a:rPr lang="fr-FR" sz="2000" noProof="0" dirty="0">
                <a:latin typeface="Calibri Light" panose="020F0302020204030204" pitchFamily="34" charset="0"/>
                <a:cs typeface="Calibri Light" panose="020F0302020204030204" pitchFamily="34" charset="0"/>
              </a:rPr>
              <a:t>On n’est </a:t>
            </a:r>
            <a:r>
              <a:rPr lang="fr-FR" sz="2000" b="1" noProof="0" dirty="0">
                <a:latin typeface="Calibri Light" panose="020F0302020204030204" pitchFamily="34" charset="0"/>
                <a:cs typeface="Calibri Light" panose="020F0302020204030204" pitchFamily="34" charset="0"/>
              </a:rPr>
              <a:t>pas là pour se reposer </a:t>
            </a:r>
            <a:r>
              <a:rPr lang="fr-FR" sz="2000" noProof="0" dirty="0">
                <a:latin typeface="Calibri Light" panose="020F0302020204030204" pitchFamily="34" charset="0"/>
                <a:cs typeface="Calibri Light" panose="020F0302020204030204" pitchFamily="34" charset="0"/>
              </a:rPr>
              <a:t>!</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a:buFont typeface="+mj-lt"/>
              <a:buAutoNum type="arabicPeriod"/>
            </a:pPr>
            <a:r>
              <a:rPr lang="fr-FR" sz="2000" noProof="0" dirty="0">
                <a:latin typeface="Calibri Light" panose="020F0302020204030204" pitchFamily="34" charset="0"/>
                <a:cs typeface="Calibri Light" panose="020F0302020204030204" pitchFamily="34" charset="0"/>
              </a:rPr>
              <a:t>On va </a:t>
            </a:r>
            <a:r>
              <a:rPr lang="fr-FR" sz="2000" b="1" noProof="0" dirty="0">
                <a:latin typeface="Calibri Light" panose="020F0302020204030204" pitchFamily="34" charset="0"/>
                <a:cs typeface="Calibri Light" panose="020F0302020204030204" pitchFamily="34" charset="0"/>
              </a:rPr>
              <a:t>pouvoir mener des études EBIOS </a:t>
            </a:r>
            <a:r>
              <a:rPr lang="fr-FR" sz="2000" b="1" i="1" noProof="0" dirty="0">
                <a:latin typeface="Calibri Light" panose="020F0302020204030204" pitchFamily="34" charset="0"/>
                <a:cs typeface="Calibri Light" panose="020F0302020204030204" pitchFamily="34" charset="0"/>
              </a:rPr>
              <a:t>Risk Manager</a:t>
            </a:r>
            <a:r>
              <a:rPr lang="fr-FR" sz="2000" noProof="0" dirty="0">
                <a:latin typeface="Calibri Light" panose="020F0302020204030204" pitchFamily="34" charset="0"/>
                <a:cs typeface="Calibri Light" panose="020F0302020204030204" pitchFamily="34" charset="0"/>
              </a:rPr>
              <a:t> à l’issue de la formation</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marL="0" indent="0" algn="ctr">
              <a:buNone/>
            </a:pPr>
            <a:r>
              <a:rPr lang="fr-FR" sz="2000" noProof="0" dirty="0">
                <a:latin typeface="Calibri Light" panose="020F0302020204030204" pitchFamily="34" charset="0"/>
                <a:cs typeface="Calibri Light" panose="020F0302020204030204" pitchFamily="34" charset="0"/>
                <a:sym typeface="Wingdings" panose="05000000000000000000" pitchFamily="2" charset="2"/>
              </a:rPr>
              <a:t> En avant !</a:t>
            </a:r>
            <a:endParaRPr lang="fr-FR" sz="2000" noProof="0"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4020083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7FD7C-195B-FAAD-8DB3-46A39B70602F}"/>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0E72720F-CC19-3886-6C66-37D3416A53E0}"/>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21FBB7B9-5E3E-5B22-D731-4E8924D867A6}"/>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D1282E"/>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48A7E97E-7211-2EBA-D1B6-96CEBCC222A6}"/>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3B9ECFB4-29EB-A983-3746-0A54618261F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E9A04AA-716F-EDEF-F107-296075CFD87F}"/>
              </a:ext>
            </a:extLst>
          </p:cNvPr>
          <p:cNvSpPr>
            <a:spLocks noGrp="1"/>
          </p:cNvSpPr>
          <p:nvPr>
            <p:ph type="sldNum" sz="quarter" idx="12"/>
          </p:nvPr>
        </p:nvSpPr>
        <p:spPr/>
        <p:txBody>
          <a:bodyPr/>
          <a:lstStyle/>
          <a:p>
            <a:fld id="{294A09A9-5501-47C1-A89A-A340965A2BE2}" type="slidenum">
              <a:rPr lang="fr-FR" smtClean="0"/>
              <a:pPr/>
              <a:t>9</a:t>
            </a:fld>
            <a:endParaRPr lang="fr-FR"/>
          </a:p>
        </p:txBody>
      </p:sp>
      <p:pic>
        <p:nvPicPr>
          <p:cNvPr id="13" name="Picture 2" descr="Logo - EBIOS Risk Manager">
            <a:extLst>
              <a:ext uri="{FF2B5EF4-FFF2-40B4-BE49-F238E27FC236}">
                <a16:creationId xmlns:a16="http://schemas.microsoft.com/office/drawing/2014/main" id="{05B8E885-F2CF-4884-4BF4-50E56DC737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72234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574C-05FC-6BE6-1EE1-E4E06A72C167}"/>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F4ECABF-D11D-2A8B-7A0B-4C1FD6583DF6}"/>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qu’un risque ?</a:t>
            </a:r>
          </a:p>
        </p:txBody>
      </p:sp>
      <p:sp>
        <p:nvSpPr>
          <p:cNvPr id="8" name="Espace réservé du texte 7">
            <a:extLst>
              <a:ext uri="{FF2B5EF4-FFF2-40B4-BE49-F238E27FC236}">
                <a16:creationId xmlns:a16="http://schemas.microsoft.com/office/drawing/2014/main" id="{7FB5320D-35A5-6C7E-2238-CCDF09BC641C}"/>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 est la différence entre gravité et vraisemblance ?</a:t>
            </a:r>
          </a:p>
        </p:txBody>
      </p:sp>
      <p:sp>
        <p:nvSpPr>
          <p:cNvPr id="6" name="Espace réservé du texte 5">
            <a:extLst>
              <a:ext uri="{FF2B5EF4-FFF2-40B4-BE49-F238E27FC236}">
                <a16:creationId xmlns:a16="http://schemas.microsoft.com/office/drawing/2014/main" id="{B2BB146E-7F5C-37BF-3B51-C070139A98A4}"/>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Et le niveau de risque ?</a:t>
            </a:r>
          </a:p>
        </p:txBody>
      </p:sp>
      <p:sp>
        <p:nvSpPr>
          <p:cNvPr id="24" name="Espace réservé de la date 3">
            <a:extLst>
              <a:ext uri="{FF2B5EF4-FFF2-40B4-BE49-F238E27FC236}">
                <a16:creationId xmlns:a16="http://schemas.microsoft.com/office/drawing/2014/main" id="{57820A0F-76AC-7220-EE60-F886061472CD}"/>
              </a:ext>
            </a:extLst>
          </p:cNvPr>
          <p:cNvSpPr>
            <a:spLocks noGrp="1"/>
          </p:cNvSpPr>
          <p:nvPr>
            <p:ph type="dt" sz="half" idx="10"/>
          </p:nvPr>
        </p:nvSpPr>
        <p:spPr>
          <a:xfrm>
            <a:off x="838200" y="6356350"/>
            <a:ext cx="936000" cy="365125"/>
          </a:xfrm>
        </p:spPr>
        <p:txBody>
          <a:bodyPr/>
          <a:lstStyle/>
          <a:p>
            <a:r>
              <a:rPr lang="fr-FR"/>
              <a:t>19/11/2025</a:t>
            </a:r>
            <a:endParaRPr lang="fr-FR" dirty="0"/>
          </a:p>
        </p:txBody>
      </p:sp>
      <p:sp>
        <p:nvSpPr>
          <p:cNvPr id="25" name="Espace réservé du pied de page 4">
            <a:extLst>
              <a:ext uri="{FF2B5EF4-FFF2-40B4-BE49-F238E27FC236}">
                <a16:creationId xmlns:a16="http://schemas.microsoft.com/office/drawing/2014/main" id="{1D8A08D1-A8E9-2DE0-22D0-203A22897C1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106F37D0-CD65-315A-6737-F59A132E4EDC}"/>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10</a:t>
            </a:fld>
            <a:endParaRPr lang="fr-FR"/>
          </a:p>
        </p:txBody>
      </p:sp>
    </p:spTree>
    <p:extLst>
      <p:ext uri="{BB962C8B-B14F-4D97-AF65-F5344CB8AC3E}">
        <p14:creationId xmlns:p14="http://schemas.microsoft.com/office/powerpoint/2010/main" val="2544118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BD200F8-6640-2381-5873-CD1E1BF463B7}"/>
              </a:ext>
            </a:extLst>
          </p:cNvPr>
          <p:cNvSpPr/>
          <p:nvPr/>
        </p:nvSpPr>
        <p:spPr>
          <a:xfrm>
            <a:off x="6629590" y="240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Evénement redouté</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(qu’est-ce qu’on craint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Un accident</a:t>
            </a:r>
          </a:p>
        </p:txBody>
      </p:sp>
      <p:sp>
        <p:nvSpPr>
          <p:cNvPr id="8" name="Titre 7">
            <a:extLst>
              <a:ext uri="{FF2B5EF4-FFF2-40B4-BE49-F238E27FC236}">
                <a16:creationId xmlns:a16="http://schemas.microsoft.com/office/drawing/2014/main" id="{D9FC6528-A2E2-07D5-B560-B0093A016BA1}"/>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Qu’est-ce qu’un risque ?</a:t>
            </a:r>
            <a:endParaRPr lang="fr-FR" sz="2800" noProof="0" dirty="0">
              <a:latin typeface="Calibri Light" panose="020F0302020204030204" pitchFamily="34" charset="0"/>
              <a:cs typeface="Calibri Light" panose="020F0302020204030204" pitchFamily="34" charset="0"/>
            </a:endParaRPr>
          </a:p>
        </p:txBody>
      </p:sp>
      <p:sp>
        <p:nvSpPr>
          <p:cNvPr id="3" name="Date Placeholder 2">
            <a:extLst>
              <a:ext uri="{FF2B5EF4-FFF2-40B4-BE49-F238E27FC236}">
                <a16:creationId xmlns:a16="http://schemas.microsoft.com/office/drawing/2014/main" id="{77C599F8-9806-C50E-1E06-4C69A3C4F5A0}"/>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19/11/2025</a:t>
            </a:r>
          </a:p>
        </p:txBody>
      </p:sp>
      <p:sp>
        <p:nvSpPr>
          <p:cNvPr id="4" name="Footer Placeholder 3">
            <a:extLst>
              <a:ext uri="{FF2B5EF4-FFF2-40B4-BE49-F238E27FC236}">
                <a16:creationId xmlns:a16="http://schemas.microsoft.com/office/drawing/2014/main" id="{B0225BD0-DC66-C3D6-EE66-DFB15290AAB8}"/>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9" name="Slide Number Placeholder 4">
            <a:extLst>
              <a:ext uri="{FF2B5EF4-FFF2-40B4-BE49-F238E27FC236}">
                <a16:creationId xmlns:a16="http://schemas.microsoft.com/office/drawing/2014/main" id="{F9D727B1-D99F-ED56-E6FF-96A04EC6E92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11</a:t>
            </a:fld>
            <a:endParaRPr lang="fr-FR" noProof="0">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0E123E5A-A101-2A29-1EC9-A8587EDA2AAE}"/>
              </a:ext>
            </a:extLst>
          </p:cNvPr>
          <p:cNvSpPr/>
          <p:nvPr/>
        </p:nvSpPr>
        <p:spPr>
          <a:xfrm>
            <a:off x="6629590" y="432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Scénario</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(comment cela peut-il arriver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Vitesse excessive, inattention, dangers sur la route, piratage de la voiture, etc.</a:t>
            </a:r>
          </a:p>
        </p:txBody>
      </p:sp>
      <p:sp>
        <p:nvSpPr>
          <p:cNvPr id="12" name="Rectangle 11">
            <a:extLst>
              <a:ext uri="{FF2B5EF4-FFF2-40B4-BE49-F238E27FC236}">
                <a16:creationId xmlns:a16="http://schemas.microsoft.com/office/drawing/2014/main" id="{12E2A28E-F8FB-52C4-3512-00DB01AE7128}"/>
              </a:ext>
            </a:extLst>
          </p:cNvPr>
          <p:cNvSpPr/>
          <p:nvPr/>
        </p:nvSpPr>
        <p:spPr>
          <a:xfrm>
            <a:off x="6629590" y="336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les impacts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Conducteur blessé, casse et réparations, destination non atteinte, nature affectée, image de soi, etc.</a:t>
            </a:r>
          </a:p>
        </p:txBody>
      </p:sp>
      <p:sp>
        <p:nvSpPr>
          <p:cNvPr id="13" name="Rectangle 12">
            <a:extLst>
              <a:ext uri="{FF2B5EF4-FFF2-40B4-BE49-F238E27FC236}">
                <a16:creationId xmlns:a16="http://schemas.microsoft.com/office/drawing/2014/main" id="{9955AD86-AA55-7B29-6B2D-914C5491E4CA}"/>
              </a:ext>
            </a:extLst>
          </p:cNvPr>
          <p:cNvSpPr/>
          <p:nvPr/>
        </p:nvSpPr>
        <p:spPr>
          <a:xfrm>
            <a:off x="6629590" y="144904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Risque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scénario menant à un événement redouté qui engendre des conséquences indésirables</a:t>
            </a:r>
          </a:p>
        </p:txBody>
      </p:sp>
      <p:sp>
        <p:nvSpPr>
          <p:cNvPr id="14" name="Organigramme : Alternative 13">
            <a:extLst>
              <a:ext uri="{FF2B5EF4-FFF2-40B4-BE49-F238E27FC236}">
                <a16:creationId xmlns:a16="http://schemas.microsoft.com/office/drawing/2014/main" id="{1D3624D5-5C03-3868-1485-4B54911564B9}"/>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risque est un ensemble, ex : vitesse excessive  accident  voiture cassée et blessures.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estimé en termes de gravité et de vraisemblance.</a:t>
            </a:r>
          </a:p>
        </p:txBody>
      </p:sp>
      <p:sp>
        <p:nvSpPr>
          <p:cNvPr id="15" name="Bulle narrative : rectangle à coins arrondis 14">
            <a:extLst>
              <a:ext uri="{FF2B5EF4-FFF2-40B4-BE49-F238E27FC236}">
                <a16:creationId xmlns:a16="http://schemas.microsoft.com/office/drawing/2014/main" id="{316F6E99-CD7D-CADB-0077-4737F879C7DA}"/>
              </a:ext>
            </a:extLst>
          </p:cNvPr>
          <p:cNvSpPr/>
          <p:nvPr/>
        </p:nvSpPr>
        <p:spPr>
          <a:xfrm>
            <a:off x="1371600" y="1488904"/>
            <a:ext cx="1521964" cy="522546"/>
          </a:xfrm>
          <a:prstGeom prst="wedgeRoundRectCallout">
            <a:avLst>
              <a:gd name="adj1" fmla="val -2627"/>
              <a:gd name="adj2" fmla="val 108682"/>
              <a:gd name="adj3" fmla="val 16667"/>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600" dirty="0">
                <a:solidFill>
                  <a:schemeClr val="tx1"/>
                </a:solidFill>
                <a:latin typeface="Calibri Light" panose="020F0302020204030204" pitchFamily="34" charset="0"/>
                <a:cs typeface="Calibri Light" panose="020F0302020204030204" pitchFamily="34" charset="0"/>
              </a:rPr>
              <a:t>Exemple de la voiture</a:t>
            </a:r>
          </a:p>
        </p:txBody>
      </p:sp>
      <p:pic>
        <p:nvPicPr>
          <p:cNvPr id="16" name="Image 15">
            <a:extLst>
              <a:ext uri="{FF2B5EF4-FFF2-40B4-BE49-F238E27FC236}">
                <a16:creationId xmlns:a16="http://schemas.microsoft.com/office/drawing/2014/main" id="{A2F3F832-5B34-9535-3E7E-EEAFF051732F}"/>
              </a:ext>
            </a:extLst>
          </p:cNvPr>
          <p:cNvPicPr>
            <a:picLocks noChangeAspect="1"/>
          </p:cNvPicPr>
          <p:nvPr/>
        </p:nvPicPr>
        <p:blipFill>
          <a:blip r:embed="rId3"/>
          <a:stretch>
            <a:fillRect/>
          </a:stretch>
        </p:blipFill>
        <p:spPr>
          <a:xfrm>
            <a:off x="281291" y="1449048"/>
            <a:ext cx="5890909" cy="3600000"/>
          </a:xfrm>
          <a:prstGeom prst="rect">
            <a:avLst/>
          </a:prstGeom>
        </p:spPr>
      </p:pic>
    </p:spTree>
    <p:extLst>
      <p:ext uri="{BB962C8B-B14F-4D97-AF65-F5344CB8AC3E}">
        <p14:creationId xmlns:p14="http://schemas.microsoft.com/office/powerpoint/2010/main" val="254156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2" grpId="0" animBg="1"/>
      <p:bldP spid="13" grpId="0" animBg="1"/>
      <p:bldP spid="1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ea typeface="Malgun Gothic" panose="020B0503020000020004" pitchFamily="34" charset="-127"/>
              </a:rPr>
              <a:t>Analyse des risques</a:t>
            </a:r>
            <a:endParaRPr lang="fr-FR" sz="2800" noProof="0" dirty="0"/>
          </a:p>
        </p:txBody>
      </p:sp>
      <p:sp>
        <p:nvSpPr>
          <p:cNvPr id="4" name="Espace réservé de la date 3">
            <a:extLst>
              <a:ext uri="{FF2B5EF4-FFF2-40B4-BE49-F238E27FC236}">
                <a16:creationId xmlns:a16="http://schemas.microsoft.com/office/drawing/2014/main" id="{31A5CF68-5E7A-3F1C-A1B2-93DD38DB1225}"/>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FAC1B582-3B97-1CE5-5FAB-BC5094477D2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A0F7345-C861-C8C6-F9AB-20C8ECC7D737}"/>
              </a:ext>
            </a:extLst>
          </p:cNvPr>
          <p:cNvSpPr>
            <a:spLocks noGrp="1"/>
          </p:cNvSpPr>
          <p:nvPr>
            <p:ph type="sldNum" sz="quarter" idx="12"/>
          </p:nvPr>
        </p:nvSpPr>
        <p:spPr/>
        <p:txBody>
          <a:bodyPr/>
          <a:lstStyle/>
          <a:p>
            <a:pPr rtl="0"/>
            <a:fld id="{294A09A9-5501-47C1-A89A-A340965A2BE2}" type="slidenum">
              <a:rPr lang="fr-FR" noProof="0" smtClean="0"/>
              <a:t>12</a:t>
            </a:fld>
            <a:endParaRPr lang="fr-FR" noProof="0"/>
          </a:p>
        </p:txBody>
      </p:sp>
      <p:sp>
        <p:nvSpPr>
          <p:cNvPr id="7" name="Espace réservé du texte 6">
            <a:extLst>
              <a:ext uri="{FF2B5EF4-FFF2-40B4-BE49-F238E27FC236}">
                <a16:creationId xmlns:a16="http://schemas.microsoft.com/office/drawing/2014/main" id="{12A0B9D4-4297-714F-12D0-1790A6BE6D0B}"/>
              </a:ext>
            </a:extLst>
          </p:cNvPr>
          <p:cNvSpPr>
            <a:spLocks noGrp="1"/>
          </p:cNvSpPr>
          <p:nvPr>
            <p:ph type="body" sz="quarter" idx="13"/>
          </p:nvPr>
        </p:nvSpPr>
        <p:spPr/>
        <p:txBody>
          <a:bodyPr/>
          <a:lstStyle/>
          <a:p>
            <a:r>
              <a:rPr lang="fr-FR" dirty="0"/>
              <a:t>Décomposons un peu !</a:t>
            </a:r>
          </a:p>
        </p:txBody>
      </p:sp>
      <p:pic>
        <p:nvPicPr>
          <p:cNvPr id="16" name="Image 15" descr="ClubEBIOS-Icone-SR-NounProject-ArafatUddin.png">
            <a:extLst>
              <a:ext uri="{FF2B5EF4-FFF2-40B4-BE49-F238E27FC236}">
                <a16:creationId xmlns:a16="http://schemas.microsoft.com/office/drawing/2014/main" id="{EF1B4D62-683C-424C-AD17-C9B2CF1467AD}"/>
              </a:ext>
            </a:extLst>
          </p:cNvPr>
          <p:cNvPicPr>
            <a:picLocks noChangeAspect="1"/>
          </p:cNvPicPr>
          <p:nvPr/>
        </p:nvPicPr>
        <p:blipFill>
          <a:blip r:embed="rId3" cstate="print"/>
          <a:srcRect l="14568" r="14444" b="15062"/>
          <a:stretch>
            <a:fillRect/>
          </a:stretch>
        </p:blipFill>
        <p:spPr>
          <a:xfrm>
            <a:off x="1977405" y="4773793"/>
            <a:ext cx="902616" cy="1080000"/>
          </a:xfrm>
          <a:prstGeom prst="rect">
            <a:avLst/>
          </a:prstGeom>
        </p:spPr>
      </p:pic>
      <p:pic>
        <p:nvPicPr>
          <p:cNvPr id="17" name="Image 16" descr="ClubEBIOS-Icone-ObjectifVise-NounProject-IYIKON.png">
            <a:extLst>
              <a:ext uri="{FF2B5EF4-FFF2-40B4-BE49-F238E27FC236}">
                <a16:creationId xmlns:a16="http://schemas.microsoft.com/office/drawing/2014/main" id="{8B94FB76-B8B3-437F-8F74-7209BC29CCDF}"/>
              </a:ext>
            </a:extLst>
          </p:cNvPr>
          <p:cNvPicPr>
            <a:picLocks noChangeAspect="1"/>
          </p:cNvPicPr>
          <p:nvPr/>
        </p:nvPicPr>
        <p:blipFill>
          <a:blip r:embed="rId4" cstate="print"/>
          <a:srcRect l="17531" t="10123" r="17407" b="24445"/>
          <a:stretch>
            <a:fillRect/>
          </a:stretch>
        </p:blipFill>
        <p:spPr>
          <a:xfrm>
            <a:off x="5122189" y="4773793"/>
            <a:ext cx="1073886" cy="1080000"/>
          </a:xfrm>
          <a:prstGeom prst="rect">
            <a:avLst/>
          </a:prstGeom>
        </p:spPr>
      </p:pic>
      <p:pic>
        <p:nvPicPr>
          <p:cNvPr id="18" name="Image 17" descr="noun_Danger_228845.png">
            <a:extLst>
              <a:ext uri="{FF2B5EF4-FFF2-40B4-BE49-F238E27FC236}">
                <a16:creationId xmlns:a16="http://schemas.microsoft.com/office/drawing/2014/main" id="{E4041201-49E2-4EC4-BC28-0DE38B75ED30}"/>
              </a:ext>
            </a:extLst>
          </p:cNvPr>
          <p:cNvPicPr>
            <a:picLocks noChangeAspect="1"/>
          </p:cNvPicPr>
          <p:nvPr/>
        </p:nvPicPr>
        <p:blipFill>
          <a:blip r:embed="rId5" cstate="print"/>
          <a:srcRect l="9184" t="5382" r="8981" b="19633"/>
          <a:stretch>
            <a:fillRect/>
          </a:stretch>
        </p:blipFill>
        <p:spPr>
          <a:xfrm>
            <a:off x="3411774" y="4773793"/>
            <a:ext cx="1178661" cy="1080000"/>
          </a:xfrm>
          <a:prstGeom prst="rect">
            <a:avLst/>
          </a:prstGeom>
        </p:spPr>
      </p:pic>
      <p:cxnSp>
        <p:nvCxnSpPr>
          <p:cNvPr id="19" name="Connecteur droit avec flèche 18">
            <a:extLst>
              <a:ext uri="{FF2B5EF4-FFF2-40B4-BE49-F238E27FC236}">
                <a16:creationId xmlns:a16="http://schemas.microsoft.com/office/drawing/2014/main" id="{1D27F8D7-3BE6-40E0-BCD9-1B68DEDE1F4B}"/>
              </a:ext>
            </a:extLst>
          </p:cNvPr>
          <p:cNvCxnSpPr>
            <a:cxnSpLocks/>
            <a:stCxn id="16" idx="3"/>
            <a:endCxn id="18" idx="1"/>
          </p:cNvCxnSpPr>
          <p:nvPr/>
        </p:nvCxnSpPr>
        <p:spPr>
          <a:xfrm>
            <a:off x="2880021" y="5313793"/>
            <a:ext cx="531753"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cxnSp>
        <p:nvCxnSpPr>
          <p:cNvPr id="20" name="Connecteur droit avec flèche 19">
            <a:extLst>
              <a:ext uri="{FF2B5EF4-FFF2-40B4-BE49-F238E27FC236}">
                <a16:creationId xmlns:a16="http://schemas.microsoft.com/office/drawing/2014/main" id="{2C0EF258-1A4D-47D4-9C79-006BBED85EFD}"/>
              </a:ext>
            </a:extLst>
          </p:cNvPr>
          <p:cNvCxnSpPr>
            <a:cxnSpLocks/>
            <a:stCxn id="18" idx="3"/>
            <a:endCxn id="17" idx="1"/>
          </p:cNvCxnSpPr>
          <p:nvPr/>
        </p:nvCxnSpPr>
        <p:spPr>
          <a:xfrm>
            <a:off x="4590435" y="5313793"/>
            <a:ext cx="531754"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9820EABD-D176-4E29-BD2D-E3937105B0F3}"/>
              </a:ext>
            </a:extLst>
          </p:cNvPr>
          <p:cNvSpPr/>
          <p:nvPr/>
        </p:nvSpPr>
        <p:spPr>
          <a:xfrm>
            <a:off x="1071891" y="2007173"/>
            <a:ext cx="9406763" cy="2308324"/>
          </a:xfrm>
          <a:prstGeom prst="rect">
            <a:avLst/>
          </a:prstGeom>
        </p:spPr>
        <p:txBody>
          <a:bodyPr wrap="square">
            <a:spAutoFit/>
          </a:bodyPr>
          <a:lstStyle/>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Un pirate…					 Source de risque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veut montrer les dangers des véhicules connectés…	 Objectif visé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détourne…					 Chemin d’attaque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les fonctionnalités de déplacement…			 Valeur métier</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du système embarqué d’un véhicule…		 Bien support</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en profitant d’une nouvelle faille découverte…		 Vulnérabilité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et provoque un accident…				 Événement redouté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détruit le véhicule et blesse le conducteur.		 Conséquences</a:t>
            </a:r>
          </a:p>
        </p:txBody>
      </p:sp>
      <p:pic>
        <p:nvPicPr>
          <p:cNvPr id="3" name="Image 2">
            <a:extLst>
              <a:ext uri="{FF2B5EF4-FFF2-40B4-BE49-F238E27FC236}">
                <a16:creationId xmlns:a16="http://schemas.microsoft.com/office/drawing/2014/main" id="{6A253663-0204-B0B8-D25C-90AFC4032EAB}"/>
              </a:ext>
            </a:extLst>
          </p:cNvPr>
          <p:cNvPicPr>
            <a:picLocks noChangeAspect="1"/>
          </p:cNvPicPr>
          <p:nvPr/>
        </p:nvPicPr>
        <p:blipFill>
          <a:blip r:embed="rId6"/>
          <a:stretch>
            <a:fillRect/>
          </a:stretch>
        </p:blipFill>
        <p:spPr>
          <a:xfrm>
            <a:off x="7775342" y="2300995"/>
            <a:ext cx="4042854" cy="3600000"/>
          </a:xfrm>
          <a:prstGeom prst="rect">
            <a:avLst/>
          </a:prstGeom>
        </p:spPr>
      </p:pic>
    </p:spTree>
    <p:extLst>
      <p:ext uri="{BB962C8B-B14F-4D97-AF65-F5344CB8AC3E}">
        <p14:creationId xmlns:p14="http://schemas.microsoft.com/office/powerpoint/2010/main" val="234962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allAtOnce"/>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13061637-13F0-6FC9-7B70-D5118BB28853}"/>
              </a:ext>
            </a:extLst>
          </p:cNvPr>
          <p:cNvSpPr>
            <a:spLocks noGrp="1"/>
          </p:cNvSpPr>
          <p:nvPr>
            <p:ph type="dt" sz="half" idx="10"/>
          </p:nvPr>
        </p:nvSpPr>
        <p:spPr/>
        <p:txBody>
          <a:bodyPr/>
          <a:lstStyle/>
          <a:p>
            <a:pPr rtl="0"/>
            <a:r>
              <a:rPr lang="fr-FR" noProof="0"/>
              <a:t>19/11/2025</a:t>
            </a:r>
          </a:p>
        </p:txBody>
      </p:sp>
      <p:sp>
        <p:nvSpPr>
          <p:cNvPr id="6" name="Espace réservé du pied de page 4">
            <a:extLst>
              <a:ext uri="{FF2B5EF4-FFF2-40B4-BE49-F238E27FC236}">
                <a16:creationId xmlns:a16="http://schemas.microsoft.com/office/drawing/2014/main" id="{5AF16D3A-A170-590E-B139-6196B2ECF02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1ABBC4A7-678C-2EFC-19AC-D81127FB5C86}"/>
              </a:ext>
            </a:extLst>
          </p:cNvPr>
          <p:cNvSpPr>
            <a:spLocks noGrp="1"/>
          </p:cNvSpPr>
          <p:nvPr>
            <p:ph type="sldNum" sz="quarter" idx="12"/>
          </p:nvPr>
        </p:nvSpPr>
        <p:spPr/>
        <p:txBody>
          <a:bodyPr/>
          <a:lstStyle/>
          <a:p>
            <a:pPr rtl="0"/>
            <a:fld id="{294A09A9-5501-47C1-A89A-A340965A2BE2}" type="slidenum">
              <a:rPr lang="fr-FR" noProof="0" smtClean="0"/>
              <a:t>13</a:t>
            </a:fld>
            <a:endParaRPr lang="fr-FR" noProof="0"/>
          </a:p>
        </p:txBody>
      </p:sp>
      <p:sp>
        <p:nvSpPr>
          <p:cNvPr id="8" name="Espace réservé du texte 7">
            <a:extLst>
              <a:ext uri="{FF2B5EF4-FFF2-40B4-BE49-F238E27FC236}">
                <a16:creationId xmlns:a16="http://schemas.microsoft.com/office/drawing/2014/main" id="{4EBB6967-3DA1-8874-3264-0FDBCC03793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2832746213"/>
              </p:ext>
            </p:extLst>
          </p:nvPr>
        </p:nvGraphicFramePr>
        <p:xfrm>
          <a:off x="4439816" y="2376923"/>
          <a:ext cx="6846109" cy="3504667"/>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16332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14" name="Espace réservé de la date 3">
            <a:extLst>
              <a:ext uri="{FF2B5EF4-FFF2-40B4-BE49-F238E27FC236}">
                <a16:creationId xmlns:a16="http://schemas.microsoft.com/office/drawing/2014/main" id="{A1B12C9F-384F-A843-42CE-9EE72C9AD64C}"/>
              </a:ext>
            </a:extLst>
          </p:cNvPr>
          <p:cNvSpPr>
            <a:spLocks noGrp="1"/>
          </p:cNvSpPr>
          <p:nvPr>
            <p:ph type="dt" sz="half" idx="10"/>
          </p:nvPr>
        </p:nvSpPr>
        <p:spPr/>
        <p:txBody>
          <a:bodyPr/>
          <a:lstStyle/>
          <a:p>
            <a:pPr rtl="0"/>
            <a:r>
              <a:rPr lang="fr-FR" noProof="0"/>
              <a:t>19/11/2025</a:t>
            </a:r>
          </a:p>
        </p:txBody>
      </p:sp>
      <p:sp>
        <p:nvSpPr>
          <p:cNvPr id="15" name="Espace réservé du pied de page 4">
            <a:extLst>
              <a:ext uri="{FF2B5EF4-FFF2-40B4-BE49-F238E27FC236}">
                <a16:creationId xmlns:a16="http://schemas.microsoft.com/office/drawing/2014/main" id="{B746D8B9-4AFA-52CA-2133-BF2A9DAEE498}"/>
              </a:ext>
            </a:extLst>
          </p:cNvPr>
          <p:cNvSpPr>
            <a:spLocks noGrp="1"/>
          </p:cNvSpPr>
          <p:nvPr>
            <p:ph type="ftr" sz="quarter" idx="11"/>
          </p:nvPr>
        </p:nvSpPr>
        <p:spPr/>
        <p:txBody>
          <a:bodyPr/>
          <a:lstStyle/>
          <a:p>
            <a:pPr algn="ctr" rtl="0"/>
            <a:r>
              <a:rPr lang="fr-FR" noProof="0" dirty="0"/>
              <a:t>EBIOS Risk Manager - Formation</a:t>
            </a:r>
          </a:p>
        </p:txBody>
      </p:sp>
      <p:sp>
        <p:nvSpPr>
          <p:cNvPr id="16" name="Espace réservé du numéro de diapositive 5">
            <a:extLst>
              <a:ext uri="{FF2B5EF4-FFF2-40B4-BE49-F238E27FC236}">
                <a16:creationId xmlns:a16="http://schemas.microsoft.com/office/drawing/2014/main" id="{31EB9D5F-F954-9555-DC98-208FF0675257}"/>
              </a:ext>
            </a:extLst>
          </p:cNvPr>
          <p:cNvSpPr>
            <a:spLocks noGrp="1"/>
          </p:cNvSpPr>
          <p:nvPr>
            <p:ph type="sldNum" sz="quarter" idx="12"/>
          </p:nvPr>
        </p:nvSpPr>
        <p:spPr/>
        <p:txBody>
          <a:bodyPr/>
          <a:lstStyle/>
          <a:p>
            <a:pPr rtl="0"/>
            <a:fld id="{294A09A9-5501-47C1-A89A-A340965A2BE2}" type="slidenum">
              <a:rPr lang="fr-FR" noProof="0" smtClean="0"/>
              <a:t>14</a:t>
            </a:fld>
            <a:endParaRPr lang="fr-FR" noProof="0"/>
          </a:p>
        </p:txBody>
      </p:sp>
      <p:sp>
        <p:nvSpPr>
          <p:cNvPr id="3" name="Espace réservé du texte 2">
            <a:extLst>
              <a:ext uri="{FF2B5EF4-FFF2-40B4-BE49-F238E27FC236}">
                <a16:creationId xmlns:a16="http://schemas.microsoft.com/office/drawing/2014/main" id="{8E7A7B13-B779-C17E-476F-F61B08040856}"/>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969121311"/>
              </p:ext>
            </p:extLst>
          </p:nvPr>
        </p:nvGraphicFramePr>
        <p:xfrm>
          <a:off x="4439816" y="2376923"/>
          <a:ext cx="6846109" cy="3524695"/>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Adolescent de quinze ans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u="none" strike="noStrike" kern="1200" dirty="0">
                          <a:effectLst/>
                          <a:latin typeface="Calibri Light" panose="020F0302020204030204" pitchFamily="34" charset="0"/>
                          <a:cs typeface="Calibri Light" panose="020F0302020204030204" pitchFamily="34" charset="0"/>
                        </a:rPr>
                        <a:t>Les</a:t>
                      </a:r>
                      <a:r>
                        <a:rPr lang="fr-FR" sz="1800" u="none" strike="noStrike" kern="1200" baseline="0" dirty="0">
                          <a:effectLst/>
                          <a:latin typeface="Calibri Light" panose="020F0302020204030204" pitchFamily="34" charset="0"/>
                          <a:cs typeface="Calibri Light" panose="020F0302020204030204" pitchFamily="34" charset="0"/>
                        </a:rPr>
                        <a:t> notes des élèves sont modifiées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r>
                        <a:rPr lang="fr-FR" sz="1800" u="none" strike="noStrike" kern="1200" dirty="0">
                          <a:effectLst/>
                          <a:latin typeface="Calibri Light" panose="020F0302020204030204" pitchFamily="34" charset="0"/>
                          <a:cs typeface="Calibri Light" panose="020F0302020204030204" pitchFamily="34" charset="0"/>
                        </a:rPr>
                        <a:t>P</a:t>
                      </a:r>
                      <a:r>
                        <a:rPr lang="fr-FR" sz="1800" u="none" strike="noStrike" kern="1200" baseline="0" dirty="0">
                          <a:effectLst/>
                          <a:latin typeface="Calibri Light" panose="020F0302020204030204" pitchFamily="34" charset="0"/>
                          <a:cs typeface="Calibri Light" panose="020F0302020204030204" pitchFamily="34" charset="0"/>
                        </a:rPr>
                        <a:t>oursuite d’études des collégiens impactée</a:t>
                      </a:r>
                    </a:p>
                    <a:p>
                      <a:pPr marL="0" indent="0" algn="l" defTabSz="914400" rtl="0" eaLnBrk="1" fontAlgn="ctr" latinLnBrk="0" hangingPunct="1">
                        <a:buFont typeface="Arial" panose="020B0604020202020204" pitchFamily="34" charset="0"/>
                        <a:buNone/>
                      </a:pPr>
                      <a:r>
                        <a:rPr lang="fr-FR" sz="1800" u="none" strike="noStrike" kern="1200" baseline="0" dirty="0">
                          <a:effectLst/>
                          <a:latin typeface="Calibri Light" panose="020F0302020204030204" pitchFamily="34" charset="0"/>
                          <a:cs typeface="Calibri Light" panose="020F0302020204030204" pitchFamily="34" charset="0"/>
                        </a:rPr>
                        <a:t>Image vis-à-vis des autres établissements scolaires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Modifier</a:t>
                      </a:r>
                      <a:r>
                        <a:rPr lang="fr-FR" sz="1800" u="none" strike="noStrike" baseline="0" dirty="0">
                          <a:effectLst/>
                          <a:latin typeface="Calibri Light" panose="020F0302020204030204" pitchFamily="34" charset="0"/>
                          <a:cs typeface="Calibri Light" panose="020F0302020204030204" pitchFamily="34" charset="0"/>
                        </a:rPr>
                        <a:t> ses résultats scolaires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429115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87208-609F-A715-A9BE-DCB93A374E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0AAEC8D-B875-B007-B6FC-255FACCFE251}"/>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ECD90613-000A-DE43-3B8F-5EACFF9C3861}"/>
              </a:ext>
            </a:extLst>
          </p:cNvPr>
          <p:cNvSpPr>
            <a:spLocks noGrp="1"/>
          </p:cNvSpPr>
          <p:nvPr>
            <p:ph type="dt" sz="half" idx="10"/>
          </p:nvPr>
        </p:nvSpPr>
        <p:spPr/>
        <p:txBody>
          <a:bodyPr/>
          <a:lstStyle/>
          <a:p>
            <a:pPr rtl="0"/>
            <a:r>
              <a:rPr lang="fr-FR" noProof="0"/>
              <a:t>19/11/2025</a:t>
            </a:r>
          </a:p>
        </p:txBody>
      </p:sp>
      <p:sp>
        <p:nvSpPr>
          <p:cNvPr id="6" name="Espace réservé du pied de page 4">
            <a:extLst>
              <a:ext uri="{FF2B5EF4-FFF2-40B4-BE49-F238E27FC236}">
                <a16:creationId xmlns:a16="http://schemas.microsoft.com/office/drawing/2014/main" id="{538A333C-A964-6000-043D-57A4A72869A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D19749F6-4182-254A-1554-D256C745F2A7}"/>
              </a:ext>
            </a:extLst>
          </p:cNvPr>
          <p:cNvSpPr>
            <a:spLocks noGrp="1"/>
          </p:cNvSpPr>
          <p:nvPr>
            <p:ph type="sldNum" sz="quarter" idx="12"/>
          </p:nvPr>
        </p:nvSpPr>
        <p:spPr/>
        <p:txBody>
          <a:bodyPr/>
          <a:lstStyle/>
          <a:p>
            <a:pPr rtl="0"/>
            <a:fld id="{294A09A9-5501-47C1-A89A-A340965A2BE2}" type="slidenum">
              <a:rPr lang="fr-FR" noProof="0" smtClean="0"/>
              <a:t>15</a:t>
            </a:fld>
            <a:endParaRPr lang="fr-FR" noProof="0"/>
          </a:p>
        </p:txBody>
      </p:sp>
      <p:sp>
        <p:nvSpPr>
          <p:cNvPr id="8" name="Espace réservé du texte 7">
            <a:extLst>
              <a:ext uri="{FF2B5EF4-FFF2-40B4-BE49-F238E27FC236}">
                <a16:creationId xmlns:a16="http://schemas.microsoft.com/office/drawing/2014/main" id="{BC8105F4-E097-2A78-7ED8-B7B0DC5D6D67}"/>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4F3E1761-1950-92E0-472B-1C7286AEFFF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72430E48-8B64-2A6F-A040-D933CD06D8A0}"/>
              </a:ext>
            </a:extLst>
          </p:cNvPr>
          <p:cNvGraphicFramePr>
            <a:graphicFrameLocks noGrp="1"/>
          </p:cNvGraphicFramePr>
          <p:nvPr>
            <p:extLst>
              <p:ext uri="{D42A27DB-BD31-4B8C-83A1-F6EECF244321}">
                <p14:modId xmlns:p14="http://schemas.microsoft.com/office/powerpoint/2010/main" val="807421879"/>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9E94320F-6A4E-FD1F-DEBF-75E27CCCDE7C}"/>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419293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9E6E-162D-CB5C-502E-646C82D11A2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D33CDC6-007C-0919-C156-AD230CBB10F3}"/>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2C3ED841-26E8-61BE-2944-DADA8C1CBD23}"/>
              </a:ext>
            </a:extLst>
          </p:cNvPr>
          <p:cNvSpPr>
            <a:spLocks noGrp="1"/>
          </p:cNvSpPr>
          <p:nvPr>
            <p:ph type="dt" sz="half" idx="10"/>
          </p:nvPr>
        </p:nvSpPr>
        <p:spPr/>
        <p:txBody>
          <a:bodyPr/>
          <a:lstStyle/>
          <a:p>
            <a:pPr rtl="0"/>
            <a:r>
              <a:rPr lang="fr-FR" noProof="0"/>
              <a:t>19/11/2025</a:t>
            </a:r>
          </a:p>
        </p:txBody>
      </p:sp>
      <p:sp>
        <p:nvSpPr>
          <p:cNvPr id="6" name="Espace réservé du pied de page 4">
            <a:extLst>
              <a:ext uri="{FF2B5EF4-FFF2-40B4-BE49-F238E27FC236}">
                <a16:creationId xmlns:a16="http://schemas.microsoft.com/office/drawing/2014/main" id="{13D1643B-3C33-C080-5705-D7BDD00F4C30}"/>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B168F802-D344-958F-7D16-A7035CEB04E8}"/>
              </a:ext>
            </a:extLst>
          </p:cNvPr>
          <p:cNvSpPr>
            <a:spLocks noGrp="1"/>
          </p:cNvSpPr>
          <p:nvPr>
            <p:ph type="sldNum" sz="quarter" idx="12"/>
          </p:nvPr>
        </p:nvSpPr>
        <p:spPr/>
        <p:txBody>
          <a:bodyPr/>
          <a:lstStyle/>
          <a:p>
            <a:pPr rtl="0"/>
            <a:fld id="{294A09A9-5501-47C1-A89A-A340965A2BE2}" type="slidenum">
              <a:rPr lang="fr-FR" noProof="0" smtClean="0"/>
              <a:t>16</a:t>
            </a:fld>
            <a:endParaRPr lang="fr-FR" noProof="0"/>
          </a:p>
        </p:txBody>
      </p:sp>
      <p:sp>
        <p:nvSpPr>
          <p:cNvPr id="8" name="Espace réservé du texte 7">
            <a:extLst>
              <a:ext uri="{FF2B5EF4-FFF2-40B4-BE49-F238E27FC236}">
                <a16:creationId xmlns:a16="http://schemas.microsoft.com/office/drawing/2014/main" id="{48377EE2-4C97-B94B-F3A4-271CE2D9880F}"/>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55408FA-431C-DD3B-A471-2073CD7AB2E0}"/>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D6D4016E-8505-FF43-21A6-D81151774423}"/>
              </a:ext>
            </a:extLst>
          </p:cNvPr>
          <p:cNvGraphicFramePr>
            <a:graphicFrameLocks noGrp="1"/>
          </p:cNvGraphicFramePr>
          <p:nvPr>
            <p:extLst>
              <p:ext uri="{D42A27DB-BD31-4B8C-83A1-F6EECF244321}">
                <p14:modId xmlns:p14="http://schemas.microsoft.com/office/powerpoint/2010/main" val="786159604"/>
              </p:ext>
            </p:extLst>
          </p:nvPr>
        </p:nvGraphicFramePr>
        <p:xfrm>
          <a:off x="6632448" y="2376923"/>
          <a:ext cx="5360613" cy="3780396"/>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Base de données de sa filiale </a:t>
                      </a:r>
                      <a:r>
                        <a:rPr lang="fr-FR" sz="1800" b="0" i="0" u="none" strike="noStrike" kern="1200" dirty="0" err="1">
                          <a:solidFill>
                            <a:srgbClr val="252525"/>
                          </a:solidFill>
                          <a:effectLst/>
                          <a:latin typeface="+mj-lt"/>
                          <a:ea typeface="+mn-ea"/>
                          <a:cs typeface="Segoe UI" panose="020B0502040204020203" pitchFamily="34" charset="0"/>
                        </a:rPr>
                        <a:t>Starwood</a:t>
                      </a: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Informations des clients du groupe</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Vol des informations des clients du groupe hôtelier</a:t>
                      </a: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Image, juridique (RGPD)</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Lucratif ?</a:t>
                      </a: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3A4F790A-265D-C72D-7CAB-D2D4394299B5}"/>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3515351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1678-2647-EC03-F58F-C140D0B276D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2EB7A3-D316-ACCC-A869-4EB223EC9516}"/>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BBD69E78-1952-8375-2047-7A5E0BDDD7F2}"/>
              </a:ext>
            </a:extLst>
          </p:cNvPr>
          <p:cNvSpPr>
            <a:spLocks noGrp="1"/>
          </p:cNvSpPr>
          <p:nvPr>
            <p:ph type="dt" sz="half" idx="10"/>
          </p:nvPr>
        </p:nvSpPr>
        <p:spPr/>
        <p:txBody>
          <a:bodyPr/>
          <a:lstStyle/>
          <a:p>
            <a:pPr rtl="0"/>
            <a:r>
              <a:rPr lang="fr-FR" noProof="0"/>
              <a:t>19/11/2025</a:t>
            </a:r>
          </a:p>
        </p:txBody>
      </p:sp>
      <p:sp>
        <p:nvSpPr>
          <p:cNvPr id="6" name="Espace réservé du pied de page 4">
            <a:extLst>
              <a:ext uri="{FF2B5EF4-FFF2-40B4-BE49-F238E27FC236}">
                <a16:creationId xmlns:a16="http://schemas.microsoft.com/office/drawing/2014/main" id="{FDFC1438-506A-889C-5B53-36A26613927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A88FA887-0501-E71F-25CF-53E8A6DEA5CC}"/>
              </a:ext>
            </a:extLst>
          </p:cNvPr>
          <p:cNvSpPr>
            <a:spLocks noGrp="1"/>
          </p:cNvSpPr>
          <p:nvPr>
            <p:ph type="sldNum" sz="quarter" idx="12"/>
          </p:nvPr>
        </p:nvSpPr>
        <p:spPr/>
        <p:txBody>
          <a:bodyPr/>
          <a:lstStyle/>
          <a:p>
            <a:pPr rtl="0"/>
            <a:fld id="{294A09A9-5501-47C1-A89A-A340965A2BE2}" type="slidenum">
              <a:rPr lang="fr-FR" noProof="0" smtClean="0"/>
              <a:t>17</a:t>
            </a:fld>
            <a:endParaRPr lang="fr-FR" noProof="0"/>
          </a:p>
        </p:txBody>
      </p:sp>
      <p:sp>
        <p:nvSpPr>
          <p:cNvPr id="8" name="Espace réservé du texte 7">
            <a:extLst>
              <a:ext uri="{FF2B5EF4-FFF2-40B4-BE49-F238E27FC236}">
                <a16:creationId xmlns:a16="http://schemas.microsoft.com/office/drawing/2014/main" id="{826BA929-279B-E36B-CAB1-AE65D18850C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B5F211D2-E53A-C44C-0B80-73373CF1E83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DF106C8E-B250-99FA-2C60-ED02E7207D9A}"/>
              </a:ext>
            </a:extLst>
          </p:cNvPr>
          <p:cNvGraphicFramePr>
            <a:graphicFrameLocks noGrp="1"/>
          </p:cNvGraphicFramePr>
          <p:nvPr>
            <p:extLst>
              <p:ext uri="{D42A27DB-BD31-4B8C-83A1-F6EECF244321}">
                <p14:modId xmlns:p14="http://schemas.microsoft.com/office/powerpoint/2010/main" val="3270001217"/>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1873B8C6-27F7-2BB9-0461-EED8E1682384}"/>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15996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7E07E-8E14-3C42-A3D3-F08E1F159C1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0D369E-1A6A-56C4-1132-6403547F70E2}"/>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EF62088A-4065-9255-C9C4-531EAC82AB01}"/>
              </a:ext>
            </a:extLst>
          </p:cNvPr>
          <p:cNvSpPr>
            <a:spLocks noGrp="1"/>
          </p:cNvSpPr>
          <p:nvPr>
            <p:ph type="dt" sz="half" idx="10"/>
          </p:nvPr>
        </p:nvSpPr>
        <p:spPr/>
        <p:txBody>
          <a:bodyPr/>
          <a:lstStyle/>
          <a:p>
            <a:pPr rtl="0"/>
            <a:r>
              <a:rPr lang="fr-FR" noProof="0"/>
              <a:t>19/11/2025</a:t>
            </a:r>
          </a:p>
        </p:txBody>
      </p:sp>
      <p:sp>
        <p:nvSpPr>
          <p:cNvPr id="6" name="Espace réservé du pied de page 4">
            <a:extLst>
              <a:ext uri="{FF2B5EF4-FFF2-40B4-BE49-F238E27FC236}">
                <a16:creationId xmlns:a16="http://schemas.microsoft.com/office/drawing/2014/main" id="{18793361-6B32-BC3C-60E5-A031B11EF55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31D10310-BE1D-88A0-4989-8B22D768141B}"/>
              </a:ext>
            </a:extLst>
          </p:cNvPr>
          <p:cNvSpPr>
            <a:spLocks noGrp="1"/>
          </p:cNvSpPr>
          <p:nvPr>
            <p:ph type="sldNum" sz="quarter" idx="12"/>
          </p:nvPr>
        </p:nvSpPr>
        <p:spPr/>
        <p:txBody>
          <a:bodyPr/>
          <a:lstStyle/>
          <a:p>
            <a:pPr rtl="0"/>
            <a:fld id="{294A09A9-5501-47C1-A89A-A340965A2BE2}" type="slidenum">
              <a:rPr lang="fr-FR" noProof="0" smtClean="0"/>
              <a:t>18</a:t>
            </a:fld>
            <a:endParaRPr lang="fr-FR" noProof="0"/>
          </a:p>
        </p:txBody>
      </p:sp>
      <p:sp>
        <p:nvSpPr>
          <p:cNvPr id="8" name="Espace réservé du texte 7">
            <a:extLst>
              <a:ext uri="{FF2B5EF4-FFF2-40B4-BE49-F238E27FC236}">
                <a16:creationId xmlns:a16="http://schemas.microsoft.com/office/drawing/2014/main" id="{C53B967B-DD87-6EA5-EC34-26BE557F98B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4408E3D-137B-39A8-B362-CD71FE744928}"/>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C7E4DBEB-0665-982E-E079-79965A792B8B}"/>
              </a:ext>
            </a:extLst>
          </p:cNvPr>
          <p:cNvGraphicFramePr>
            <a:graphicFrameLocks noGrp="1"/>
          </p:cNvGraphicFramePr>
          <p:nvPr>
            <p:extLst>
              <p:ext uri="{D42A27DB-BD31-4B8C-83A1-F6EECF244321}">
                <p14:modId xmlns:p14="http://schemas.microsoft.com/office/powerpoint/2010/main" val="1324512621"/>
              </p:ext>
            </p:extLst>
          </p:nvPr>
        </p:nvGraphicFramePr>
        <p:xfrm>
          <a:off x="6632448" y="2376923"/>
          <a:ext cx="5360613" cy="3760368"/>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Escrocs</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Directeurs (personnes)</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Identité des directeurs (information)</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Usurpation de l’identité d’un directeur de l’organisation</a:t>
                      </a: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Financier, image</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Lucratif, fraude</a:t>
                      </a: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D92183CB-2B20-48BB-0B15-25FD3DFC8D9A}"/>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937718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gravité dépend des conséquences potentielles.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 est estimée selon des échelles qui hiérarchisent les conséquences par types.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retient généralement le maximum (la conséquence potentielle la plus grave).</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19/11/2025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19</a:t>
            </a:fld>
            <a:endParaRPr lang="fr-FR" noProof="0"/>
          </a:p>
        </p:txBody>
      </p:sp>
      <p:sp>
        <p:nvSpPr>
          <p:cNvPr id="2" name="Espace réservé du texte 1">
            <a:extLst>
              <a:ext uri="{FF2B5EF4-FFF2-40B4-BE49-F238E27FC236}">
                <a16:creationId xmlns:a16="http://schemas.microsoft.com/office/drawing/2014/main" id="{824A683F-11EA-3654-FEEB-2D38459C69F1}"/>
              </a:ext>
            </a:extLst>
          </p:cNvPr>
          <p:cNvSpPr>
            <a:spLocks noGrp="1"/>
          </p:cNvSpPr>
          <p:nvPr>
            <p:ph type="body" sz="quarter" idx="13"/>
          </p:nvPr>
        </p:nvSpPr>
        <p:spPr/>
        <p:txBody>
          <a:bodyPr/>
          <a:lstStyle/>
          <a:p>
            <a:r>
              <a:rPr lang="fr-FR" dirty="0"/>
              <a:t>Qu’est-ce que la gravité ?</a:t>
            </a:r>
          </a:p>
        </p:txBody>
      </p:sp>
      <p:pic>
        <p:nvPicPr>
          <p:cNvPr id="23" name="Image 22">
            <a:extLst>
              <a:ext uri="{FF2B5EF4-FFF2-40B4-BE49-F238E27FC236}">
                <a16:creationId xmlns:a16="http://schemas.microsoft.com/office/drawing/2014/main" id="{4715B3E5-62AE-3421-AA07-4C38602AD7EA}"/>
              </a:ext>
            </a:extLst>
          </p:cNvPr>
          <p:cNvPicPr>
            <a:picLocks noChangeAspect="1"/>
          </p:cNvPicPr>
          <p:nvPr/>
        </p:nvPicPr>
        <p:blipFill>
          <a:blip r:embed="rId3"/>
          <a:stretch>
            <a:fillRect/>
          </a:stretch>
        </p:blipFill>
        <p:spPr>
          <a:xfrm>
            <a:off x="1522311" y="1724288"/>
            <a:ext cx="4042854" cy="3600000"/>
          </a:xfrm>
          <a:prstGeom prst="rect">
            <a:avLst/>
          </a:prstGeom>
        </p:spPr>
      </p:pic>
      <p:sp>
        <p:nvSpPr>
          <p:cNvPr id="24" name="Rectangle 23">
            <a:extLst>
              <a:ext uri="{FF2B5EF4-FFF2-40B4-BE49-F238E27FC236}">
                <a16:creationId xmlns:a16="http://schemas.microsoft.com/office/drawing/2014/main" id="{45E34F65-41BD-13B7-5E58-39A839A80072}"/>
              </a:ext>
            </a:extLst>
          </p:cNvPr>
          <p:cNvSpPr/>
          <p:nvPr/>
        </p:nvSpPr>
        <p:spPr>
          <a:xfrm>
            <a:off x="6629590" y="268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l’objectif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effets sur la mission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 | Retard | Destination non atteinte</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60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Autres conséquences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(financières, sur l’environnement, etc.)</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64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la santé</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Aucuns | Blessure légère | Blessure grave | Décès</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Gravité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du niveau des conséquences potentielles.</a:t>
            </a:r>
          </a:p>
        </p:txBody>
      </p:sp>
    </p:spTree>
    <p:extLst>
      <p:ext uri="{BB962C8B-B14F-4D97-AF65-F5344CB8AC3E}">
        <p14:creationId xmlns:p14="http://schemas.microsoft.com/office/powerpoint/2010/main" val="2045758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vraisemblance dépend de plusieurs facteurs : pertinence des sources de risques, niveau des vulnérabilités, dangerosité des parties prenantes et mesures en place.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décompose les scénarios pour estimer progressivement ces différents facteurs.</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19/11/2025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20</a:t>
            </a:fld>
            <a:endParaRPr lang="fr-FR" noProof="0"/>
          </a:p>
        </p:txBody>
      </p:sp>
      <p:sp>
        <p:nvSpPr>
          <p:cNvPr id="4" name="Espace réservé du texte 3">
            <a:extLst>
              <a:ext uri="{FF2B5EF4-FFF2-40B4-BE49-F238E27FC236}">
                <a16:creationId xmlns:a16="http://schemas.microsoft.com/office/drawing/2014/main" id="{5327B936-DDE4-09F7-482D-1C6732FE4872}"/>
              </a:ext>
            </a:extLst>
          </p:cNvPr>
          <p:cNvSpPr>
            <a:spLocks noGrp="1"/>
          </p:cNvSpPr>
          <p:nvPr>
            <p:ph type="body" sz="quarter" idx="13"/>
          </p:nvPr>
        </p:nvSpPr>
        <p:spPr/>
        <p:txBody>
          <a:bodyPr/>
          <a:lstStyle/>
          <a:p>
            <a:r>
              <a:rPr lang="fr-FR" dirty="0"/>
              <a:t>Qu’est-ce que la vraisemblance ?</a:t>
            </a:r>
          </a:p>
        </p:txBody>
      </p:sp>
      <p:sp>
        <p:nvSpPr>
          <p:cNvPr id="24" name="Rectangle 23">
            <a:extLst>
              <a:ext uri="{FF2B5EF4-FFF2-40B4-BE49-F238E27FC236}">
                <a16:creationId xmlns:a16="http://schemas.microsoft.com/office/drawing/2014/main" id="{45E34F65-41BD-13B7-5E58-39A839A80072}"/>
              </a:ext>
            </a:extLst>
          </p:cNvPr>
          <p:cNvSpPr/>
          <p:nvPr/>
        </p:nvSpPr>
        <p:spPr>
          <a:xfrm>
            <a:off x="6629590" y="26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Sources de risques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(qui peut nous attaquer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Peu | Moyennement | Plutôt | Très pertinent</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96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Mesures en place</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(quelles solutions d’atténuation ?)</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5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Vulnérabilités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nos points faibles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Minimale | Faible | Importante | Maximale (avérée)</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Vraisemblance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de la possibilité de réalisation des scénarios.</a:t>
            </a:r>
          </a:p>
        </p:txBody>
      </p:sp>
      <p:pic>
        <p:nvPicPr>
          <p:cNvPr id="2" name="Image 1">
            <a:extLst>
              <a:ext uri="{FF2B5EF4-FFF2-40B4-BE49-F238E27FC236}">
                <a16:creationId xmlns:a16="http://schemas.microsoft.com/office/drawing/2014/main" id="{1962653D-5F4F-96D4-A8A9-C289B7FB0C5C}"/>
              </a:ext>
            </a:extLst>
          </p:cNvPr>
          <p:cNvPicPr>
            <a:picLocks noChangeAspect="1"/>
          </p:cNvPicPr>
          <p:nvPr/>
        </p:nvPicPr>
        <p:blipFill>
          <a:blip r:embed="rId3"/>
          <a:stretch>
            <a:fillRect/>
          </a:stretch>
        </p:blipFill>
        <p:spPr>
          <a:xfrm>
            <a:off x="1675101" y="1724288"/>
            <a:ext cx="1767273" cy="1080000"/>
          </a:xfrm>
          <a:prstGeom prst="rect">
            <a:avLst/>
          </a:prstGeom>
        </p:spPr>
      </p:pic>
      <p:pic>
        <p:nvPicPr>
          <p:cNvPr id="5" name="Image 4">
            <a:extLst>
              <a:ext uri="{FF2B5EF4-FFF2-40B4-BE49-F238E27FC236}">
                <a16:creationId xmlns:a16="http://schemas.microsoft.com/office/drawing/2014/main" id="{0FF73450-8FF8-DEFA-0AA7-BEC91B3A4E01}"/>
              </a:ext>
            </a:extLst>
          </p:cNvPr>
          <p:cNvPicPr>
            <a:picLocks noChangeAspect="1"/>
          </p:cNvPicPr>
          <p:nvPr/>
        </p:nvPicPr>
        <p:blipFill>
          <a:blip r:embed="rId4"/>
          <a:stretch>
            <a:fillRect/>
          </a:stretch>
        </p:blipFill>
        <p:spPr>
          <a:xfrm>
            <a:off x="1637340" y="2984288"/>
            <a:ext cx="1805034" cy="1080000"/>
          </a:xfrm>
          <a:prstGeom prst="rect">
            <a:avLst/>
          </a:prstGeom>
        </p:spPr>
      </p:pic>
      <p:pic>
        <p:nvPicPr>
          <p:cNvPr id="8" name="Image 7">
            <a:extLst>
              <a:ext uri="{FF2B5EF4-FFF2-40B4-BE49-F238E27FC236}">
                <a16:creationId xmlns:a16="http://schemas.microsoft.com/office/drawing/2014/main" id="{22F37495-5C91-A075-549B-92BC82D16DD1}"/>
              </a:ext>
            </a:extLst>
          </p:cNvPr>
          <p:cNvPicPr>
            <a:picLocks noChangeAspect="1"/>
          </p:cNvPicPr>
          <p:nvPr/>
        </p:nvPicPr>
        <p:blipFill>
          <a:blip r:embed="rId5"/>
          <a:stretch>
            <a:fillRect/>
          </a:stretch>
        </p:blipFill>
        <p:spPr>
          <a:xfrm>
            <a:off x="3907188" y="4244288"/>
            <a:ext cx="1925874" cy="1080000"/>
          </a:xfrm>
          <a:prstGeom prst="rect">
            <a:avLst/>
          </a:prstGeom>
        </p:spPr>
      </p:pic>
      <p:pic>
        <p:nvPicPr>
          <p:cNvPr id="12" name="Image 11">
            <a:extLst>
              <a:ext uri="{FF2B5EF4-FFF2-40B4-BE49-F238E27FC236}">
                <a16:creationId xmlns:a16="http://schemas.microsoft.com/office/drawing/2014/main" id="{0E3EEDCC-EB20-79D3-96EC-827508833B22}"/>
              </a:ext>
            </a:extLst>
          </p:cNvPr>
          <p:cNvPicPr>
            <a:picLocks noChangeAspect="1"/>
          </p:cNvPicPr>
          <p:nvPr/>
        </p:nvPicPr>
        <p:blipFill>
          <a:blip r:embed="rId6"/>
          <a:stretch>
            <a:fillRect/>
          </a:stretch>
        </p:blipFill>
        <p:spPr>
          <a:xfrm>
            <a:off x="4028671" y="1724288"/>
            <a:ext cx="1804391" cy="1080000"/>
          </a:xfrm>
          <a:prstGeom prst="rect">
            <a:avLst/>
          </a:prstGeom>
        </p:spPr>
      </p:pic>
      <p:pic>
        <p:nvPicPr>
          <p:cNvPr id="14" name="Image 13">
            <a:extLst>
              <a:ext uri="{FF2B5EF4-FFF2-40B4-BE49-F238E27FC236}">
                <a16:creationId xmlns:a16="http://schemas.microsoft.com/office/drawing/2014/main" id="{EDF07165-CFA0-0CC6-1240-3485B9517835}"/>
              </a:ext>
            </a:extLst>
          </p:cNvPr>
          <p:cNvPicPr>
            <a:picLocks noChangeAspect="1"/>
          </p:cNvPicPr>
          <p:nvPr/>
        </p:nvPicPr>
        <p:blipFill>
          <a:blip r:embed="rId7"/>
          <a:stretch>
            <a:fillRect/>
          </a:stretch>
        </p:blipFill>
        <p:spPr>
          <a:xfrm>
            <a:off x="4166964" y="2984288"/>
            <a:ext cx="1666098" cy="1080000"/>
          </a:xfrm>
          <a:prstGeom prst="rect">
            <a:avLst/>
          </a:prstGeom>
        </p:spPr>
      </p:pic>
      <p:pic>
        <p:nvPicPr>
          <p:cNvPr id="16" name="Image 15">
            <a:extLst>
              <a:ext uri="{FF2B5EF4-FFF2-40B4-BE49-F238E27FC236}">
                <a16:creationId xmlns:a16="http://schemas.microsoft.com/office/drawing/2014/main" id="{C6AD561C-5B63-E8C0-86CC-38A135939363}"/>
              </a:ext>
            </a:extLst>
          </p:cNvPr>
          <p:cNvPicPr>
            <a:picLocks noChangeAspect="1"/>
          </p:cNvPicPr>
          <p:nvPr/>
        </p:nvPicPr>
        <p:blipFill>
          <a:blip r:embed="rId8"/>
          <a:stretch>
            <a:fillRect/>
          </a:stretch>
        </p:blipFill>
        <p:spPr>
          <a:xfrm>
            <a:off x="1637984" y="4244288"/>
            <a:ext cx="1804390" cy="1080000"/>
          </a:xfrm>
          <a:prstGeom prst="rect">
            <a:avLst/>
          </a:prstGeom>
        </p:spPr>
      </p:pic>
      <p:sp>
        <p:nvSpPr>
          <p:cNvPr id="20" name="Rectangle 19">
            <a:extLst>
              <a:ext uri="{FF2B5EF4-FFF2-40B4-BE49-F238E27FC236}">
                <a16:creationId xmlns:a16="http://schemas.microsoft.com/office/drawing/2014/main" id="{7A22E038-48E9-1AA5-1051-773A777D0DAE}"/>
              </a:ext>
            </a:extLst>
          </p:cNvPr>
          <p:cNvSpPr/>
          <p:nvPr/>
        </p:nvSpPr>
        <p:spPr>
          <a:xfrm>
            <a:off x="6629590" y="442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Parties prenantes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(de qui dépend-on ?)</a:t>
            </a:r>
          </a:p>
        </p:txBody>
      </p:sp>
    </p:spTree>
    <p:extLst>
      <p:ext uri="{BB962C8B-B14F-4D97-AF65-F5344CB8AC3E}">
        <p14:creationId xmlns:p14="http://schemas.microsoft.com/office/powerpoint/2010/main" val="26874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Groupe 70">
            <a:extLst>
              <a:ext uri="{FF2B5EF4-FFF2-40B4-BE49-F238E27FC236}">
                <a16:creationId xmlns:a16="http://schemas.microsoft.com/office/drawing/2014/main" id="{0015213D-4067-890B-67BB-53C662F3D118}"/>
              </a:ext>
            </a:extLst>
          </p:cNvPr>
          <p:cNvGrpSpPr/>
          <p:nvPr/>
        </p:nvGrpSpPr>
        <p:grpSpPr>
          <a:xfrm>
            <a:off x="1924563" y="1573156"/>
            <a:ext cx="4178310" cy="3808022"/>
            <a:chOff x="1924563" y="1756036"/>
            <a:chExt cx="4178310" cy="3808022"/>
          </a:xfrm>
        </p:grpSpPr>
        <p:grpSp>
          <p:nvGrpSpPr>
            <p:cNvPr id="70" name="Groupe 69">
              <a:extLst>
                <a:ext uri="{FF2B5EF4-FFF2-40B4-BE49-F238E27FC236}">
                  <a16:creationId xmlns:a16="http://schemas.microsoft.com/office/drawing/2014/main" id="{F541520E-C3B7-ED93-357E-A61FBE7401B4}"/>
                </a:ext>
              </a:extLst>
            </p:cNvPr>
            <p:cNvGrpSpPr/>
            <p:nvPr/>
          </p:nvGrpSpPr>
          <p:grpSpPr>
            <a:xfrm>
              <a:off x="3556915" y="2786270"/>
              <a:ext cx="2545958" cy="1824000"/>
              <a:chOff x="3556915" y="2509190"/>
              <a:chExt cx="2545958" cy="1824000"/>
            </a:xfrm>
          </p:grpSpPr>
          <p:grpSp>
            <p:nvGrpSpPr>
              <p:cNvPr id="42" name="Groupe 41">
                <a:extLst>
                  <a:ext uri="{FF2B5EF4-FFF2-40B4-BE49-F238E27FC236}">
                    <a16:creationId xmlns:a16="http://schemas.microsoft.com/office/drawing/2014/main" id="{483FAE48-D152-E672-CCD7-78D4D86CAEB3}"/>
                  </a:ext>
                </a:extLst>
              </p:cNvPr>
              <p:cNvGrpSpPr/>
              <p:nvPr/>
            </p:nvGrpSpPr>
            <p:grpSpPr>
              <a:xfrm>
                <a:off x="4277406" y="2509190"/>
                <a:ext cx="1825467" cy="1824000"/>
                <a:chOff x="2335732" y="2742767"/>
                <a:chExt cx="1369100" cy="1368000"/>
              </a:xfrm>
            </p:grpSpPr>
            <p:pic>
              <p:nvPicPr>
                <p:cNvPr id="33" name="Image 32">
                  <a:extLst>
                    <a:ext uri="{FF2B5EF4-FFF2-40B4-BE49-F238E27FC236}">
                      <a16:creationId xmlns:a16="http://schemas.microsoft.com/office/drawing/2014/main" id="{7B0E83B2-D44C-7571-2DE7-76CCC28E9131}"/>
                    </a:ext>
                  </a:extLst>
                </p:cNvPr>
                <p:cNvPicPr>
                  <a:picLocks noChangeAspect="1"/>
                </p:cNvPicPr>
                <p:nvPr/>
              </p:nvPicPr>
              <p:blipFill>
                <a:blip r:embed="rId3"/>
                <a:stretch>
                  <a:fillRect/>
                </a:stretch>
              </p:blipFill>
              <p:spPr>
                <a:xfrm>
                  <a:off x="2540825" y="2984330"/>
                  <a:ext cx="965200" cy="533400"/>
                </a:xfrm>
                <a:prstGeom prst="rect">
                  <a:avLst/>
                </a:prstGeom>
                <a:ln>
                  <a:noFill/>
                </a:ln>
              </p:spPr>
            </p:pic>
            <p:sp>
              <p:nvSpPr>
                <p:cNvPr id="36" name="Forme libre 35">
                  <a:extLst>
                    <a:ext uri="{FF2B5EF4-FFF2-40B4-BE49-F238E27FC236}">
                      <a16:creationId xmlns:a16="http://schemas.microsoft.com/office/drawing/2014/main" id="{351F9D9A-AF32-A0D5-5480-ADE59F386C53}"/>
                    </a:ext>
                  </a:extLst>
                </p:cNvPr>
                <p:cNvSpPr>
                  <a:spLocks noChangeAspect="1"/>
                </p:cNvSpPr>
                <p:nvPr/>
              </p:nvSpPr>
              <p:spPr>
                <a:xfrm>
                  <a:off x="2335733" y="274276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9C248D"/>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sp>
              <p:nvSpPr>
                <p:cNvPr id="40" name="ZoneTexte 39">
                  <a:extLst>
                    <a:ext uri="{FF2B5EF4-FFF2-40B4-BE49-F238E27FC236}">
                      <a16:creationId xmlns:a16="http://schemas.microsoft.com/office/drawing/2014/main" id="{1CD410B9-FB9E-79D7-408E-AE99516B1838}"/>
                    </a:ext>
                  </a:extLst>
                </p:cNvPr>
                <p:cNvSpPr txBox="1"/>
                <p:nvPr/>
              </p:nvSpPr>
              <p:spPr>
                <a:xfrm>
                  <a:off x="2335732" y="3541223"/>
                  <a:ext cx="1369097" cy="307679"/>
                </a:xfrm>
                <a:prstGeom prst="rect">
                  <a:avLst/>
                </a:prstGeom>
                <a:noFill/>
                <a:ln>
                  <a:noFill/>
                </a:ln>
              </p:spPr>
              <p:txBody>
                <a:bodyPr wrap="square" lIns="0" tIns="0" rIns="0" bIns="0" rtlCol="0">
                  <a:noAutofit/>
                </a:bodyPr>
                <a:lstStyle/>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Niveau</a:t>
                  </a:r>
                </a:p>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de risque</a:t>
                  </a:r>
                </a:p>
              </p:txBody>
            </p:sp>
          </p:grpSp>
          <p:cxnSp>
            <p:nvCxnSpPr>
              <p:cNvPr id="43" name="Connecteur droit avec flèche 42">
                <a:extLst>
                  <a:ext uri="{FF2B5EF4-FFF2-40B4-BE49-F238E27FC236}">
                    <a16:creationId xmlns:a16="http://schemas.microsoft.com/office/drawing/2014/main" id="{AEA06F6F-64BE-306F-B183-978B3D7544C3}"/>
                  </a:ext>
                </a:extLst>
              </p:cNvPr>
              <p:cNvCxnSpPr>
                <a:cxnSpLocks/>
              </p:cNvCxnSpPr>
              <p:nvPr/>
            </p:nvCxnSpPr>
            <p:spPr>
              <a:xfrm>
                <a:off x="3556915" y="3438756"/>
                <a:ext cx="673577" cy="0"/>
              </a:xfrm>
              <a:prstGeom prst="straightConnector1">
                <a:avLst/>
              </a:prstGeom>
              <a:noFill/>
              <a:ln w="38100">
                <a:solidFill>
                  <a:srgbClr val="252525"/>
                </a:solidFill>
                <a:tailEnd type="arrow"/>
              </a:ln>
            </p:spPr>
            <p:style>
              <a:lnRef idx="2">
                <a:schemeClr val="accent1">
                  <a:shade val="50000"/>
                </a:schemeClr>
              </a:lnRef>
              <a:fillRef idx="1">
                <a:schemeClr val="accent1"/>
              </a:fillRef>
              <a:effectRef idx="0">
                <a:schemeClr val="accent1"/>
              </a:effectRef>
              <a:fontRef idx="minor">
                <a:schemeClr val="lt1"/>
              </a:fontRef>
            </p:style>
          </p:cxnSp>
        </p:grpSp>
        <p:grpSp>
          <p:nvGrpSpPr>
            <p:cNvPr id="69" name="Groupe 68">
              <a:extLst>
                <a:ext uri="{FF2B5EF4-FFF2-40B4-BE49-F238E27FC236}">
                  <a16:creationId xmlns:a16="http://schemas.microsoft.com/office/drawing/2014/main" id="{C27C57E4-C7B9-1023-712E-9B5B93D72DA1}"/>
                </a:ext>
              </a:extLst>
            </p:cNvPr>
            <p:cNvGrpSpPr/>
            <p:nvPr/>
          </p:nvGrpSpPr>
          <p:grpSpPr>
            <a:xfrm>
              <a:off x="1924563" y="1756036"/>
              <a:ext cx="1825467" cy="3808022"/>
              <a:chOff x="1924563" y="1478956"/>
              <a:chExt cx="1825467" cy="3808022"/>
            </a:xfrm>
          </p:grpSpPr>
          <p:grpSp>
            <p:nvGrpSpPr>
              <p:cNvPr id="31" name="Groupe 30">
                <a:extLst>
                  <a:ext uri="{FF2B5EF4-FFF2-40B4-BE49-F238E27FC236}">
                    <a16:creationId xmlns:a16="http://schemas.microsoft.com/office/drawing/2014/main" id="{A7F6338A-69FB-0ED5-4403-B648AC3C20A4}"/>
                  </a:ext>
                </a:extLst>
              </p:cNvPr>
              <p:cNvGrpSpPr/>
              <p:nvPr/>
            </p:nvGrpSpPr>
            <p:grpSpPr>
              <a:xfrm>
                <a:off x="1924564" y="1478956"/>
                <a:ext cx="1825464" cy="1824000"/>
                <a:chOff x="163244" y="2346518"/>
                <a:chExt cx="1369098" cy="1368000"/>
              </a:xfrm>
            </p:grpSpPr>
            <p:sp>
              <p:nvSpPr>
                <p:cNvPr id="10" name="Forme libre 9">
                  <a:extLst>
                    <a:ext uri="{FF2B5EF4-FFF2-40B4-BE49-F238E27FC236}">
                      <a16:creationId xmlns:a16="http://schemas.microsoft.com/office/drawing/2014/main" id="{A8DC6873-F597-7B42-2C64-4E070D2510E4}"/>
                    </a:ext>
                  </a:extLst>
                </p:cNvPr>
                <p:cNvSpPr>
                  <a:spLocks noChangeAspect="1"/>
                </p:cNvSpPr>
                <p:nvPr/>
              </p:nvSpPr>
              <p:spPr>
                <a:xfrm>
                  <a:off x="163244" y="2346518"/>
                  <a:ext cx="1369098"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11" name="Image 10">
                  <a:extLst>
                    <a:ext uri="{FF2B5EF4-FFF2-40B4-BE49-F238E27FC236}">
                      <a16:creationId xmlns:a16="http://schemas.microsoft.com/office/drawing/2014/main" id="{47DF21D9-6495-993B-3ED8-4249379EA018}"/>
                    </a:ext>
                  </a:extLst>
                </p:cNvPr>
                <p:cNvPicPr>
                  <a:picLocks noChangeAspect="1"/>
                </p:cNvPicPr>
                <p:nvPr/>
              </p:nvPicPr>
              <p:blipFill>
                <a:blip r:embed="rId4"/>
                <a:stretch>
                  <a:fillRect/>
                </a:stretch>
              </p:blipFill>
              <p:spPr>
                <a:xfrm>
                  <a:off x="369824" y="2530698"/>
                  <a:ext cx="938604" cy="705716"/>
                </a:xfrm>
                <a:prstGeom prst="rect">
                  <a:avLst/>
                </a:prstGeom>
              </p:spPr>
            </p:pic>
            <p:sp>
              <p:nvSpPr>
                <p:cNvPr id="17" name="ZoneTexte 16">
                  <a:extLst>
                    <a:ext uri="{FF2B5EF4-FFF2-40B4-BE49-F238E27FC236}">
                      <a16:creationId xmlns:a16="http://schemas.microsoft.com/office/drawing/2014/main" id="{9DB2F3E4-327B-9D11-504E-598C76D88B15}"/>
                    </a:ext>
                  </a:extLst>
                </p:cNvPr>
                <p:cNvSpPr txBox="1"/>
                <p:nvPr/>
              </p:nvSpPr>
              <p:spPr>
                <a:xfrm>
                  <a:off x="163246" y="3265914"/>
                  <a:ext cx="1369096"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30" name="Groupe 29">
                <a:extLst>
                  <a:ext uri="{FF2B5EF4-FFF2-40B4-BE49-F238E27FC236}">
                    <a16:creationId xmlns:a16="http://schemas.microsoft.com/office/drawing/2014/main" id="{D3EF88D5-9D08-FEC7-7511-9E58B7A6D59E}"/>
                  </a:ext>
                </a:extLst>
              </p:cNvPr>
              <p:cNvGrpSpPr/>
              <p:nvPr/>
            </p:nvGrpSpPr>
            <p:grpSpPr>
              <a:xfrm>
                <a:off x="1924563" y="3462978"/>
                <a:ext cx="1825467" cy="1824000"/>
                <a:chOff x="95871" y="746187"/>
                <a:chExt cx="1369100" cy="1368000"/>
              </a:xfrm>
            </p:grpSpPr>
            <p:sp>
              <p:nvSpPr>
                <p:cNvPr id="21" name="Forme libre 20">
                  <a:extLst>
                    <a:ext uri="{FF2B5EF4-FFF2-40B4-BE49-F238E27FC236}">
                      <a16:creationId xmlns:a16="http://schemas.microsoft.com/office/drawing/2014/main" id="{653F8DE0-4F24-950A-205A-5CB14D4C423E}"/>
                    </a:ext>
                  </a:extLst>
                </p:cNvPr>
                <p:cNvSpPr>
                  <a:spLocks noChangeAspect="1"/>
                </p:cNvSpPr>
                <p:nvPr/>
              </p:nvSpPr>
              <p:spPr>
                <a:xfrm>
                  <a:off x="95872" y="74618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23" name="Image 22">
                  <a:extLst>
                    <a:ext uri="{FF2B5EF4-FFF2-40B4-BE49-F238E27FC236}">
                      <a16:creationId xmlns:a16="http://schemas.microsoft.com/office/drawing/2014/main" id="{13E1E893-5814-7770-77BE-08D3074BE83F}"/>
                    </a:ext>
                  </a:extLst>
                </p:cNvPr>
                <p:cNvPicPr>
                  <a:picLocks noChangeAspect="1"/>
                </p:cNvPicPr>
                <p:nvPr/>
              </p:nvPicPr>
              <p:blipFill>
                <a:blip r:embed="rId5"/>
                <a:stretch>
                  <a:fillRect/>
                </a:stretch>
              </p:blipFill>
              <p:spPr>
                <a:xfrm>
                  <a:off x="462480" y="949672"/>
                  <a:ext cx="618546" cy="738652"/>
                </a:xfrm>
                <a:prstGeom prst="rect">
                  <a:avLst/>
                </a:prstGeom>
              </p:spPr>
            </p:pic>
            <p:sp>
              <p:nvSpPr>
                <p:cNvPr id="26" name="ZoneTexte 25">
                  <a:extLst>
                    <a:ext uri="{FF2B5EF4-FFF2-40B4-BE49-F238E27FC236}">
                      <a16:creationId xmlns:a16="http://schemas.microsoft.com/office/drawing/2014/main" id="{E4984164-06BF-2993-667F-B1A7FE626997}"/>
                    </a:ext>
                  </a:extLst>
                </p:cNvPr>
                <p:cNvSpPr txBox="1"/>
                <p:nvPr/>
              </p:nvSpPr>
              <p:spPr>
                <a:xfrm>
                  <a:off x="95871" y="1688321"/>
                  <a:ext cx="1369097"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56" name="Ellipse 55">
                <a:extLst>
                  <a:ext uri="{FF2B5EF4-FFF2-40B4-BE49-F238E27FC236}">
                    <a16:creationId xmlns:a16="http://schemas.microsoft.com/office/drawing/2014/main" id="{E3B40CDC-8814-702F-4661-6436CC6A35D1}"/>
                  </a:ext>
                </a:extLst>
              </p:cNvPr>
              <p:cNvSpPr/>
              <p:nvPr/>
            </p:nvSpPr>
            <p:spPr>
              <a:xfrm>
                <a:off x="2539480" y="3099011"/>
                <a:ext cx="595632" cy="59563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dirty="0">
                  <a:latin typeface="Calibri Light" panose="020F0302020204030204" pitchFamily="34" charset="0"/>
                  <a:cs typeface="Calibri Light" panose="020F0302020204030204" pitchFamily="34" charset="0"/>
                </a:endParaRPr>
              </a:p>
            </p:txBody>
          </p:sp>
          <p:sp>
            <p:nvSpPr>
              <p:cNvPr id="57" name="Titre 1">
                <a:extLst>
                  <a:ext uri="{FF2B5EF4-FFF2-40B4-BE49-F238E27FC236}">
                    <a16:creationId xmlns:a16="http://schemas.microsoft.com/office/drawing/2014/main" id="{181362EA-55A1-DE51-92CD-2E8678FF370D}"/>
                  </a:ext>
                </a:extLst>
              </p:cNvPr>
              <p:cNvSpPr txBox="1">
                <a:spLocks/>
              </p:cNvSpPr>
              <p:nvPr/>
            </p:nvSpPr>
            <p:spPr>
              <a:xfrm>
                <a:off x="2539480" y="3034257"/>
                <a:ext cx="595632" cy="633019"/>
              </a:xfrm>
              <a:prstGeom prst="rect">
                <a:avLst/>
              </a:prstGeom>
              <a:ln>
                <a:noFill/>
              </a:ln>
            </p:spPr>
            <p:txBody>
              <a:bodyPr lIns="0" tIns="0" rIns="0" bIns="0" anchor="ctr"/>
              <a:lstStyle>
                <a:lvl1pPr defTabSz="685800">
                  <a:spcBef>
                    <a:spcPct val="0"/>
                  </a:spcBef>
                  <a:buNone/>
                  <a:defRPr b="1">
                    <a:solidFill>
                      <a:srgbClr val="252525"/>
                    </a:solidFill>
                    <a:latin typeface="Segoe UI" panose="020B0502040204020203" pitchFamily="34" charset="0"/>
                    <a:ea typeface="+mj-ea"/>
                    <a:cs typeface="Segoe UI" panose="020B0502040204020203" pitchFamily="34" charset="0"/>
                  </a:defRPr>
                </a:lvl1pPr>
              </a:lstStyle>
              <a:p>
                <a:pPr algn="ctr"/>
                <a:r>
                  <a:rPr lang="fr-FR" sz="5333" b="0" dirty="0">
                    <a:latin typeface="Calibri Light" panose="020F0302020204030204" pitchFamily="34" charset="0"/>
                    <a:cs typeface="Calibri Light" panose="020F0302020204030204" pitchFamily="34" charset="0"/>
                  </a:rPr>
                  <a:t>+</a:t>
                </a:r>
                <a:endParaRPr lang="fr-FR" altLang="fr-FR" sz="5333" b="0" dirty="0">
                  <a:latin typeface="Calibri Light" panose="020F0302020204030204" pitchFamily="34" charset="0"/>
                  <a:cs typeface="Calibri Light" panose="020F0302020204030204" pitchFamily="34" charset="0"/>
                </a:endParaRPr>
              </a:p>
            </p:txBody>
          </p:sp>
        </p:grpSp>
      </p:grpSp>
      <p:sp>
        <p:nvSpPr>
          <p:cNvPr id="6" name="Titre 5">
            <a:extLst>
              <a:ext uri="{FF2B5EF4-FFF2-40B4-BE49-F238E27FC236}">
                <a16:creationId xmlns:a16="http://schemas.microsoft.com/office/drawing/2014/main" id="{237D7E9A-5E45-BCA2-1DF2-A9050FB11C48}"/>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3" name="Date Placeholder 2">
            <a:extLst>
              <a:ext uri="{FF2B5EF4-FFF2-40B4-BE49-F238E27FC236}">
                <a16:creationId xmlns:a16="http://schemas.microsoft.com/office/drawing/2014/main" id="{C8484577-0963-6EA9-5917-25A5871B2540}"/>
              </a:ext>
            </a:extLst>
          </p:cNvPr>
          <p:cNvSpPr>
            <a:spLocks noGrp="1"/>
          </p:cNvSpPr>
          <p:nvPr>
            <p:ph type="dt" sz="half" idx="10"/>
          </p:nvPr>
        </p:nvSpPr>
        <p:spPr/>
        <p:txBody>
          <a:bodyPr/>
          <a:lstStyle/>
          <a:p>
            <a:pPr rtl="0"/>
            <a:r>
              <a:rPr lang="fr-FR" noProof="0"/>
              <a:t>19/11/2025</a:t>
            </a:r>
          </a:p>
        </p:txBody>
      </p:sp>
      <p:sp>
        <p:nvSpPr>
          <p:cNvPr id="4" name="Footer Placeholder 3">
            <a:extLst>
              <a:ext uri="{FF2B5EF4-FFF2-40B4-BE49-F238E27FC236}">
                <a16:creationId xmlns:a16="http://schemas.microsoft.com/office/drawing/2014/main" id="{0F22B604-8F6E-C9E2-B823-0285723CE171}"/>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A7B232BE-7A14-3F0D-892C-F5F331F93724}"/>
              </a:ext>
            </a:extLst>
          </p:cNvPr>
          <p:cNvSpPr>
            <a:spLocks noGrp="1"/>
          </p:cNvSpPr>
          <p:nvPr>
            <p:ph type="sldNum" sz="quarter" idx="12"/>
          </p:nvPr>
        </p:nvSpPr>
        <p:spPr/>
        <p:txBody>
          <a:bodyPr/>
          <a:lstStyle/>
          <a:p>
            <a:pPr rtl="0"/>
            <a:fld id="{294A09A9-5501-47C1-A89A-A340965A2BE2}" type="slidenum">
              <a:rPr lang="fr-FR" noProof="0" smtClean="0"/>
              <a:t>21</a:t>
            </a:fld>
            <a:endParaRPr lang="fr-FR" noProof="0"/>
          </a:p>
        </p:txBody>
      </p:sp>
      <p:sp>
        <p:nvSpPr>
          <p:cNvPr id="2" name="Espace réservé du texte 1">
            <a:extLst>
              <a:ext uri="{FF2B5EF4-FFF2-40B4-BE49-F238E27FC236}">
                <a16:creationId xmlns:a16="http://schemas.microsoft.com/office/drawing/2014/main" id="{9DD9A695-85BD-D250-564D-84D20AC18125}"/>
              </a:ext>
            </a:extLst>
          </p:cNvPr>
          <p:cNvSpPr>
            <a:spLocks noGrp="1"/>
          </p:cNvSpPr>
          <p:nvPr>
            <p:ph type="body" sz="quarter" idx="13"/>
          </p:nvPr>
        </p:nvSpPr>
        <p:spPr/>
        <p:txBody>
          <a:bodyPr/>
          <a:lstStyle/>
          <a:p>
            <a:r>
              <a:rPr lang="fr-FR" dirty="0"/>
              <a:t>Qu’est-ce que le niveau de risque ?</a:t>
            </a:r>
          </a:p>
        </p:txBody>
      </p:sp>
      <p:grpSp>
        <p:nvGrpSpPr>
          <p:cNvPr id="66" name="Groupe 65">
            <a:extLst>
              <a:ext uri="{FF2B5EF4-FFF2-40B4-BE49-F238E27FC236}">
                <a16:creationId xmlns:a16="http://schemas.microsoft.com/office/drawing/2014/main" id="{2D5E1734-0467-CBD4-0186-D6342B82A8B8}"/>
              </a:ext>
            </a:extLst>
          </p:cNvPr>
          <p:cNvGrpSpPr/>
          <p:nvPr/>
        </p:nvGrpSpPr>
        <p:grpSpPr>
          <a:xfrm>
            <a:off x="7321155" y="2027561"/>
            <a:ext cx="3450307" cy="3018708"/>
            <a:chOff x="7321155" y="1935201"/>
            <a:chExt cx="3450307" cy="3018708"/>
          </a:xfrm>
        </p:grpSpPr>
        <p:grpSp>
          <p:nvGrpSpPr>
            <p:cNvPr id="63" name="Groupe 62">
              <a:extLst>
                <a:ext uri="{FF2B5EF4-FFF2-40B4-BE49-F238E27FC236}">
                  <a16:creationId xmlns:a16="http://schemas.microsoft.com/office/drawing/2014/main" id="{A4B63098-E8E2-332C-ECA9-2AC70E1E7E37}"/>
                </a:ext>
              </a:extLst>
            </p:cNvPr>
            <p:cNvGrpSpPr/>
            <p:nvPr/>
          </p:nvGrpSpPr>
          <p:grpSpPr>
            <a:xfrm>
              <a:off x="7666312" y="4545961"/>
              <a:ext cx="2700000" cy="407948"/>
              <a:chOff x="7684784" y="5100140"/>
              <a:chExt cx="2700000" cy="407948"/>
            </a:xfrm>
          </p:grpSpPr>
          <p:sp>
            <p:nvSpPr>
              <p:cNvPr id="12" name="ZoneTexte 11">
                <a:extLst>
                  <a:ext uri="{FF2B5EF4-FFF2-40B4-BE49-F238E27FC236}">
                    <a16:creationId xmlns:a16="http://schemas.microsoft.com/office/drawing/2014/main" id="{AD703609-1234-47C4-1D97-8855210B7140}"/>
                  </a:ext>
                </a:extLst>
              </p:cNvPr>
              <p:cNvSpPr txBox="1"/>
              <p:nvPr/>
            </p:nvSpPr>
            <p:spPr>
              <a:xfrm>
                <a:off x="8431251" y="5169534"/>
                <a:ext cx="1659765" cy="338554"/>
              </a:xfrm>
              <a:prstGeom prst="rect">
                <a:avLst/>
              </a:prstGeom>
              <a:noFill/>
            </p:spPr>
            <p:txBody>
              <a:bodyPr wrap="square" rtlCol="0">
                <a:spAutoFit/>
              </a:bodyPr>
              <a:lstStyle/>
              <a:p>
                <a:r>
                  <a:rPr lang="fr-FR" sz="1600" dirty="0">
                    <a:solidFill>
                      <a:srgbClr val="00B0F0"/>
                    </a:solidFill>
                    <a:latin typeface="Calibri Light" panose="020F0302020204030204" pitchFamily="34" charset="0"/>
                    <a:cs typeface="Calibri Light" panose="020F0302020204030204" pitchFamily="34" charset="0"/>
                  </a:rPr>
                  <a:t>Vraisemblance</a:t>
                </a:r>
              </a:p>
            </p:txBody>
          </p:sp>
          <p:grpSp>
            <p:nvGrpSpPr>
              <p:cNvPr id="53" name="Groupe 52">
                <a:extLst>
                  <a:ext uri="{FF2B5EF4-FFF2-40B4-BE49-F238E27FC236}">
                    <a16:creationId xmlns:a16="http://schemas.microsoft.com/office/drawing/2014/main" id="{DF41E58A-B169-8D42-F9AC-5F84F66BE11D}"/>
                  </a:ext>
                </a:extLst>
              </p:cNvPr>
              <p:cNvGrpSpPr/>
              <p:nvPr/>
            </p:nvGrpSpPr>
            <p:grpSpPr>
              <a:xfrm>
                <a:off x="7684784" y="5100140"/>
                <a:ext cx="2700000" cy="131240"/>
                <a:chOff x="7841796" y="5081668"/>
                <a:chExt cx="2700000" cy="131240"/>
              </a:xfrm>
            </p:grpSpPr>
            <p:cxnSp>
              <p:nvCxnSpPr>
                <p:cNvPr id="7" name="Connecteur droit avec flèche 6">
                  <a:extLst>
                    <a:ext uri="{FF2B5EF4-FFF2-40B4-BE49-F238E27FC236}">
                      <a16:creationId xmlns:a16="http://schemas.microsoft.com/office/drawing/2014/main" id="{B89DD547-8E1C-4D0B-5912-63DC8C622321}"/>
                    </a:ext>
                  </a:extLst>
                </p:cNvPr>
                <p:cNvCxnSpPr>
                  <a:cxnSpLocks/>
                </p:cNvCxnSpPr>
                <p:nvPr/>
              </p:nvCxnSpPr>
              <p:spPr>
                <a:xfrm flipV="1">
                  <a:off x="7841796" y="5156524"/>
                  <a:ext cx="2700000" cy="0"/>
                </a:xfrm>
                <a:prstGeom prst="straightConnector1">
                  <a:avLst/>
                </a:prstGeom>
                <a:ln w="19050" cap="flat" cmpd="sng" algn="ctr">
                  <a:solidFill>
                    <a:srgbClr val="00B0F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 name="Connecteur droit 15">
                  <a:extLst>
                    <a:ext uri="{FF2B5EF4-FFF2-40B4-BE49-F238E27FC236}">
                      <a16:creationId xmlns:a16="http://schemas.microsoft.com/office/drawing/2014/main" id="{8A499BBA-FE9D-977B-C7B4-2019AE605F2F}"/>
                    </a:ext>
                  </a:extLst>
                </p:cNvPr>
                <p:cNvCxnSpPr>
                  <a:cxnSpLocks/>
                </p:cNvCxnSpPr>
                <p:nvPr/>
              </p:nvCxnSpPr>
              <p:spPr>
                <a:xfrm>
                  <a:off x="8280869"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8" name="Connecteur droit 17">
                  <a:extLst>
                    <a:ext uri="{FF2B5EF4-FFF2-40B4-BE49-F238E27FC236}">
                      <a16:creationId xmlns:a16="http://schemas.microsoft.com/office/drawing/2014/main" id="{1D63B980-FE76-F060-9D92-F7F96D7F7406}"/>
                    </a:ext>
                  </a:extLst>
                </p:cNvPr>
                <p:cNvCxnSpPr>
                  <a:cxnSpLocks/>
                </p:cNvCxnSpPr>
                <p:nvPr/>
              </p:nvCxnSpPr>
              <p:spPr>
                <a:xfrm>
                  <a:off x="8884251"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9" name="Connecteur droit 18">
                  <a:extLst>
                    <a:ext uri="{FF2B5EF4-FFF2-40B4-BE49-F238E27FC236}">
                      <a16:creationId xmlns:a16="http://schemas.microsoft.com/office/drawing/2014/main" id="{06427185-2887-C45A-E5FC-28CE5630BB64}"/>
                    </a:ext>
                  </a:extLst>
                </p:cNvPr>
                <p:cNvCxnSpPr>
                  <a:cxnSpLocks/>
                </p:cNvCxnSpPr>
                <p:nvPr/>
              </p:nvCxnSpPr>
              <p:spPr>
                <a:xfrm>
                  <a:off x="9487633"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73516091-2F3E-F6F8-9D37-F9BF7EC72B41}"/>
                    </a:ext>
                  </a:extLst>
                </p:cNvPr>
                <p:cNvCxnSpPr>
                  <a:cxnSpLocks/>
                </p:cNvCxnSpPr>
                <p:nvPr/>
              </p:nvCxnSpPr>
              <p:spPr>
                <a:xfrm>
                  <a:off x="10091016"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grpSp>
        </p:grpSp>
        <p:grpSp>
          <p:nvGrpSpPr>
            <p:cNvPr id="64" name="Groupe 63">
              <a:extLst>
                <a:ext uri="{FF2B5EF4-FFF2-40B4-BE49-F238E27FC236}">
                  <a16:creationId xmlns:a16="http://schemas.microsoft.com/office/drawing/2014/main" id="{4F7FFA6B-2E28-13A7-AA15-C92B5ECDC17E}"/>
                </a:ext>
              </a:extLst>
            </p:cNvPr>
            <p:cNvGrpSpPr/>
            <p:nvPr/>
          </p:nvGrpSpPr>
          <p:grpSpPr>
            <a:xfrm>
              <a:off x="7321155" y="1935201"/>
              <a:ext cx="391917" cy="2688299"/>
              <a:chOff x="7339627" y="2489380"/>
              <a:chExt cx="391917" cy="2688299"/>
            </a:xfrm>
          </p:grpSpPr>
          <p:sp>
            <p:nvSpPr>
              <p:cNvPr id="15" name="ZoneTexte 14">
                <a:extLst>
                  <a:ext uri="{FF2B5EF4-FFF2-40B4-BE49-F238E27FC236}">
                    <a16:creationId xmlns:a16="http://schemas.microsoft.com/office/drawing/2014/main" id="{3764A8DC-DA2E-17DF-D502-4617E9DDED00}"/>
                  </a:ext>
                </a:extLst>
              </p:cNvPr>
              <p:cNvSpPr txBox="1"/>
              <p:nvPr/>
            </p:nvSpPr>
            <p:spPr>
              <a:xfrm rot="16200000">
                <a:off x="7104121" y="3542452"/>
                <a:ext cx="809566" cy="338554"/>
              </a:xfrm>
              <a:prstGeom prst="rect">
                <a:avLst/>
              </a:prstGeom>
              <a:noFill/>
            </p:spPr>
            <p:txBody>
              <a:bodyPr wrap="square" rtlCol="0">
                <a:spAutoFit/>
              </a:bodyPr>
              <a:lstStyle/>
              <a:p>
                <a:r>
                  <a:rPr lang="fr-FR" sz="1600" dirty="0">
                    <a:solidFill>
                      <a:srgbClr val="FF0000"/>
                    </a:solidFill>
                    <a:latin typeface="Calibri Light" panose="020F0302020204030204" pitchFamily="34" charset="0"/>
                    <a:cs typeface="Calibri Light" panose="020F0302020204030204" pitchFamily="34" charset="0"/>
                  </a:rPr>
                  <a:t>Gravité</a:t>
                </a:r>
              </a:p>
            </p:txBody>
          </p:sp>
          <p:grpSp>
            <p:nvGrpSpPr>
              <p:cNvPr id="54" name="Groupe 53">
                <a:extLst>
                  <a:ext uri="{FF2B5EF4-FFF2-40B4-BE49-F238E27FC236}">
                    <a16:creationId xmlns:a16="http://schemas.microsoft.com/office/drawing/2014/main" id="{C0F5297C-C4FF-DC30-4DAB-01880815CAC1}"/>
                  </a:ext>
                </a:extLst>
              </p:cNvPr>
              <p:cNvGrpSpPr/>
              <p:nvPr/>
            </p:nvGrpSpPr>
            <p:grpSpPr>
              <a:xfrm>
                <a:off x="7635533" y="2489380"/>
                <a:ext cx="96011" cy="2688299"/>
                <a:chOff x="7635533" y="2489380"/>
                <a:chExt cx="96011" cy="2688299"/>
              </a:xfrm>
            </p:grpSpPr>
            <p:cxnSp>
              <p:nvCxnSpPr>
                <p:cNvPr id="9" name="Connecteur droit avec flèche 8">
                  <a:extLst>
                    <a:ext uri="{FF2B5EF4-FFF2-40B4-BE49-F238E27FC236}">
                      <a16:creationId xmlns:a16="http://schemas.microsoft.com/office/drawing/2014/main" id="{02769CA5-2344-E806-8AE7-4EF4DEBB98C8}"/>
                    </a:ext>
                  </a:extLst>
                </p:cNvPr>
                <p:cNvCxnSpPr>
                  <a:cxnSpLocks/>
                </p:cNvCxnSpPr>
                <p:nvPr/>
              </p:nvCxnSpPr>
              <p:spPr>
                <a:xfrm flipV="1">
                  <a:off x="7683305" y="2489380"/>
                  <a:ext cx="0" cy="2688299"/>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Connecteur droit 24">
                  <a:extLst>
                    <a:ext uri="{FF2B5EF4-FFF2-40B4-BE49-F238E27FC236}">
                      <a16:creationId xmlns:a16="http://schemas.microsoft.com/office/drawing/2014/main" id="{0D1717ED-8938-0657-E52F-70DE8ABD8F9E}"/>
                    </a:ext>
                  </a:extLst>
                </p:cNvPr>
                <p:cNvCxnSpPr>
                  <a:cxnSpLocks/>
                </p:cNvCxnSpPr>
                <p:nvPr/>
              </p:nvCxnSpPr>
              <p:spPr>
                <a:xfrm>
                  <a:off x="7635533" y="4592379"/>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7" name="Connecteur droit 26">
                  <a:extLst>
                    <a:ext uri="{FF2B5EF4-FFF2-40B4-BE49-F238E27FC236}">
                      <a16:creationId xmlns:a16="http://schemas.microsoft.com/office/drawing/2014/main" id="{DB54F63B-E5C1-C881-DF72-45C0242E3354}"/>
                    </a:ext>
                  </a:extLst>
                </p:cNvPr>
                <p:cNvCxnSpPr>
                  <a:cxnSpLocks/>
                </p:cNvCxnSpPr>
                <p:nvPr/>
              </p:nvCxnSpPr>
              <p:spPr>
                <a:xfrm>
                  <a:off x="7635533" y="4016315"/>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8" name="Connecteur droit 27">
                  <a:extLst>
                    <a:ext uri="{FF2B5EF4-FFF2-40B4-BE49-F238E27FC236}">
                      <a16:creationId xmlns:a16="http://schemas.microsoft.com/office/drawing/2014/main" id="{D397A06D-9EB0-1586-346E-4794A19297C6}"/>
                    </a:ext>
                  </a:extLst>
                </p:cNvPr>
                <p:cNvCxnSpPr>
                  <a:cxnSpLocks/>
                </p:cNvCxnSpPr>
                <p:nvPr/>
              </p:nvCxnSpPr>
              <p:spPr>
                <a:xfrm>
                  <a:off x="7635533" y="3440251"/>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83745802-1AA1-C03F-A4E4-C390AF805028}"/>
                    </a:ext>
                  </a:extLst>
                </p:cNvPr>
                <p:cNvCxnSpPr>
                  <a:cxnSpLocks/>
                </p:cNvCxnSpPr>
                <p:nvPr/>
              </p:nvCxnSpPr>
              <p:spPr>
                <a:xfrm>
                  <a:off x="7635533" y="2864187"/>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grpSp>
        </p:grpSp>
        <p:grpSp>
          <p:nvGrpSpPr>
            <p:cNvPr id="50" name="Groupe 49">
              <a:extLst>
                <a:ext uri="{FF2B5EF4-FFF2-40B4-BE49-F238E27FC236}">
                  <a16:creationId xmlns:a16="http://schemas.microsoft.com/office/drawing/2014/main" id="{BBD4A58A-1812-1DEE-74CC-912C0F0A6CFF}"/>
                </a:ext>
              </a:extLst>
            </p:cNvPr>
            <p:cNvGrpSpPr/>
            <p:nvPr/>
          </p:nvGrpSpPr>
          <p:grpSpPr>
            <a:xfrm>
              <a:off x="7971177" y="3932500"/>
              <a:ext cx="1055234" cy="252000"/>
              <a:chOff x="7888049" y="4255772"/>
              <a:chExt cx="1055234" cy="252000"/>
            </a:xfrm>
          </p:grpSpPr>
          <p:sp>
            <p:nvSpPr>
              <p:cNvPr id="32" name="Ellipse 31">
                <a:extLst>
                  <a:ext uri="{FF2B5EF4-FFF2-40B4-BE49-F238E27FC236}">
                    <a16:creationId xmlns:a16="http://schemas.microsoft.com/office/drawing/2014/main" id="{6DDCBF6E-4991-0113-3DB8-6ADFF95FD32C}"/>
                  </a:ext>
                </a:extLst>
              </p:cNvPr>
              <p:cNvSpPr/>
              <p:nvPr/>
            </p:nvSpPr>
            <p:spPr>
              <a:xfrm>
                <a:off x="7888049" y="4261910"/>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sp>
            <p:nvSpPr>
              <p:cNvPr id="35" name="ZoneTexte 34">
                <a:extLst>
                  <a:ext uri="{FF2B5EF4-FFF2-40B4-BE49-F238E27FC236}">
                    <a16:creationId xmlns:a16="http://schemas.microsoft.com/office/drawing/2014/main" id="{5DD19569-0AFC-E351-02EE-2C9A923839D5}"/>
                  </a:ext>
                </a:extLst>
              </p:cNvPr>
              <p:cNvSpPr txBox="1"/>
              <p:nvPr/>
            </p:nvSpPr>
            <p:spPr>
              <a:xfrm>
                <a:off x="8187283" y="4255772"/>
                <a:ext cx="756000" cy="252000"/>
              </a:xfrm>
              <a:prstGeom prst="rect">
                <a:avLst/>
              </a:prstGeom>
              <a:noFill/>
            </p:spPr>
            <p:txBody>
              <a:bodyPr wrap="square" lIns="0" tIns="0" rIns="0" bIns="0" rtlCol="0">
                <a:spAutoFit/>
              </a:bodyPr>
              <a:lstStyle/>
              <a:p>
                <a:r>
                  <a:rPr lang="fr-FR" sz="1600" i="1" dirty="0">
                    <a:solidFill>
                      <a:srgbClr val="252525"/>
                    </a:solidFill>
                    <a:latin typeface="Calibri Light" panose="020F0302020204030204" pitchFamily="34" charset="0"/>
                    <a:cs typeface="Calibri Light" panose="020F0302020204030204" pitchFamily="34" charset="0"/>
                  </a:rPr>
                  <a:t>Risque 2</a:t>
                </a:r>
              </a:p>
            </p:txBody>
          </p:sp>
        </p:grpSp>
        <p:grpSp>
          <p:nvGrpSpPr>
            <p:cNvPr id="51" name="Groupe 50">
              <a:extLst>
                <a:ext uri="{FF2B5EF4-FFF2-40B4-BE49-F238E27FC236}">
                  <a16:creationId xmlns:a16="http://schemas.microsoft.com/office/drawing/2014/main" id="{99394435-D08D-F376-5E28-1E9767C3AE24}"/>
                </a:ext>
              </a:extLst>
            </p:cNvPr>
            <p:cNvGrpSpPr/>
            <p:nvPr/>
          </p:nvGrpSpPr>
          <p:grpSpPr>
            <a:xfrm>
              <a:off x="9197448" y="3305056"/>
              <a:ext cx="1045265" cy="252000"/>
              <a:chOff x="9064362" y="4255758"/>
              <a:chExt cx="1045265" cy="252000"/>
            </a:xfrm>
          </p:grpSpPr>
          <p:sp>
            <p:nvSpPr>
              <p:cNvPr id="37" name="ZoneTexte 36">
                <a:extLst>
                  <a:ext uri="{FF2B5EF4-FFF2-40B4-BE49-F238E27FC236}">
                    <a16:creationId xmlns:a16="http://schemas.microsoft.com/office/drawing/2014/main" id="{DEB020A1-94B7-AC40-8039-3CEB7AD09E4D}"/>
                  </a:ext>
                </a:extLst>
              </p:cNvPr>
              <p:cNvSpPr txBox="1"/>
              <p:nvPr/>
            </p:nvSpPr>
            <p:spPr>
              <a:xfrm>
                <a:off x="9353627" y="4255758"/>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3</a:t>
                </a:r>
              </a:p>
            </p:txBody>
          </p:sp>
          <p:sp>
            <p:nvSpPr>
              <p:cNvPr id="41" name="Ellipse 40">
                <a:extLst>
                  <a:ext uri="{FF2B5EF4-FFF2-40B4-BE49-F238E27FC236}">
                    <a16:creationId xmlns:a16="http://schemas.microsoft.com/office/drawing/2014/main" id="{DC3C62AB-0DD2-AC64-6602-9DD922FCCC4B}"/>
                  </a:ext>
                </a:extLst>
              </p:cNvPr>
              <p:cNvSpPr/>
              <p:nvPr/>
            </p:nvSpPr>
            <p:spPr>
              <a:xfrm>
                <a:off x="9064362" y="4261896"/>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52" name="Groupe 51">
              <a:extLst>
                <a:ext uri="{FF2B5EF4-FFF2-40B4-BE49-F238E27FC236}">
                  <a16:creationId xmlns:a16="http://schemas.microsoft.com/office/drawing/2014/main" id="{464DB1F2-A712-B9DA-1B4D-5CE8E7024C80}"/>
                </a:ext>
              </a:extLst>
            </p:cNvPr>
            <p:cNvGrpSpPr/>
            <p:nvPr/>
          </p:nvGrpSpPr>
          <p:grpSpPr>
            <a:xfrm>
              <a:off x="9207034" y="3932500"/>
              <a:ext cx="1082185" cy="252000"/>
              <a:chOff x="9603506" y="4749661"/>
              <a:chExt cx="1082185" cy="252000"/>
            </a:xfrm>
          </p:grpSpPr>
          <p:sp>
            <p:nvSpPr>
              <p:cNvPr id="38" name="ZoneTexte 37">
                <a:extLst>
                  <a:ext uri="{FF2B5EF4-FFF2-40B4-BE49-F238E27FC236}">
                    <a16:creationId xmlns:a16="http://schemas.microsoft.com/office/drawing/2014/main" id="{FF286329-9831-85FC-6CAE-F48074D93BA9}"/>
                  </a:ext>
                </a:extLst>
              </p:cNvPr>
              <p:cNvSpPr txBox="1"/>
              <p:nvPr/>
            </p:nvSpPr>
            <p:spPr>
              <a:xfrm>
                <a:off x="9929691" y="4749661"/>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4</a:t>
                </a:r>
              </a:p>
            </p:txBody>
          </p:sp>
          <p:sp>
            <p:nvSpPr>
              <p:cNvPr id="44" name="Ellipse 43">
                <a:extLst>
                  <a:ext uri="{FF2B5EF4-FFF2-40B4-BE49-F238E27FC236}">
                    <a16:creationId xmlns:a16="http://schemas.microsoft.com/office/drawing/2014/main" id="{B582DB81-81CA-0C39-BA16-C5CFC7380434}"/>
                  </a:ext>
                </a:extLst>
              </p:cNvPr>
              <p:cNvSpPr/>
              <p:nvPr/>
            </p:nvSpPr>
            <p:spPr>
              <a:xfrm>
                <a:off x="9603506" y="4755799"/>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9" name="Groupe 48">
              <a:extLst>
                <a:ext uri="{FF2B5EF4-FFF2-40B4-BE49-F238E27FC236}">
                  <a16:creationId xmlns:a16="http://schemas.microsoft.com/office/drawing/2014/main" id="{B0E59250-8E60-8949-A0B9-F8600B136550}"/>
                </a:ext>
              </a:extLst>
            </p:cNvPr>
            <p:cNvGrpSpPr/>
            <p:nvPr/>
          </p:nvGrpSpPr>
          <p:grpSpPr>
            <a:xfrm>
              <a:off x="8549722" y="2722440"/>
              <a:ext cx="1035312" cy="252000"/>
              <a:chOff x="8666132" y="3662549"/>
              <a:chExt cx="1035312" cy="252000"/>
            </a:xfrm>
          </p:grpSpPr>
          <p:sp>
            <p:nvSpPr>
              <p:cNvPr id="39" name="ZoneTexte 38">
                <a:extLst>
                  <a:ext uri="{FF2B5EF4-FFF2-40B4-BE49-F238E27FC236}">
                    <a16:creationId xmlns:a16="http://schemas.microsoft.com/office/drawing/2014/main" id="{2BF4F4C7-12DA-8DCC-335C-9308912E3A1D}"/>
                  </a:ext>
                </a:extLst>
              </p:cNvPr>
              <p:cNvSpPr txBox="1"/>
              <p:nvPr/>
            </p:nvSpPr>
            <p:spPr>
              <a:xfrm>
                <a:off x="8945444" y="3662549"/>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5</a:t>
                </a:r>
              </a:p>
            </p:txBody>
          </p:sp>
          <p:sp>
            <p:nvSpPr>
              <p:cNvPr id="45" name="Ellipse 44">
                <a:extLst>
                  <a:ext uri="{FF2B5EF4-FFF2-40B4-BE49-F238E27FC236}">
                    <a16:creationId xmlns:a16="http://schemas.microsoft.com/office/drawing/2014/main" id="{A717717E-9132-D3AB-4866-53E6A3827509}"/>
                  </a:ext>
                </a:extLst>
              </p:cNvPr>
              <p:cNvSpPr/>
              <p:nvPr/>
            </p:nvSpPr>
            <p:spPr>
              <a:xfrm>
                <a:off x="8666132" y="3668687"/>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8" name="Groupe 47">
              <a:extLst>
                <a:ext uri="{FF2B5EF4-FFF2-40B4-BE49-F238E27FC236}">
                  <a16:creationId xmlns:a16="http://schemas.microsoft.com/office/drawing/2014/main" id="{456F89DB-192A-DB3A-80E4-DCD7C748A59A}"/>
                </a:ext>
              </a:extLst>
            </p:cNvPr>
            <p:cNvGrpSpPr/>
            <p:nvPr/>
          </p:nvGrpSpPr>
          <p:grpSpPr>
            <a:xfrm>
              <a:off x="9726466" y="2195847"/>
              <a:ext cx="1044996" cy="252000"/>
              <a:chOff x="9652520" y="3008453"/>
              <a:chExt cx="1044996" cy="252000"/>
            </a:xfrm>
          </p:grpSpPr>
          <p:sp>
            <p:nvSpPr>
              <p:cNvPr id="34" name="ZoneTexte 33">
                <a:extLst>
                  <a:ext uri="{FF2B5EF4-FFF2-40B4-BE49-F238E27FC236}">
                    <a16:creationId xmlns:a16="http://schemas.microsoft.com/office/drawing/2014/main" id="{36C0F3D9-5F14-35A7-2AAA-0C2B6245317E}"/>
                  </a:ext>
                </a:extLst>
              </p:cNvPr>
              <p:cNvSpPr txBox="1"/>
              <p:nvPr/>
            </p:nvSpPr>
            <p:spPr>
              <a:xfrm>
                <a:off x="9941516" y="3008453"/>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1</a:t>
                </a:r>
              </a:p>
            </p:txBody>
          </p:sp>
          <p:sp>
            <p:nvSpPr>
              <p:cNvPr id="46" name="Ellipse 45">
                <a:extLst>
                  <a:ext uri="{FF2B5EF4-FFF2-40B4-BE49-F238E27FC236}">
                    <a16:creationId xmlns:a16="http://schemas.microsoft.com/office/drawing/2014/main" id="{FD8AF51E-54FA-F171-E304-D2A75240C2B3}"/>
                  </a:ext>
                </a:extLst>
              </p:cNvPr>
              <p:cNvSpPr/>
              <p:nvPr/>
            </p:nvSpPr>
            <p:spPr>
              <a:xfrm>
                <a:off x="9652520" y="3014591"/>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sp>
        <p:nvSpPr>
          <p:cNvPr id="65" name="Organigramme : Alternative 64">
            <a:extLst>
              <a:ext uri="{FF2B5EF4-FFF2-40B4-BE49-F238E27FC236}">
                <a16:creationId xmlns:a16="http://schemas.microsoft.com/office/drawing/2014/main" id="{9EAD0629-5312-3360-9BDB-EF398B3B3163}"/>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d’un risque est composé de sa gravité et de sa vraisemblance.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ne fait pas d’opération « mathématique »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ainsi positionner les risques sur une matrice comparer (évaluation des risques).</a:t>
            </a:r>
          </a:p>
        </p:txBody>
      </p:sp>
    </p:spTree>
    <p:extLst>
      <p:ext uri="{BB962C8B-B14F-4D97-AF65-F5344CB8AC3E}">
        <p14:creationId xmlns:p14="http://schemas.microsoft.com/office/powerpoint/2010/main" val="84678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wipe(left)">
                                      <p:cBhvr>
                                        <p:cTn id="7" dur="5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Exercice collégial</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19/11/2025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22</a:t>
            </a:fld>
            <a:endParaRPr lang="fr-FR" noProof="0"/>
          </a:p>
        </p:txBody>
      </p:sp>
      <p:sp>
        <p:nvSpPr>
          <p:cNvPr id="2" name="Espace réservé du texte 1">
            <a:extLst>
              <a:ext uri="{FF2B5EF4-FFF2-40B4-BE49-F238E27FC236}">
                <a16:creationId xmlns:a16="http://schemas.microsoft.com/office/drawing/2014/main" id="{EEE3A007-007E-85B8-FBBE-EE97FBA6F5DC}"/>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225738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cxnSp>
        <p:nvCxnSpPr>
          <p:cNvPr id="52" name="Connecteur : en angle 51">
            <a:extLst>
              <a:ext uri="{FF2B5EF4-FFF2-40B4-BE49-F238E27FC236}">
                <a16:creationId xmlns:a16="http://schemas.microsoft.com/office/drawing/2014/main" id="{E6B08CF7-8B9F-4409-BFEC-ADA1C63BC32F}"/>
              </a:ext>
            </a:extLst>
          </p:cNvPr>
          <p:cNvCxnSpPr>
            <a:cxnSpLocks/>
            <a:stCxn id="35" idx="3"/>
            <a:endCxn id="28" idx="0"/>
          </p:cNvCxnSpPr>
          <p:nvPr/>
        </p:nvCxnSpPr>
        <p:spPr>
          <a:xfrm flipV="1">
            <a:off x="6227472" y="3423252"/>
            <a:ext cx="1670101" cy="43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1944D854-FA2F-41FC-BE27-B04817F76277}"/>
              </a:ext>
            </a:extLst>
          </p:cNvPr>
          <p:cNvCxnSpPr>
            <a:stCxn id="36" idx="3"/>
            <a:endCxn id="27" idx="1"/>
          </p:cNvCxnSpPr>
          <p:nvPr/>
        </p:nvCxnSpPr>
        <p:spPr>
          <a:xfrm>
            <a:off x="6227472" y="3835943"/>
            <a:ext cx="1651683" cy="1635822"/>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25EFA7E-DF9E-4B4A-9683-2C33DE5D5C85}"/>
              </a:ext>
            </a:extLst>
          </p:cNvPr>
          <p:cNvCxnSpPr>
            <a:cxnSpLocks/>
            <a:stCxn id="47" idx="3"/>
            <a:endCxn id="27" idx="1"/>
          </p:cNvCxnSpPr>
          <p:nvPr/>
        </p:nvCxnSpPr>
        <p:spPr>
          <a:xfrm>
            <a:off x="6227472" y="4244282"/>
            <a:ext cx="1651683" cy="1227483"/>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5001E47C-2918-4112-8DE7-9C6115E09296}"/>
              </a:ext>
            </a:extLst>
          </p:cNvPr>
          <p:cNvCxnSpPr>
            <a:cxnSpLocks/>
            <a:stCxn id="48" idx="3"/>
            <a:endCxn id="27" idx="1"/>
          </p:cNvCxnSpPr>
          <p:nvPr/>
        </p:nvCxnSpPr>
        <p:spPr>
          <a:xfrm>
            <a:off x="6227472" y="4652621"/>
            <a:ext cx="1651683" cy="819144"/>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CA6EEA4B-C12E-4B33-8397-382D9A443B03}"/>
              </a:ext>
            </a:extLst>
          </p:cNvPr>
          <p:cNvCxnSpPr>
            <a:cxnSpLocks/>
            <a:stCxn id="50" idx="3"/>
            <a:endCxn id="29" idx="0"/>
          </p:cNvCxnSpPr>
          <p:nvPr/>
        </p:nvCxnSpPr>
        <p:spPr>
          <a:xfrm>
            <a:off x="6227472" y="5469299"/>
            <a:ext cx="1670103" cy="2464"/>
          </a:xfrm>
          <a:prstGeom prst="straightConnector1">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E5D455BE-9FB0-4EB7-94FB-7ECE8437CFB0}"/>
              </a:ext>
            </a:extLst>
          </p:cNvPr>
          <p:cNvCxnSpPr>
            <a:cxnSpLocks/>
            <a:stCxn id="51" idx="3"/>
            <a:endCxn id="28" idx="0"/>
          </p:cNvCxnSpPr>
          <p:nvPr/>
        </p:nvCxnSpPr>
        <p:spPr>
          <a:xfrm flipV="1">
            <a:off x="6227472" y="3423252"/>
            <a:ext cx="1670101" cy="1637708"/>
          </a:xfrm>
          <a:prstGeom prst="bentConnector3">
            <a:avLst>
              <a:gd name="adj1" fmla="val 65926"/>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Correction</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19/11/2025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23</a:t>
            </a:fld>
            <a:endParaRPr lang="fr-FR" noProof="0"/>
          </a:p>
        </p:txBody>
      </p:sp>
      <p:sp>
        <p:nvSpPr>
          <p:cNvPr id="2" name="Espace réservé du texte 1">
            <a:extLst>
              <a:ext uri="{FF2B5EF4-FFF2-40B4-BE49-F238E27FC236}">
                <a16:creationId xmlns:a16="http://schemas.microsoft.com/office/drawing/2014/main" id="{02BA1262-2BC5-23F5-0C71-691A17FF88B6}"/>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141358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left)">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3"/>
                                        </p:tgtEl>
                                        <p:attrNameLst>
                                          <p:attrName>style.visibility</p:attrName>
                                        </p:attrNameLst>
                                      </p:cBhvr>
                                      <p:to>
                                        <p:strVal val="visible"/>
                                      </p:to>
                                    </p:set>
                                    <p:animEffect transition="in" filter="wipe(left)">
                                      <p:cBhvr>
                                        <p:cTn id="12" dur="500"/>
                                        <p:tgtEl>
                                          <p:spTgt spid="5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wipe(left)">
                                      <p:cBhvr>
                                        <p:cTn id="17" dur="500"/>
                                        <p:tgtEl>
                                          <p:spTgt spid="5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wipe(left)">
                                      <p:cBhvr>
                                        <p:cTn id="22" dur="500"/>
                                        <p:tgtEl>
                                          <p:spTgt spid="5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wipe(left)">
                                      <p:cBhvr>
                                        <p:cTn id="27" dur="500"/>
                                        <p:tgtEl>
                                          <p:spTgt spid="5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wipe(left)">
                                      <p:cBhvr>
                                        <p:cTn id="3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AB417-2B6D-DFB2-C6DD-939E7967176D}"/>
              </a:ext>
            </a:extLst>
          </p:cNvPr>
          <p:cNvSpPr>
            <a:spLocks noGrp="1"/>
          </p:cNvSpPr>
          <p:nvPr>
            <p:ph type="title"/>
          </p:nvPr>
        </p:nvSpPr>
        <p:spPr/>
        <p:txBody>
          <a:bodyPr>
            <a:normAutofit fontScale="90000"/>
          </a:bodyPr>
          <a:lstStyle/>
          <a:p>
            <a:r>
              <a:rPr lang="fr-FR" dirty="0"/>
              <a:t>Le processus de gestion des risques</a:t>
            </a:r>
          </a:p>
        </p:txBody>
      </p:sp>
      <p:sp>
        <p:nvSpPr>
          <p:cNvPr id="3" name="Espace réservé de la date 2">
            <a:extLst>
              <a:ext uri="{FF2B5EF4-FFF2-40B4-BE49-F238E27FC236}">
                <a16:creationId xmlns:a16="http://schemas.microsoft.com/office/drawing/2014/main" id="{2A8CE9F7-3C29-F9BA-F4E3-360E1A33C079}"/>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DDF3F0FB-79A6-FCC2-161B-40EEB4B0C9CB}"/>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90AA16F6-E713-768C-3861-384DCFC83853}"/>
              </a:ext>
            </a:extLst>
          </p:cNvPr>
          <p:cNvSpPr>
            <a:spLocks noGrp="1"/>
          </p:cNvSpPr>
          <p:nvPr>
            <p:ph type="sldNum" sz="quarter" idx="12"/>
          </p:nvPr>
        </p:nvSpPr>
        <p:spPr/>
        <p:txBody>
          <a:bodyPr/>
          <a:lstStyle/>
          <a:p>
            <a:pPr rtl="0"/>
            <a:fld id="{294A09A9-5501-47C1-A89A-A340965A2BE2}" type="slidenum">
              <a:rPr lang="fr-FR" noProof="0" smtClean="0"/>
              <a:t>24</a:t>
            </a:fld>
            <a:endParaRPr lang="fr-FR" noProof="0"/>
          </a:p>
        </p:txBody>
      </p:sp>
      <p:sp>
        <p:nvSpPr>
          <p:cNvPr id="7" name="Espace réservé du texte 6">
            <a:extLst>
              <a:ext uri="{FF2B5EF4-FFF2-40B4-BE49-F238E27FC236}">
                <a16:creationId xmlns:a16="http://schemas.microsoft.com/office/drawing/2014/main" id="{9746BBCE-299C-863E-1D34-B17CDF5A893D}"/>
              </a:ext>
            </a:extLst>
          </p:cNvPr>
          <p:cNvSpPr>
            <a:spLocks noGrp="1"/>
          </p:cNvSpPr>
          <p:nvPr>
            <p:ph type="body" sz="quarter" idx="13"/>
          </p:nvPr>
        </p:nvSpPr>
        <p:spPr/>
        <p:txBody>
          <a:bodyPr>
            <a:normAutofit/>
          </a:bodyPr>
          <a:lstStyle/>
          <a:p>
            <a:r>
              <a:rPr lang="fr-FR" dirty="0"/>
              <a:t>ISO 31000 et ISO/IEC 27005 définissent les concepts et principes</a:t>
            </a:r>
          </a:p>
        </p:txBody>
      </p:sp>
      <p:sp>
        <p:nvSpPr>
          <p:cNvPr id="6" name="ZoneTexte 5">
            <a:extLst>
              <a:ext uri="{FF2B5EF4-FFF2-40B4-BE49-F238E27FC236}">
                <a16:creationId xmlns:a16="http://schemas.microsoft.com/office/drawing/2014/main" id="{C934E321-05BE-167E-DAB1-6CE6B5A93656}"/>
              </a:ext>
            </a:extLst>
          </p:cNvPr>
          <p:cNvSpPr txBox="1"/>
          <p:nvPr/>
        </p:nvSpPr>
        <p:spPr>
          <a:xfrm>
            <a:off x="3052773" y="5891632"/>
            <a:ext cx="1133644" cy="369332"/>
          </a:xfrm>
          <a:prstGeom prst="rect">
            <a:avLst/>
          </a:prstGeom>
          <a:noFill/>
        </p:spPr>
        <p:txBody>
          <a:bodyPr wrap="none" rtlCol="0">
            <a:spAutoFit/>
          </a:bodyPr>
          <a:lstStyle/>
          <a:p>
            <a:r>
              <a:rPr lang="fr-FR" dirty="0"/>
              <a:t>ISO 31000</a:t>
            </a:r>
          </a:p>
        </p:txBody>
      </p:sp>
      <p:sp>
        <p:nvSpPr>
          <p:cNvPr id="8" name="ZoneTexte 7">
            <a:extLst>
              <a:ext uri="{FF2B5EF4-FFF2-40B4-BE49-F238E27FC236}">
                <a16:creationId xmlns:a16="http://schemas.microsoft.com/office/drawing/2014/main" id="{5A60E9F1-DBD0-656A-2C37-F6533956365C}"/>
              </a:ext>
            </a:extLst>
          </p:cNvPr>
          <p:cNvSpPr txBox="1"/>
          <p:nvPr/>
        </p:nvSpPr>
        <p:spPr>
          <a:xfrm>
            <a:off x="8216085" y="5891632"/>
            <a:ext cx="1506503" cy="369332"/>
          </a:xfrm>
          <a:prstGeom prst="rect">
            <a:avLst/>
          </a:prstGeom>
          <a:noFill/>
        </p:spPr>
        <p:txBody>
          <a:bodyPr wrap="none" rtlCol="0">
            <a:spAutoFit/>
          </a:bodyPr>
          <a:lstStyle/>
          <a:p>
            <a:r>
              <a:rPr lang="fr-FR" dirty="0"/>
              <a:t>ISO/IEC 27005</a:t>
            </a:r>
          </a:p>
        </p:txBody>
      </p:sp>
      <p:pic>
        <p:nvPicPr>
          <p:cNvPr id="12" name="Image 11">
            <a:extLst>
              <a:ext uri="{FF2B5EF4-FFF2-40B4-BE49-F238E27FC236}">
                <a16:creationId xmlns:a16="http://schemas.microsoft.com/office/drawing/2014/main" id="{045C1F2A-DA05-894A-4787-87D73FF77657}"/>
              </a:ext>
            </a:extLst>
          </p:cNvPr>
          <p:cNvPicPr>
            <a:picLocks noChangeAspect="1"/>
          </p:cNvPicPr>
          <p:nvPr/>
        </p:nvPicPr>
        <p:blipFill>
          <a:blip r:embed="rId2"/>
          <a:stretch>
            <a:fillRect/>
          </a:stretch>
        </p:blipFill>
        <p:spPr>
          <a:xfrm>
            <a:off x="1334916" y="1715520"/>
            <a:ext cx="4569358" cy="4080727"/>
          </a:xfrm>
          <a:prstGeom prst="rect">
            <a:avLst/>
          </a:prstGeom>
        </p:spPr>
      </p:pic>
      <p:pic>
        <p:nvPicPr>
          <p:cNvPr id="16" name="Image 15">
            <a:extLst>
              <a:ext uri="{FF2B5EF4-FFF2-40B4-BE49-F238E27FC236}">
                <a16:creationId xmlns:a16="http://schemas.microsoft.com/office/drawing/2014/main" id="{5E7097BA-C4B2-6348-C5BD-43041CD19996}"/>
              </a:ext>
            </a:extLst>
          </p:cNvPr>
          <p:cNvPicPr>
            <a:picLocks noChangeAspect="1"/>
          </p:cNvPicPr>
          <p:nvPr/>
        </p:nvPicPr>
        <p:blipFill>
          <a:blip r:embed="rId3"/>
          <a:stretch>
            <a:fillRect/>
          </a:stretch>
        </p:blipFill>
        <p:spPr>
          <a:xfrm>
            <a:off x="7352610" y="1450848"/>
            <a:ext cx="3153511" cy="4440784"/>
          </a:xfrm>
          <a:prstGeom prst="rect">
            <a:avLst/>
          </a:prstGeom>
        </p:spPr>
      </p:pic>
    </p:spTree>
    <p:extLst>
      <p:ext uri="{BB962C8B-B14F-4D97-AF65-F5344CB8AC3E}">
        <p14:creationId xmlns:p14="http://schemas.microsoft.com/office/powerpoint/2010/main" val="3034365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D4046C-10DA-E8F4-570F-32ED28DF1BD8}"/>
              </a:ext>
            </a:extLst>
          </p:cNvPr>
          <p:cNvSpPr>
            <a:spLocks noGrp="1"/>
          </p:cNvSpPr>
          <p:nvPr>
            <p:ph type="title"/>
          </p:nvPr>
        </p:nvSpPr>
        <p:spPr/>
        <p:txBody>
          <a:bodyPr>
            <a:normAutofit fontScale="90000"/>
          </a:bodyPr>
          <a:lstStyle/>
          <a:p>
            <a:r>
              <a:rPr lang="fr-FR" dirty="0"/>
              <a:t>La méthode EBIOS </a:t>
            </a:r>
            <a:r>
              <a:rPr lang="fr-FR" i="1" dirty="0"/>
              <a:t>Risk Manager</a:t>
            </a:r>
          </a:p>
        </p:txBody>
      </p:sp>
      <p:sp>
        <p:nvSpPr>
          <p:cNvPr id="4" name="Espace réservé du pied de page 3">
            <a:extLst>
              <a:ext uri="{FF2B5EF4-FFF2-40B4-BE49-F238E27FC236}">
                <a16:creationId xmlns:a16="http://schemas.microsoft.com/office/drawing/2014/main" id="{F7804912-E3D0-9290-B913-96CE5726F40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F1B6C58-C6F3-121D-843C-6068D5D780B8}"/>
              </a:ext>
            </a:extLst>
          </p:cNvPr>
          <p:cNvSpPr>
            <a:spLocks noGrp="1"/>
          </p:cNvSpPr>
          <p:nvPr>
            <p:ph type="sldNum" sz="quarter" idx="12"/>
          </p:nvPr>
        </p:nvSpPr>
        <p:spPr/>
        <p:txBody>
          <a:bodyPr/>
          <a:lstStyle/>
          <a:p>
            <a:pPr rtl="0"/>
            <a:fld id="{294A09A9-5501-47C1-A89A-A340965A2BE2}" type="slidenum">
              <a:rPr lang="fr-FR" noProof="0" smtClean="0"/>
              <a:t>25</a:t>
            </a:fld>
            <a:endParaRPr lang="fr-FR" noProof="0"/>
          </a:p>
        </p:txBody>
      </p:sp>
      <p:sp>
        <p:nvSpPr>
          <p:cNvPr id="3" name="Espace réservé de la date 2">
            <a:extLst>
              <a:ext uri="{FF2B5EF4-FFF2-40B4-BE49-F238E27FC236}">
                <a16:creationId xmlns:a16="http://schemas.microsoft.com/office/drawing/2014/main" id="{EB0AB07B-4B23-A59C-FE40-6254F7A0EA88}"/>
              </a:ext>
            </a:extLst>
          </p:cNvPr>
          <p:cNvSpPr>
            <a:spLocks noGrp="1"/>
          </p:cNvSpPr>
          <p:nvPr>
            <p:ph type="dt" sz="half" idx="10"/>
          </p:nvPr>
        </p:nvSpPr>
        <p:spPr/>
        <p:txBody>
          <a:bodyPr/>
          <a:lstStyle/>
          <a:p>
            <a:pPr rtl="0"/>
            <a:r>
              <a:rPr lang="fr-FR" noProof="0"/>
              <a:t>19/11/2025</a:t>
            </a:r>
          </a:p>
        </p:txBody>
      </p:sp>
      <p:sp>
        <p:nvSpPr>
          <p:cNvPr id="8" name="Espace réservé du texte 7">
            <a:extLst>
              <a:ext uri="{FF2B5EF4-FFF2-40B4-BE49-F238E27FC236}">
                <a16:creationId xmlns:a16="http://schemas.microsoft.com/office/drawing/2014/main" id="{98F27C97-A9D6-C5CE-C34A-3853A2537138}"/>
              </a:ext>
            </a:extLst>
          </p:cNvPr>
          <p:cNvSpPr>
            <a:spLocks noGrp="1"/>
          </p:cNvSpPr>
          <p:nvPr>
            <p:ph type="body" sz="quarter" idx="13"/>
          </p:nvPr>
        </p:nvSpPr>
        <p:spPr/>
        <p:txBody>
          <a:bodyPr>
            <a:normAutofit/>
          </a:bodyPr>
          <a:lstStyle/>
          <a:p>
            <a:r>
              <a:rPr lang="fr-FR" dirty="0"/>
              <a:t>La démarche de l’ANSSI met en œuvre ISO 31000 et ISO/IEC 27005</a:t>
            </a:r>
          </a:p>
        </p:txBody>
      </p:sp>
      <p:pic>
        <p:nvPicPr>
          <p:cNvPr id="9" name="Espace réservé du contenu 8">
            <a:extLst>
              <a:ext uri="{FF2B5EF4-FFF2-40B4-BE49-F238E27FC236}">
                <a16:creationId xmlns:a16="http://schemas.microsoft.com/office/drawing/2014/main" id="{4C4E9E7C-A1E2-617F-3588-234C3FBACD63}"/>
              </a:ext>
            </a:extLst>
          </p:cNvPr>
          <p:cNvPicPr>
            <a:picLocks noGrp="1" noChangeAspect="1"/>
          </p:cNvPicPr>
          <p:nvPr>
            <p:ph idx="1"/>
          </p:nvPr>
        </p:nvPicPr>
        <p:blipFill>
          <a:blip r:embed="rId2"/>
          <a:stretch>
            <a:fillRect/>
          </a:stretch>
        </p:blipFill>
        <p:spPr>
          <a:xfrm>
            <a:off x="1426464" y="1722785"/>
            <a:ext cx="9095232" cy="4438035"/>
          </a:xfrm>
          <a:prstGeom prst="rect">
            <a:avLst/>
          </a:prstGeom>
        </p:spPr>
      </p:pic>
    </p:spTree>
    <p:extLst>
      <p:ext uri="{BB962C8B-B14F-4D97-AF65-F5344CB8AC3E}">
        <p14:creationId xmlns:p14="http://schemas.microsoft.com/office/powerpoint/2010/main" val="10599601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6EB59723-4E13-D7BB-6112-AEC5199EF010}"/>
              </a:ext>
            </a:extLst>
          </p:cNvPr>
          <p:cNvSpPr>
            <a:spLocks noGrp="1"/>
          </p:cNvSpPr>
          <p:nvPr>
            <p:ph type="title"/>
          </p:nvPr>
        </p:nvSpPr>
        <p:spPr/>
        <p:txBody>
          <a:bodyPr>
            <a:normAutofit fontScale="90000"/>
          </a:bodyPr>
          <a:lstStyle/>
          <a:p>
            <a:r>
              <a:rPr lang="fr-FR" dirty="0"/>
              <a:t>EBIOS </a:t>
            </a:r>
            <a:r>
              <a:rPr lang="fr-FR" i="1" dirty="0"/>
              <a:t>Risk Manager</a:t>
            </a:r>
            <a:r>
              <a:rPr lang="fr-FR" dirty="0"/>
              <a:t> vs. ISO/IEC 27005</a:t>
            </a:r>
          </a:p>
        </p:txBody>
      </p:sp>
      <p:sp>
        <p:nvSpPr>
          <p:cNvPr id="6" name="Espace réservé de la date 5">
            <a:extLst>
              <a:ext uri="{FF2B5EF4-FFF2-40B4-BE49-F238E27FC236}">
                <a16:creationId xmlns:a16="http://schemas.microsoft.com/office/drawing/2014/main" id="{DF1EE8F4-DE11-9ED8-5D62-86D3175F3C9C}"/>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338993FB-B790-D053-F978-4C49375405B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8C65B97-DA99-0420-372C-4FA1A8F1B15C}"/>
              </a:ext>
            </a:extLst>
          </p:cNvPr>
          <p:cNvSpPr>
            <a:spLocks noGrp="1"/>
          </p:cNvSpPr>
          <p:nvPr>
            <p:ph type="sldNum" sz="quarter" idx="12"/>
          </p:nvPr>
        </p:nvSpPr>
        <p:spPr/>
        <p:txBody>
          <a:bodyPr/>
          <a:lstStyle/>
          <a:p>
            <a:fld id="{294A09A9-5501-47C1-A89A-A340965A2BE2}" type="slidenum">
              <a:rPr lang="fr-FR" smtClean="0"/>
              <a:pPr/>
              <a:t>26</a:t>
            </a:fld>
            <a:endParaRPr lang="fr-FR"/>
          </a:p>
        </p:txBody>
      </p:sp>
      <p:sp>
        <p:nvSpPr>
          <p:cNvPr id="9" name="Espace réservé du texte 8">
            <a:extLst>
              <a:ext uri="{FF2B5EF4-FFF2-40B4-BE49-F238E27FC236}">
                <a16:creationId xmlns:a16="http://schemas.microsoft.com/office/drawing/2014/main" id="{035EA6FD-2F59-5BD0-F509-822E1EAD28E5}"/>
              </a:ext>
            </a:extLst>
          </p:cNvPr>
          <p:cNvSpPr>
            <a:spLocks noGrp="1"/>
          </p:cNvSpPr>
          <p:nvPr>
            <p:ph type="body" sz="quarter" idx="13"/>
          </p:nvPr>
        </p:nvSpPr>
        <p:spPr/>
        <p:txBody>
          <a:bodyPr/>
          <a:lstStyle/>
          <a:p>
            <a:r>
              <a:rPr lang="fr-FR" dirty="0"/>
              <a:t>Mêmes idées, organisation différente</a:t>
            </a:r>
          </a:p>
        </p:txBody>
      </p:sp>
      <p:pic>
        <p:nvPicPr>
          <p:cNvPr id="15" name="Image 14">
            <a:extLst>
              <a:ext uri="{FF2B5EF4-FFF2-40B4-BE49-F238E27FC236}">
                <a16:creationId xmlns:a16="http://schemas.microsoft.com/office/drawing/2014/main" id="{48C2D13B-3D61-233B-4257-78EACB050425}"/>
              </a:ext>
            </a:extLst>
          </p:cNvPr>
          <p:cNvPicPr>
            <a:picLocks noChangeAspect="1"/>
          </p:cNvPicPr>
          <p:nvPr/>
        </p:nvPicPr>
        <p:blipFill>
          <a:blip r:embed="rId2"/>
          <a:stretch>
            <a:fillRect/>
          </a:stretch>
        </p:blipFill>
        <p:spPr>
          <a:xfrm>
            <a:off x="873031" y="1694608"/>
            <a:ext cx="4923712" cy="2400000"/>
          </a:xfrm>
          <a:prstGeom prst="rect">
            <a:avLst/>
          </a:prstGeom>
        </p:spPr>
      </p:pic>
      <p:sp>
        <p:nvSpPr>
          <p:cNvPr id="21" name="ZoneTexte 20">
            <a:extLst>
              <a:ext uri="{FF2B5EF4-FFF2-40B4-BE49-F238E27FC236}">
                <a16:creationId xmlns:a16="http://schemas.microsoft.com/office/drawing/2014/main" id="{D2820D1A-42F5-EC82-F8EE-FC4283B66FF5}"/>
              </a:ext>
            </a:extLst>
          </p:cNvPr>
          <p:cNvSpPr txBox="1"/>
          <p:nvPr/>
        </p:nvSpPr>
        <p:spPr>
          <a:xfrm>
            <a:off x="859909" y="4291717"/>
            <a:ext cx="5155543" cy="1696592"/>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0070C0"/>
                </a:solidFill>
                <a:latin typeface="+mj-lt"/>
              </a:rPr>
              <a:t>EBIOS </a:t>
            </a:r>
            <a:r>
              <a:rPr lang="fr-FR" sz="1400" b="1" i="1" dirty="0">
                <a:solidFill>
                  <a:srgbClr val="0070C0"/>
                </a:solidFill>
                <a:latin typeface="+mj-lt"/>
              </a:rPr>
              <a:t>Risk Manager</a:t>
            </a:r>
            <a:r>
              <a:rPr lang="fr-FR" sz="1400" b="1" dirty="0">
                <a:solidFill>
                  <a:srgbClr val="0070C0"/>
                </a:solidFill>
                <a:latin typeface="+mj-lt"/>
              </a:rPr>
              <a:t> : 5 ateliers</a:t>
            </a:r>
          </a:p>
          <a:p>
            <a:pPr>
              <a:spcBef>
                <a:spcPts val="0"/>
              </a:spcBef>
              <a:spcAft>
                <a:spcPts val="267"/>
              </a:spcAft>
            </a:pPr>
            <a:r>
              <a:rPr lang="fr-FR" sz="1400" b="1" dirty="0">
                <a:solidFill>
                  <a:srgbClr val="0070C0"/>
                </a:solidFill>
                <a:latin typeface="+mj-lt"/>
              </a:rPr>
              <a:t>1.</a:t>
            </a:r>
            <a:r>
              <a:rPr lang="fr-FR" sz="1400" dirty="0">
                <a:solidFill>
                  <a:srgbClr val="E73C50"/>
                </a:solidFill>
                <a:latin typeface="+mj-lt"/>
              </a:rPr>
              <a:t> </a:t>
            </a:r>
            <a:r>
              <a:rPr lang="fr-FR" sz="1400" dirty="0">
                <a:latin typeface="+mj-lt"/>
              </a:rPr>
              <a:t>Le point de vue du défenseur : Qu’est ce qui doit être protégé, et pourquoi ?</a:t>
            </a:r>
          </a:p>
          <a:p>
            <a:pPr>
              <a:spcBef>
                <a:spcPts val="0"/>
              </a:spcBef>
              <a:spcAft>
                <a:spcPts val="267"/>
              </a:spcAft>
            </a:pPr>
            <a:r>
              <a:rPr lang="fr-FR" sz="1400" b="1" dirty="0">
                <a:solidFill>
                  <a:srgbClr val="0070C0"/>
                </a:solidFill>
                <a:latin typeface="+mj-lt"/>
              </a:rPr>
              <a:t>2.</a:t>
            </a:r>
            <a:r>
              <a:rPr lang="fr-FR" sz="1400" dirty="0">
                <a:solidFill>
                  <a:srgbClr val="E73C50"/>
                </a:solidFill>
                <a:latin typeface="+mj-lt"/>
              </a:rPr>
              <a:t> </a:t>
            </a:r>
            <a:r>
              <a:rPr lang="fr-FR" sz="1400" dirty="0">
                <a:latin typeface="+mj-lt"/>
              </a:rPr>
              <a:t>Qui est l’agresseur et pourquoi passe-t-il à l’acte ?</a:t>
            </a:r>
          </a:p>
          <a:p>
            <a:pPr>
              <a:spcBef>
                <a:spcPts val="0"/>
              </a:spcBef>
              <a:spcAft>
                <a:spcPts val="267"/>
              </a:spcAft>
            </a:pPr>
            <a:r>
              <a:rPr lang="fr-FR" sz="1400" b="1" dirty="0">
                <a:solidFill>
                  <a:srgbClr val="0070C0"/>
                </a:solidFill>
                <a:latin typeface="+mj-lt"/>
              </a:rPr>
              <a:t>3. </a:t>
            </a:r>
            <a:r>
              <a:rPr lang="fr-FR" sz="1400" dirty="0">
                <a:latin typeface="+mj-lt"/>
              </a:rPr>
              <a:t>Par où l’attaquant va-t-il agir ?</a:t>
            </a:r>
          </a:p>
          <a:p>
            <a:pPr>
              <a:spcBef>
                <a:spcPts val="0"/>
              </a:spcBef>
              <a:spcAft>
                <a:spcPts val="267"/>
              </a:spcAft>
            </a:pPr>
            <a:r>
              <a:rPr lang="fr-FR" sz="1400" b="1" dirty="0">
                <a:solidFill>
                  <a:srgbClr val="0070C0"/>
                </a:solidFill>
                <a:latin typeface="+mj-lt"/>
              </a:rPr>
              <a:t>4.</a:t>
            </a:r>
            <a:r>
              <a:rPr lang="fr-FR" sz="1400" dirty="0">
                <a:solidFill>
                  <a:srgbClr val="E73C50"/>
                </a:solidFill>
                <a:latin typeface="+mj-lt"/>
              </a:rPr>
              <a:t> </a:t>
            </a:r>
            <a:r>
              <a:rPr lang="fr-FR" sz="1400" dirty="0">
                <a:latin typeface="+mj-lt"/>
              </a:rPr>
              <a:t>Comment l’attaquant va-t-il agir ?</a:t>
            </a:r>
          </a:p>
          <a:p>
            <a:pPr>
              <a:spcBef>
                <a:spcPts val="0"/>
              </a:spcBef>
              <a:spcAft>
                <a:spcPts val="0"/>
              </a:spcAft>
            </a:pPr>
            <a:r>
              <a:rPr lang="fr-FR" sz="1400" b="1" dirty="0">
                <a:solidFill>
                  <a:srgbClr val="0070C0"/>
                </a:solidFill>
                <a:latin typeface="+mj-lt"/>
              </a:rPr>
              <a:t>5.</a:t>
            </a:r>
            <a:r>
              <a:rPr lang="fr-FR" sz="1400" dirty="0">
                <a:solidFill>
                  <a:srgbClr val="E73C50"/>
                </a:solidFill>
                <a:latin typeface="+mj-lt"/>
              </a:rPr>
              <a:t> </a:t>
            </a:r>
            <a:r>
              <a:rPr lang="fr-FR" sz="1400" dirty="0">
                <a:latin typeface="+mj-lt"/>
              </a:rPr>
              <a:t>Quelle stratégie de sécurité au regard des risques identifiés ?</a:t>
            </a:r>
          </a:p>
        </p:txBody>
      </p:sp>
      <p:sp>
        <p:nvSpPr>
          <p:cNvPr id="22" name="ZoneTexte 21">
            <a:extLst>
              <a:ext uri="{FF2B5EF4-FFF2-40B4-BE49-F238E27FC236}">
                <a16:creationId xmlns:a16="http://schemas.microsoft.com/office/drawing/2014/main" id="{EDC9D186-65AA-D378-0461-7B122A5E44DC}"/>
              </a:ext>
            </a:extLst>
          </p:cNvPr>
          <p:cNvSpPr txBox="1"/>
          <p:nvPr/>
        </p:nvSpPr>
        <p:spPr>
          <a:xfrm>
            <a:off x="6395259" y="4287330"/>
            <a:ext cx="5472608" cy="1899153"/>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E73C50"/>
                </a:solidFill>
                <a:latin typeface="+mj-lt"/>
              </a:rPr>
              <a:t>ISO/IEC 27005 : 7 sous-processus</a:t>
            </a:r>
          </a:p>
          <a:p>
            <a:pPr>
              <a:spcBef>
                <a:spcPts val="0"/>
              </a:spcBef>
              <a:spcAft>
                <a:spcPts val="267"/>
              </a:spcAft>
            </a:pPr>
            <a:r>
              <a:rPr lang="fr-FR" sz="1400" b="1" dirty="0">
                <a:solidFill>
                  <a:srgbClr val="E73C50"/>
                </a:solidFill>
                <a:latin typeface="+mj-lt"/>
              </a:rPr>
              <a:t>1.</a:t>
            </a:r>
            <a:r>
              <a:rPr lang="fr-FR" sz="1400" dirty="0">
                <a:solidFill>
                  <a:srgbClr val="E73C50"/>
                </a:solidFill>
                <a:latin typeface="+mj-lt"/>
              </a:rPr>
              <a:t> </a:t>
            </a:r>
            <a:r>
              <a:rPr lang="fr-FR" sz="1400" dirty="0">
                <a:latin typeface="+mj-lt"/>
              </a:rPr>
              <a:t>L’établissement du contexte</a:t>
            </a:r>
          </a:p>
          <a:p>
            <a:pPr>
              <a:spcBef>
                <a:spcPts val="0"/>
              </a:spcBef>
              <a:spcAft>
                <a:spcPts val="267"/>
              </a:spcAft>
            </a:pPr>
            <a:r>
              <a:rPr lang="fr-FR" sz="1400" b="1" dirty="0">
                <a:solidFill>
                  <a:srgbClr val="E73C50"/>
                </a:solidFill>
                <a:latin typeface="+mj-lt"/>
              </a:rPr>
              <a:t>2.</a:t>
            </a:r>
            <a:r>
              <a:rPr lang="fr-FR" sz="1400" dirty="0">
                <a:solidFill>
                  <a:srgbClr val="E73C50"/>
                </a:solidFill>
                <a:latin typeface="+mj-lt"/>
              </a:rPr>
              <a:t> </a:t>
            </a:r>
            <a:r>
              <a:rPr lang="fr-FR" sz="1400" dirty="0">
                <a:latin typeface="+mj-lt"/>
              </a:rPr>
              <a:t>L’identification des risques</a:t>
            </a:r>
          </a:p>
          <a:p>
            <a:pPr>
              <a:spcBef>
                <a:spcPts val="0"/>
              </a:spcBef>
              <a:spcAft>
                <a:spcPts val="267"/>
              </a:spcAft>
            </a:pPr>
            <a:r>
              <a:rPr lang="fr-FR" sz="1400" b="1" dirty="0">
                <a:solidFill>
                  <a:srgbClr val="E73C50"/>
                </a:solidFill>
                <a:latin typeface="+mj-lt"/>
              </a:rPr>
              <a:t>3.</a:t>
            </a:r>
            <a:r>
              <a:rPr lang="fr-FR" sz="1400" dirty="0">
                <a:solidFill>
                  <a:srgbClr val="E73C50"/>
                </a:solidFill>
                <a:latin typeface="+mj-lt"/>
              </a:rPr>
              <a:t> </a:t>
            </a:r>
            <a:r>
              <a:rPr lang="fr-FR" sz="1400" dirty="0">
                <a:latin typeface="+mj-lt"/>
              </a:rPr>
              <a:t>L’analyse des risques</a:t>
            </a:r>
          </a:p>
          <a:p>
            <a:pPr>
              <a:spcBef>
                <a:spcPts val="0"/>
              </a:spcBef>
              <a:spcAft>
                <a:spcPts val="267"/>
              </a:spcAft>
            </a:pPr>
            <a:r>
              <a:rPr lang="fr-FR" sz="1400" b="1" dirty="0">
                <a:solidFill>
                  <a:srgbClr val="E73C50"/>
                </a:solidFill>
                <a:latin typeface="+mj-lt"/>
              </a:rPr>
              <a:t>4. </a:t>
            </a:r>
            <a:r>
              <a:rPr lang="fr-FR" sz="1400" dirty="0">
                <a:latin typeface="+mj-lt"/>
              </a:rPr>
              <a:t>L’évaluation des risques</a:t>
            </a:r>
          </a:p>
          <a:p>
            <a:pPr>
              <a:spcBef>
                <a:spcPts val="0"/>
              </a:spcBef>
              <a:spcAft>
                <a:spcPts val="267"/>
              </a:spcAft>
            </a:pPr>
            <a:r>
              <a:rPr lang="fr-FR" sz="1400" b="1" dirty="0">
                <a:solidFill>
                  <a:srgbClr val="E73C50"/>
                </a:solidFill>
                <a:latin typeface="+mj-lt"/>
              </a:rPr>
              <a:t>5.</a:t>
            </a:r>
            <a:r>
              <a:rPr lang="fr-FR" sz="1400" dirty="0">
                <a:solidFill>
                  <a:srgbClr val="E73C50"/>
                </a:solidFill>
                <a:latin typeface="+mj-lt"/>
              </a:rPr>
              <a:t> </a:t>
            </a:r>
            <a:r>
              <a:rPr lang="fr-FR" sz="1400" dirty="0">
                <a:latin typeface="+mj-lt"/>
              </a:rPr>
              <a:t>Le traitement des risques</a:t>
            </a:r>
          </a:p>
          <a:p>
            <a:pPr>
              <a:spcBef>
                <a:spcPts val="0"/>
              </a:spcBef>
              <a:spcAft>
                <a:spcPts val="0"/>
              </a:spcAft>
            </a:pPr>
            <a:r>
              <a:rPr lang="fr-FR" sz="1400" dirty="0">
                <a:latin typeface="+mj-lt"/>
              </a:rPr>
              <a:t>Et 2 sous-processus transverses : communication &amp; concertation et Surveillance &amp; revue</a:t>
            </a:r>
          </a:p>
        </p:txBody>
      </p:sp>
      <p:cxnSp>
        <p:nvCxnSpPr>
          <p:cNvPr id="32" name="Connecteur droit 31">
            <a:extLst>
              <a:ext uri="{FF2B5EF4-FFF2-40B4-BE49-F238E27FC236}">
                <a16:creationId xmlns:a16="http://schemas.microsoft.com/office/drawing/2014/main" id="{DACBB35E-39EC-9724-379D-E99BD9299B6C}"/>
              </a:ext>
            </a:extLst>
          </p:cNvPr>
          <p:cNvCxnSpPr>
            <a:cxnSpLocks/>
          </p:cNvCxnSpPr>
          <p:nvPr/>
        </p:nvCxnSpPr>
        <p:spPr>
          <a:xfrm>
            <a:off x="6096000" y="1588015"/>
            <a:ext cx="0" cy="4426485"/>
          </a:xfrm>
          <a:prstGeom prst="line">
            <a:avLst/>
          </a:prstGeom>
          <a:ln>
            <a:prstDash val="dash"/>
          </a:ln>
        </p:spPr>
        <p:style>
          <a:lnRef idx="1">
            <a:schemeClr val="dk1"/>
          </a:lnRef>
          <a:fillRef idx="0">
            <a:schemeClr val="dk1"/>
          </a:fillRef>
          <a:effectRef idx="0">
            <a:schemeClr val="dk1"/>
          </a:effectRef>
          <a:fontRef idx="minor">
            <a:schemeClr val="tx1"/>
          </a:fontRef>
        </p:style>
      </p:cxnSp>
      <p:pic>
        <p:nvPicPr>
          <p:cNvPr id="11" name="Image 10">
            <a:extLst>
              <a:ext uri="{FF2B5EF4-FFF2-40B4-BE49-F238E27FC236}">
                <a16:creationId xmlns:a16="http://schemas.microsoft.com/office/drawing/2014/main" id="{D84E148F-C286-D2A3-4991-EDDD37B28440}"/>
              </a:ext>
            </a:extLst>
          </p:cNvPr>
          <p:cNvPicPr>
            <a:picLocks noChangeAspect="1"/>
          </p:cNvPicPr>
          <p:nvPr/>
        </p:nvPicPr>
        <p:blipFill>
          <a:blip r:embed="rId3"/>
          <a:stretch>
            <a:fillRect/>
          </a:stretch>
        </p:blipFill>
        <p:spPr>
          <a:xfrm>
            <a:off x="7663226" y="1694608"/>
            <a:ext cx="1720530" cy="2422855"/>
          </a:xfrm>
          <a:prstGeom prst="rect">
            <a:avLst/>
          </a:prstGeom>
        </p:spPr>
      </p:pic>
    </p:spTree>
    <p:extLst>
      <p:ext uri="{BB962C8B-B14F-4D97-AF65-F5344CB8AC3E}">
        <p14:creationId xmlns:p14="http://schemas.microsoft.com/office/powerpoint/2010/main" val="3433586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591606FC-091C-028A-AF7E-BBBAE16DDEF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19/11/2025</a:t>
            </a:r>
            <a:endParaRPr lang="fr-FR" dirty="0">
              <a:solidFill>
                <a:srgbClr val="7A7A7A"/>
              </a:solidFill>
            </a:endParaRPr>
          </a:p>
        </p:txBody>
      </p:sp>
      <p:sp>
        <p:nvSpPr>
          <p:cNvPr id="8" name="Footer Placeholder 4">
            <a:extLst>
              <a:ext uri="{FF2B5EF4-FFF2-40B4-BE49-F238E27FC236}">
                <a16:creationId xmlns:a16="http://schemas.microsoft.com/office/drawing/2014/main" id="{BD84EFF6-F930-4334-779B-A6A14C9530F8}"/>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601BB5C7-B59F-FF94-A48D-023C1224FFBD}"/>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27</a:t>
            </a:fld>
            <a:endParaRPr lang="fr-FR"/>
          </a:p>
        </p:txBody>
      </p:sp>
      <p:sp>
        <p:nvSpPr>
          <p:cNvPr id="3" name="Espace réservé du contenu 2">
            <a:extLst>
              <a:ext uri="{FF2B5EF4-FFF2-40B4-BE49-F238E27FC236}">
                <a16:creationId xmlns:a16="http://schemas.microsoft.com/office/drawing/2014/main" id="{FF524FF9-00ED-ED15-3065-8A04AE1F8DC2}"/>
              </a:ext>
            </a:extLst>
          </p:cNvPr>
          <p:cNvSpPr>
            <a:spLocks noGrp="1"/>
          </p:cNvSpPr>
          <p:nvPr>
            <p:ph idx="1"/>
          </p:nvPr>
        </p:nvSpPr>
        <p:spPr/>
        <p:txBody>
          <a:bodyPr>
            <a:normAutofit lnSpcReduction="10000"/>
          </a:bodyPr>
          <a:lstStyle/>
          <a:p>
            <a:pPr>
              <a:buFont typeface="+mj-lt"/>
              <a:buAutoNum type="arabicPeriod"/>
            </a:pPr>
            <a:r>
              <a:rPr lang="fr-FR" sz="2000" noProof="0" dirty="0"/>
              <a:t>Comprendre ce qu’est un </a:t>
            </a:r>
            <a:r>
              <a:rPr lang="fr-FR" sz="2000" b="1" noProof="0" dirty="0"/>
              <a:t>risque</a:t>
            </a:r>
            <a:r>
              <a:rPr lang="fr-FR" sz="2000" noProof="0" dirty="0"/>
              <a:t> dans EBIOS </a:t>
            </a:r>
            <a:r>
              <a:rPr lang="fr-FR" sz="2000" i="1" noProof="0" dirty="0"/>
              <a:t>Risk Manager</a:t>
            </a:r>
          </a:p>
          <a:p>
            <a:pPr>
              <a:buFont typeface="+mj-lt"/>
              <a:buAutoNum type="arabicPeriod"/>
            </a:pPr>
            <a:endParaRPr lang="fr-FR" sz="2000" noProof="0" dirty="0"/>
          </a:p>
          <a:p>
            <a:pPr>
              <a:buFont typeface="+mj-lt"/>
              <a:buAutoNum type="arabicPeriod"/>
            </a:pPr>
            <a:r>
              <a:rPr lang="fr-FR" sz="2000" noProof="0" dirty="0"/>
              <a:t>Comprendre que le </a:t>
            </a:r>
            <a:r>
              <a:rPr lang="fr-FR" sz="2000" b="1" noProof="0" dirty="0"/>
              <a:t>niveau d’un risque </a:t>
            </a:r>
            <a:r>
              <a:rPr lang="fr-FR" sz="2000" noProof="0" dirty="0"/>
              <a:t>est composé de sa </a:t>
            </a:r>
            <a:r>
              <a:rPr lang="fr-FR" sz="2000" b="1" noProof="0" dirty="0"/>
              <a:t>gravité</a:t>
            </a:r>
            <a:r>
              <a:rPr lang="fr-FR" sz="2000" noProof="0" dirty="0"/>
              <a:t> et de sa </a:t>
            </a:r>
            <a:r>
              <a:rPr lang="fr-FR" sz="2000" b="1" noProof="0" dirty="0"/>
              <a:t>vraisemblance</a:t>
            </a:r>
          </a:p>
          <a:p>
            <a:pPr>
              <a:buFont typeface="+mj-lt"/>
              <a:buAutoNum type="arabicPeriod"/>
            </a:pPr>
            <a:endParaRPr lang="fr-FR" sz="2000" noProof="0" dirty="0"/>
          </a:p>
          <a:p>
            <a:pPr marL="0" indent="0" algn="ctr">
              <a:buNone/>
            </a:pPr>
            <a:r>
              <a:rPr lang="fr-FR" sz="2000" noProof="0" dirty="0">
                <a:sym typeface="Wingdings" panose="05000000000000000000" pitchFamily="2" charset="2"/>
              </a:rPr>
              <a:t> </a:t>
            </a:r>
            <a:r>
              <a:rPr lang="fr-FR" sz="2000" noProof="0" dirty="0"/>
              <a:t>Rentrons maintenant dans le vif du sujet !</a:t>
            </a:r>
          </a:p>
        </p:txBody>
      </p:sp>
    </p:spTree>
    <p:extLst>
      <p:ext uri="{BB962C8B-B14F-4D97-AF65-F5344CB8AC3E}">
        <p14:creationId xmlns:p14="http://schemas.microsoft.com/office/powerpoint/2010/main" val="932379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D3956-2046-3876-D177-BF15C57AFA2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185F4D42-BE82-02AD-5B42-96AEAA12F49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FB22B4B-8566-FC82-E837-3E504A3EA20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D1282E"/>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736CCEB7-E64A-D1E2-B7B6-8D224C919116}"/>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8D26E1FB-38BD-BFDD-4329-A377CD54B7C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1F1B4D2-1E38-22C4-7B70-ABF96AC0E048}"/>
              </a:ext>
            </a:extLst>
          </p:cNvPr>
          <p:cNvSpPr>
            <a:spLocks noGrp="1"/>
          </p:cNvSpPr>
          <p:nvPr>
            <p:ph type="sldNum" sz="quarter" idx="12"/>
          </p:nvPr>
        </p:nvSpPr>
        <p:spPr/>
        <p:txBody>
          <a:bodyPr/>
          <a:lstStyle/>
          <a:p>
            <a:fld id="{294A09A9-5501-47C1-A89A-A340965A2BE2}" type="slidenum">
              <a:rPr lang="fr-FR" smtClean="0"/>
              <a:pPr/>
              <a:t>28</a:t>
            </a:fld>
            <a:endParaRPr lang="fr-FR"/>
          </a:p>
        </p:txBody>
      </p:sp>
      <p:pic>
        <p:nvPicPr>
          <p:cNvPr id="13" name="Picture 2" descr="Logo - EBIOS Risk Manager">
            <a:extLst>
              <a:ext uri="{FF2B5EF4-FFF2-40B4-BE49-F238E27FC236}">
                <a16:creationId xmlns:a16="http://schemas.microsoft.com/office/drawing/2014/main" id="{FE248DB8-55FA-6D16-05E3-048F0F407A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87690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07EEB-2030-F1A4-3016-93B73B842A10}"/>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277B49D7-1C7A-E51F-2D53-23E9D46C385B}"/>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cadrer une étude ?</a:t>
            </a:r>
          </a:p>
        </p:txBody>
      </p:sp>
      <p:sp>
        <p:nvSpPr>
          <p:cNvPr id="8" name="Espace réservé du texte 7">
            <a:extLst>
              <a:ext uri="{FF2B5EF4-FFF2-40B4-BE49-F238E27FC236}">
                <a16:creationId xmlns:a16="http://schemas.microsoft.com/office/drawing/2014/main" id="{1A174524-7F60-B068-EBA5-5DF679E5656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devoir faire et avec qui ?</a:t>
            </a:r>
          </a:p>
        </p:txBody>
      </p:sp>
      <p:sp>
        <p:nvSpPr>
          <p:cNvPr id="6" name="Espace réservé du texte 5">
            <a:extLst>
              <a:ext uri="{FF2B5EF4-FFF2-40B4-BE49-F238E27FC236}">
                <a16:creationId xmlns:a16="http://schemas.microsoft.com/office/drawing/2014/main" id="{1351C37C-0530-93D6-6E21-814932CC78C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délimiter et décrire le périmètre ?</a:t>
            </a:r>
          </a:p>
        </p:txBody>
      </p:sp>
      <p:sp>
        <p:nvSpPr>
          <p:cNvPr id="24" name="Espace réservé de la date 3">
            <a:extLst>
              <a:ext uri="{FF2B5EF4-FFF2-40B4-BE49-F238E27FC236}">
                <a16:creationId xmlns:a16="http://schemas.microsoft.com/office/drawing/2014/main" id="{603347A1-6033-E0C4-A06C-92D56EDCB4AE}"/>
              </a:ext>
            </a:extLst>
          </p:cNvPr>
          <p:cNvSpPr>
            <a:spLocks noGrp="1"/>
          </p:cNvSpPr>
          <p:nvPr>
            <p:ph type="dt" sz="half" idx="10"/>
          </p:nvPr>
        </p:nvSpPr>
        <p:spPr>
          <a:xfrm>
            <a:off x="838200" y="6356350"/>
            <a:ext cx="936000" cy="365125"/>
          </a:xfrm>
        </p:spPr>
        <p:txBody>
          <a:bodyPr/>
          <a:lstStyle/>
          <a:p>
            <a:r>
              <a:rPr lang="fr-FR"/>
              <a:t>19/11/2025</a:t>
            </a:r>
            <a:endParaRPr lang="fr-FR" dirty="0"/>
          </a:p>
        </p:txBody>
      </p:sp>
      <p:sp>
        <p:nvSpPr>
          <p:cNvPr id="25" name="Espace réservé du pied de page 4">
            <a:extLst>
              <a:ext uri="{FF2B5EF4-FFF2-40B4-BE49-F238E27FC236}">
                <a16:creationId xmlns:a16="http://schemas.microsoft.com/office/drawing/2014/main" id="{50985850-1568-1801-1E72-C71ED4E40B6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34ECC003-6842-0484-46DC-774F06E59916}"/>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29</a:t>
            </a:fld>
            <a:endParaRPr lang="fr-FR"/>
          </a:p>
        </p:txBody>
      </p:sp>
      <p:sp>
        <p:nvSpPr>
          <p:cNvPr id="2" name="ZoneTexte 1">
            <a:extLst>
              <a:ext uri="{FF2B5EF4-FFF2-40B4-BE49-F238E27FC236}">
                <a16:creationId xmlns:a16="http://schemas.microsoft.com/office/drawing/2014/main" id="{116DC7B4-2719-3007-EE76-EE50FD7C828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78015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DBFE1FFC-C0BC-6C39-5EA6-DCB4FB0A0EBF}"/>
              </a:ext>
            </a:extLst>
          </p:cNvPr>
          <p:cNvSpPr>
            <a:spLocks noGrp="1"/>
          </p:cNvSpPr>
          <p:nvPr>
            <p:ph type="title"/>
          </p:nvPr>
        </p:nvSpPr>
        <p:spPr/>
        <p:txBody>
          <a:bodyPr vert="horz" lIns="91440" tIns="45720" rIns="91440" bIns="45720" rtlCol="0" anchor="t">
            <a:normAutofit fontScale="90000"/>
          </a:bodyPr>
          <a:lstStyle/>
          <a:p>
            <a:r>
              <a:rPr lang="fr-FR" noProof="0" dirty="0"/>
              <a:t>Outil 01 – Cadrer une étude</a:t>
            </a:r>
          </a:p>
        </p:txBody>
      </p:sp>
      <p:sp>
        <p:nvSpPr>
          <p:cNvPr id="2" name="Espace réservé de la date 2">
            <a:extLst>
              <a:ext uri="{FF2B5EF4-FFF2-40B4-BE49-F238E27FC236}">
                <a16:creationId xmlns:a16="http://schemas.microsoft.com/office/drawing/2014/main" id="{06636EB7-882B-785A-9782-8FBFFE5F333E}"/>
              </a:ext>
            </a:extLst>
          </p:cNvPr>
          <p:cNvSpPr>
            <a:spLocks noGrp="1"/>
          </p:cNvSpPr>
          <p:nvPr>
            <p:ph type="dt" sz="half" idx="10"/>
          </p:nvPr>
        </p:nvSpPr>
        <p:spPr/>
        <p:txBody>
          <a:bodyPr/>
          <a:lstStyle/>
          <a:p>
            <a:pPr rtl="0"/>
            <a:r>
              <a:rPr lang="fr-FR" noProof="0"/>
              <a:t>19/11/2025</a:t>
            </a:r>
          </a:p>
        </p:txBody>
      </p:sp>
      <p:sp>
        <p:nvSpPr>
          <p:cNvPr id="7" name="Espace réservé du pied de page 3">
            <a:extLst>
              <a:ext uri="{FF2B5EF4-FFF2-40B4-BE49-F238E27FC236}">
                <a16:creationId xmlns:a16="http://schemas.microsoft.com/office/drawing/2014/main" id="{23EBB44B-EBFD-C215-C516-EAC36B7156FB}"/>
              </a:ext>
            </a:extLst>
          </p:cNvPr>
          <p:cNvSpPr>
            <a:spLocks noGrp="1"/>
          </p:cNvSpPr>
          <p:nvPr>
            <p:ph type="ftr" sz="quarter" idx="11"/>
          </p:nvPr>
        </p:nvSpPr>
        <p:spPr/>
        <p:txBody>
          <a:bodyPr/>
          <a:lstStyle/>
          <a:p>
            <a:pPr algn="ctr" rtl="0"/>
            <a:r>
              <a:rPr lang="fr-FR" noProof="0" dirty="0"/>
              <a:t>EBIOS Risk Manager - Formation</a:t>
            </a:r>
          </a:p>
        </p:txBody>
      </p:sp>
      <p:sp>
        <p:nvSpPr>
          <p:cNvPr id="13" name="Espace réservé du numéro de diapositive 4">
            <a:extLst>
              <a:ext uri="{FF2B5EF4-FFF2-40B4-BE49-F238E27FC236}">
                <a16:creationId xmlns:a16="http://schemas.microsoft.com/office/drawing/2014/main" id="{EF2C86AE-E63D-5A89-EC4A-D03237C05EDA}"/>
              </a:ext>
            </a:extLst>
          </p:cNvPr>
          <p:cNvSpPr>
            <a:spLocks noGrp="1"/>
          </p:cNvSpPr>
          <p:nvPr>
            <p:ph type="sldNum" sz="quarter" idx="12"/>
          </p:nvPr>
        </p:nvSpPr>
        <p:spPr/>
        <p:txBody>
          <a:bodyPr/>
          <a:lstStyle/>
          <a:p>
            <a:pPr rtl="0"/>
            <a:fld id="{294A09A9-5501-47C1-A89A-A340965A2BE2}" type="slidenum">
              <a:rPr lang="fr-FR" noProof="0" smtClean="0"/>
              <a:t>30</a:t>
            </a:fld>
            <a:endParaRPr lang="fr-FR" noProof="0"/>
          </a:p>
        </p:txBody>
      </p:sp>
      <p:sp>
        <p:nvSpPr>
          <p:cNvPr id="5" name="Espace réservé du texte 4">
            <a:extLst>
              <a:ext uri="{FF2B5EF4-FFF2-40B4-BE49-F238E27FC236}">
                <a16:creationId xmlns:a16="http://schemas.microsoft.com/office/drawing/2014/main" id="{D25F92EC-5831-9E77-17D4-5CDDD2A26C9F}"/>
              </a:ext>
            </a:extLst>
          </p:cNvPr>
          <p:cNvSpPr>
            <a:spLocks noGrp="1"/>
          </p:cNvSpPr>
          <p:nvPr>
            <p:ph type="body" sz="quarter" idx="13"/>
          </p:nvPr>
        </p:nvSpPr>
        <p:spPr/>
        <p:txBody>
          <a:bodyPr/>
          <a:lstStyle/>
          <a:p>
            <a:r>
              <a:rPr lang="fr-FR" dirty="0"/>
              <a:t>Du besoin de se poser les bonnes questions !</a:t>
            </a:r>
          </a:p>
        </p:txBody>
      </p:sp>
      <p:graphicFrame>
        <p:nvGraphicFramePr>
          <p:cNvPr id="8" name="Diagramme 7">
            <a:extLst>
              <a:ext uri="{FF2B5EF4-FFF2-40B4-BE49-F238E27FC236}">
                <a16:creationId xmlns:a16="http://schemas.microsoft.com/office/drawing/2014/main" id="{A91E991E-D9D7-752F-2809-DCF2C061DB42}"/>
              </a:ext>
            </a:extLst>
          </p:cNvPr>
          <p:cNvGraphicFramePr/>
          <p:nvPr>
            <p:extLst>
              <p:ext uri="{D42A27DB-BD31-4B8C-83A1-F6EECF244321}">
                <p14:modId xmlns:p14="http://schemas.microsoft.com/office/powerpoint/2010/main" val="3710403369"/>
              </p:ext>
            </p:extLst>
          </p:nvPr>
        </p:nvGraphicFramePr>
        <p:xfrm>
          <a:off x="1371600" y="1641620"/>
          <a:ext cx="9601200" cy="30068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rganigramme : Alternative 8">
            <a:extLst>
              <a:ext uri="{FF2B5EF4-FFF2-40B4-BE49-F238E27FC236}">
                <a16:creationId xmlns:a16="http://schemas.microsoft.com/office/drawing/2014/main" id="{9D10CD40-53EE-89B0-0B29-0897747035C6}"/>
              </a:ext>
            </a:extLst>
          </p:cNvPr>
          <p:cNvSpPr/>
          <p:nvPr/>
        </p:nvSpPr>
        <p:spPr>
          <a:xfrm>
            <a:off x="1390650"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outils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 </a:t>
            </a:r>
            <a:r>
              <a:rPr lang="fr-FR" sz="1200" b="1" dirty="0">
                <a:solidFill>
                  <a:schemeClr val="tx1"/>
                </a:solidFill>
                <a:latin typeface="Calibri Light" panose="020F0302020204030204" pitchFamily="34" charset="0"/>
                <a:cs typeface="Calibri Light" panose="020F0302020204030204" pitchFamily="34" charset="0"/>
              </a:rPr>
              <a:t>socle de règles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la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forme des mesures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1" name="Organigramme : Alternative 10">
            <a:extLst>
              <a:ext uri="{FF2B5EF4-FFF2-40B4-BE49-F238E27FC236}">
                <a16:creationId xmlns:a16="http://schemas.microsoft.com/office/drawing/2014/main" id="{B5A9A975-3A9B-6867-569C-4B7DC15979A9}"/>
              </a:ext>
            </a:extLst>
          </p:cNvPr>
          <p:cNvSpPr/>
          <p:nvPr/>
        </p:nvSpPr>
        <p:spPr>
          <a:xfrm>
            <a:off x="3842901"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r>
              <a:rPr lang="fr-FR" sz="1200" b="1" dirty="0">
                <a:solidFill>
                  <a:schemeClr val="tx1"/>
                </a:solidFill>
                <a:latin typeface="Calibri Light" panose="020F0302020204030204" pitchFamily="34" charset="0"/>
                <a:cs typeface="Calibri Light" panose="020F0302020204030204" pitchFamily="34" charset="0"/>
              </a:rPr>
              <a:t>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niveau de détail</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déterminer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interlocuteurs à impliquer</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2" name="Organigramme : Alternative 11">
            <a:extLst>
              <a:ext uri="{FF2B5EF4-FFF2-40B4-BE49-F238E27FC236}">
                <a16:creationId xmlns:a16="http://schemas.microsoft.com/office/drawing/2014/main" id="{A84387C7-352C-34DF-E306-AA0CCCE3CD0C}"/>
              </a:ext>
            </a:extLst>
          </p:cNvPr>
          <p:cNvSpPr/>
          <p:nvPr/>
        </p:nvSpPr>
        <p:spPr>
          <a:xfrm>
            <a:off x="6155452" y="4805500"/>
            <a:ext cx="2493248"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la </a:t>
            </a:r>
            <a:r>
              <a:rPr lang="fr-FR" sz="1200" b="1" dirty="0">
                <a:solidFill>
                  <a:schemeClr val="tx1"/>
                </a:solidFill>
                <a:latin typeface="Calibri Light" panose="020F0302020204030204" pitchFamily="34" charset="0"/>
                <a:cs typeface="Calibri Light" panose="020F0302020204030204" pitchFamily="34" charset="0"/>
              </a:rPr>
              <a:t>forme de l’étude</a:t>
            </a:r>
            <a:r>
              <a:rPr lang="fr-FR" sz="1200" dirty="0">
                <a:solidFill>
                  <a:schemeClr val="tx1"/>
                </a:solidFill>
                <a:latin typeface="Calibri Light" panose="020F0302020204030204" pitchFamily="34" charset="0"/>
                <a:cs typeface="Calibri Light" panose="020F0302020204030204" pitchFamily="34" charset="0"/>
              </a:rPr>
              <a:t> (compréhension par le destinataire)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socle de règles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4" name="Organigramme : Alternative 13">
            <a:extLst>
              <a:ext uri="{FF2B5EF4-FFF2-40B4-BE49-F238E27FC236}">
                <a16:creationId xmlns:a16="http://schemas.microsoft.com/office/drawing/2014/main" id="{7B6CE3C8-D58E-1E9B-26FD-221453079C67}"/>
              </a:ext>
            </a:extLst>
          </p:cNvPr>
          <p:cNvSpPr/>
          <p:nvPr/>
        </p:nvSpPr>
        <p:spPr>
          <a:xfrm>
            <a:off x="8802826"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les </a:t>
            </a:r>
            <a:r>
              <a:rPr lang="fr-FR" sz="1200" b="1" dirty="0">
                <a:solidFill>
                  <a:schemeClr val="tx1"/>
                </a:solidFill>
                <a:latin typeface="Calibri Light" panose="020F0302020204030204" pitchFamily="34" charset="0"/>
                <a:cs typeface="Calibri Light" panose="020F0302020204030204" pitchFamily="34" charset="0"/>
              </a:rPr>
              <a:t>cycles de révision</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la manière d’utiliser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organiser les </a:t>
            </a:r>
            <a:r>
              <a:rPr lang="fr-FR" sz="1200" b="1" dirty="0">
                <a:solidFill>
                  <a:schemeClr val="tx1"/>
                </a:solidFill>
                <a:latin typeface="Calibri Light" panose="020F0302020204030204" pitchFamily="34" charset="0"/>
                <a:cs typeface="Calibri Light" panose="020F0302020204030204" pitchFamily="34" charset="0"/>
              </a:rPr>
              <a:t>interactions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adapter l’</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exhaustivité</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0" name="ZoneTexte 9">
            <a:extLst>
              <a:ext uri="{FF2B5EF4-FFF2-40B4-BE49-F238E27FC236}">
                <a16:creationId xmlns:a16="http://schemas.microsoft.com/office/drawing/2014/main" id="{9C3495D3-013F-032A-E7EC-6D70792B21F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2666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Exercice collégial</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31</a:t>
            </a:fld>
            <a:endParaRPr lang="fr-FR" noProof="0"/>
          </a:p>
        </p:txBody>
      </p:sp>
      <p:sp>
        <p:nvSpPr>
          <p:cNvPr id="11" name="Espace réservé du texte 10">
            <a:extLst>
              <a:ext uri="{FF2B5EF4-FFF2-40B4-BE49-F238E27FC236}">
                <a16:creationId xmlns:a16="http://schemas.microsoft.com/office/drawing/2014/main" id="{7CDCF02E-D474-B19D-8B3E-BA9035940AD8}"/>
              </a:ext>
            </a:extLst>
          </p:cNvPr>
          <p:cNvSpPr>
            <a:spLocks noGrp="1"/>
          </p:cNvSpPr>
          <p:nvPr>
            <p:ph type="body" sz="quarter" idx="13"/>
          </p:nvPr>
        </p:nvSpPr>
        <p:spPr/>
        <p:txBody>
          <a:bodyPr/>
          <a:lstStyle/>
          <a:p>
            <a:r>
              <a:rPr lang="fr-FR" dirty="0"/>
              <a:t>Pour chaque cas, quelles sont les principales spécificités de l’étude ?</a:t>
            </a:r>
          </a:p>
        </p:txBody>
      </p:sp>
      <p:sp>
        <p:nvSpPr>
          <p:cNvPr id="10" name="ZoneTexte 9">
            <a:extLst>
              <a:ext uri="{FF2B5EF4-FFF2-40B4-BE49-F238E27FC236}">
                <a16:creationId xmlns:a16="http://schemas.microsoft.com/office/drawing/2014/main" id="{175B528C-7A92-B1AD-F294-A14DE808343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12" name="Organigramme : Alternative 11">
            <a:extLst>
              <a:ext uri="{FF2B5EF4-FFF2-40B4-BE49-F238E27FC236}">
                <a16:creationId xmlns:a16="http://schemas.microsoft.com/office/drawing/2014/main" id="{CD86EFE6-81AE-922F-2226-6066EE4865D6}"/>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13" name="Organigramme : Alternative 12">
            <a:extLst>
              <a:ext uri="{FF2B5EF4-FFF2-40B4-BE49-F238E27FC236}">
                <a16:creationId xmlns:a16="http://schemas.microsoft.com/office/drawing/2014/main" id="{2F963645-7FD6-DAE4-BDB9-6E0918D43875}"/>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14" name="Organigramme : Alternative 13">
            <a:extLst>
              <a:ext uri="{FF2B5EF4-FFF2-40B4-BE49-F238E27FC236}">
                <a16:creationId xmlns:a16="http://schemas.microsoft.com/office/drawing/2014/main" id="{DF8D114C-E44D-B224-54E5-0FEDAADFB85C}"/>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Tree>
    <p:extLst>
      <p:ext uri="{BB962C8B-B14F-4D97-AF65-F5344CB8AC3E}">
        <p14:creationId xmlns:p14="http://schemas.microsoft.com/office/powerpoint/2010/main" val="1691437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Correction</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32</a:t>
            </a:fld>
            <a:endParaRPr lang="fr-FR" noProof="0"/>
          </a:p>
        </p:txBody>
      </p:sp>
      <p:sp>
        <p:nvSpPr>
          <p:cNvPr id="10" name="Espace réservé du texte 9">
            <a:extLst>
              <a:ext uri="{FF2B5EF4-FFF2-40B4-BE49-F238E27FC236}">
                <a16:creationId xmlns:a16="http://schemas.microsoft.com/office/drawing/2014/main" id="{56CC118B-0F41-99EC-B78B-0BB9FEB37AA3}"/>
              </a:ext>
            </a:extLst>
          </p:cNvPr>
          <p:cNvSpPr>
            <a:spLocks noGrp="1"/>
          </p:cNvSpPr>
          <p:nvPr>
            <p:ph type="body" sz="quarter" idx="13"/>
          </p:nvPr>
        </p:nvSpPr>
        <p:spPr/>
        <p:txBody>
          <a:bodyPr/>
          <a:lstStyle/>
          <a:p>
            <a:r>
              <a:rPr lang="fr-FR" dirty="0"/>
              <a:t>Pour chaque cas, quelles sont les principales spécificités de l’étude ?</a:t>
            </a:r>
          </a:p>
        </p:txBody>
      </p:sp>
      <p:sp>
        <p:nvSpPr>
          <p:cNvPr id="7" name="Organigramme : Alternative 6">
            <a:extLst>
              <a:ext uri="{FF2B5EF4-FFF2-40B4-BE49-F238E27FC236}">
                <a16:creationId xmlns:a16="http://schemas.microsoft.com/office/drawing/2014/main" id="{3EED5C18-54C1-D7B0-3F92-F7BAD25AACB2}"/>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8" name="Organigramme : Alternative 7">
            <a:extLst>
              <a:ext uri="{FF2B5EF4-FFF2-40B4-BE49-F238E27FC236}">
                <a16:creationId xmlns:a16="http://schemas.microsoft.com/office/drawing/2014/main" id="{24FAC946-C166-4C9A-AD17-CB3DE1A7B346}"/>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9" name="Organigramme : Alternative 8">
            <a:extLst>
              <a:ext uri="{FF2B5EF4-FFF2-40B4-BE49-F238E27FC236}">
                <a16:creationId xmlns:a16="http://schemas.microsoft.com/office/drawing/2014/main" id="{513A24B7-8DE1-8312-1958-F57EEC8DFCF3}"/>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
        <p:nvSpPr>
          <p:cNvPr id="11" name="Organigramme : Alternative 10">
            <a:extLst>
              <a:ext uri="{FF2B5EF4-FFF2-40B4-BE49-F238E27FC236}">
                <a16:creationId xmlns:a16="http://schemas.microsoft.com/office/drawing/2014/main" id="{83B0CEE0-3E03-30D2-138F-459A945DCDEC}"/>
              </a:ext>
            </a:extLst>
          </p:cNvPr>
          <p:cNvSpPr/>
          <p:nvPr/>
        </p:nvSpPr>
        <p:spPr>
          <a:xfrm>
            <a:off x="1570182"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production d’éléments pour la prise de décision d’une autorité</a:t>
            </a:r>
          </a:p>
        </p:txBody>
      </p:sp>
      <p:sp>
        <p:nvSpPr>
          <p:cNvPr id="12" name="Organigramme : Alternative 11">
            <a:extLst>
              <a:ext uri="{FF2B5EF4-FFF2-40B4-BE49-F238E27FC236}">
                <a16:creationId xmlns:a16="http://schemas.microsoft.com/office/drawing/2014/main" id="{24F2255C-E1FA-B98D-B82E-14F5A61239DE}"/>
              </a:ext>
            </a:extLst>
          </p:cNvPr>
          <p:cNvSpPr/>
          <p:nvPr/>
        </p:nvSpPr>
        <p:spPr>
          <a:xfrm>
            <a:off x="1570182"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éléments doivent pouvoir s’intégrer au dossier d’homologation</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données doivent être cohérentes avec les autres études et outils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Accent sur l’intelligibilité des risques, mesures et risques résiduels</a:t>
            </a:r>
          </a:p>
        </p:txBody>
      </p:sp>
      <p:sp>
        <p:nvSpPr>
          <p:cNvPr id="13" name="Organigramme : Alternative 12">
            <a:extLst>
              <a:ext uri="{FF2B5EF4-FFF2-40B4-BE49-F238E27FC236}">
                <a16:creationId xmlns:a16="http://schemas.microsoft.com/office/drawing/2014/main" id="{E7098778-5F41-7AC2-D5DB-5E0392EBE34B}"/>
              </a:ext>
            </a:extLst>
          </p:cNvPr>
          <p:cNvSpPr/>
          <p:nvPr/>
        </p:nvSpPr>
        <p:spPr>
          <a:xfrm>
            <a:off x="5022273"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méconnaissance du contexte précis des clients</a:t>
            </a:r>
          </a:p>
        </p:txBody>
      </p:sp>
      <p:sp>
        <p:nvSpPr>
          <p:cNvPr id="14" name="Organigramme : Alternative 13">
            <a:extLst>
              <a:ext uri="{FF2B5EF4-FFF2-40B4-BE49-F238E27FC236}">
                <a16:creationId xmlns:a16="http://schemas.microsoft.com/office/drawing/2014/main" id="{C2E3B568-F287-EFFF-3BAB-1248C504960B}"/>
              </a:ext>
            </a:extLst>
          </p:cNvPr>
          <p:cNvSpPr/>
          <p:nvPr/>
        </p:nvSpPr>
        <p:spPr>
          <a:xfrm>
            <a:off x="5022273"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N’utiliser que les éléments maîtrisés : référentiels connus applicables, biens supports, scénarios opérationnels, mesures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Tenir à jour et valoriser ces éléments</a:t>
            </a:r>
          </a:p>
        </p:txBody>
      </p:sp>
      <p:sp>
        <p:nvSpPr>
          <p:cNvPr id="15" name="Organigramme : Alternative 14">
            <a:extLst>
              <a:ext uri="{FF2B5EF4-FFF2-40B4-BE49-F238E27FC236}">
                <a16:creationId xmlns:a16="http://schemas.microsoft.com/office/drawing/2014/main" id="{A6A0AAD8-6918-200F-C0DD-2A9CA8B2B5B0}"/>
              </a:ext>
            </a:extLst>
          </p:cNvPr>
          <p:cNvSpPr/>
          <p:nvPr/>
        </p:nvSpPr>
        <p:spPr>
          <a:xfrm>
            <a:off x="8474364"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un risque de se noyer et de ne jamais voir le bout de l’étude</a:t>
            </a:r>
          </a:p>
        </p:txBody>
      </p:sp>
      <p:sp>
        <p:nvSpPr>
          <p:cNvPr id="16" name="Organigramme : Alternative 15">
            <a:extLst>
              <a:ext uri="{FF2B5EF4-FFF2-40B4-BE49-F238E27FC236}">
                <a16:creationId xmlns:a16="http://schemas.microsoft.com/office/drawing/2014/main" id="{47F0D86C-362E-15BA-821F-E1A2822F76FC}"/>
              </a:ext>
            </a:extLst>
          </p:cNvPr>
          <p:cNvSpPr/>
          <p:nvPr/>
        </p:nvSpPr>
        <p:spPr>
          <a:xfrm>
            <a:off x="8474364"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1 élément par outil : 1 valeur métier, 1 bien support, 1 source de risque, 1 scénario stratégique, 1 scénario opérationnel…</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Développer ensuite d’autres cas</a:t>
            </a:r>
          </a:p>
        </p:txBody>
      </p:sp>
      <p:sp>
        <p:nvSpPr>
          <p:cNvPr id="17" name="ZoneTexte 16">
            <a:extLst>
              <a:ext uri="{FF2B5EF4-FFF2-40B4-BE49-F238E27FC236}">
                <a16:creationId xmlns:a16="http://schemas.microsoft.com/office/drawing/2014/main" id="{6E4E8D47-198D-4960-509B-6AD37C70618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918098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66724B-C0DB-5F56-1409-446C0CEF66D3}"/>
              </a:ext>
            </a:extLst>
          </p:cNvPr>
          <p:cNvSpPr>
            <a:spLocks noGrp="1"/>
          </p:cNvSpPr>
          <p:nvPr>
            <p:ph type="title"/>
          </p:nvPr>
        </p:nvSpPr>
        <p:spPr/>
        <p:txBody>
          <a:bodyPr>
            <a:normAutofit fontScale="90000"/>
          </a:bodyPr>
          <a:lstStyle/>
          <a:p>
            <a:r>
              <a:rPr lang="fr-FR" dirty="0"/>
              <a:t>Outil 02 – Choisir et affecter les outils</a:t>
            </a:r>
          </a:p>
        </p:txBody>
      </p:sp>
      <p:sp>
        <p:nvSpPr>
          <p:cNvPr id="3" name="Espace réservé de la date 2">
            <a:extLst>
              <a:ext uri="{FF2B5EF4-FFF2-40B4-BE49-F238E27FC236}">
                <a16:creationId xmlns:a16="http://schemas.microsoft.com/office/drawing/2014/main" id="{CBCFC1AF-CAB5-994F-7991-C4E072EE7645}"/>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69FF9FDB-6600-90EB-FB39-16D9B990F9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46D84C8-DEA5-5675-E38E-4BBB9B631F4B}"/>
              </a:ext>
            </a:extLst>
          </p:cNvPr>
          <p:cNvSpPr>
            <a:spLocks noGrp="1"/>
          </p:cNvSpPr>
          <p:nvPr>
            <p:ph type="sldNum" sz="quarter" idx="12"/>
          </p:nvPr>
        </p:nvSpPr>
        <p:spPr/>
        <p:txBody>
          <a:bodyPr/>
          <a:lstStyle/>
          <a:p>
            <a:fld id="{294A09A9-5501-47C1-A89A-A340965A2BE2}" type="slidenum">
              <a:rPr lang="fr-FR" smtClean="0"/>
              <a:pPr/>
              <a:t>33</a:t>
            </a:fld>
            <a:endParaRPr lang="fr-FR" dirty="0"/>
          </a:p>
        </p:txBody>
      </p:sp>
      <p:sp>
        <p:nvSpPr>
          <p:cNvPr id="6" name="Espace réservé du texte 5">
            <a:extLst>
              <a:ext uri="{FF2B5EF4-FFF2-40B4-BE49-F238E27FC236}">
                <a16:creationId xmlns:a16="http://schemas.microsoft.com/office/drawing/2014/main" id="{53C41560-7A93-6978-DA76-812512B1FEF1}"/>
              </a:ext>
            </a:extLst>
          </p:cNvPr>
          <p:cNvSpPr>
            <a:spLocks noGrp="1"/>
          </p:cNvSpPr>
          <p:nvPr>
            <p:ph type="body" sz="quarter" idx="13"/>
          </p:nvPr>
        </p:nvSpPr>
        <p:spPr/>
        <p:txBody>
          <a:bodyPr/>
          <a:lstStyle/>
          <a:p>
            <a:r>
              <a:rPr lang="fr-FR" dirty="0"/>
              <a:t>Exemple issu des guides de l’ANSSI</a:t>
            </a:r>
          </a:p>
        </p:txBody>
      </p:sp>
      <p:graphicFrame>
        <p:nvGraphicFramePr>
          <p:cNvPr id="7" name="Tableau 6">
            <a:extLst>
              <a:ext uri="{FF2B5EF4-FFF2-40B4-BE49-F238E27FC236}">
                <a16:creationId xmlns:a16="http://schemas.microsoft.com/office/drawing/2014/main" id="{32AB4771-ADF0-CD4A-F4CF-CB927E0473A9}"/>
              </a:ext>
            </a:extLst>
          </p:cNvPr>
          <p:cNvGraphicFramePr>
            <a:graphicFrameLocks noGrp="1"/>
          </p:cNvGraphicFramePr>
          <p:nvPr>
            <p:extLst>
              <p:ext uri="{D42A27DB-BD31-4B8C-83A1-F6EECF244321}">
                <p14:modId xmlns:p14="http://schemas.microsoft.com/office/powerpoint/2010/main" val="1562280499"/>
              </p:ext>
            </p:extLst>
          </p:nvPr>
        </p:nvGraphicFramePr>
        <p:xfrm>
          <a:off x="1153160" y="1694688"/>
          <a:ext cx="8064000" cy="4533360"/>
        </p:xfrm>
        <a:graphic>
          <a:graphicData uri="http://schemas.openxmlformats.org/drawingml/2006/table">
            <a:tbl>
              <a:tblPr/>
              <a:tblGrid>
                <a:gridCol w="4704000">
                  <a:extLst>
                    <a:ext uri="{9D8B030D-6E8A-4147-A177-3AD203B41FA5}">
                      <a16:colId xmlns:a16="http://schemas.microsoft.com/office/drawing/2014/main" val="20001"/>
                    </a:ext>
                  </a:extLst>
                </a:gridCol>
                <a:gridCol w="672000">
                  <a:extLst>
                    <a:ext uri="{9D8B030D-6E8A-4147-A177-3AD203B41FA5}">
                      <a16:colId xmlns:a16="http://schemas.microsoft.com/office/drawing/2014/main" val="20002"/>
                    </a:ext>
                  </a:extLst>
                </a:gridCol>
                <a:gridCol w="672000">
                  <a:extLst>
                    <a:ext uri="{9D8B030D-6E8A-4147-A177-3AD203B41FA5}">
                      <a16:colId xmlns:a16="http://schemas.microsoft.com/office/drawing/2014/main" val="20003"/>
                    </a:ext>
                  </a:extLst>
                </a:gridCol>
                <a:gridCol w="672000">
                  <a:extLst>
                    <a:ext uri="{9D8B030D-6E8A-4147-A177-3AD203B41FA5}">
                      <a16:colId xmlns:a16="http://schemas.microsoft.com/office/drawing/2014/main" val="2026416289"/>
                    </a:ext>
                  </a:extLst>
                </a:gridCol>
                <a:gridCol w="672000">
                  <a:extLst>
                    <a:ext uri="{9D8B030D-6E8A-4147-A177-3AD203B41FA5}">
                      <a16:colId xmlns:a16="http://schemas.microsoft.com/office/drawing/2014/main" val="278715380"/>
                    </a:ext>
                  </a:extLst>
                </a:gridCol>
                <a:gridCol w="672000">
                  <a:extLst>
                    <a:ext uri="{9D8B030D-6E8A-4147-A177-3AD203B41FA5}">
                      <a16:colId xmlns:a16="http://schemas.microsoft.com/office/drawing/2014/main" val="3480822948"/>
                    </a:ext>
                  </a:extLst>
                </a:gridCol>
              </a:tblGrid>
              <a:tr h="204787">
                <a:tc>
                  <a:txBody>
                    <a:bodyPr/>
                    <a:lstStyle/>
                    <a:p>
                      <a:pPr algn="ctr"/>
                      <a:endParaRPr lang="fr-FR" sz="1400" b="1" dirty="0">
                        <a:solidFill>
                          <a:schemeClr val="bg1"/>
                        </a:solidFill>
                        <a:latin typeface="+mj-lt"/>
                        <a:ea typeface="Verdana" charset="0"/>
                        <a:cs typeface="Segoe UI Semibold" panose="020B0502040204020203" pitchFamily="34" charset="0"/>
                      </a:endParaRP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1" dirty="0">
                          <a:solidFill>
                            <a:schemeClr val="bg1"/>
                          </a:solidFill>
                          <a:latin typeface="+mj-lt"/>
                          <a:ea typeface="Verdana" charset="0"/>
                          <a:cs typeface="Segoe UI Semibold" panose="020B0502040204020203" pitchFamily="34" charset="0"/>
                        </a:rPr>
                        <a:t>Ateliers a conduire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4018661516"/>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400" b="1" dirty="0">
                          <a:solidFill>
                            <a:schemeClr val="bg1"/>
                          </a:solidFill>
                          <a:latin typeface="+mj-lt"/>
                          <a:ea typeface="Verdana" charset="0"/>
                          <a:cs typeface="Segoe UI Semibold" panose="020B0502040204020203" pitchFamily="34" charset="0"/>
                        </a:rPr>
                        <a:t>Objectif de l’étude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1</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D00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2</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3</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00AFAB"/>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4</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8A900"/>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5</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73C50"/>
                    </a:solidFill>
                  </a:tcPr>
                </a:tc>
                <a:extLst>
                  <a:ext uri="{0D108BD9-81ED-4DB2-BD59-A6C34878D82A}">
                    <a16:rowId xmlns:a16="http://schemas.microsoft.com/office/drawing/2014/main" val="10000"/>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Identifier le socle de sécurité adapté à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endParaRPr lang="fr-FR" sz="20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Etre en conformité avec les référentiels de sécurité numérique</a:t>
                      </a:r>
                      <a:endParaRPr lang="fr-FR" sz="1400" kern="1200" dirty="0">
                        <a:solidFill>
                          <a:srgbClr val="252525"/>
                        </a:solidFill>
                        <a:latin typeface="+mj-lt"/>
                        <a:ea typeface="+mn-ea"/>
                        <a:cs typeface="Segoe UI" panose="020B0502040204020203" pitchFamily="34" charset="0"/>
                      </a:endParaRP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Evaluer le niveau de menace de l’écosystème vis-à-vis de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00AFAB"/>
                          </a:solidFill>
                          <a:latin typeface="+mj-lt"/>
                          <a:ea typeface="+mn-ea"/>
                          <a:cs typeface="Segoe UI" panose="020B0502040204020203" pitchFamily="34" charset="0"/>
                        </a:rPr>
                        <a:t>(note 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24000">
                <a:tc>
                  <a:txBody>
                    <a:bodyPr/>
                    <a:lstStyle/>
                    <a:p>
                      <a:r>
                        <a:rPr lang="fr-FR" sz="1400" dirty="0">
                          <a:solidFill>
                            <a:srgbClr val="252525"/>
                          </a:solidFill>
                          <a:latin typeface="+mj-lt"/>
                          <a:cs typeface="Segoe UI" panose="020B0502040204020203" pitchFamily="34" charset="0"/>
                        </a:rPr>
                        <a:t>Identifier et analyser les scénarios de haut niveau, intégrant l’écosystème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73C5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Réaliser une étude préliminaire de risque pour identifier les axes prioritaires d’amélioration de la sécurité</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400" i="1" kern="1200" dirty="0">
                          <a:solidFill>
                            <a:srgbClr val="ED008D"/>
                          </a:solidFill>
                          <a:latin typeface="+mj-lt"/>
                          <a:ea typeface="+mn-ea"/>
                          <a:cs typeface="Segoe UI" panose="020B0502040204020203" pitchFamily="34" charset="0"/>
                        </a:rPr>
                        <a:t>(note 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E73C50"/>
                          </a:solidFill>
                          <a:latin typeface="+mj-lt"/>
                          <a:ea typeface="+mn-ea"/>
                          <a:cs typeface="Segoe UI" panose="020B0502040204020203" pitchFamily="34" charset="0"/>
                        </a:rPr>
                        <a:t>(note 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1885382"/>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Conduire une étude de risque complète et fine, par exemple sur un produit de sécurité ou en vue d’homologuer un 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C8A900"/>
                          </a:solidFill>
                          <a:latin typeface="+mj-lt"/>
                          <a:ea typeface="+mn-ea"/>
                          <a:cs typeface="Segoe UI" panose="020B0502040204020203" pitchFamily="34" charset="0"/>
                        </a:rPr>
                        <a:t>X</a:t>
                      </a:r>
                      <a:endParaRPr lang="fr-FR" sz="1800" i="1" kern="1200" dirty="0">
                        <a:solidFill>
                          <a:srgbClr val="C8A90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33557722"/>
                  </a:ext>
                </a:extLst>
              </a:tr>
            </a:tbl>
          </a:graphicData>
        </a:graphic>
      </p:graphicFrame>
      <p:sp>
        <p:nvSpPr>
          <p:cNvPr id="8" name="ZoneTexte 7">
            <a:extLst>
              <a:ext uri="{FF2B5EF4-FFF2-40B4-BE49-F238E27FC236}">
                <a16:creationId xmlns:a16="http://schemas.microsoft.com/office/drawing/2014/main" id="{087378C3-3483-1C3A-E5ED-C3B45F4D1C9B}"/>
              </a:ext>
            </a:extLst>
          </p:cNvPr>
          <p:cNvSpPr txBox="1"/>
          <p:nvPr/>
        </p:nvSpPr>
        <p:spPr>
          <a:xfrm>
            <a:off x="9387840" y="2413338"/>
            <a:ext cx="2458560" cy="2605842"/>
          </a:xfrm>
          <a:prstGeom prst="rect">
            <a:avLst/>
          </a:prstGeom>
          <a:noFill/>
        </p:spPr>
        <p:txBody>
          <a:bodyPr wrap="square" lIns="0" tIns="0" rIns="0" bIns="0" rtlCol="0">
            <a:spAutoFit/>
          </a:bodyPr>
          <a:lstStyle/>
          <a:p>
            <a:pPr>
              <a:spcAft>
                <a:spcPts val="800"/>
              </a:spcAft>
            </a:pPr>
            <a:r>
              <a:rPr lang="fr-FR" sz="1200" i="1" dirty="0">
                <a:solidFill>
                  <a:srgbClr val="00AFAB"/>
                </a:solidFill>
                <a:latin typeface="Segoe UI" panose="020B0502040204020203" pitchFamily="34" charset="0"/>
                <a:cs typeface="Segoe UI" panose="020B0502040204020203" pitchFamily="34" charset="0"/>
              </a:rPr>
              <a:t>Note 1</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a) de l’atelier uniquement ; cela ne nécessite pas d’avoir conduit au préalable les ateliers 1 et 2.</a:t>
            </a:r>
          </a:p>
          <a:p>
            <a:pPr>
              <a:spcAft>
                <a:spcPts val="800"/>
              </a:spcAft>
            </a:pPr>
            <a:r>
              <a:rPr lang="fr-FR" sz="1200" i="1" dirty="0">
                <a:solidFill>
                  <a:srgbClr val="ED008D"/>
                </a:solidFill>
                <a:latin typeface="Segoe UI" panose="020B0502040204020203" pitchFamily="34" charset="0"/>
                <a:cs typeface="Segoe UI" panose="020B0502040204020203" pitchFamily="34" charset="0"/>
              </a:rPr>
              <a:t>Note 2</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Dans le cadre d’une étude préliminaire, le degré de profondeur de l’atelier 1 est à adapter (exemple : ne recenser que les principales valeurs métiers, réaliser une analyse sommaire du socle de sécurité).</a:t>
            </a:r>
          </a:p>
          <a:p>
            <a:r>
              <a:rPr lang="fr-FR" sz="1200" i="1" dirty="0">
                <a:solidFill>
                  <a:srgbClr val="E73C50"/>
                </a:solidFill>
                <a:latin typeface="Segoe UI" panose="020B0502040204020203" pitchFamily="34" charset="0"/>
                <a:cs typeface="Segoe UI" panose="020B0502040204020203" pitchFamily="34" charset="0"/>
              </a:rPr>
              <a:t>Note 3</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b) de l’atelier uniquement.</a:t>
            </a:r>
          </a:p>
        </p:txBody>
      </p:sp>
      <p:sp>
        <p:nvSpPr>
          <p:cNvPr id="9" name="Rectangle 8">
            <a:extLst>
              <a:ext uri="{FF2B5EF4-FFF2-40B4-BE49-F238E27FC236}">
                <a16:creationId xmlns:a16="http://schemas.microsoft.com/office/drawing/2014/main" id="{6875D89A-2FA6-644B-7E81-BB2F25FBF7B6}"/>
              </a:ext>
            </a:extLst>
          </p:cNvPr>
          <p:cNvSpPr/>
          <p:nvPr/>
        </p:nvSpPr>
        <p:spPr>
          <a:xfrm>
            <a:off x="5906610"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Rectangle 9">
            <a:extLst>
              <a:ext uri="{FF2B5EF4-FFF2-40B4-BE49-F238E27FC236}">
                <a16:creationId xmlns:a16="http://schemas.microsoft.com/office/drawing/2014/main" id="{E15C769D-E1BA-58BA-3B5B-39238FE4211D}"/>
              </a:ext>
            </a:extLst>
          </p:cNvPr>
          <p:cNvSpPr/>
          <p:nvPr/>
        </p:nvSpPr>
        <p:spPr>
          <a:xfrm>
            <a:off x="8613477"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1" name="Rectangle 10">
            <a:extLst>
              <a:ext uri="{FF2B5EF4-FFF2-40B4-BE49-F238E27FC236}">
                <a16:creationId xmlns:a16="http://schemas.microsoft.com/office/drawing/2014/main" id="{7343A208-F2AC-60DA-4322-479874EC2C1D}"/>
              </a:ext>
            </a:extLst>
          </p:cNvPr>
          <p:cNvSpPr/>
          <p:nvPr/>
        </p:nvSpPr>
        <p:spPr>
          <a:xfrm>
            <a:off x="7271125" y="3763607"/>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2" name="Rectangle 11">
            <a:extLst>
              <a:ext uri="{FF2B5EF4-FFF2-40B4-BE49-F238E27FC236}">
                <a16:creationId xmlns:a16="http://schemas.microsoft.com/office/drawing/2014/main" id="{DC62132F-DE2D-DD7B-D6D8-3ADEAF41C44A}"/>
              </a:ext>
            </a:extLst>
          </p:cNvPr>
          <p:cNvSpPr/>
          <p:nvPr/>
        </p:nvSpPr>
        <p:spPr>
          <a:xfrm>
            <a:off x="9284581" y="2321478"/>
            <a:ext cx="2475620" cy="8034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3" name="Rectangle 12">
            <a:extLst>
              <a:ext uri="{FF2B5EF4-FFF2-40B4-BE49-F238E27FC236}">
                <a16:creationId xmlns:a16="http://schemas.microsoft.com/office/drawing/2014/main" id="{4B0A5DA5-CD6B-9C32-31F2-B1DB267A4A8F}"/>
              </a:ext>
            </a:extLst>
          </p:cNvPr>
          <p:cNvSpPr/>
          <p:nvPr/>
        </p:nvSpPr>
        <p:spPr>
          <a:xfrm>
            <a:off x="6601715"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Rectangle 13">
            <a:extLst>
              <a:ext uri="{FF2B5EF4-FFF2-40B4-BE49-F238E27FC236}">
                <a16:creationId xmlns:a16="http://schemas.microsoft.com/office/drawing/2014/main" id="{134F709D-19F1-2480-3555-0A927C282CFF}"/>
              </a:ext>
            </a:extLst>
          </p:cNvPr>
          <p:cNvSpPr/>
          <p:nvPr/>
        </p:nvSpPr>
        <p:spPr>
          <a:xfrm>
            <a:off x="7273147"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5" name="Rectangle 14">
            <a:extLst>
              <a:ext uri="{FF2B5EF4-FFF2-40B4-BE49-F238E27FC236}">
                <a16:creationId xmlns:a16="http://schemas.microsoft.com/office/drawing/2014/main" id="{8DB51320-136A-1D0B-EEA3-C0825ACAE14B}"/>
              </a:ext>
            </a:extLst>
          </p:cNvPr>
          <p:cNvSpPr/>
          <p:nvPr/>
        </p:nvSpPr>
        <p:spPr>
          <a:xfrm>
            <a:off x="9387839" y="3185199"/>
            <a:ext cx="2475620" cy="192583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6" name="Rectangle 15">
            <a:extLst>
              <a:ext uri="{FF2B5EF4-FFF2-40B4-BE49-F238E27FC236}">
                <a16:creationId xmlns:a16="http://schemas.microsoft.com/office/drawing/2014/main" id="{CAE3A687-24F5-FFB8-B5C7-DE33C0B8490E}"/>
              </a:ext>
            </a:extLst>
          </p:cNvPr>
          <p:cNvSpPr/>
          <p:nvPr/>
        </p:nvSpPr>
        <p:spPr>
          <a:xfrm>
            <a:off x="5924369"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455CB13E-45DF-939F-D87B-36D8E27E3C95}"/>
              </a:ext>
            </a:extLst>
          </p:cNvPr>
          <p:cNvSpPr/>
          <p:nvPr/>
        </p:nvSpPr>
        <p:spPr>
          <a:xfrm>
            <a:off x="6601715"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Rectangle 17">
            <a:extLst>
              <a:ext uri="{FF2B5EF4-FFF2-40B4-BE49-F238E27FC236}">
                <a16:creationId xmlns:a16="http://schemas.microsoft.com/office/drawing/2014/main" id="{3571D1E9-1CE3-4C1A-0B86-AAC23C654DA6}"/>
              </a:ext>
            </a:extLst>
          </p:cNvPr>
          <p:cNvSpPr/>
          <p:nvPr/>
        </p:nvSpPr>
        <p:spPr>
          <a:xfrm>
            <a:off x="7296821"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9" name="Rectangle 18">
            <a:extLst>
              <a:ext uri="{FF2B5EF4-FFF2-40B4-BE49-F238E27FC236}">
                <a16:creationId xmlns:a16="http://schemas.microsoft.com/office/drawing/2014/main" id="{6DC7607B-1D26-DB48-5D4A-E82E40C34753}"/>
              </a:ext>
            </a:extLst>
          </p:cNvPr>
          <p:cNvSpPr/>
          <p:nvPr/>
        </p:nvSpPr>
        <p:spPr>
          <a:xfrm>
            <a:off x="8607454"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0" name="Rectangle 19">
            <a:extLst>
              <a:ext uri="{FF2B5EF4-FFF2-40B4-BE49-F238E27FC236}">
                <a16:creationId xmlns:a16="http://schemas.microsoft.com/office/drawing/2014/main" id="{780862E4-C846-51D5-4C57-38378264A51A}"/>
              </a:ext>
            </a:extLst>
          </p:cNvPr>
          <p:cNvSpPr/>
          <p:nvPr/>
        </p:nvSpPr>
        <p:spPr>
          <a:xfrm>
            <a:off x="592436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Rectangle 20">
            <a:extLst>
              <a:ext uri="{FF2B5EF4-FFF2-40B4-BE49-F238E27FC236}">
                <a16:creationId xmlns:a16="http://schemas.microsoft.com/office/drawing/2014/main" id="{E4D4EBEF-018C-0700-CE8F-925BE9DC640E}"/>
              </a:ext>
            </a:extLst>
          </p:cNvPr>
          <p:cNvSpPr/>
          <p:nvPr/>
        </p:nvSpPr>
        <p:spPr>
          <a:xfrm>
            <a:off x="6619474"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4EE5B6A5-B475-3D23-EE65-00C338E3582A}"/>
              </a:ext>
            </a:extLst>
          </p:cNvPr>
          <p:cNvSpPr/>
          <p:nvPr/>
        </p:nvSpPr>
        <p:spPr>
          <a:xfrm>
            <a:off x="731457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3" name="Rectangle 22">
            <a:extLst>
              <a:ext uri="{FF2B5EF4-FFF2-40B4-BE49-F238E27FC236}">
                <a16:creationId xmlns:a16="http://schemas.microsoft.com/office/drawing/2014/main" id="{866DCB7C-4CB2-40D7-D84A-BB8E82FCDC08}"/>
              </a:ext>
            </a:extLst>
          </p:cNvPr>
          <p:cNvSpPr/>
          <p:nvPr/>
        </p:nvSpPr>
        <p:spPr>
          <a:xfrm>
            <a:off x="8625213"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Rectangle 23">
            <a:extLst>
              <a:ext uri="{FF2B5EF4-FFF2-40B4-BE49-F238E27FC236}">
                <a16:creationId xmlns:a16="http://schemas.microsoft.com/office/drawing/2014/main" id="{0B5E18E6-1378-3858-030D-400F2FFA5DD8}"/>
              </a:ext>
            </a:extLst>
          </p:cNvPr>
          <p:cNvSpPr/>
          <p:nvPr/>
        </p:nvSpPr>
        <p:spPr>
          <a:xfrm>
            <a:off x="7922994" y="563219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Tree>
    <p:extLst>
      <p:ext uri="{BB962C8B-B14F-4D97-AF65-F5344CB8AC3E}">
        <p14:creationId xmlns:p14="http://schemas.microsoft.com/office/powerpoint/2010/main" val="231365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
                                        <p:tgtEl>
                                          <p:spTgt spid="9"/>
                                        </p:tgtEl>
                                      </p:cBhvr>
                                    </p:animEffect>
                                    <p:set>
                                      <p:cBhvr>
                                        <p:cTn id="10" dur="1" fill="hold">
                                          <p:stCondLst>
                                            <p:cond delay="499"/>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22" presetClass="exit" presetSubtype="8" fill="hold" grpId="0" nodeType="clickEffect">
                                  <p:stCondLst>
                                    <p:cond delay="0"/>
                                  </p:stCondLst>
                                  <p:childTnLst>
                                    <p:animEffect transition="out" filter="wipe(left)">
                                      <p:cBhvr>
                                        <p:cTn id="14" dur="500"/>
                                        <p:tgtEl>
                                          <p:spTgt spid="11"/>
                                        </p:tgtEl>
                                      </p:cBhvr>
                                    </p:animEffect>
                                    <p:set>
                                      <p:cBhvr>
                                        <p:cTn id="15" dur="1" fill="hold">
                                          <p:stCondLst>
                                            <p:cond delay="499"/>
                                          </p:stCondLst>
                                        </p:cTn>
                                        <p:tgtEl>
                                          <p:spTgt spid="11"/>
                                        </p:tgtEl>
                                        <p:attrNameLst>
                                          <p:attrName>style.visibility</p:attrName>
                                        </p:attrNameLst>
                                      </p:cBhvr>
                                      <p:to>
                                        <p:strVal val="hidden"/>
                                      </p:to>
                                    </p:set>
                                  </p:childTnLst>
                                </p:cTn>
                              </p:par>
                              <p:par>
                                <p:cTn id="16" presetID="22" presetClass="exit" presetSubtype="8" fill="hold" grpId="0" nodeType="withEffect">
                                  <p:stCondLst>
                                    <p:cond delay="0"/>
                                  </p:stCondLst>
                                  <p:childTnLst>
                                    <p:animEffect transition="out" filter="wipe(left)">
                                      <p:cBhvr>
                                        <p:cTn id="17" dur="500"/>
                                        <p:tgtEl>
                                          <p:spTgt spid="12"/>
                                        </p:tgtEl>
                                      </p:cBhvr>
                                    </p:animEffect>
                                    <p:set>
                                      <p:cBhvr>
                                        <p:cTn id="18" dur="1" fill="hold">
                                          <p:stCondLst>
                                            <p:cond delay="499"/>
                                          </p:stCondLst>
                                        </p:cTn>
                                        <p:tgtEl>
                                          <p:spTgt spid="1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2" presetClass="exit" presetSubtype="8" fill="hold" grpId="0" nodeType="clickEffect">
                                  <p:stCondLst>
                                    <p:cond delay="0"/>
                                  </p:stCondLst>
                                  <p:childTnLst>
                                    <p:animEffect transition="out" filter="wipe(left)">
                                      <p:cBhvr>
                                        <p:cTn id="22" dur="500"/>
                                        <p:tgtEl>
                                          <p:spTgt spid="13"/>
                                        </p:tgtEl>
                                      </p:cBhvr>
                                    </p:animEffect>
                                    <p:set>
                                      <p:cBhvr>
                                        <p:cTn id="23" dur="1" fill="hold">
                                          <p:stCondLst>
                                            <p:cond delay="499"/>
                                          </p:stCondLst>
                                        </p:cTn>
                                        <p:tgtEl>
                                          <p:spTgt spid="13"/>
                                        </p:tgtEl>
                                        <p:attrNameLst>
                                          <p:attrName>style.visibility</p:attrName>
                                        </p:attrNameLst>
                                      </p:cBhvr>
                                      <p:to>
                                        <p:strVal val="hidden"/>
                                      </p:to>
                                    </p:set>
                                  </p:childTnLst>
                                </p:cTn>
                              </p:par>
                              <p:par>
                                <p:cTn id="24" presetID="22" presetClass="exit" presetSubtype="8" fill="hold" grpId="0" nodeType="withEffect">
                                  <p:stCondLst>
                                    <p:cond delay="0"/>
                                  </p:stCondLst>
                                  <p:childTnLst>
                                    <p:animEffect transition="out" filter="wipe(left)">
                                      <p:cBhvr>
                                        <p:cTn id="25" dur="500"/>
                                        <p:tgtEl>
                                          <p:spTgt spid="14"/>
                                        </p:tgtEl>
                                      </p:cBhvr>
                                    </p:animEffect>
                                    <p:set>
                                      <p:cBhvr>
                                        <p:cTn id="26" dur="1" fill="hold">
                                          <p:stCondLst>
                                            <p:cond delay="499"/>
                                          </p:stCondLst>
                                        </p:cTn>
                                        <p:tgtEl>
                                          <p:spTgt spid="1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22" presetClass="exit" presetSubtype="8" fill="hold" grpId="0" nodeType="clickEffect">
                                  <p:stCondLst>
                                    <p:cond delay="0"/>
                                  </p:stCondLst>
                                  <p:childTnLst>
                                    <p:animEffect transition="out" filter="wipe(left)">
                                      <p:cBhvr>
                                        <p:cTn id="30" dur="500"/>
                                        <p:tgtEl>
                                          <p:spTgt spid="15"/>
                                        </p:tgtEl>
                                      </p:cBhvr>
                                    </p:animEffect>
                                    <p:set>
                                      <p:cBhvr>
                                        <p:cTn id="31" dur="1" fill="hold">
                                          <p:stCondLst>
                                            <p:cond delay="499"/>
                                          </p:stCondLst>
                                        </p:cTn>
                                        <p:tgtEl>
                                          <p:spTgt spid="15"/>
                                        </p:tgtEl>
                                        <p:attrNameLst>
                                          <p:attrName>style.visibility</p:attrName>
                                        </p:attrNameLst>
                                      </p:cBhvr>
                                      <p:to>
                                        <p:strVal val="hidden"/>
                                      </p:to>
                                    </p:set>
                                  </p:childTnLst>
                                </p:cTn>
                              </p:par>
                              <p:par>
                                <p:cTn id="32" presetID="22" presetClass="exit" presetSubtype="8" fill="hold" grpId="0" nodeType="withEffect">
                                  <p:stCondLst>
                                    <p:cond delay="0"/>
                                  </p:stCondLst>
                                  <p:childTnLst>
                                    <p:animEffect transition="out" filter="wipe(left)">
                                      <p:cBhvr>
                                        <p:cTn id="33" dur="500"/>
                                        <p:tgtEl>
                                          <p:spTgt spid="16"/>
                                        </p:tgtEl>
                                      </p:cBhvr>
                                    </p:animEffect>
                                    <p:set>
                                      <p:cBhvr>
                                        <p:cTn id="34" dur="1" fill="hold">
                                          <p:stCondLst>
                                            <p:cond delay="499"/>
                                          </p:stCondLst>
                                        </p:cTn>
                                        <p:tgtEl>
                                          <p:spTgt spid="16"/>
                                        </p:tgtEl>
                                        <p:attrNameLst>
                                          <p:attrName>style.visibility</p:attrName>
                                        </p:attrNameLst>
                                      </p:cBhvr>
                                      <p:to>
                                        <p:strVal val="hidden"/>
                                      </p:to>
                                    </p:set>
                                  </p:childTnLst>
                                </p:cTn>
                              </p:par>
                              <p:par>
                                <p:cTn id="35" presetID="22" presetClass="exit" presetSubtype="8" fill="hold" grpId="0" nodeType="withEffect">
                                  <p:stCondLst>
                                    <p:cond delay="0"/>
                                  </p:stCondLst>
                                  <p:childTnLst>
                                    <p:animEffect transition="out" filter="wipe(left)">
                                      <p:cBhvr>
                                        <p:cTn id="36" dur="500"/>
                                        <p:tgtEl>
                                          <p:spTgt spid="17"/>
                                        </p:tgtEl>
                                      </p:cBhvr>
                                    </p:animEffect>
                                    <p:set>
                                      <p:cBhvr>
                                        <p:cTn id="37" dur="1" fill="hold">
                                          <p:stCondLst>
                                            <p:cond delay="499"/>
                                          </p:stCondLst>
                                        </p:cTn>
                                        <p:tgtEl>
                                          <p:spTgt spid="17"/>
                                        </p:tgtEl>
                                        <p:attrNameLst>
                                          <p:attrName>style.visibility</p:attrName>
                                        </p:attrNameLst>
                                      </p:cBhvr>
                                      <p:to>
                                        <p:strVal val="hidden"/>
                                      </p:to>
                                    </p:set>
                                  </p:childTnLst>
                                </p:cTn>
                              </p:par>
                              <p:par>
                                <p:cTn id="38" presetID="22" presetClass="exit" presetSubtype="8" fill="hold" grpId="0" nodeType="withEffect">
                                  <p:stCondLst>
                                    <p:cond delay="0"/>
                                  </p:stCondLst>
                                  <p:childTnLst>
                                    <p:animEffect transition="out" filter="wipe(left)">
                                      <p:cBhvr>
                                        <p:cTn id="39" dur="500"/>
                                        <p:tgtEl>
                                          <p:spTgt spid="18"/>
                                        </p:tgtEl>
                                      </p:cBhvr>
                                    </p:animEffect>
                                    <p:set>
                                      <p:cBhvr>
                                        <p:cTn id="40" dur="1" fill="hold">
                                          <p:stCondLst>
                                            <p:cond delay="499"/>
                                          </p:stCondLst>
                                        </p:cTn>
                                        <p:tgtEl>
                                          <p:spTgt spid="18"/>
                                        </p:tgtEl>
                                        <p:attrNameLst>
                                          <p:attrName>style.visibility</p:attrName>
                                        </p:attrNameLst>
                                      </p:cBhvr>
                                      <p:to>
                                        <p:strVal val="hidden"/>
                                      </p:to>
                                    </p:set>
                                  </p:childTnLst>
                                </p:cTn>
                              </p:par>
                              <p:par>
                                <p:cTn id="41" presetID="22" presetClass="exit" presetSubtype="8" fill="hold" grpId="0" nodeType="withEffect">
                                  <p:stCondLst>
                                    <p:cond delay="0"/>
                                  </p:stCondLst>
                                  <p:childTnLst>
                                    <p:animEffect transition="out" filter="wipe(left)">
                                      <p:cBhvr>
                                        <p:cTn id="42" dur="500"/>
                                        <p:tgtEl>
                                          <p:spTgt spid="19"/>
                                        </p:tgtEl>
                                      </p:cBhvr>
                                    </p:animEffect>
                                    <p:set>
                                      <p:cBhvr>
                                        <p:cTn id="43" dur="1" fill="hold">
                                          <p:stCondLst>
                                            <p:cond delay="499"/>
                                          </p:stCondLst>
                                        </p:cTn>
                                        <p:tgtEl>
                                          <p:spTgt spid="19"/>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22" presetClass="exit" presetSubtype="8" fill="hold" grpId="0" nodeType="clickEffect">
                                  <p:stCondLst>
                                    <p:cond delay="0"/>
                                  </p:stCondLst>
                                  <p:childTnLst>
                                    <p:animEffect transition="out" filter="wipe(left)">
                                      <p:cBhvr>
                                        <p:cTn id="47" dur="500"/>
                                        <p:tgtEl>
                                          <p:spTgt spid="20"/>
                                        </p:tgtEl>
                                      </p:cBhvr>
                                    </p:animEffect>
                                    <p:set>
                                      <p:cBhvr>
                                        <p:cTn id="48" dur="1" fill="hold">
                                          <p:stCondLst>
                                            <p:cond delay="499"/>
                                          </p:stCondLst>
                                        </p:cTn>
                                        <p:tgtEl>
                                          <p:spTgt spid="20"/>
                                        </p:tgtEl>
                                        <p:attrNameLst>
                                          <p:attrName>style.visibility</p:attrName>
                                        </p:attrNameLst>
                                      </p:cBhvr>
                                      <p:to>
                                        <p:strVal val="hidden"/>
                                      </p:to>
                                    </p:set>
                                  </p:childTnLst>
                                </p:cTn>
                              </p:par>
                              <p:par>
                                <p:cTn id="49" presetID="22" presetClass="exit" presetSubtype="8" fill="hold" grpId="0" nodeType="withEffect">
                                  <p:stCondLst>
                                    <p:cond delay="0"/>
                                  </p:stCondLst>
                                  <p:childTnLst>
                                    <p:animEffect transition="out" filter="wipe(left)">
                                      <p:cBhvr>
                                        <p:cTn id="50" dur="500"/>
                                        <p:tgtEl>
                                          <p:spTgt spid="21"/>
                                        </p:tgtEl>
                                      </p:cBhvr>
                                    </p:animEffect>
                                    <p:set>
                                      <p:cBhvr>
                                        <p:cTn id="51" dur="1" fill="hold">
                                          <p:stCondLst>
                                            <p:cond delay="499"/>
                                          </p:stCondLst>
                                        </p:cTn>
                                        <p:tgtEl>
                                          <p:spTgt spid="21"/>
                                        </p:tgtEl>
                                        <p:attrNameLst>
                                          <p:attrName>style.visibility</p:attrName>
                                        </p:attrNameLst>
                                      </p:cBhvr>
                                      <p:to>
                                        <p:strVal val="hidden"/>
                                      </p:to>
                                    </p:set>
                                  </p:childTnLst>
                                </p:cTn>
                              </p:par>
                              <p:par>
                                <p:cTn id="52" presetID="22" presetClass="exit" presetSubtype="8" fill="hold" grpId="0" nodeType="withEffect">
                                  <p:stCondLst>
                                    <p:cond delay="0"/>
                                  </p:stCondLst>
                                  <p:childTnLst>
                                    <p:animEffect transition="out" filter="wipe(left)">
                                      <p:cBhvr>
                                        <p:cTn id="53" dur="500"/>
                                        <p:tgtEl>
                                          <p:spTgt spid="22"/>
                                        </p:tgtEl>
                                      </p:cBhvr>
                                    </p:animEffect>
                                    <p:set>
                                      <p:cBhvr>
                                        <p:cTn id="54" dur="1" fill="hold">
                                          <p:stCondLst>
                                            <p:cond delay="499"/>
                                          </p:stCondLst>
                                        </p:cTn>
                                        <p:tgtEl>
                                          <p:spTgt spid="22"/>
                                        </p:tgtEl>
                                        <p:attrNameLst>
                                          <p:attrName>style.visibility</p:attrName>
                                        </p:attrNameLst>
                                      </p:cBhvr>
                                      <p:to>
                                        <p:strVal val="hidden"/>
                                      </p:to>
                                    </p:set>
                                  </p:childTnLst>
                                </p:cTn>
                              </p:par>
                              <p:par>
                                <p:cTn id="55" presetID="22" presetClass="exit" presetSubtype="8" fill="hold" grpId="0" nodeType="withEffect">
                                  <p:stCondLst>
                                    <p:cond delay="0"/>
                                  </p:stCondLst>
                                  <p:childTnLst>
                                    <p:animEffect transition="out" filter="wipe(left)">
                                      <p:cBhvr>
                                        <p:cTn id="56" dur="500"/>
                                        <p:tgtEl>
                                          <p:spTgt spid="23"/>
                                        </p:tgtEl>
                                      </p:cBhvr>
                                    </p:animEffect>
                                    <p:set>
                                      <p:cBhvr>
                                        <p:cTn id="57" dur="1" fill="hold">
                                          <p:stCondLst>
                                            <p:cond delay="499"/>
                                          </p:stCondLst>
                                        </p:cTn>
                                        <p:tgtEl>
                                          <p:spTgt spid="23"/>
                                        </p:tgtEl>
                                        <p:attrNameLst>
                                          <p:attrName>style.visibility</p:attrName>
                                        </p:attrNameLst>
                                      </p:cBhvr>
                                      <p:to>
                                        <p:strVal val="hidden"/>
                                      </p:to>
                                    </p:set>
                                  </p:childTnLst>
                                </p:cTn>
                              </p:par>
                              <p:par>
                                <p:cTn id="58" presetID="22" presetClass="exit" presetSubtype="8" fill="hold" grpId="0" nodeType="withEffect">
                                  <p:stCondLst>
                                    <p:cond delay="0"/>
                                  </p:stCondLst>
                                  <p:childTnLst>
                                    <p:animEffect transition="out" filter="wipe(left)">
                                      <p:cBhvr>
                                        <p:cTn id="59" dur="500"/>
                                        <p:tgtEl>
                                          <p:spTgt spid="24"/>
                                        </p:tgtEl>
                                      </p:cBhvr>
                                    </p:animEffect>
                                    <p:set>
                                      <p:cBhvr>
                                        <p:cTn id="60" dur="1" fill="hold">
                                          <p:stCondLst>
                                            <p:cond delay="499"/>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ECF649-29D9-E8E5-9FA3-004AA2C9B7D6}"/>
              </a:ext>
            </a:extLst>
          </p:cNvPr>
          <p:cNvSpPr>
            <a:spLocks noGrp="1"/>
          </p:cNvSpPr>
          <p:nvPr>
            <p:ph type="title"/>
          </p:nvPr>
        </p:nvSpPr>
        <p:spPr/>
        <p:txBody>
          <a:bodyPr>
            <a:normAutofit fontScale="90000"/>
          </a:bodyPr>
          <a:lstStyle/>
          <a:p>
            <a:r>
              <a:rPr lang="fr-FR" noProof="0" dirty="0"/>
              <a:t>Qui va faire quoi ?</a:t>
            </a:r>
            <a:endParaRPr lang="fr-FR" sz="4000" noProof="0" dirty="0"/>
          </a:p>
        </p:txBody>
      </p:sp>
      <p:sp>
        <p:nvSpPr>
          <p:cNvPr id="3" name="Espace réservé de la date 2">
            <a:extLst>
              <a:ext uri="{FF2B5EF4-FFF2-40B4-BE49-F238E27FC236}">
                <a16:creationId xmlns:a16="http://schemas.microsoft.com/office/drawing/2014/main" id="{5D99C519-073E-84DB-861D-09B4143454F5}"/>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265740B8-F452-D316-2384-EA7AD19BA7C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6B0F08B6-77F9-C9B8-E9F3-F9A1EDC7744C}"/>
              </a:ext>
            </a:extLst>
          </p:cNvPr>
          <p:cNvSpPr>
            <a:spLocks noGrp="1"/>
          </p:cNvSpPr>
          <p:nvPr>
            <p:ph type="sldNum" sz="quarter" idx="12"/>
          </p:nvPr>
        </p:nvSpPr>
        <p:spPr/>
        <p:txBody>
          <a:bodyPr/>
          <a:lstStyle/>
          <a:p>
            <a:pPr rtl="0"/>
            <a:fld id="{294A09A9-5501-47C1-A89A-A340965A2BE2}" type="slidenum">
              <a:rPr lang="fr-FR" noProof="0" smtClean="0"/>
              <a:t>34</a:t>
            </a:fld>
            <a:endParaRPr lang="fr-FR" noProof="0"/>
          </a:p>
        </p:txBody>
      </p:sp>
      <p:sp>
        <p:nvSpPr>
          <p:cNvPr id="17" name="Espace réservé du texte 16">
            <a:extLst>
              <a:ext uri="{FF2B5EF4-FFF2-40B4-BE49-F238E27FC236}">
                <a16:creationId xmlns:a16="http://schemas.microsoft.com/office/drawing/2014/main" id="{7FD5FAAA-5D43-DE71-13E4-27E79A6454B4}"/>
              </a:ext>
            </a:extLst>
          </p:cNvPr>
          <p:cNvSpPr>
            <a:spLocks noGrp="1"/>
          </p:cNvSpPr>
          <p:nvPr>
            <p:ph type="body" sz="quarter" idx="13"/>
          </p:nvPr>
        </p:nvSpPr>
        <p:spPr/>
        <p:txBody>
          <a:bodyPr/>
          <a:lstStyle/>
          <a:p>
            <a:r>
              <a:rPr lang="fr-FR" dirty="0"/>
              <a:t>Mener une étude, c’est un travail d’équipe</a:t>
            </a:r>
          </a:p>
        </p:txBody>
      </p:sp>
      <p:graphicFrame>
        <p:nvGraphicFramePr>
          <p:cNvPr id="8" name="Tableau 7">
            <a:extLst>
              <a:ext uri="{FF2B5EF4-FFF2-40B4-BE49-F238E27FC236}">
                <a16:creationId xmlns:a16="http://schemas.microsoft.com/office/drawing/2014/main" id="{6BF8991E-3793-D9DE-189A-38E261C6C571}"/>
              </a:ext>
            </a:extLst>
          </p:cNvPr>
          <p:cNvGraphicFramePr>
            <a:graphicFrameLocks noGrp="1"/>
          </p:cNvGraphicFramePr>
          <p:nvPr>
            <p:extLst>
              <p:ext uri="{D42A27DB-BD31-4B8C-83A1-F6EECF244321}">
                <p14:modId xmlns:p14="http://schemas.microsoft.com/office/powerpoint/2010/main" val="274972895"/>
              </p:ext>
            </p:extLst>
          </p:nvPr>
        </p:nvGraphicFramePr>
        <p:xfrm>
          <a:off x="1388889" y="2919409"/>
          <a:ext cx="6622475" cy="3331380"/>
        </p:xfrm>
        <a:graphic>
          <a:graphicData uri="http://schemas.openxmlformats.org/drawingml/2006/table">
            <a:tbl>
              <a:tblPr firstRow="1" firstCol="1" bandRow="1"/>
              <a:tblGrid>
                <a:gridCol w="2151110">
                  <a:extLst>
                    <a:ext uri="{9D8B030D-6E8A-4147-A177-3AD203B41FA5}">
                      <a16:colId xmlns:a16="http://schemas.microsoft.com/office/drawing/2014/main" val="20000"/>
                    </a:ext>
                  </a:extLst>
                </a:gridCol>
                <a:gridCol w="1090855">
                  <a:extLst>
                    <a:ext uri="{9D8B030D-6E8A-4147-A177-3AD203B41FA5}">
                      <a16:colId xmlns:a16="http://schemas.microsoft.com/office/drawing/2014/main" val="20001"/>
                    </a:ext>
                  </a:extLst>
                </a:gridCol>
                <a:gridCol w="1126836">
                  <a:extLst>
                    <a:ext uri="{9D8B030D-6E8A-4147-A177-3AD203B41FA5}">
                      <a16:colId xmlns:a16="http://schemas.microsoft.com/office/drawing/2014/main" val="3058908152"/>
                    </a:ext>
                  </a:extLst>
                </a:gridCol>
                <a:gridCol w="1154545">
                  <a:extLst>
                    <a:ext uri="{9D8B030D-6E8A-4147-A177-3AD203B41FA5}">
                      <a16:colId xmlns:a16="http://schemas.microsoft.com/office/drawing/2014/main" val="93463851"/>
                    </a:ext>
                  </a:extLst>
                </a:gridCol>
                <a:gridCol w="1099129">
                  <a:extLst>
                    <a:ext uri="{9D8B030D-6E8A-4147-A177-3AD203B41FA5}">
                      <a16:colId xmlns:a16="http://schemas.microsoft.com/office/drawing/2014/main" val="3315180043"/>
                    </a:ext>
                  </a:extLst>
                </a:gridCol>
              </a:tblGrid>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Valeurs métier</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Biens supports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Socle de règles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Événements redoutés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98522728"/>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Sources de 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89632964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Parties prenantes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6521366"/>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stratégiques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709384259"/>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opérationnels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44731762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42662915"/>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Mesures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72559042"/>
                  </a:ext>
                </a:extLst>
              </a:tr>
            </a:tbl>
          </a:graphicData>
        </a:graphic>
      </p:graphicFrame>
      <p:grpSp>
        <p:nvGrpSpPr>
          <p:cNvPr id="80" name="Groupe 79">
            <a:extLst>
              <a:ext uri="{FF2B5EF4-FFF2-40B4-BE49-F238E27FC236}">
                <a16:creationId xmlns:a16="http://schemas.microsoft.com/office/drawing/2014/main" id="{5224B4D3-2329-42FE-A359-8A77CC481CFA}"/>
              </a:ext>
            </a:extLst>
          </p:cNvPr>
          <p:cNvGrpSpPr/>
          <p:nvPr/>
        </p:nvGrpSpPr>
        <p:grpSpPr>
          <a:xfrm>
            <a:off x="3480670" y="1430312"/>
            <a:ext cx="4542628" cy="1485901"/>
            <a:chOff x="5139785" y="1332046"/>
            <a:chExt cx="4542628" cy="1779240"/>
          </a:xfrm>
        </p:grpSpPr>
        <p:pic>
          <p:nvPicPr>
            <p:cNvPr id="24" name="Image 23">
              <a:extLst>
                <a:ext uri="{FF2B5EF4-FFF2-40B4-BE49-F238E27FC236}">
                  <a16:creationId xmlns:a16="http://schemas.microsoft.com/office/drawing/2014/main" id="{F253E190-4B7E-537F-9AE4-4E9435A91D66}"/>
                </a:ext>
              </a:extLst>
            </p:cNvPr>
            <p:cNvPicPr>
              <a:picLocks noChangeAspect="1"/>
            </p:cNvPicPr>
            <p:nvPr/>
          </p:nvPicPr>
          <p:blipFill>
            <a:blip r:embed="rId2"/>
            <a:stretch>
              <a:fillRect/>
            </a:stretch>
          </p:blipFill>
          <p:spPr>
            <a:xfrm>
              <a:off x="5185965" y="1332046"/>
              <a:ext cx="4496448" cy="1779240"/>
            </a:xfrm>
            <a:prstGeom prst="rect">
              <a:avLst/>
            </a:prstGeom>
          </p:spPr>
        </p:pic>
        <p:sp>
          <p:nvSpPr>
            <p:cNvPr id="26" name="ZoneTexte 25">
              <a:extLst>
                <a:ext uri="{FF2B5EF4-FFF2-40B4-BE49-F238E27FC236}">
                  <a16:creationId xmlns:a16="http://schemas.microsoft.com/office/drawing/2014/main" id="{F761B49D-A0F7-01F1-13D3-69D09F5EAD3A}"/>
                </a:ext>
              </a:extLst>
            </p:cNvPr>
            <p:cNvSpPr txBox="1"/>
            <p:nvPr/>
          </p:nvSpPr>
          <p:spPr>
            <a:xfrm>
              <a:off x="5139785" y="2679029"/>
              <a:ext cx="1147606"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Autorité</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8" name="ZoneTexte 27">
              <a:extLst>
                <a:ext uri="{FF2B5EF4-FFF2-40B4-BE49-F238E27FC236}">
                  <a16:creationId xmlns:a16="http://schemas.microsoft.com/office/drawing/2014/main" id="{62A8E52D-0753-A47B-B06E-B00FB212A7E9}"/>
                </a:ext>
              </a:extLst>
            </p:cNvPr>
            <p:cNvSpPr txBox="1"/>
            <p:nvPr/>
          </p:nvSpPr>
          <p:spPr>
            <a:xfrm>
              <a:off x="6328101"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Métier</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9" name="ZoneTexte 28">
              <a:extLst>
                <a:ext uri="{FF2B5EF4-FFF2-40B4-BE49-F238E27FC236}">
                  <a16:creationId xmlns:a16="http://schemas.microsoft.com/office/drawing/2014/main" id="{1E542930-3CAF-DC09-67B5-88ED765E7FED}"/>
                </a:ext>
              </a:extLst>
            </p:cNvPr>
            <p:cNvSpPr txBox="1"/>
            <p:nvPr/>
          </p:nvSpPr>
          <p:spPr>
            <a:xfrm>
              <a:off x="7459556"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Technique</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31" name="ZoneTexte 30">
              <a:extLst>
                <a:ext uri="{FF2B5EF4-FFF2-40B4-BE49-F238E27FC236}">
                  <a16:creationId xmlns:a16="http://schemas.microsoft.com/office/drawing/2014/main" id="{DDCBF567-713B-944F-626A-99DC6F63275D}"/>
                </a:ext>
              </a:extLst>
            </p:cNvPr>
            <p:cNvSpPr txBox="1"/>
            <p:nvPr/>
          </p:nvSpPr>
          <p:spPr>
            <a:xfrm>
              <a:off x="8599669"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Expert SSI</a:t>
              </a:r>
              <a:endParaRPr lang="fr-FR" sz="1600" dirty="0">
                <a:solidFill>
                  <a:schemeClr val="bg1"/>
                </a:solidFill>
                <a:latin typeface="Calibri Light" panose="020F0302020204030204" pitchFamily="34" charset="0"/>
                <a:cs typeface="Calibri Light" panose="020F0302020204030204" pitchFamily="34" charset="0"/>
              </a:endParaRPr>
            </a:p>
          </p:txBody>
        </p:sp>
      </p:grpSp>
      <p:grpSp>
        <p:nvGrpSpPr>
          <p:cNvPr id="71" name="Groupe 70">
            <a:extLst>
              <a:ext uri="{FF2B5EF4-FFF2-40B4-BE49-F238E27FC236}">
                <a16:creationId xmlns:a16="http://schemas.microsoft.com/office/drawing/2014/main" id="{56619910-F37A-1651-A02A-562D835A46F6}"/>
              </a:ext>
            </a:extLst>
          </p:cNvPr>
          <p:cNvGrpSpPr/>
          <p:nvPr/>
        </p:nvGrpSpPr>
        <p:grpSpPr>
          <a:xfrm>
            <a:off x="8612507" y="4963798"/>
            <a:ext cx="1509173" cy="1240823"/>
            <a:chOff x="10394884" y="1477994"/>
            <a:chExt cx="1509173" cy="1240823"/>
          </a:xfrm>
        </p:grpSpPr>
        <p:grpSp>
          <p:nvGrpSpPr>
            <p:cNvPr id="67" name="Groupe 66">
              <a:extLst>
                <a:ext uri="{FF2B5EF4-FFF2-40B4-BE49-F238E27FC236}">
                  <a16:creationId xmlns:a16="http://schemas.microsoft.com/office/drawing/2014/main" id="{479AB675-35F7-D372-406E-F03381CC913B}"/>
                </a:ext>
              </a:extLst>
            </p:cNvPr>
            <p:cNvGrpSpPr/>
            <p:nvPr/>
          </p:nvGrpSpPr>
          <p:grpSpPr>
            <a:xfrm>
              <a:off x="10394884" y="1477994"/>
              <a:ext cx="1509173" cy="252000"/>
              <a:chOff x="10394884" y="1477994"/>
              <a:chExt cx="1509173" cy="252000"/>
            </a:xfrm>
          </p:grpSpPr>
          <p:sp>
            <p:nvSpPr>
              <p:cNvPr id="6" name="ZoneTexte 5"/>
              <p:cNvSpPr txBox="1"/>
              <p:nvPr/>
            </p:nvSpPr>
            <p:spPr>
              <a:xfrm>
                <a:off x="10716057" y="148325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Responsable</a:t>
                </a:r>
              </a:p>
            </p:txBody>
          </p:sp>
          <p:sp>
            <p:nvSpPr>
              <p:cNvPr id="60" name="Ellipse 59">
                <a:extLst>
                  <a:ext uri="{FF2B5EF4-FFF2-40B4-BE49-F238E27FC236}">
                    <a16:creationId xmlns:a16="http://schemas.microsoft.com/office/drawing/2014/main" id="{A2556F6C-7B7C-1D0B-390F-24FBB09BED6E}"/>
                  </a:ext>
                </a:extLst>
              </p:cNvPr>
              <p:cNvSpPr>
                <a:spLocks noChangeAspect="1"/>
              </p:cNvSpPr>
              <p:nvPr/>
            </p:nvSpPr>
            <p:spPr>
              <a:xfrm>
                <a:off x="10394884" y="14779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grpSp>
        <p:grpSp>
          <p:nvGrpSpPr>
            <p:cNvPr id="68" name="Groupe 67">
              <a:extLst>
                <a:ext uri="{FF2B5EF4-FFF2-40B4-BE49-F238E27FC236}">
                  <a16:creationId xmlns:a16="http://schemas.microsoft.com/office/drawing/2014/main" id="{755475D7-C319-8106-3657-25911E30A7BE}"/>
                </a:ext>
              </a:extLst>
            </p:cNvPr>
            <p:cNvGrpSpPr/>
            <p:nvPr/>
          </p:nvGrpSpPr>
          <p:grpSpPr>
            <a:xfrm>
              <a:off x="10394884" y="1801492"/>
              <a:ext cx="1509173" cy="252000"/>
              <a:chOff x="10394884" y="1801492"/>
              <a:chExt cx="1509173" cy="252000"/>
            </a:xfrm>
          </p:grpSpPr>
          <p:sp>
            <p:nvSpPr>
              <p:cNvPr id="63" name="Ellipse 62">
                <a:extLst>
                  <a:ext uri="{FF2B5EF4-FFF2-40B4-BE49-F238E27FC236}">
                    <a16:creationId xmlns:a16="http://schemas.microsoft.com/office/drawing/2014/main" id="{792CE8E4-C410-6584-9CB2-7FC87BB989A4}"/>
                  </a:ext>
                </a:extLst>
              </p:cNvPr>
              <p:cNvSpPr>
                <a:spLocks noChangeAspect="1"/>
              </p:cNvSpPr>
              <p:nvPr/>
            </p:nvSpPr>
            <p:spPr>
              <a:xfrm>
                <a:off x="10394884" y="180149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64" name="ZoneTexte 63">
                <a:extLst>
                  <a:ext uri="{FF2B5EF4-FFF2-40B4-BE49-F238E27FC236}">
                    <a16:creationId xmlns:a16="http://schemas.microsoft.com/office/drawing/2014/main" id="{46BCD5F7-16C7-B147-6345-CC9453C8EDD1}"/>
                  </a:ext>
                </a:extLst>
              </p:cNvPr>
              <p:cNvSpPr txBox="1"/>
              <p:nvPr/>
            </p:nvSpPr>
            <p:spPr>
              <a:xfrm>
                <a:off x="10716057" y="1804508"/>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Approbateur</a:t>
                </a:r>
              </a:p>
            </p:txBody>
          </p:sp>
        </p:grpSp>
        <p:grpSp>
          <p:nvGrpSpPr>
            <p:cNvPr id="69" name="Groupe 68">
              <a:extLst>
                <a:ext uri="{FF2B5EF4-FFF2-40B4-BE49-F238E27FC236}">
                  <a16:creationId xmlns:a16="http://schemas.microsoft.com/office/drawing/2014/main" id="{B01FC58D-C5C4-F9E7-207E-F3DFCD5C4927}"/>
                </a:ext>
              </a:extLst>
            </p:cNvPr>
            <p:cNvGrpSpPr/>
            <p:nvPr/>
          </p:nvGrpSpPr>
          <p:grpSpPr>
            <a:xfrm>
              <a:off x="10394884" y="2133708"/>
              <a:ext cx="1509173" cy="252000"/>
              <a:chOff x="10394884" y="2133708"/>
              <a:chExt cx="1509173" cy="252000"/>
            </a:xfrm>
          </p:grpSpPr>
          <p:sp>
            <p:nvSpPr>
              <p:cNvPr id="61" name="Ellipse 60">
                <a:extLst>
                  <a:ext uri="{FF2B5EF4-FFF2-40B4-BE49-F238E27FC236}">
                    <a16:creationId xmlns:a16="http://schemas.microsoft.com/office/drawing/2014/main" id="{B86677CB-B090-950C-6D16-B514F40D1703}"/>
                  </a:ext>
                </a:extLst>
              </p:cNvPr>
              <p:cNvSpPr>
                <a:spLocks noChangeAspect="1"/>
              </p:cNvSpPr>
              <p:nvPr/>
            </p:nvSpPr>
            <p:spPr>
              <a:xfrm>
                <a:off x="10394884" y="2133708"/>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65" name="ZoneTexte 64">
                <a:extLst>
                  <a:ext uri="{FF2B5EF4-FFF2-40B4-BE49-F238E27FC236}">
                    <a16:creationId xmlns:a16="http://schemas.microsoft.com/office/drawing/2014/main" id="{CF58CD96-8849-A5CF-4B11-9D7A3E0514BD}"/>
                  </a:ext>
                </a:extLst>
              </p:cNvPr>
              <p:cNvSpPr txBox="1"/>
              <p:nvPr/>
            </p:nvSpPr>
            <p:spPr>
              <a:xfrm>
                <a:off x="10716057" y="2138675"/>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Consulté</a:t>
                </a:r>
              </a:p>
            </p:txBody>
          </p:sp>
        </p:grpSp>
        <p:grpSp>
          <p:nvGrpSpPr>
            <p:cNvPr id="70" name="Groupe 69">
              <a:extLst>
                <a:ext uri="{FF2B5EF4-FFF2-40B4-BE49-F238E27FC236}">
                  <a16:creationId xmlns:a16="http://schemas.microsoft.com/office/drawing/2014/main" id="{314B1E31-301C-A673-0711-B68B6E57C602}"/>
                </a:ext>
              </a:extLst>
            </p:cNvPr>
            <p:cNvGrpSpPr/>
            <p:nvPr/>
          </p:nvGrpSpPr>
          <p:grpSpPr>
            <a:xfrm>
              <a:off x="10394884" y="2464796"/>
              <a:ext cx="1509173" cy="254021"/>
              <a:chOff x="10394884" y="2464796"/>
              <a:chExt cx="1509173" cy="254021"/>
            </a:xfrm>
          </p:grpSpPr>
          <p:sp>
            <p:nvSpPr>
              <p:cNvPr id="62" name="Ellipse 61">
                <a:extLst>
                  <a:ext uri="{FF2B5EF4-FFF2-40B4-BE49-F238E27FC236}">
                    <a16:creationId xmlns:a16="http://schemas.microsoft.com/office/drawing/2014/main" id="{9FAFA77E-C500-F698-3909-DBD6F20FCACA}"/>
                  </a:ext>
                </a:extLst>
              </p:cNvPr>
              <p:cNvSpPr>
                <a:spLocks noChangeAspect="1"/>
              </p:cNvSpPr>
              <p:nvPr/>
            </p:nvSpPr>
            <p:spPr>
              <a:xfrm>
                <a:off x="10394884" y="246479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66" name="ZoneTexte 65">
                <a:extLst>
                  <a:ext uri="{FF2B5EF4-FFF2-40B4-BE49-F238E27FC236}">
                    <a16:creationId xmlns:a16="http://schemas.microsoft.com/office/drawing/2014/main" id="{21E7B793-47F5-CC7E-56B8-649E0B0A2F59}"/>
                  </a:ext>
                </a:extLst>
              </p:cNvPr>
              <p:cNvSpPr txBox="1"/>
              <p:nvPr/>
            </p:nvSpPr>
            <p:spPr>
              <a:xfrm>
                <a:off x="10716057" y="247401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Informé</a:t>
                </a:r>
              </a:p>
            </p:txBody>
          </p:sp>
        </p:grpSp>
      </p:grpSp>
      <p:grpSp>
        <p:nvGrpSpPr>
          <p:cNvPr id="81" name="Groupe 80">
            <a:extLst>
              <a:ext uri="{FF2B5EF4-FFF2-40B4-BE49-F238E27FC236}">
                <a16:creationId xmlns:a16="http://schemas.microsoft.com/office/drawing/2014/main" id="{8414E93D-F348-EE96-7644-2B7175ED63E0}"/>
              </a:ext>
            </a:extLst>
          </p:cNvPr>
          <p:cNvGrpSpPr/>
          <p:nvPr/>
        </p:nvGrpSpPr>
        <p:grpSpPr>
          <a:xfrm>
            <a:off x="3983660" y="2958904"/>
            <a:ext cx="3765500" cy="3254941"/>
            <a:chOff x="5642775" y="3153976"/>
            <a:chExt cx="3765500" cy="3254941"/>
          </a:xfrm>
        </p:grpSpPr>
        <p:sp>
          <p:nvSpPr>
            <p:cNvPr id="9" name="Ellipse 8">
              <a:extLst>
                <a:ext uri="{FF2B5EF4-FFF2-40B4-BE49-F238E27FC236}">
                  <a16:creationId xmlns:a16="http://schemas.microsoft.com/office/drawing/2014/main" id="{1D4A45F8-E98E-958C-1AE8-03F0AF12D3D3}"/>
                </a:ext>
              </a:extLst>
            </p:cNvPr>
            <p:cNvSpPr>
              <a:spLocks noChangeAspect="1"/>
            </p:cNvSpPr>
            <p:nvPr/>
          </p:nvSpPr>
          <p:spPr>
            <a:xfrm>
              <a:off x="5642775" y="31632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0" name="Ellipse 9">
              <a:extLst>
                <a:ext uri="{FF2B5EF4-FFF2-40B4-BE49-F238E27FC236}">
                  <a16:creationId xmlns:a16="http://schemas.microsoft.com/office/drawing/2014/main" id="{4087B3DF-51A7-FFE4-7C7A-89B46596677F}"/>
                </a:ext>
              </a:extLst>
            </p:cNvPr>
            <p:cNvSpPr>
              <a:spLocks noChangeAspect="1"/>
            </p:cNvSpPr>
            <p:nvPr/>
          </p:nvSpPr>
          <p:spPr>
            <a:xfrm>
              <a:off x="5642775" y="381891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2" name="Ellipse 11">
              <a:extLst>
                <a:ext uri="{FF2B5EF4-FFF2-40B4-BE49-F238E27FC236}">
                  <a16:creationId xmlns:a16="http://schemas.microsoft.com/office/drawing/2014/main" id="{4CC3487C-ACBD-B16D-799C-DFAAD47DB978}"/>
                </a:ext>
              </a:extLst>
            </p:cNvPr>
            <p:cNvSpPr>
              <a:spLocks noChangeAspect="1"/>
            </p:cNvSpPr>
            <p:nvPr/>
          </p:nvSpPr>
          <p:spPr>
            <a:xfrm>
              <a:off x="5642775" y="5823794"/>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3" name="Ellipse 12">
              <a:extLst>
                <a:ext uri="{FF2B5EF4-FFF2-40B4-BE49-F238E27FC236}">
                  <a16:creationId xmlns:a16="http://schemas.microsoft.com/office/drawing/2014/main" id="{22518A1D-7AE3-AD3C-1D14-E9FB9C991007}"/>
                </a:ext>
              </a:extLst>
            </p:cNvPr>
            <p:cNvSpPr>
              <a:spLocks noChangeAspect="1"/>
            </p:cNvSpPr>
            <p:nvPr/>
          </p:nvSpPr>
          <p:spPr>
            <a:xfrm>
              <a:off x="5642775" y="415000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5" name="Ellipse 14">
              <a:extLst>
                <a:ext uri="{FF2B5EF4-FFF2-40B4-BE49-F238E27FC236}">
                  <a16:creationId xmlns:a16="http://schemas.microsoft.com/office/drawing/2014/main" id="{3B1CC385-1293-210B-247D-6040FC9ED6A8}"/>
                </a:ext>
              </a:extLst>
            </p:cNvPr>
            <p:cNvSpPr>
              <a:spLocks noChangeAspect="1"/>
            </p:cNvSpPr>
            <p:nvPr/>
          </p:nvSpPr>
          <p:spPr>
            <a:xfrm>
              <a:off x="5642775" y="448543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6" name="Ellipse 15">
              <a:extLst>
                <a:ext uri="{FF2B5EF4-FFF2-40B4-BE49-F238E27FC236}">
                  <a16:creationId xmlns:a16="http://schemas.microsoft.com/office/drawing/2014/main" id="{22B0E28F-67BF-9754-00B9-74C2288DAB81}"/>
                </a:ext>
              </a:extLst>
            </p:cNvPr>
            <p:cNvSpPr>
              <a:spLocks noChangeAspect="1"/>
            </p:cNvSpPr>
            <p:nvPr/>
          </p:nvSpPr>
          <p:spPr>
            <a:xfrm>
              <a:off x="5642775" y="481491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18" name="Ellipse 17">
              <a:extLst>
                <a:ext uri="{FF2B5EF4-FFF2-40B4-BE49-F238E27FC236}">
                  <a16:creationId xmlns:a16="http://schemas.microsoft.com/office/drawing/2014/main" id="{FAD23DB7-F6F7-D1A1-A675-A88048B5ECF9}"/>
                </a:ext>
              </a:extLst>
            </p:cNvPr>
            <p:cNvSpPr>
              <a:spLocks noChangeAspect="1"/>
            </p:cNvSpPr>
            <p:nvPr/>
          </p:nvSpPr>
          <p:spPr>
            <a:xfrm>
              <a:off x="5642775" y="615691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9" name="Ellipse 18">
              <a:extLst>
                <a:ext uri="{FF2B5EF4-FFF2-40B4-BE49-F238E27FC236}">
                  <a16:creationId xmlns:a16="http://schemas.microsoft.com/office/drawing/2014/main" id="{633407CF-83D9-3D8C-2975-8237573AA594}"/>
                </a:ext>
              </a:extLst>
            </p:cNvPr>
            <p:cNvSpPr>
              <a:spLocks noChangeAspect="1"/>
            </p:cNvSpPr>
            <p:nvPr/>
          </p:nvSpPr>
          <p:spPr>
            <a:xfrm>
              <a:off x="5642775" y="515038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7" name="Ellipse 6">
              <a:extLst>
                <a:ext uri="{FF2B5EF4-FFF2-40B4-BE49-F238E27FC236}">
                  <a16:creationId xmlns:a16="http://schemas.microsoft.com/office/drawing/2014/main" id="{1C5DA6FC-EDBA-6CFA-8BEE-387839BB6B23}"/>
                </a:ext>
              </a:extLst>
            </p:cNvPr>
            <p:cNvSpPr>
              <a:spLocks noChangeAspect="1"/>
            </p:cNvSpPr>
            <p:nvPr/>
          </p:nvSpPr>
          <p:spPr>
            <a:xfrm>
              <a:off x="5642775" y="34866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3" name="Ellipse 22">
              <a:extLst>
                <a:ext uri="{FF2B5EF4-FFF2-40B4-BE49-F238E27FC236}">
                  <a16:creationId xmlns:a16="http://schemas.microsoft.com/office/drawing/2014/main" id="{A4B1A018-3BBC-05BC-5DB5-523E9EF8198A}"/>
                </a:ext>
              </a:extLst>
            </p:cNvPr>
            <p:cNvSpPr>
              <a:spLocks noChangeAspect="1"/>
            </p:cNvSpPr>
            <p:nvPr/>
          </p:nvSpPr>
          <p:spPr>
            <a:xfrm>
              <a:off x="5642775" y="547989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7" name="Ellipse 26">
              <a:extLst>
                <a:ext uri="{FF2B5EF4-FFF2-40B4-BE49-F238E27FC236}">
                  <a16:creationId xmlns:a16="http://schemas.microsoft.com/office/drawing/2014/main" id="{C6A0653B-B651-9692-3A4A-1D3FE887807C}"/>
                </a:ext>
              </a:extLst>
            </p:cNvPr>
            <p:cNvSpPr>
              <a:spLocks noChangeAspect="1"/>
            </p:cNvSpPr>
            <p:nvPr/>
          </p:nvSpPr>
          <p:spPr>
            <a:xfrm>
              <a:off x="6589510" y="3158588"/>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0" name="Ellipse 29">
              <a:extLst>
                <a:ext uri="{FF2B5EF4-FFF2-40B4-BE49-F238E27FC236}">
                  <a16:creationId xmlns:a16="http://schemas.microsoft.com/office/drawing/2014/main" id="{0DEFE1E5-42D4-E32D-C12E-B8B969367DF8}"/>
                </a:ext>
              </a:extLst>
            </p:cNvPr>
            <p:cNvSpPr>
              <a:spLocks noChangeAspect="1"/>
            </p:cNvSpPr>
            <p:nvPr/>
          </p:nvSpPr>
          <p:spPr>
            <a:xfrm>
              <a:off x="6737286" y="381430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2" name="Ellipse 31">
              <a:extLst>
                <a:ext uri="{FF2B5EF4-FFF2-40B4-BE49-F238E27FC236}">
                  <a16:creationId xmlns:a16="http://schemas.microsoft.com/office/drawing/2014/main" id="{8D7FBFFD-147E-1BEA-935E-948D64F650C0}"/>
                </a:ext>
              </a:extLst>
            </p:cNvPr>
            <p:cNvSpPr>
              <a:spLocks noChangeAspect="1"/>
            </p:cNvSpPr>
            <p:nvPr/>
          </p:nvSpPr>
          <p:spPr>
            <a:xfrm>
              <a:off x="6737286" y="581918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3" name="Ellipse 32">
              <a:extLst>
                <a:ext uri="{FF2B5EF4-FFF2-40B4-BE49-F238E27FC236}">
                  <a16:creationId xmlns:a16="http://schemas.microsoft.com/office/drawing/2014/main" id="{95291EAD-7919-A670-DA07-1D7704323AEC}"/>
                </a:ext>
              </a:extLst>
            </p:cNvPr>
            <p:cNvSpPr>
              <a:spLocks noChangeAspect="1"/>
            </p:cNvSpPr>
            <p:nvPr/>
          </p:nvSpPr>
          <p:spPr>
            <a:xfrm>
              <a:off x="6589510" y="414539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4" name="Ellipse 33">
              <a:extLst>
                <a:ext uri="{FF2B5EF4-FFF2-40B4-BE49-F238E27FC236}">
                  <a16:creationId xmlns:a16="http://schemas.microsoft.com/office/drawing/2014/main" id="{4B885283-6444-2665-44DC-3914A63FD411}"/>
                </a:ext>
              </a:extLst>
            </p:cNvPr>
            <p:cNvSpPr>
              <a:spLocks noChangeAspect="1"/>
            </p:cNvSpPr>
            <p:nvPr/>
          </p:nvSpPr>
          <p:spPr>
            <a:xfrm>
              <a:off x="6737286" y="448082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5" name="Ellipse 34">
              <a:extLst>
                <a:ext uri="{FF2B5EF4-FFF2-40B4-BE49-F238E27FC236}">
                  <a16:creationId xmlns:a16="http://schemas.microsoft.com/office/drawing/2014/main" id="{42BB528D-8B34-53D5-E6D9-B35BC08F7CB2}"/>
                </a:ext>
              </a:extLst>
            </p:cNvPr>
            <p:cNvSpPr>
              <a:spLocks noChangeAspect="1"/>
            </p:cNvSpPr>
            <p:nvPr/>
          </p:nvSpPr>
          <p:spPr>
            <a:xfrm>
              <a:off x="6589510" y="481030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6" name="Ellipse 35">
              <a:extLst>
                <a:ext uri="{FF2B5EF4-FFF2-40B4-BE49-F238E27FC236}">
                  <a16:creationId xmlns:a16="http://schemas.microsoft.com/office/drawing/2014/main" id="{B436513A-EA74-EB40-C850-9B39F4D6BB1B}"/>
                </a:ext>
              </a:extLst>
            </p:cNvPr>
            <p:cNvSpPr>
              <a:spLocks noChangeAspect="1"/>
            </p:cNvSpPr>
            <p:nvPr/>
          </p:nvSpPr>
          <p:spPr>
            <a:xfrm>
              <a:off x="6737286" y="6152305"/>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7" name="Ellipse 36">
              <a:extLst>
                <a:ext uri="{FF2B5EF4-FFF2-40B4-BE49-F238E27FC236}">
                  <a16:creationId xmlns:a16="http://schemas.microsoft.com/office/drawing/2014/main" id="{0FDE6413-66C3-3AD7-3AA9-2FC022380164}"/>
                </a:ext>
              </a:extLst>
            </p:cNvPr>
            <p:cNvSpPr>
              <a:spLocks noChangeAspect="1"/>
            </p:cNvSpPr>
            <p:nvPr/>
          </p:nvSpPr>
          <p:spPr>
            <a:xfrm>
              <a:off x="6589510" y="514577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8" name="Ellipse 37">
              <a:extLst>
                <a:ext uri="{FF2B5EF4-FFF2-40B4-BE49-F238E27FC236}">
                  <a16:creationId xmlns:a16="http://schemas.microsoft.com/office/drawing/2014/main" id="{182F2560-A9BA-892B-41DB-0EB4D18D81C4}"/>
                </a:ext>
              </a:extLst>
            </p:cNvPr>
            <p:cNvSpPr>
              <a:spLocks noChangeAspect="1"/>
            </p:cNvSpPr>
            <p:nvPr/>
          </p:nvSpPr>
          <p:spPr>
            <a:xfrm>
              <a:off x="6737286" y="3482086"/>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9" name="Ellipse 38">
              <a:extLst>
                <a:ext uri="{FF2B5EF4-FFF2-40B4-BE49-F238E27FC236}">
                  <a16:creationId xmlns:a16="http://schemas.microsoft.com/office/drawing/2014/main" id="{7FBDF502-577B-CB20-5D3B-F02347285F2A}"/>
                </a:ext>
              </a:extLst>
            </p:cNvPr>
            <p:cNvSpPr>
              <a:spLocks noChangeAspect="1"/>
            </p:cNvSpPr>
            <p:nvPr/>
          </p:nvSpPr>
          <p:spPr>
            <a:xfrm>
              <a:off x="6737286" y="547528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0" name="Ellipse 39">
              <a:extLst>
                <a:ext uri="{FF2B5EF4-FFF2-40B4-BE49-F238E27FC236}">
                  <a16:creationId xmlns:a16="http://schemas.microsoft.com/office/drawing/2014/main" id="{F39324B4-2217-F05C-AAB7-78132545EBC2}"/>
                </a:ext>
              </a:extLst>
            </p:cNvPr>
            <p:cNvSpPr>
              <a:spLocks noChangeAspect="1"/>
            </p:cNvSpPr>
            <p:nvPr/>
          </p:nvSpPr>
          <p:spPr>
            <a:xfrm>
              <a:off x="7887213" y="315397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1" name="Ellipse 40">
              <a:extLst>
                <a:ext uri="{FF2B5EF4-FFF2-40B4-BE49-F238E27FC236}">
                  <a16:creationId xmlns:a16="http://schemas.microsoft.com/office/drawing/2014/main" id="{5F85A33B-F652-A959-1526-58BEA96966F6}"/>
                </a:ext>
              </a:extLst>
            </p:cNvPr>
            <p:cNvSpPr>
              <a:spLocks noChangeAspect="1"/>
            </p:cNvSpPr>
            <p:nvPr/>
          </p:nvSpPr>
          <p:spPr>
            <a:xfrm>
              <a:off x="7887213" y="3809690"/>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2" name="Ellipse 41">
              <a:extLst>
                <a:ext uri="{FF2B5EF4-FFF2-40B4-BE49-F238E27FC236}">
                  <a16:creationId xmlns:a16="http://schemas.microsoft.com/office/drawing/2014/main" id="{AD60E2D7-2B40-515D-2A53-5AC7D83405D0}"/>
                </a:ext>
              </a:extLst>
            </p:cNvPr>
            <p:cNvSpPr>
              <a:spLocks noChangeAspect="1"/>
            </p:cNvSpPr>
            <p:nvPr/>
          </p:nvSpPr>
          <p:spPr>
            <a:xfrm>
              <a:off x="7887213" y="581457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3" name="Ellipse 42">
              <a:extLst>
                <a:ext uri="{FF2B5EF4-FFF2-40B4-BE49-F238E27FC236}">
                  <a16:creationId xmlns:a16="http://schemas.microsoft.com/office/drawing/2014/main" id="{ECD294DF-DDC6-BC49-1227-ED471D6E0DC7}"/>
                </a:ext>
              </a:extLst>
            </p:cNvPr>
            <p:cNvSpPr>
              <a:spLocks noChangeAspect="1"/>
            </p:cNvSpPr>
            <p:nvPr/>
          </p:nvSpPr>
          <p:spPr>
            <a:xfrm>
              <a:off x="7887213" y="414077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4" name="Ellipse 43">
              <a:extLst>
                <a:ext uri="{FF2B5EF4-FFF2-40B4-BE49-F238E27FC236}">
                  <a16:creationId xmlns:a16="http://schemas.microsoft.com/office/drawing/2014/main" id="{39D53836-BDF5-781E-E77F-9FD6C3126875}"/>
                </a:ext>
              </a:extLst>
            </p:cNvPr>
            <p:cNvSpPr>
              <a:spLocks noChangeAspect="1"/>
            </p:cNvSpPr>
            <p:nvPr/>
          </p:nvSpPr>
          <p:spPr>
            <a:xfrm>
              <a:off x="7887213" y="447621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5" name="Ellipse 44">
              <a:extLst>
                <a:ext uri="{FF2B5EF4-FFF2-40B4-BE49-F238E27FC236}">
                  <a16:creationId xmlns:a16="http://schemas.microsoft.com/office/drawing/2014/main" id="{B18B916B-E08B-8A44-2BFE-BE5909BCC1D0}"/>
                </a:ext>
              </a:extLst>
            </p:cNvPr>
            <p:cNvSpPr>
              <a:spLocks noChangeAspect="1"/>
            </p:cNvSpPr>
            <p:nvPr/>
          </p:nvSpPr>
          <p:spPr>
            <a:xfrm>
              <a:off x="7887213" y="480568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46" name="Ellipse 45">
              <a:extLst>
                <a:ext uri="{FF2B5EF4-FFF2-40B4-BE49-F238E27FC236}">
                  <a16:creationId xmlns:a16="http://schemas.microsoft.com/office/drawing/2014/main" id="{FB34266B-CE7C-15BF-450F-BFB2BFE27E24}"/>
                </a:ext>
              </a:extLst>
            </p:cNvPr>
            <p:cNvSpPr>
              <a:spLocks noChangeAspect="1"/>
            </p:cNvSpPr>
            <p:nvPr/>
          </p:nvSpPr>
          <p:spPr>
            <a:xfrm>
              <a:off x="7887213" y="6147693"/>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7" name="Ellipse 46">
              <a:extLst>
                <a:ext uri="{FF2B5EF4-FFF2-40B4-BE49-F238E27FC236}">
                  <a16:creationId xmlns:a16="http://schemas.microsoft.com/office/drawing/2014/main" id="{E66BB366-2031-E956-2E5B-6834D1256565}"/>
                </a:ext>
              </a:extLst>
            </p:cNvPr>
            <p:cNvSpPr>
              <a:spLocks noChangeAspect="1"/>
            </p:cNvSpPr>
            <p:nvPr/>
          </p:nvSpPr>
          <p:spPr>
            <a:xfrm>
              <a:off x="7887213" y="514116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8" name="Ellipse 47">
              <a:extLst>
                <a:ext uri="{FF2B5EF4-FFF2-40B4-BE49-F238E27FC236}">
                  <a16:creationId xmlns:a16="http://schemas.microsoft.com/office/drawing/2014/main" id="{D60D97CE-7202-76FF-B380-A1162E87D67A}"/>
                </a:ext>
              </a:extLst>
            </p:cNvPr>
            <p:cNvSpPr>
              <a:spLocks noChangeAspect="1"/>
            </p:cNvSpPr>
            <p:nvPr/>
          </p:nvSpPr>
          <p:spPr>
            <a:xfrm>
              <a:off x="7739437" y="347747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49" name="Ellipse 48">
              <a:extLst>
                <a:ext uri="{FF2B5EF4-FFF2-40B4-BE49-F238E27FC236}">
                  <a16:creationId xmlns:a16="http://schemas.microsoft.com/office/drawing/2014/main" id="{9795E20B-E45D-3F82-BDE2-362311928904}"/>
                </a:ext>
              </a:extLst>
            </p:cNvPr>
            <p:cNvSpPr>
              <a:spLocks noChangeAspect="1"/>
            </p:cNvSpPr>
            <p:nvPr/>
          </p:nvSpPr>
          <p:spPr>
            <a:xfrm>
              <a:off x="7739437" y="547067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0" name="Ellipse 49">
              <a:extLst>
                <a:ext uri="{FF2B5EF4-FFF2-40B4-BE49-F238E27FC236}">
                  <a16:creationId xmlns:a16="http://schemas.microsoft.com/office/drawing/2014/main" id="{3E44B4D5-0B89-E9F5-6719-548FFEAE5A50}"/>
                </a:ext>
              </a:extLst>
            </p:cNvPr>
            <p:cNvSpPr>
              <a:spLocks noChangeAspect="1"/>
            </p:cNvSpPr>
            <p:nvPr/>
          </p:nvSpPr>
          <p:spPr>
            <a:xfrm>
              <a:off x="9009426" y="31586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1" name="Ellipse 50">
              <a:extLst>
                <a:ext uri="{FF2B5EF4-FFF2-40B4-BE49-F238E27FC236}">
                  <a16:creationId xmlns:a16="http://schemas.microsoft.com/office/drawing/2014/main" id="{B6EC90D4-E777-C257-B3D7-A00F31203E97}"/>
                </a:ext>
              </a:extLst>
            </p:cNvPr>
            <p:cNvSpPr>
              <a:spLocks noChangeAspect="1"/>
            </p:cNvSpPr>
            <p:nvPr/>
          </p:nvSpPr>
          <p:spPr>
            <a:xfrm>
              <a:off x="8861643" y="381431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2" name="Ellipse 51">
              <a:extLst>
                <a:ext uri="{FF2B5EF4-FFF2-40B4-BE49-F238E27FC236}">
                  <a16:creationId xmlns:a16="http://schemas.microsoft.com/office/drawing/2014/main" id="{2095224D-D9D8-E69A-C9D4-08F2BC05B4F6}"/>
                </a:ext>
              </a:extLst>
            </p:cNvPr>
            <p:cNvSpPr>
              <a:spLocks noChangeAspect="1"/>
            </p:cNvSpPr>
            <p:nvPr/>
          </p:nvSpPr>
          <p:spPr>
            <a:xfrm>
              <a:off x="9009426" y="58191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3" name="Ellipse 52">
              <a:extLst>
                <a:ext uri="{FF2B5EF4-FFF2-40B4-BE49-F238E27FC236}">
                  <a16:creationId xmlns:a16="http://schemas.microsoft.com/office/drawing/2014/main" id="{54B0E410-3D2F-FC4F-B059-801844F2775E}"/>
                </a:ext>
              </a:extLst>
            </p:cNvPr>
            <p:cNvSpPr>
              <a:spLocks noChangeAspect="1"/>
            </p:cNvSpPr>
            <p:nvPr/>
          </p:nvSpPr>
          <p:spPr>
            <a:xfrm>
              <a:off x="9009426" y="414540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4" name="Ellipse 53">
              <a:extLst>
                <a:ext uri="{FF2B5EF4-FFF2-40B4-BE49-F238E27FC236}">
                  <a16:creationId xmlns:a16="http://schemas.microsoft.com/office/drawing/2014/main" id="{66EA617F-3095-1E2C-90BF-DF8336D85406}"/>
                </a:ext>
              </a:extLst>
            </p:cNvPr>
            <p:cNvSpPr>
              <a:spLocks noChangeAspect="1"/>
            </p:cNvSpPr>
            <p:nvPr/>
          </p:nvSpPr>
          <p:spPr>
            <a:xfrm>
              <a:off x="8861643" y="448083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5" name="Ellipse 54">
              <a:extLst>
                <a:ext uri="{FF2B5EF4-FFF2-40B4-BE49-F238E27FC236}">
                  <a16:creationId xmlns:a16="http://schemas.microsoft.com/office/drawing/2014/main" id="{FF0073BD-6350-FEE5-7D23-CEF7F6F59E65}"/>
                </a:ext>
              </a:extLst>
            </p:cNvPr>
            <p:cNvSpPr>
              <a:spLocks noChangeAspect="1"/>
            </p:cNvSpPr>
            <p:nvPr/>
          </p:nvSpPr>
          <p:spPr>
            <a:xfrm>
              <a:off x="9009426" y="481031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6" name="Ellipse 55">
              <a:extLst>
                <a:ext uri="{FF2B5EF4-FFF2-40B4-BE49-F238E27FC236}">
                  <a16:creationId xmlns:a16="http://schemas.microsoft.com/office/drawing/2014/main" id="{13AD9E6A-F30E-EC9D-BEDE-13FAE8C89D0D}"/>
                </a:ext>
              </a:extLst>
            </p:cNvPr>
            <p:cNvSpPr>
              <a:spLocks noChangeAspect="1"/>
            </p:cNvSpPr>
            <p:nvPr/>
          </p:nvSpPr>
          <p:spPr>
            <a:xfrm>
              <a:off x="9009426" y="6152317"/>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7" name="Ellipse 56">
              <a:extLst>
                <a:ext uri="{FF2B5EF4-FFF2-40B4-BE49-F238E27FC236}">
                  <a16:creationId xmlns:a16="http://schemas.microsoft.com/office/drawing/2014/main" id="{D4F8B417-8E77-3E65-E49B-3A44BDE38E7A}"/>
                </a:ext>
              </a:extLst>
            </p:cNvPr>
            <p:cNvSpPr>
              <a:spLocks noChangeAspect="1"/>
            </p:cNvSpPr>
            <p:nvPr/>
          </p:nvSpPr>
          <p:spPr>
            <a:xfrm>
              <a:off x="9009426" y="514578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8" name="Ellipse 57">
              <a:extLst>
                <a:ext uri="{FF2B5EF4-FFF2-40B4-BE49-F238E27FC236}">
                  <a16:creationId xmlns:a16="http://schemas.microsoft.com/office/drawing/2014/main" id="{48A98CE1-9996-4715-67C8-8A618D084B2D}"/>
                </a:ext>
              </a:extLst>
            </p:cNvPr>
            <p:cNvSpPr>
              <a:spLocks noChangeAspect="1"/>
            </p:cNvSpPr>
            <p:nvPr/>
          </p:nvSpPr>
          <p:spPr>
            <a:xfrm>
              <a:off x="9009426" y="34820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9" name="Ellipse 58">
              <a:extLst>
                <a:ext uri="{FF2B5EF4-FFF2-40B4-BE49-F238E27FC236}">
                  <a16:creationId xmlns:a16="http://schemas.microsoft.com/office/drawing/2014/main" id="{C2B2896A-3D0B-0B30-47B2-EE43EBBFD700}"/>
                </a:ext>
              </a:extLst>
            </p:cNvPr>
            <p:cNvSpPr>
              <a:spLocks noChangeAspect="1"/>
            </p:cNvSpPr>
            <p:nvPr/>
          </p:nvSpPr>
          <p:spPr>
            <a:xfrm>
              <a:off x="9009426" y="547529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C</a:t>
              </a:r>
            </a:p>
          </p:txBody>
        </p:sp>
        <p:sp>
          <p:nvSpPr>
            <p:cNvPr id="72" name="Ellipse 71">
              <a:extLst>
                <a:ext uri="{FF2B5EF4-FFF2-40B4-BE49-F238E27FC236}">
                  <a16:creationId xmlns:a16="http://schemas.microsoft.com/office/drawing/2014/main" id="{C6D295E7-926E-F235-896B-DC761895D776}"/>
                </a:ext>
              </a:extLst>
            </p:cNvPr>
            <p:cNvSpPr>
              <a:spLocks noChangeAspect="1"/>
            </p:cNvSpPr>
            <p:nvPr/>
          </p:nvSpPr>
          <p:spPr>
            <a:xfrm>
              <a:off x="6888923" y="3153976"/>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3" name="Ellipse 72">
              <a:extLst>
                <a:ext uri="{FF2B5EF4-FFF2-40B4-BE49-F238E27FC236}">
                  <a16:creationId xmlns:a16="http://schemas.microsoft.com/office/drawing/2014/main" id="{0C279BAF-22B1-0722-C7BB-A6179B13B019}"/>
                </a:ext>
              </a:extLst>
            </p:cNvPr>
            <p:cNvSpPr>
              <a:spLocks noChangeAspect="1"/>
            </p:cNvSpPr>
            <p:nvPr/>
          </p:nvSpPr>
          <p:spPr>
            <a:xfrm>
              <a:off x="6885528" y="414993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4" name="Ellipse 73">
              <a:extLst>
                <a:ext uri="{FF2B5EF4-FFF2-40B4-BE49-F238E27FC236}">
                  <a16:creationId xmlns:a16="http://schemas.microsoft.com/office/drawing/2014/main" id="{9ED9EF7D-8704-CC45-33E1-2141C3566A8F}"/>
                </a:ext>
              </a:extLst>
            </p:cNvPr>
            <p:cNvSpPr>
              <a:spLocks noChangeAspect="1"/>
            </p:cNvSpPr>
            <p:nvPr/>
          </p:nvSpPr>
          <p:spPr>
            <a:xfrm>
              <a:off x="9155818" y="4482275"/>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5" name="Ellipse 74">
              <a:extLst>
                <a:ext uri="{FF2B5EF4-FFF2-40B4-BE49-F238E27FC236}">
                  <a16:creationId xmlns:a16="http://schemas.microsoft.com/office/drawing/2014/main" id="{114369D4-F251-F071-5D1D-20FAD325B03F}"/>
                </a:ext>
              </a:extLst>
            </p:cNvPr>
            <p:cNvSpPr>
              <a:spLocks noChangeAspect="1"/>
            </p:cNvSpPr>
            <p:nvPr/>
          </p:nvSpPr>
          <p:spPr>
            <a:xfrm>
              <a:off x="8035455" y="5470670"/>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6" name="Ellipse 75">
              <a:extLst>
                <a:ext uri="{FF2B5EF4-FFF2-40B4-BE49-F238E27FC236}">
                  <a16:creationId xmlns:a16="http://schemas.microsoft.com/office/drawing/2014/main" id="{E62B2D50-C4D9-4D73-2651-B788F0707DA2}"/>
                </a:ext>
              </a:extLst>
            </p:cNvPr>
            <p:cNvSpPr>
              <a:spLocks noChangeAspect="1"/>
            </p:cNvSpPr>
            <p:nvPr/>
          </p:nvSpPr>
          <p:spPr>
            <a:xfrm>
              <a:off x="8035455" y="347282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7" name="Ellipse 76">
              <a:extLst>
                <a:ext uri="{FF2B5EF4-FFF2-40B4-BE49-F238E27FC236}">
                  <a16:creationId xmlns:a16="http://schemas.microsoft.com/office/drawing/2014/main" id="{7C9306DF-A646-97B5-946B-1182EEA436B6}"/>
                </a:ext>
              </a:extLst>
            </p:cNvPr>
            <p:cNvSpPr>
              <a:spLocks noChangeAspect="1"/>
            </p:cNvSpPr>
            <p:nvPr/>
          </p:nvSpPr>
          <p:spPr>
            <a:xfrm>
              <a:off x="6894765" y="5154978"/>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8" name="Ellipse 77">
              <a:extLst>
                <a:ext uri="{FF2B5EF4-FFF2-40B4-BE49-F238E27FC236}">
                  <a16:creationId xmlns:a16="http://schemas.microsoft.com/office/drawing/2014/main" id="{B5B22A59-7B40-56F9-6DC6-041E830A7BB0}"/>
                </a:ext>
              </a:extLst>
            </p:cNvPr>
            <p:cNvSpPr>
              <a:spLocks noChangeAspect="1"/>
            </p:cNvSpPr>
            <p:nvPr/>
          </p:nvSpPr>
          <p:spPr>
            <a:xfrm>
              <a:off x="9149977" y="380504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9" name="Ellipse 78">
              <a:extLst>
                <a:ext uri="{FF2B5EF4-FFF2-40B4-BE49-F238E27FC236}">
                  <a16:creationId xmlns:a16="http://schemas.microsoft.com/office/drawing/2014/main" id="{B097EDA4-2C58-445D-9577-574CD8D047A2}"/>
                </a:ext>
              </a:extLst>
            </p:cNvPr>
            <p:cNvSpPr>
              <a:spLocks noChangeAspect="1"/>
            </p:cNvSpPr>
            <p:nvPr/>
          </p:nvSpPr>
          <p:spPr>
            <a:xfrm>
              <a:off x="6885527" y="481491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grpSp>
      <p:sp>
        <p:nvSpPr>
          <p:cNvPr id="82" name="ZoneTexte 81">
            <a:extLst>
              <a:ext uri="{FF2B5EF4-FFF2-40B4-BE49-F238E27FC236}">
                <a16:creationId xmlns:a16="http://schemas.microsoft.com/office/drawing/2014/main" id="{EF360B01-9763-90EC-63BD-032F1FA1BC75}"/>
              </a:ext>
            </a:extLst>
          </p:cNvPr>
          <p:cNvSpPr txBox="1"/>
          <p:nvPr/>
        </p:nvSpPr>
        <p:spPr>
          <a:xfrm>
            <a:off x="1161284" y="2564012"/>
            <a:ext cx="2311046" cy="246221"/>
          </a:xfrm>
          <a:prstGeom prst="rect">
            <a:avLst/>
          </a:prstGeom>
          <a:noFill/>
        </p:spPr>
        <p:txBody>
          <a:bodyPr wrap="square" lIns="0" tIns="0" rIns="0" bIns="0" rtlCol="0">
            <a:spAutoFit/>
          </a:bodyPr>
          <a:lstStyle/>
          <a:p>
            <a:r>
              <a:rPr lang="fr-FR" sz="1600" b="1" dirty="0">
                <a:solidFill>
                  <a:srgbClr val="252525"/>
                </a:solidFill>
                <a:latin typeface="Calibri Light" panose="020F0302020204030204" pitchFamily="34" charset="0"/>
                <a:cs typeface="Calibri Light" panose="020F0302020204030204" pitchFamily="34" charset="0"/>
              </a:rPr>
              <a:t>Principaux éléments d’étude</a:t>
            </a:r>
          </a:p>
        </p:txBody>
      </p:sp>
      <p:sp>
        <p:nvSpPr>
          <p:cNvPr id="84" name="Organigramme : Alternative 83">
            <a:extLst>
              <a:ext uri="{FF2B5EF4-FFF2-40B4-BE49-F238E27FC236}">
                <a16:creationId xmlns:a16="http://schemas.microsoft.com/office/drawing/2014/main" id="{FA4436D0-FD95-1269-37E0-A200C067EE27}"/>
              </a:ext>
            </a:extLst>
          </p:cNvPr>
          <p:cNvSpPr/>
          <p:nvPr/>
        </p:nvSpPr>
        <p:spPr>
          <a:xfrm>
            <a:off x="8506831" y="1520606"/>
            <a:ext cx="3046039" cy="3099234"/>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Différents profils sont nécessaires pour mener l’étude : obtenir les informations pertinentes, comprendre et traiter des risques, prendre des décisions, etc.</a:t>
            </a:r>
          </a:p>
          <a:p>
            <a:pPr marL="0" lvl="1"/>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Selon les outils choisis, il convient donc de déterminer les personnes appropriées et leur rôle pour les mettre en œuvre.</a:t>
            </a:r>
          </a:p>
        </p:txBody>
      </p:sp>
      <p:sp>
        <p:nvSpPr>
          <p:cNvPr id="14" name="ZoneTexte 13">
            <a:extLst>
              <a:ext uri="{FF2B5EF4-FFF2-40B4-BE49-F238E27FC236}">
                <a16:creationId xmlns:a16="http://schemas.microsoft.com/office/drawing/2014/main" id="{06710F27-D70C-D901-8B04-65AD0787B5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Communication et concertation</a:t>
            </a:r>
          </a:p>
        </p:txBody>
      </p:sp>
    </p:spTree>
    <p:extLst>
      <p:ext uri="{BB962C8B-B14F-4D97-AF65-F5344CB8AC3E}">
        <p14:creationId xmlns:p14="http://schemas.microsoft.com/office/powerpoint/2010/main" val="17816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9" name="Groupe 388">
            <a:extLst>
              <a:ext uri="{FF2B5EF4-FFF2-40B4-BE49-F238E27FC236}">
                <a16:creationId xmlns:a16="http://schemas.microsoft.com/office/drawing/2014/main" id="{23602556-1978-65F4-5B5E-B02C132B1EDB}"/>
              </a:ext>
            </a:extLst>
          </p:cNvPr>
          <p:cNvGrpSpPr/>
          <p:nvPr/>
        </p:nvGrpSpPr>
        <p:grpSpPr>
          <a:xfrm>
            <a:off x="3289425" y="2079522"/>
            <a:ext cx="7697339" cy="4259192"/>
            <a:chOff x="1151090" y="2321675"/>
            <a:chExt cx="7697339" cy="4259192"/>
          </a:xfrm>
        </p:grpSpPr>
        <p:grpSp>
          <p:nvGrpSpPr>
            <p:cNvPr id="75" name="Groupe 74">
              <a:extLst>
                <a:ext uri="{FF2B5EF4-FFF2-40B4-BE49-F238E27FC236}">
                  <a16:creationId xmlns:a16="http://schemas.microsoft.com/office/drawing/2014/main" id="{6641F0E7-C5A2-100A-4C89-3F5F2A9AE63D}"/>
                </a:ext>
              </a:extLst>
            </p:cNvPr>
            <p:cNvGrpSpPr/>
            <p:nvPr/>
          </p:nvGrpSpPr>
          <p:grpSpPr>
            <a:xfrm>
              <a:off x="1359672" y="4944967"/>
              <a:ext cx="7488757" cy="1635900"/>
              <a:chOff x="1359672" y="4806427"/>
              <a:chExt cx="7488757" cy="1635900"/>
            </a:xfrm>
          </p:grpSpPr>
          <p:sp>
            <p:nvSpPr>
              <p:cNvPr id="6" name="Parallélogramme 5">
                <a:extLst>
                  <a:ext uri="{FF2B5EF4-FFF2-40B4-BE49-F238E27FC236}">
                    <a16:creationId xmlns:a16="http://schemas.microsoft.com/office/drawing/2014/main" id="{314630FC-D92F-541A-A5C2-23B9A007E6E0}"/>
                  </a:ext>
                </a:extLst>
              </p:cNvPr>
              <p:cNvSpPr/>
              <p:nvPr/>
            </p:nvSpPr>
            <p:spPr>
              <a:xfrm>
                <a:off x="2493810" y="4806427"/>
                <a:ext cx="6354619" cy="1476000"/>
              </a:xfrm>
              <a:prstGeom prst="parallelogram">
                <a:avLst>
                  <a:gd name="adj" fmla="val 68742"/>
                </a:avLst>
              </a:prstGeom>
              <a:solidFill>
                <a:schemeClr val="accent3">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14" name="Graphique 13" descr="Ville avec un remplissage uni">
                <a:extLst>
                  <a:ext uri="{FF2B5EF4-FFF2-40B4-BE49-F238E27FC236}">
                    <a16:creationId xmlns:a16="http://schemas.microsoft.com/office/drawing/2014/main" id="{D3B9E89D-2561-1037-4F1C-E9C563CF8A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93810" y="5527927"/>
                <a:ext cx="914400" cy="914400"/>
              </a:xfrm>
              <a:prstGeom prst="rect">
                <a:avLst/>
              </a:prstGeom>
            </p:spPr>
          </p:pic>
          <p:sp>
            <p:nvSpPr>
              <p:cNvPr id="70" name="ZoneTexte 69">
                <a:extLst>
                  <a:ext uri="{FF2B5EF4-FFF2-40B4-BE49-F238E27FC236}">
                    <a16:creationId xmlns:a16="http://schemas.microsoft.com/office/drawing/2014/main" id="{3447EF51-A643-F155-1334-7BCDC1E6B4EF}"/>
                  </a:ext>
                </a:extLst>
              </p:cNvPr>
              <p:cNvSpPr txBox="1"/>
              <p:nvPr/>
            </p:nvSpPr>
            <p:spPr>
              <a:xfrm>
                <a:off x="1359672" y="5426065"/>
                <a:ext cx="1195520" cy="276999"/>
              </a:xfrm>
              <a:prstGeom prst="rect">
                <a:avLst/>
              </a:prstGeom>
              <a:noFill/>
            </p:spPr>
            <p:txBody>
              <a:bodyPr wrap="none" rtlCol="0">
                <a:spAutoFit/>
              </a:bodyPr>
              <a:lstStyle/>
              <a:p>
                <a:pPr algn="r"/>
                <a:r>
                  <a:rPr lang="fr-FR" sz="1200" dirty="0"/>
                  <a:t>Strate physique</a:t>
                </a:r>
              </a:p>
            </p:txBody>
          </p:sp>
        </p:grpSp>
        <p:grpSp>
          <p:nvGrpSpPr>
            <p:cNvPr id="74" name="Groupe 73">
              <a:extLst>
                <a:ext uri="{FF2B5EF4-FFF2-40B4-BE49-F238E27FC236}">
                  <a16:creationId xmlns:a16="http://schemas.microsoft.com/office/drawing/2014/main" id="{334C9A1D-0B45-2F6A-5CD2-06F86475E707}"/>
                </a:ext>
              </a:extLst>
            </p:cNvPr>
            <p:cNvGrpSpPr/>
            <p:nvPr/>
          </p:nvGrpSpPr>
          <p:grpSpPr>
            <a:xfrm>
              <a:off x="1467329" y="3628777"/>
              <a:ext cx="7381100" cy="1578093"/>
              <a:chOff x="1467329" y="3490237"/>
              <a:chExt cx="7381100" cy="1578093"/>
            </a:xfrm>
          </p:grpSpPr>
          <p:sp>
            <p:nvSpPr>
              <p:cNvPr id="17" name="Parallélogramme 16">
                <a:extLst>
                  <a:ext uri="{FF2B5EF4-FFF2-40B4-BE49-F238E27FC236}">
                    <a16:creationId xmlns:a16="http://schemas.microsoft.com/office/drawing/2014/main" id="{359B0B21-A161-4647-DF4D-6E04602A0CC6}"/>
                  </a:ext>
                </a:extLst>
              </p:cNvPr>
              <p:cNvSpPr/>
              <p:nvPr/>
            </p:nvSpPr>
            <p:spPr>
              <a:xfrm>
                <a:off x="2493810" y="3490237"/>
                <a:ext cx="6354619" cy="1485900"/>
              </a:xfrm>
              <a:prstGeom prst="parallelogram">
                <a:avLst>
                  <a:gd name="adj" fmla="val 68742"/>
                </a:avLst>
              </a:prstGeom>
              <a:solidFill>
                <a:schemeClr val="accent4">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2" name="Graphique 21" descr="Serveur avec un remplissage uni">
                <a:extLst>
                  <a:ext uri="{FF2B5EF4-FFF2-40B4-BE49-F238E27FC236}">
                    <a16:creationId xmlns:a16="http://schemas.microsoft.com/office/drawing/2014/main" id="{2156CC78-7396-51C3-D218-22E1044D4A2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93810" y="4153930"/>
                <a:ext cx="914400" cy="914400"/>
              </a:xfrm>
              <a:prstGeom prst="rect">
                <a:avLst/>
              </a:prstGeom>
            </p:spPr>
          </p:pic>
          <p:sp>
            <p:nvSpPr>
              <p:cNvPr id="69" name="ZoneTexte 68">
                <a:extLst>
                  <a:ext uri="{FF2B5EF4-FFF2-40B4-BE49-F238E27FC236}">
                    <a16:creationId xmlns:a16="http://schemas.microsoft.com/office/drawing/2014/main" id="{9EC6BC6D-B34F-753A-B9B8-0C1CD913CC00}"/>
                  </a:ext>
                </a:extLst>
              </p:cNvPr>
              <p:cNvSpPr txBox="1"/>
              <p:nvPr/>
            </p:nvSpPr>
            <p:spPr>
              <a:xfrm>
                <a:off x="1467329" y="3999063"/>
                <a:ext cx="1087863" cy="276999"/>
              </a:xfrm>
              <a:prstGeom prst="rect">
                <a:avLst/>
              </a:prstGeom>
              <a:noFill/>
            </p:spPr>
            <p:txBody>
              <a:bodyPr wrap="none" rtlCol="0">
                <a:spAutoFit/>
              </a:bodyPr>
              <a:lstStyle/>
              <a:p>
                <a:pPr algn="r"/>
                <a:r>
                  <a:rPr lang="fr-FR" sz="1200" dirty="0"/>
                  <a:t>Strate logique</a:t>
                </a:r>
              </a:p>
            </p:txBody>
          </p:sp>
        </p:grpSp>
        <p:grpSp>
          <p:nvGrpSpPr>
            <p:cNvPr id="73" name="Groupe 72">
              <a:extLst>
                <a:ext uri="{FF2B5EF4-FFF2-40B4-BE49-F238E27FC236}">
                  <a16:creationId xmlns:a16="http://schemas.microsoft.com/office/drawing/2014/main" id="{27587A75-851F-E491-D85A-27BFEE9CEB1E}"/>
                </a:ext>
              </a:extLst>
            </p:cNvPr>
            <p:cNvGrpSpPr/>
            <p:nvPr/>
          </p:nvGrpSpPr>
          <p:grpSpPr>
            <a:xfrm>
              <a:off x="1151090" y="2321675"/>
              <a:ext cx="7697339" cy="1571401"/>
              <a:chOff x="1151090" y="2174048"/>
              <a:chExt cx="7697339" cy="1571401"/>
            </a:xfrm>
          </p:grpSpPr>
          <p:sp>
            <p:nvSpPr>
              <p:cNvPr id="23" name="Parallélogramme 22">
                <a:extLst>
                  <a:ext uri="{FF2B5EF4-FFF2-40B4-BE49-F238E27FC236}">
                    <a16:creationId xmlns:a16="http://schemas.microsoft.com/office/drawing/2014/main" id="{342A459A-B1CD-88C2-84DF-BC764BF88624}"/>
                  </a:ext>
                </a:extLst>
              </p:cNvPr>
              <p:cNvSpPr/>
              <p:nvPr/>
            </p:nvSpPr>
            <p:spPr>
              <a:xfrm>
                <a:off x="2493810" y="2174048"/>
                <a:ext cx="6354619" cy="1485900"/>
              </a:xfrm>
              <a:prstGeom prst="parallelogram">
                <a:avLst>
                  <a:gd name="adj" fmla="val 68742"/>
                </a:avLst>
              </a:prstGeom>
              <a:solidFill>
                <a:schemeClr val="accent5">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0" name="Graphique 19" descr="Connexions avec un remplissage uni">
                <a:extLst>
                  <a:ext uri="{FF2B5EF4-FFF2-40B4-BE49-F238E27FC236}">
                    <a16:creationId xmlns:a16="http://schemas.microsoft.com/office/drawing/2014/main" id="{0FE271FB-C889-FC57-9F0E-7BF35154DAC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493810" y="2831049"/>
                <a:ext cx="914400" cy="914400"/>
              </a:xfrm>
              <a:prstGeom prst="rect">
                <a:avLst/>
              </a:prstGeom>
            </p:spPr>
          </p:pic>
          <p:sp>
            <p:nvSpPr>
              <p:cNvPr id="68" name="ZoneTexte 67">
                <a:extLst>
                  <a:ext uri="{FF2B5EF4-FFF2-40B4-BE49-F238E27FC236}">
                    <a16:creationId xmlns:a16="http://schemas.microsoft.com/office/drawing/2014/main" id="{2845EC94-8373-A7FC-83A9-01374CB35A69}"/>
                  </a:ext>
                </a:extLst>
              </p:cNvPr>
              <p:cNvSpPr txBox="1"/>
              <p:nvPr/>
            </p:nvSpPr>
            <p:spPr>
              <a:xfrm>
                <a:off x="1151090" y="2790526"/>
                <a:ext cx="1404102" cy="276999"/>
              </a:xfrm>
              <a:prstGeom prst="rect">
                <a:avLst/>
              </a:prstGeom>
              <a:noFill/>
            </p:spPr>
            <p:txBody>
              <a:bodyPr wrap="none" rtlCol="0">
                <a:spAutoFit/>
              </a:bodyPr>
              <a:lstStyle/>
              <a:p>
                <a:pPr algn="r"/>
                <a:r>
                  <a:rPr lang="fr-FR" sz="1200" dirty="0"/>
                  <a:t>Strate anthropique</a:t>
                </a:r>
              </a:p>
            </p:txBody>
          </p:sp>
        </p:grpSp>
      </p:grpSp>
      <p:sp>
        <p:nvSpPr>
          <p:cNvPr id="2" name="Titre 1">
            <a:extLst>
              <a:ext uri="{FF2B5EF4-FFF2-40B4-BE49-F238E27FC236}">
                <a16:creationId xmlns:a16="http://schemas.microsoft.com/office/drawing/2014/main" id="{1C993B60-910A-6134-C94C-9B6CD6ADD0EE}"/>
              </a:ext>
            </a:extLst>
          </p:cNvPr>
          <p:cNvSpPr>
            <a:spLocks noGrp="1"/>
          </p:cNvSpPr>
          <p:nvPr>
            <p:ph type="title"/>
          </p:nvPr>
        </p:nvSpPr>
        <p:spPr/>
        <p:txBody>
          <a:bodyPr>
            <a:normAutofit fontScale="90000"/>
          </a:bodyPr>
          <a:lstStyle/>
          <a:p>
            <a:r>
              <a:rPr lang="fr-FR" noProof="0" dirty="0"/>
              <a:t>Outil 03 – Identifier </a:t>
            </a:r>
            <a:r>
              <a:rPr lang="fr-FR" dirty="0"/>
              <a:t>le périmètre</a:t>
            </a:r>
            <a:endParaRPr lang="fr-FR" sz="2800" dirty="0"/>
          </a:p>
        </p:txBody>
      </p:sp>
      <p:sp>
        <p:nvSpPr>
          <p:cNvPr id="3" name="Espace réservé de la date 2">
            <a:extLst>
              <a:ext uri="{FF2B5EF4-FFF2-40B4-BE49-F238E27FC236}">
                <a16:creationId xmlns:a16="http://schemas.microsoft.com/office/drawing/2014/main" id="{DE2E0812-843F-E496-C8BD-496226CE8D07}"/>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AAF45C2F-A7BE-2184-835E-4D8990B1D2B3}"/>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79731E8-D004-C20C-628A-F19E37CC7723}"/>
              </a:ext>
            </a:extLst>
          </p:cNvPr>
          <p:cNvSpPr>
            <a:spLocks noGrp="1"/>
          </p:cNvSpPr>
          <p:nvPr>
            <p:ph type="sldNum" sz="quarter" idx="12"/>
          </p:nvPr>
        </p:nvSpPr>
        <p:spPr/>
        <p:txBody>
          <a:bodyPr/>
          <a:lstStyle/>
          <a:p>
            <a:pPr rtl="0"/>
            <a:fld id="{294A09A9-5501-47C1-A89A-A340965A2BE2}" type="slidenum">
              <a:rPr lang="fr-FR" noProof="0" smtClean="0"/>
              <a:t>35</a:t>
            </a:fld>
            <a:endParaRPr lang="fr-FR" noProof="0"/>
          </a:p>
        </p:txBody>
      </p:sp>
      <p:sp>
        <p:nvSpPr>
          <p:cNvPr id="8" name="Espace réservé du texte 7">
            <a:extLst>
              <a:ext uri="{FF2B5EF4-FFF2-40B4-BE49-F238E27FC236}">
                <a16:creationId xmlns:a16="http://schemas.microsoft.com/office/drawing/2014/main" id="{BAB152AB-EA8E-0509-E8E6-D0E2E1D40329}"/>
              </a:ext>
            </a:extLst>
          </p:cNvPr>
          <p:cNvSpPr>
            <a:spLocks noGrp="1"/>
          </p:cNvSpPr>
          <p:nvPr>
            <p:ph type="body" sz="quarter" idx="13"/>
          </p:nvPr>
        </p:nvSpPr>
        <p:spPr/>
        <p:txBody>
          <a:bodyPr/>
          <a:lstStyle/>
          <a:p>
            <a:r>
              <a:rPr lang="fr-FR" dirty="0"/>
              <a:t>Une vision du SI dans les strates du cyberespace</a:t>
            </a:r>
          </a:p>
        </p:txBody>
      </p:sp>
      <p:grpSp>
        <p:nvGrpSpPr>
          <p:cNvPr id="388" name="Groupe 387">
            <a:extLst>
              <a:ext uri="{FF2B5EF4-FFF2-40B4-BE49-F238E27FC236}">
                <a16:creationId xmlns:a16="http://schemas.microsoft.com/office/drawing/2014/main" id="{5C3511D1-D138-EEB9-480C-5E1CF1C817FC}"/>
              </a:ext>
            </a:extLst>
          </p:cNvPr>
          <p:cNvGrpSpPr/>
          <p:nvPr/>
        </p:nvGrpSpPr>
        <p:grpSpPr>
          <a:xfrm>
            <a:off x="6050094" y="2678531"/>
            <a:ext cx="3737050" cy="3261553"/>
            <a:chOff x="3911759" y="2920684"/>
            <a:chExt cx="3737050" cy="3261553"/>
          </a:xfrm>
        </p:grpSpPr>
        <p:cxnSp>
          <p:nvCxnSpPr>
            <p:cNvPr id="78" name="Connecteur droit 77">
              <a:extLst>
                <a:ext uri="{FF2B5EF4-FFF2-40B4-BE49-F238E27FC236}">
                  <a16:creationId xmlns:a16="http://schemas.microsoft.com/office/drawing/2014/main" id="{E68AEA1A-3A96-C67F-123E-DB655A7BA9C1}"/>
                </a:ext>
              </a:extLst>
            </p:cNvPr>
            <p:cNvCxnSpPr>
              <a:cxnSpLocks/>
              <a:stCxn id="64" idx="3"/>
              <a:endCxn id="27" idx="1"/>
            </p:cNvCxnSpPr>
            <p:nvPr/>
          </p:nvCxnSpPr>
          <p:spPr>
            <a:xfrm flipV="1">
              <a:off x="4329874" y="3140658"/>
              <a:ext cx="3048995" cy="1191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BEE359C6-4175-B799-D6ED-F8DA276039F1}"/>
                </a:ext>
              </a:extLst>
            </p:cNvPr>
            <p:cNvCxnSpPr>
              <a:cxnSpLocks/>
              <a:stCxn id="25" idx="1"/>
              <a:endCxn id="64" idx="3"/>
            </p:cNvCxnSpPr>
            <p:nvPr/>
          </p:nvCxnSpPr>
          <p:spPr>
            <a:xfrm flipH="1" flipV="1">
              <a:off x="4329874" y="3259820"/>
              <a:ext cx="1371193" cy="16730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6" name="Connecteur droit 85">
              <a:extLst>
                <a:ext uri="{FF2B5EF4-FFF2-40B4-BE49-F238E27FC236}">
                  <a16:creationId xmlns:a16="http://schemas.microsoft.com/office/drawing/2014/main" id="{1499FB55-2270-B1E7-2ED7-9378DCE01D7A}"/>
                </a:ext>
              </a:extLst>
            </p:cNvPr>
            <p:cNvCxnSpPr>
              <a:cxnSpLocks/>
              <a:stCxn id="63" idx="3"/>
              <a:endCxn id="27" idx="1"/>
            </p:cNvCxnSpPr>
            <p:nvPr/>
          </p:nvCxnSpPr>
          <p:spPr>
            <a:xfrm>
              <a:off x="6071384" y="2920684"/>
              <a:ext cx="1307485" cy="21997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8617F4C0-43EF-B0F3-D7B2-91364C59EB9C}"/>
                </a:ext>
              </a:extLst>
            </p:cNvPr>
            <p:cNvCxnSpPr>
              <a:cxnSpLocks/>
              <a:stCxn id="25" idx="3"/>
              <a:endCxn id="27" idx="1"/>
            </p:cNvCxnSpPr>
            <p:nvPr/>
          </p:nvCxnSpPr>
          <p:spPr>
            <a:xfrm flipV="1">
              <a:off x="6241067" y="3140658"/>
              <a:ext cx="1137802" cy="28646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0AABAA9F-AF60-B809-53C1-79DA9B69A5AE}"/>
                </a:ext>
              </a:extLst>
            </p:cNvPr>
            <p:cNvCxnSpPr>
              <a:cxnSpLocks/>
              <a:stCxn id="62" idx="3"/>
              <a:endCxn id="27" idx="1"/>
            </p:cNvCxnSpPr>
            <p:nvPr/>
          </p:nvCxnSpPr>
          <p:spPr>
            <a:xfrm>
              <a:off x="6537268" y="3096041"/>
              <a:ext cx="841601" cy="4461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852A8974-E7E0-B67F-1592-ABFCC7F50FEC}"/>
                </a:ext>
              </a:extLst>
            </p:cNvPr>
            <p:cNvCxnSpPr>
              <a:cxnSpLocks/>
              <a:stCxn id="62" idx="1"/>
              <a:endCxn id="64" idx="3"/>
            </p:cNvCxnSpPr>
            <p:nvPr/>
          </p:nvCxnSpPr>
          <p:spPr>
            <a:xfrm flipH="1">
              <a:off x="4329874" y="3096041"/>
              <a:ext cx="1667394" cy="16377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F60AE5B1-1B3E-C4F0-1051-AE3962987248}"/>
                </a:ext>
              </a:extLst>
            </p:cNvPr>
            <p:cNvCxnSpPr>
              <a:cxnSpLocks/>
              <a:stCxn id="63" idx="1"/>
              <a:endCxn id="64" idx="3"/>
            </p:cNvCxnSpPr>
            <p:nvPr/>
          </p:nvCxnSpPr>
          <p:spPr>
            <a:xfrm flipH="1">
              <a:off x="4329874" y="2920684"/>
              <a:ext cx="1201510" cy="33913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1" name="Connecteur droit 140">
              <a:extLst>
                <a:ext uri="{FF2B5EF4-FFF2-40B4-BE49-F238E27FC236}">
                  <a16:creationId xmlns:a16="http://schemas.microsoft.com/office/drawing/2014/main" id="{274E1DDF-5701-A124-22CF-1747CD568119}"/>
                </a:ext>
              </a:extLst>
            </p:cNvPr>
            <p:cNvCxnSpPr>
              <a:cxnSpLocks/>
              <a:stCxn id="31" idx="0"/>
              <a:endCxn id="33" idx="2"/>
            </p:cNvCxnSpPr>
            <p:nvPr/>
          </p:nvCxnSpPr>
          <p:spPr>
            <a:xfrm flipH="1" flipV="1">
              <a:off x="3911759" y="4613488"/>
              <a:ext cx="1967660" cy="75800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4" name="Connecteur droit 143">
              <a:extLst>
                <a:ext uri="{FF2B5EF4-FFF2-40B4-BE49-F238E27FC236}">
                  <a16:creationId xmlns:a16="http://schemas.microsoft.com/office/drawing/2014/main" id="{1E0FB6D7-6182-8410-8927-3F17DD7ECD7A}"/>
                </a:ext>
              </a:extLst>
            </p:cNvPr>
            <p:cNvCxnSpPr>
              <a:cxnSpLocks/>
              <a:stCxn id="41" idx="1"/>
              <a:endCxn id="33" idx="3"/>
            </p:cNvCxnSpPr>
            <p:nvPr/>
          </p:nvCxnSpPr>
          <p:spPr>
            <a:xfrm flipH="1" flipV="1">
              <a:off x="4181759" y="4343488"/>
              <a:ext cx="2548873" cy="5564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8" name="Connecteur droit 147">
              <a:extLst>
                <a:ext uri="{FF2B5EF4-FFF2-40B4-BE49-F238E27FC236}">
                  <a16:creationId xmlns:a16="http://schemas.microsoft.com/office/drawing/2014/main" id="{33B2A2B8-6E3C-0A45-3A6F-9D12BCF2BF64}"/>
                </a:ext>
              </a:extLst>
            </p:cNvPr>
            <p:cNvCxnSpPr>
              <a:cxnSpLocks/>
              <a:stCxn id="41" idx="2"/>
              <a:endCxn id="31" idx="0"/>
            </p:cNvCxnSpPr>
            <p:nvPr/>
          </p:nvCxnSpPr>
          <p:spPr>
            <a:xfrm flipH="1">
              <a:off x="5879419" y="4669134"/>
              <a:ext cx="1121213" cy="70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2" name="Connecteur droit 151">
              <a:extLst>
                <a:ext uri="{FF2B5EF4-FFF2-40B4-BE49-F238E27FC236}">
                  <a16:creationId xmlns:a16="http://schemas.microsoft.com/office/drawing/2014/main" id="{0FA965CA-1E86-FDA3-10E5-36CDFA43B1EE}"/>
                </a:ext>
              </a:extLst>
            </p:cNvPr>
            <p:cNvCxnSpPr>
              <a:cxnSpLocks/>
              <a:stCxn id="31" idx="0"/>
              <a:endCxn id="151" idx="2"/>
            </p:cNvCxnSpPr>
            <p:nvPr/>
          </p:nvCxnSpPr>
          <p:spPr>
            <a:xfrm flipH="1" flipV="1">
              <a:off x="4272365" y="4908376"/>
              <a:ext cx="1607054" cy="46312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5" name="Connecteur droit 154">
              <a:extLst>
                <a:ext uri="{FF2B5EF4-FFF2-40B4-BE49-F238E27FC236}">
                  <a16:creationId xmlns:a16="http://schemas.microsoft.com/office/drawing/2014/main" id="{33C7514E-6781-0D9C-886A-D65236E071E6}"/>
                </a:ext>
              </a:extLst>
            </p:cNvPr>
            <p:cNvCxnSpPr>
              <a:cxnSpLocks/>
              <a:stCxn id="41" idx="1"/>
              <a:endCxn id="151" idx="3"/>
            </p:cNvCxnSpPr>
            <p:nvPr/>
          </p:nvCxnSpPr>
          <p:spPr>
            <a:xfrm flipH="1">
              <a:off x="4542365" y="4399134"/>
              <a:ext cx="2188267" cy="23924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9" name="Connecteur droit 158">
              <a:extLst>
                <a:ext uri="{FF2B5EF4-FFF2-40B4-BE49-F238E27FC236}">
                  <a16:creationId xmlns:a16="http://schemas.microsoft.com/office/drawing/2014/main" id="{56CFD330-8549-BBDB-C8C7-F08E26FA4F37}"/>
                </a:ext>
              </a:extLst>
            </p:cNvPr>
            <p:cNvCxnSpPr>
              <a:cxnSpLocks/>
              <a:stCxn id="158" idx="1"/>
              <a:endCxn id="151" idx="3"/>
            </p:cNvCxnSpPr>
            <p:nvPr/>
          </p:nvCxnSpPr>
          <p:spPr>
            <a:xfrm flipH="1" flipV="1">
              <a:off x="4542365" y="4638376"/>
              <a:ext cx="1676591" cy="3075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2" name="Connecteur droit 161">
              <a:extLst>
                <a:ext uri="{FF2B5EF4-FFF2-40B4-BE49-F238E27FC236}">
                  <a16:creationId xmlns:a16="http://schemas.microsoft.com/office/drawing/2014/main" id="{F226A240-2691-9970-3398-075193CD0845}"/>
                </a:ext>
              </a:extLst>
            </p:cNvPr>
            <p:cNvCxnSpPr>
              <a:cxnSpLocks/>
              <a:stCxn id="158" idx="2"/>
              <a:endCxn id="31" idx="0"/>
            </p:cNvCxnSpPr>
            <p:nvPr/>
          </p:nvCxnSpPr>
          <p:spPr>
            <a:xfrm flipH="1">
              <a:off x="5879419" y="4939134"/>
              <a:ext cx="609537" cy="43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6" name="Connecteur droit 165">
              <a:extLst>
                <a:ext uri="{FF2B5EF4-FFF2-40B4-BE49-F238E27FC236}">
                  <a16:creationId xmlns:a16="http://schemas.microsoft.com/office/drawing/2014/main" id="{57291806-EA9E-992F-C8B8-C63ADB27D790}"/>
                </a:ext>
              </a:extLst>
            </p:cNvPr>
            <p:cNvCxnSpPr>
              <a:cxnSpLocks/>
              <a:stCxn id="39" idx="1"/>
              <a:endCxn id="43" idx="3"/>
            </p:cNvCxnSpPr>
            <p:nvPr/>
          </p:nvCxnSpPr>
          <p:spPr>
            <a:xfrm flipH="1" flipV="1">
              <a:off x="5398366" y="5732939"/>
              <a:ext cx="1013505" cy="15951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9" name="Connecteur droit 168">
              <a:extLst>
                <a:ext uri="{FF2B5EF4-FFF2-40B4-BE49-F238E27FC236}">
                  <a16:creationId xmlns:a16="http://schemas.microsoft.com/office/drawing/2014/main" id="{54FAD416-483D-0315-FC3E-55CF73643B3A}"/>
                </a:ext>
              </a:extLst>
            </p:cNvPr>
            <p:cNvCxnSpPr>
              <a:cxnSpLocks/>
              <a:stCxn id="39" idx="1"/>
              <a:endCxn id="165" idx="3"/>
            </p:cNvCxnSpPr>
            <p:nvPr/>
          </p:nvCxnSpPr>
          <p:spPr>
            <a:xfrm flipH="1">
              <a:off x="5449162" y="5892455"/>
              <a:ext cx="962709" cy="1406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2" name="Connecteur droit 171">
              <a:extLst>
                <a:ext uri="{FF2B5EF4-FFF2-40B4-BE49-F238E27FC236}">
                  <a16:creationId xmlns:a16="http://schemas.microsoft.com/office/drawing/2014/main" id="{E504D043-E1A8-400B-7E16-6377CE74FD21}"/>
                </a:ext>
              </a:extLst>
            </p:cNvPr>
            <p:cNvCxnSpPr>
              <a:cxnSpLocks/>
              <a:stCxn id="47" idx="1"/>
              <a:endCxn id="165" idx="3"/>
            </p:cNvCxnSpPr>
            <p:nvPr/>
          </p:nvCxnSpPr>
          <p:spPr>
            <a:xfrm flipH="1" flipV="1">
              <a:off x="5449162" y="6033126"/>
              <a:ext cx="1929647" cy="14911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5" name="Connecteur droit 174">
              <a:extLst>
                <a:ext uri="{FF2B5EF4-FFF2-40B4-BE49-F238E27FC236}">
                  <a16:creationId xmlns:a16="http://schemas.microsoft.com/office/drawing/2014/main" id="{70E267AF-F843-B159-35A5-7D34FAEBB372}"/>
                </a:ext>
              </a:extLst>
            </p:cNvPr>
            <p:cNvCxnSpPr>
              <a:cxnSpLocks/>
              <a:stCxn id="47" idx="1"/>
              <a:endCxn id="43" idx="3"/>
            </p:cNvCxnSpPr>
            <p:nvPr/>
          </p:nvCxnSpPr>
          <p:spPr>
            <a:xfrm flipH="1" flipV="1">
              <a:off x="5398366" y="5732939"/>
              <a:ext cx="1980443" cy="44929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8" name="Connecteur droit 177">
              <a:extLst>
                <a:ext uri="{FF2B5EF4-FFF2-40B4-BE49-F238E27FC236}">
                  <a16:creationId xmlns:a16="http://schemas.microsoft.com/office/drawing/2014/main" id="{9DCC15DD-D50D-202E-F6D2-8ED30914CEFA}"/>
                </a:ext>
              </a:extLst>
            </p:cNvPr>
            <p:cNvCxnSpPr>
              <a:cxnSpLocks/>
              <a:stCxn id="25" idx="2"/>
              <a:endCxn id="43" idx="0"/>
            </p:cNvCxnSpPr>
            <p:nvPr/>
          </p:nvCxnSpPr>
          <p:spPr>
            <a:xfrm flipH="1">
              <a:off x="5128366" y="3697125"/>
              <a:ext cx="842701" cy="176581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87" name="Connecteur droit 186">
              <a:extLst>
                <a:ext uri="{FF2B5EF4-FFF2-40B4-BE49-F238E27FC236}">
                  <a16:creationId xmlns:a16="http://schemas.microsoft.com/office/drawing/2014/main" id="{3911B324-7B74-9FCC-B20A-6637C565FC01}"/>
                </a:ext>
              </a:extLst>
            </p:cNvPr>
            <p:cNvCxnSpPr>
              <a:cxnSpLocks/>
              <a:stCxn id="63" idx="2"/>
              <a:endCxn id="43" idx="0"/>
            </p:cNvCxnSpPr>
            <p:nvPr/>
          </p:nvCxnSpPr>
          <p:spPr>
            <a:xfrm flipH="1">
              <a:off x="5128366" y="3190684"/>
              <a:ext cx="673018" cy="22722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0" name="Connecteur droit 189">
              <a:extLst>
                <a:ext uri="{FF2B5EF4-FFF2-40B4-BE49-F238E27FC236}">
                  <a16:creationId xmlns:a16="http://schemas.microsoft.com/office/drawing/2014/main" id="{0F106BFF-8B3B-A794-78AB-AA6C52CB89A1}"/>
                </a:ext>
              </a:extLst>
            </p:cNvPr>
            <p:cNvCxnSpPr>
              <a:cxnSpLocks/>
              <a:stCxn id="62" idx="2"/>
              <a:endCxn id="165" idx="0"/>
            </p:cNvCxnSpPr>
            <p:nvPr/>
          </p:nvCxnSpPr>
          <p:spPr>
            <a:xfrm flipH="1">
              <a:off x="5179162" y="3366041"/>
              <a:ext cx="1088106" cy="239708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4" name="Connecteur droit 193">
              <a:extLst>
                <a:ext uri="{FF2B5EF4-FFF2-40B4-BE49-F238E27FC236}">
                  <a16:creationId xmlns:a16="http://schemas.microsoft.com/office/drawing/2014/main" id="{D20A3FF7-BDCE-A720-72F3-85834C415953}"/>
                </a:ext>
              </a:extLst>
            </p:cNvPr>
            <p:cNvCxnSpPr>
              <a:cxnSpLocks/>
              <a:stCxn id="158" idx="2"/>
              <a:endCxn id="39" idx="0"/>
            </p:cNvCxnSpPr>
            <p:nvPr/>
          </p:nvCxnSpPr>
          <p:spPr>
            <a:xfrm>
              <a:off x="6488956" y="4939134"/>
              <a:ext cx="192915" cy="68332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00" name="Connecteur droit 199">
              <a:extLst>
                <a:ext uri="{FF2B5EF4-FFF2-40B4-BE49-F238E27FC236}">
                  <a16:creationId xmlns:a16="http://schemas.microsoft.com/office/drawing/2014/main" id="{4DB05B45-9925-DB3F-F808-4FD674552907}"/>
                </a:ext>
              </a:extLst>
            </p:cNvPr>
            <p:cNvCxnSpPr>
              <a:cxnSpLocks/>
              <a:stCxn id="31" idx="1"/>
              <a:endCxn id="165" idx="3"/>
            </p:cNvCxnSpPr>
            <p:nvPr/>
          </p:nvCxnSpPr>
          <p:spPr>
            <a:xfrm flipH="1">
              <a:off x="5449162" y="5641496"/>
              <a:ext cx="160257" cy="39163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0" name="Connecteur droit 229">
              <a:extLst>
                <a:ext uri="{FF2B5EF4-FFF2-40B4-BE49-F238E27FC236}">
                  <a16:creationId xmlns:a16="http://schemas.microsoft.com/office/drawing/2014/main" id="{4962FD39-0719-AF7F-F205-3FAAFAA05638}"/>
                </a:ext>
              </a:extLst>
            </p:cNvPr>
            <p:cNvCxnSpPr>
              <a:cxnSpLocks/>
              <a:stCxn id="31" idx="3"/>
              <a:endCxn id="39" idx="1"/>
            </p:cNvCxnSpPr>
            <p:nvPr/>
          </p:nvCxnSpPr>
          <p:spPr>
            <a:xfrm>
              <a:off x="6149419" y="5641496"/>
              <a:ext cx="262452" cy="25095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4" name="Connecteur droit 233">
              <a:extLst>
                <a:ext uri="{FF2B5EF4-FFF2-40B4-BE49-F238E27FC236}">
                  <a16:creationId xmlns:a16="http://schemas.microsoft.com/office/drawing/2014/main" id="{4A42D692-4340-0037-E8BD-F58C26DEB5F5}"/>
                </a:ext>
              </a:extLst>
            </p:cNvPr>
            <p:cNvCxnSpPr>
              <a:cxnSpLocks/>
              <a:stCxn id="25" idx="2"/>
              <a:endCxn id="31" idx="0"/>
            </p:cNvCxnSpPr>
            <p:nvPr/>
          </p:nvCxnSpPr>
          <p:spPr>
            <a:xfrm flipH="1">
              <a:off x="5879419" y="3697125"/>
              <a:ext cx="91648" cy="16743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7" name="Connecteur droit 236">
              <a:extLst>
                <a:ext uri="{FF2B5EF4-FFF2-40B4-BE49-F238E27FC236}">
                  <a16:creationId xmlns:a16="http://schemas.microsoft.com/office/drawing/2014/main" id="{F9AB05BB-BF3B-01DD-A89E-EB5613C51B7F}"/>
                </a:ext>
              </a:extLst>
            </p:cNvPr>
            <p:cNvCxnSpPr>
              <a:cxnSpLocks/>
              <a:stCxn id="63" idx="2"/>
              <a:endCxn id="31" idx="0"/>
            </p:cNvCxnSpPr>
            <p:nvPr/>
          </p:nvCxnSpPr>
          <p:spPr>
            <a:xfrm>
              <a:off x="5801384" y="3190684"/>
              <a:ext cx="78035" cy="21808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0" name="Connecteur droit 239">
              <a:extLst>
                <a:ext uri="{FF2B5EF4-FFF2-40B4-BE49-F238E27FC236}">
                  <a16:creationId xmlns:a16="http://schemas.microsoft.com/office/drawing/2014/main" id="{123994A2-FB17-5D0E-891F-E5255A32F026}"/>
                </a:ext>
              </a:extLst>
            </p:cNvPr>
            <p:cNvCxnSpPr>
              <a:cxnSpLocks/>
              <a:stCxn id="62" idx="2"/>
              <a:endCxn id="31" idx="0"/>
            </p:cNvCxnSpPr>
            <p:nvPr/>
          </p:nvCxnSpPr>
          <p:spPr>
            <a:xfrm flipH="1">
              <a:off x="5879419" y="3366041"/>
              <a:ext cx="387849" cy="20054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3" name="Connecteur droit 242">
              <a:extLst>
                <a:ext uri="{FF2B5EF4-FFF2-40B4-BE49-F238E27FC236}">
                  <a16:creationId xmlns:a16="http://schemas.microsoft.com/office/drawing/2014/main" id="{3AF7B1E0-2109-4569-7D1F-1F9BF04F4210}"/>
                </a:ext>
              </a:extLst>
            </p:cNvPr>
            <p:cNvCxnSpPr>
              <a:cxnSpLocks/>
              <a:stCxn id="63" idx="2"/>
              <a:endCxn id="41" idx="0"/>
            </p:cNvCxnSpPr>
            <p:nvPr/>
          </p:nvCxnSpPr>
          <p:spPr>
            <a:xfrm>
              <a:off x="5801384" y="3190684"/>
              <a:ext cx="1199248" cy="93845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6" name="Connecteur droit 245">
              <a:extLst>
                <a:ext uri="{FF2B5EF4-FFF2-40B4-BE49-F238E27FC236}">
                  <a16:creationId xmlns:a16="http://schemas.microsoft.com/office/drawing/2014/main" id="{03CB44FA-3059-E36E-69FC-0BCACE4898C1}"/>
                </a:ext>
              </a:extLst>
            </p:cNvPr>
            <p:cNvCxnSpPr>
              <a:cxnSpLocks/>
              <a:stCxn id="25" idx="2"/>
              <a:endCxn id="158" idx="0"/>
            </p:cNvCxnSpPr>
            <p:nvPr/>
          </p:nvCxnSpPr>
          <p:spPr>
            <a:xfrm>
              <a:off x="5971067" y="3697125"/>
              <a:ext cx="517889" cy="70200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9" name="Connecteur droit 248">
              <a:extLst>
                <a:ext uri="{FF2B5EF4-FFF2-40B4-BE49-F238E27FC236}">
                  <a16:creationId xmlns:a16="http://schemas.microsoft.com/office/drawing/2014/main" id="{FD22D9BD-F777-D058-1EB7-3069DB4AC2A6}"/>
                </a:ext>
              </a:extLst>
            </p:cNvPr>
            <p:cNvCxnSpPr>
              <a:cxnSpLocks/>
              <a:stCxn id="62" idx="2"/>
              <a:endCxn id="41" idx="0"/>
            </p:cNvCxnSpPr>
            <p:nvPr/>
          </p:nvCxnSpPr>
          <p:spPr>
            <a:xfrm>
              <a:off x="6267268" y="3366041"/>
              <a:ext cx="733364" cy="76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2" name="Connecteur droit 251">
              <a:extLst>
                <a:ext uri="{FF2B5EF4-FFF2-40B4-BE49-F238E27FC236}">
                  <a16:creationId xmlns:a16="http://schemas.microsoft.com/office/drawing/2014/main" id="{02911628-344B-89AB-D492-37BF17BBAACC}"/>
                </a:ext>
              </a:extLst>
            </p:cNvPr>
            <p:cNvCxnSpPr>
              <a:cxnSpLocks/>
              <a:stCxn id="62" idx="2"/>
              <a:endCxn id="158" idx="0"/>
            </p:cNvCxnSpPr>
            <p:nvPr/>
          </p:nvCxnSpPr>
          <p:spPr>
            <a:xfrm>
              <a:off x="6267268" y="3366041"/>
              <a:ext cx="221688" cy="103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5" name="Connecteur droit 254">
              <a:extLst>
                <a:ext uri="{FF2B5EF4-FFF2-40B4-BE49-F238E27FC236}">
                  <a16:creationId xmlns:a16="http://schemas.microsoft.com/office/drawing/2014/main" id="{A11E2C74-0640-C071-5474-86BBC7CF8A5D}"/>
                </a:ext>
              </a:extLst>
            </p:cNvPr>
            <p:cNvCxnSpPr>
              <a:cxnSpLocks/>
              <a:stCxn id="33" idx="3"/>
              <a:endCxn id="63" idx="1"/>
            </p:cNvCxnSpPr>
            <p:nvPr/>
          </p:nvCxnSpPr>
          <p:spPr>
            <a:xfrm flipV="1">
              <a:off x="4181759" y="2920684"/>
              <a:ext cx="1349625" cy="142280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8" name="Connecteur droit 257">
              <a:extLst>
                <a:ext uri="{FF2B5EF4-FFF2-40B4-BE49-F238E27FC236}">
                  <a16:creationId xmlns:a16="http://schemas.microsoft.com/office/drawing/2014/main" id="{1C6EEF7C-44AD-0432-8272-6B666F7B9BB0}"/>
                </a:ext>
              </a:extLst>
            </p:cNvPr>
            <p:cNvCxnSpPr>
              <a:cxnSpLocks/>
              <a:stCxn id="151" idx="3"/>
              <a:endCxn id="25" idx="1"/>
            </p:cNvCxnSpPr>
            <p:nvPr/>
          </p:nvCxnSpPr>
          <p:spPr>
            <a:xfrm flipV="1">
              <a:off x="4542365" y="3427125"/>
              <a:ext cx="1158702" cy="121125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61" name="Connecteur droit 260">
              <a:extLst>
                <a:ext uri="{FF2B5EF4-FFF2-40B4-BE49-F238E27FC236}">
                  <a16:creationId xmlns:a16="http://schemas.microsoft.com/office/drawing/2014/main" id="{0D2BDBA4-0AFC-0935-D032-70DA89CADE0F}"/>
                </a:ext>
              </a:extLst>
            </p:cNvPr>
            <p:cNvCxnSpPr>
              <a:cxnSpLocks/>
              <a:stCxn id="33" idx="3"/>
              <a:endCxn id="62" idx="1"/>
            </p:cNvCxnSpPr>
            <p:nvPr/>
          </p:nvCxnSpPr>
          <p:spPr>
            <a:xfrm flipV="1">
              <a:off x="4181759" y="3096041"/>
              <a:ext cx="1815509" cy="124744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4" name="Connecteur droit 273">
              <a:extLst>
                <a:ext uri="{FF2B5EF4-FFF2-40B4-BE49-F238E27FC236}">
                  <a16:creationId xmlns:a16="http://schemas.microsoft.com/office/drawing/2014/main" id="{32539EDB-828C-6577-CA70-E71ADB18EDF8}"/>
                </a:ext>
              </a:extLst>
            </p:cNvPr>
            <p:cNvCxnSpPr>
              <a:cxnSpLocks/>
              <a:stCxn id="31" idx="1"/>
              <a:endCxn id="43" idx="3"/>
            </p:cNvCxnSpPr>
            <p:nvPr/>
          </p:nvCxnSpPr>
          <p:spPr>
            <a:xfrm flipH="1">
              <a:off x="5398366" y="5641496"/>
              <a:ext cx="211053" cy="9144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8" name="Connecteur droit 277">
              <a:extLst>
                <a:ext uri="{FF2B5EF4-FFF2-40B4-BE49-F238E27FC236}">
                  <a16:creationId xmlns:a16="http://schemas.microsoft.com/office/drawing/2014/main" id="{34997D9A-60BB-B92C-965B-F12127973081}"/>
                </a:ext>
              </a:extLst>
            </p:cNvPr>
            <p:cNvCxnSpPr>
              <a:cxnSpLocks/>
              <a:stCxn id="25" idx="2"/>
              <a:endCxn id="47" idx="0"/>
            </p:cNvCxnSpPr>
            <p:nvPr/>
          </p:nvCxnSpPr>
          <p:spPr>
            <a:xfrm>
              <a:off x="5971067" y="3697125"/>
              <a:ext cx="1677742" cy="22151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1" name="Connecteur droit 280">
              <a:extLst>
                <a:ext uri="{FF2B5EF4-FFF2-40B4-BE49-F238E27FC236}">
                  <a16:creationId xmlns:a16="http://schemas.microsoft.com/office/drawing/2014/main" id="{97E9FA15-1975-21DE-D2E7-C205F57A0C3A}"/>
                </a:ext>
              </a:extLst>
            </p:cNvPr>
            <p:cNvCxnSpPr>
              <a:cxnSpLocks/>
              <a:stCxn id="63" idx="2"/>
              <a:endCxn id="47" idx="0"/>
            </p:cNvCxnSpPr>
            <p:nvPr/>
          </p:nvCxnSpPr>
          <p:spPr>
            <a:xfrm>
              <a:off x="5801384" y="3190684"/>
              <a:ext cx="1847425" cy="272155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4" name="Connecteur droit 283">
              <a:extLst>
                <a:ext uri="{FF2B5EF4-FFF2-40B4-BE49-F238E27FC236}">
                  <a16:creationId xmlns:a16="http://schemas.microsoft.com/office/drawing/2014/main" id="{1EEA6248-D983-D929-E67A-6B180F41A795}"/>
                </a:ext>
              </a:extLst>
            </p:cNvPr>
            <p:cNvCxnSpPr>
              <a:cxnSpLocks/>
              <a:stCxn id="62" idx="2"/>
              <a:endCxn id="47" idx="0"/>
            </p:cNvCxnSpPr>
            <p:nvPr/>
          </p:nvCxnSpPr>
          <p:spPr>
            <a:xfrm>
              <a:off x="6267268" y="3366041"/>
              <a:ext cx="1381541" cy="254619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1" name="Connecteur droit 340">
              <a:extLst>
                <a:ext uri="{FF2B5EF4-FFF2-40B4-BE49-F238E27FC236}">
                  <a16:creationId xmlns:a16="http://schemas.microsoft.com/office/drawing/2014/main" id="{699A2526-1D5D-7926-BDC6-C63C5E6F6054}"/>
                </a:ext>
              </a:extLst>
            </p:cNvPr>
            <p:cNvCxnSpPr>
              <a:cxnSpLocks/>
              <a:stCxn id="64" idx="2"/>
              <a:endCxn id="33" idx="0"/>
            </p:cNvCxnSpPr>
            <p:nvPr/>
          </p:nvCxnSpPr>
          <p:spPr>
            <a:xfrm flipH="1">
              <a:off x="3911759" y="3529820"/>
              <a:ext cx="148115" cy="54366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4" name="Connecteur droit 343">
              <a:extLst>
                <a:ext uri="{FF2B5EF4-FFF2-40B4-BE49-F238E27FC236}">
                  <a16:creationId xmlns:a16="http://schemas.microsoft.com/office/drawing/2014/main" id="{1B6E8AE7-8FEE-7729-F6DF-25C3F0453F2D}"/>
                </a:ext>
              </a:extLst>
            </p:cNvPr>
            <p:cNvCxnSpPr>
              <a:cxnSpLocks/>
              <a:stCxn id="64" idx="2"/>
              <a:endCxn id="151" idx="0"/>
            </p:cNvCxnSpPr>
            <p:nvPr/>
          </p:nvCxnSpPr>
          <p:spPr>
            <a:xfrm>
              <a:off x="4059874" y="3529820"/>
              <a:ext cx="212491" cy="83855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grpSp>
      <p:sp>
        <p:nvSpPr>
          <p:cNvPr id="413" name="ZoneTexte 412">
            <a:extLst>
              <a:ext uri="{FF2B5EF4-FFF2-40B4-BE49-F238E27FC236}">
                <a16:creationId xmlns:a16="http://schemas.microsoft.com/office/drawing/2014/main" id="{A804F814-C2A6-DBC8-0E46-844D82DF7620}"/>
              </a:ext>
            </a:extLst>
          </p:cNvPr>
          <p:cNvSpPr txBox="1"/>
          <p:nvPr/>
        </p:nvSpPr>
        <p:spPr>
          <a:xfrm>
            <a:off x="2455466" y="1544144"/>
            <a:ext cx="1019125" cy="461665"/>
          </a:xfrm>
          <a:prstGeom prst="rect">
            <a:avLst/>
          </a:prstGeom>
          <a:noFill/>
        </p:spPr>
        <p:txBody>
          <a:bodyPr wrap="none" rtlCol="0">
            <a:spAutoFit/>
          </a:bodyPr>
          <a:lstStyle/>
          <a:p>
            <a:pPr algn="ctr"/>
            <a:r>
              <a:rPr lang="fr-FR" sz="1200" b="1" dirty="0"/>
              <a:t>Missions</a:t>
            </a:r>
          </a:p>
          <a:p>
            <a:pPr algn="ctr"/>
            <a:r>
              <a:rPr lang="fr-FR" sz="1200" dirty="0"/>
              <a:t>(les finalités)</a:t>
            </a:r>
          </a:p>
        </p:txBody>
      </p:sp>
      <p:grpSp>
        <p:nvGrpSpPr>
          <p:cNvPr id="419" name="Groupe 418">
            <a:extLst>
              <a:ext uri="{FF2B5EF4-FFF2-40B4-BE49-F238E27FC236}">
                <a16:creationId xmlns:a16="http://schemas.microsoft.com/office/drawing/2014/main" id="{F3D10AAC-525D-FEF5-417C-A631DD76FF68}"/>
              </a:ext>
            </a:extLst>
          </p:cNvPr>
          <p:cNvGrpSpPr/>
          <p:nvPr/>
        </p:nvGrpSpPr>
        <p:grpSpPr>
          <a:xfrm>
            <a:off x="3474591" y="1544144"/>
            <a:ext cx="3595566" cy="3122079"/>
            <a:chOff x="3474591" y="1836752"/>
            <a:chExt cx="3595566" cy="3122079"/>
          </a:xfrm>
        </p:grpSpPr>
        <p:grpSp>
          <p:nvGrpSpPr>
            <p:cNvPr id="386" name="Groupe 385">
              <a:extLst>
                <a:ext uri="{FF2B5EF4-FFF2-40B4-BE49-F238E27FC236}">
                  <a16:creationId xmlns:a16="http://schemas.microsoft.com/office/drawing/2014/main" id="{864EF01F-B372-7375-EE20-12AB2BFE086C}"/>
                </a:ext>
              </a:extLst>
            </p:cNvPr>
            <p:cNvGrpSpPr/>
            <p:nvPr/>
          </p:nvGrpSpPr>
          <p:grpSpPr>
            <a:xfrm>
              <a:off x="4267851" y="1836752"/>
              <a:ext cx="2802306" cy="3122079"/>
              <a:chOff x="2288012" y="1786297"/>
              <a:chExt cx="2802306" cy="3122079"/>
            </a:xfrm>
          </p:grpSpPr>
          <p:pic>
            <p:nvPicPr>
              <p:cNvPr id="33" name="Graphique 32" descr="Base de données avec un remplissage uni">
                <a:extLst>
                  <a:ext uri="{FF2B5EF4-FFF2-40B4-BE49-F238E27FC236}">
                    <a16:creationId xmlns:a16="http://schemas.microsoft.com/office/drawing/2014/main" id="{0AAB4478-8BEE-D4A2-B57F-BEF0BEB807E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00255" y="4073488"/>
                <a:ext cx="540000" cy="540000"/>
              </a:xfrm>
              <a:prstGeom prst="rect">
                <a:avLst/>
              </a:prstGeom>
            </p:spPr>
          </p:pic>
          <p:pic>
            <p:nvPicPr>
              <p:cNvPr id="64" name="Graphique 63" descr="Amélioration continue avec un remplissage uni">
                <a:extLst>
                  <a:ext uri="{FF2B5EF4-FFF2-40B4-BE49-F238E27FC236}">
                    <a16:creationId xmlns:a16="http://schemas.microsoft.com/office/drawing/2014/main" id="{F6D15ACB-D2C5-7854-19F5-66759B03F778}"/>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948370" y="2989820"/>
                <a:ext cx="540000" cy="540000"/>
              </a:xfrm>
              <a:prstGeom prst="rect">
                <a:avLst/>
              </a:prstGeom>
            </p:spPr>
          </p:pic>
          <p:sp>
            <p:nvSpPr>
              <p:cNvPr id="71" name="ZoneTexte 70">
                <a:extLst>
                  <a:ext uri="{FF2B5EF4-FFF2-40B4-BE49-F238E27FC236}">
                    <a16:creationId xmlns:a16="http://schemas.microsoft.com/office/drawing/2014/main" id="{43EF26C3-10B7-4C52-3A7E-7E01341BFB96}"/>
                  </a:ext>
                </a:extLst>
              </p:cNvPr>
              <p:cNvSpPr txBox="1"/>
              <p:nvPr/>
            </p:nvSpPr>
            <p:spPr>
              <a:xfrm>
                <a:off x="2288012" y="1786297"/>
                <a:ext cx="2802306" cy="461665"/>
              </a:xfrm>
              <a:prstGeom prst="rect">
                <a:avLst/>
              </a:prstGeom>
              <a:noFill/>
            </p:spPr>
            <p:txBody>
              <a:bodyPr wrap="none" rtlCol="0">
                <a:spAutoFit/>
              </a:bodyPr>
              <a:lstStyle/>
              <a:p>
                <a:pPr algn="ctr"/>
                <a:r>
                  <a:rPr lang="fr-FR" sz="1200" b="1" dirty="0"/>
                  <a:t>Valeurs métier</a:t>
                </a:r>
              </a:p>
              <a:p>
                <a:pPr algn="ctr"/>
                <a:r>
                  <a:rPr lang="fr-FR" sz="1200" dirty="0"/>
                  <a:t>(qui permettent de réaliser les missions)</a:t>
                </a:r>
              </a:p>
            </p:txBody>
          </p:sp>
          <p:sp>
            <p:nvSpPr>
              <p:cNvPr id="55" name="ZoneTexte 54">
                <a:extLst>
                  <a:ext uri="{FF2B5EF4-FFF2-40B4-BE49-F238E27FC236}">
                    <a16:creationId xmlns:a16="http://schemas.microsoft.com/office/drawing/2014/main" id="{C6D4D60E-6058-0EC6-F85B-1DE76C2BF3BC}"/>
                  </a:ext>
                </a:extLst>
              </p:cNvPr>
              <p:cNvSpPr txBox="1"/>
              <p:nvPr/>
            </p:nvSpPr>
            <p:spPr>
              <a:xfrm>
                <a:off x="3708542" y="2394053"/>
                <a:ext cx="996235" cy="461665"/>
              </a:xfrm>
              <a:prstGeom prst="rect">
                <a:avLst/>
              </a:prstGeom>
              <a:noFill/>
            </p:spPr>
            <p:txBody>
              <a:bodyPr wrap="none" rtlCol="0">
                <a:spAutoFit/>
              </a:bodyPr>
              <a:lstStyle/>
              <a:p>
                <a:pPr algn="ctr"/>
                <a:r>
                  <a:rPr lang="fr-FR" sz="1200" dirty="0"/>
                  <a:t>Processus</a:t>
                </a:r>
              </a:p>
              <a:p>
                <a:pPr algn="ctr"/>
                <a:r>
                  <a:rPr lang="fr-FR" sz="1200" dirty="0"/>
                  <a:t>(traitements)</a:t>
                </a:r>
              </a:p>
            </p:txBody>
          </p:sp>
          <p:sp>
            <p:nvSpPr>
              <p:cNvPr id="58" name="ZoneTexte 57">
                <a:extLst>
                  <a:ext uri="{FF2B5EF4-FFF2-40B4-BE49-F238E27FC236}">
                    <a16:creationId xmlns:a16="http://schemas.microsoft.com/office/drawing/2014/main" id="{BE84B2C5-D920-60F2-CB4B-6CBA557428ED}"/>
                  </a:ext>
                </a:extLst>
              </p:cNvPr>
              <p:cNvSpPr txBox="1"/>
              <p:nvPr/>
            </p:nvSpPr>
            <p:spPr>
              <a:xfrm>
                <a:off x="3843816" y="3741697"/>
                <a:ext cx="763351" cy="276999"/>
              </a:xfrm>
              <a:prstGeom prst="rect">
                <a:avLst/>
              </a:prstGeom>
              <a:noFill/>
            </p:spPr>
            <p:txBody>
              <a:bodyPr wrap="none" rtlCol="0">
                <a:spAutoFit/>
              </a:bodyPr>
              <a:lstStyle/>
              <a:p>
                <a:pPr algn="ctr"/>
                <a:r>
                  <a:rPr lang="fr-FR" sz="1200" dirty="0"/>
                  <a:t>Données</a:t>
                </a:r>
              </a:p>
            </p:txBody>
          </p:sp>
          <p:pic>
            <p:nvPicPr>
              <p:cNvPr id="151" name="Graphique 150" descr="Base de données avec un remplissage uni">
                <a:extLst>
                  <a:ext uri="{FF2B5EF4-FFF2-40B4-BE49-F238E27FC236}">
                    <a16:creationId xmlns:a16="http://schemas.microsoft.com/office/drawing/2014/main" id="{51D9A99B-305F-E83B-DB8F-72288BF6D9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60861" y="4368376"/>
                <a:ext cx="540000" cy="540000"/>
              </a:xfrm>
              <a:prstGeom prst="rect">
                <a:avLst/>
              </a:prstGeom>
            </p:spPr>
          </p:pic>
        </p:grpSp>
        <p:cxnSp>
          <p:nvCxnSpPr>
            <p:cNvPr id="415" name="Connecteur droit avec flèche 414">
              <a:extLst>
                <a:ext uri="{FF2B5EF4-FFF2-40B4-BE49-F238E27FC236}">
                  <a16:creationId xmlns:a16="http://schemas.microsoft.com/office/drawing/2014/main" id="{D6F0D92E-A726-6B6B-1FDC-9983FF3F9828}"/>
                </a:ext>
              </a:extLst>
            </p:cNvPr>
            <p:cNvCxnSpPr>
              <a:stCxn id="413" idx="3"/>
              <a:endCxn id="71" idx="1"/>
            </p:cNvCxnSpPr>
            <p:nvPr/>
          </p:nvCxnSpPr>
          <p:spPr>
            <a:xfrm>
              <a:off x="3474591" y="2067585"/>
              <a:ext cx="79326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grpSp>
        <p:nvGrpSpPr>
          <p:cNvPr id="420" name="Groupe 419">
            <a:extLst>
              <a:ext uri="{FF2B5EF4-FFF2-40B4-BE49-F238E27FC236}">
                <a16:creationId xmlns:a16="http://schemas.microsoft.com/office/drawing/2014/main" id="{A59BF5CD-50D8-29A1-B9CE-1E2FF1E22D55}"/>
              </a:ext>
            </a:extLst>
          </p:cNvPr>
          <p:cNvGrpSpPr/>
          <p:nvPr/>
        </p:nvGrpSpPr>
        <p:grpSpPr>
          <a:xfrm>
            <a:off x="6961901" y="1544144"/>
            <a:ext cx="3572403" cy="4716098"/>
            <a:chOff x="6803405" y="1836752"/>
            <a:chExt cx="3572403" cy="4716098"/>
          </a:xfrm>
        </p:grpSpPr>
        <p:cxnSp>
          <p:nvCxnSpPr>
            <p:cNvPr id="67" name="Connecteur droit 66">
              <a:extLst>
                <a:ext uri="{FF2B5EF4-FFF2-40B4-BE49-F238E27FC236}">
                  <a16:creationId xmlns:a16="http://schemas.microsoft.com/office/drawing/2014/main" id="{2B7C8201-7843-D21F-8368-601D9C5F3C14}"/>
                </a:ext>
              </a:extLst>
            </p:cNvPr>
            <p:cNvCxnSpPr>
              <a:cxnSpLocks/>
            </p:cNvCxnSpPr>
            <p:nvPr/>
          </p:nvCxnSpPr>
          <p:spPr>
            <a:xfrm>
              <a:off x="6819680" y="1882932"/>
              <a:ext cx="0" cy="4669918"/>
            </a:xfrm>
            <a:prstGeom prst="line">
              <a:avLst/>
            </a:prstGeom>
            <a:ln w="28575">
              <a:prstDash val="dash"/>
            </a:ln>
          </p:spPr>
          <p:style>
            <a:lnRef idx="2">
              <a:schemeClr val="dk1"/>
            </a:lnRef>
            <a:fillRef idx="0">
              <a:schemeClr val="dk1"/>
            </a:fillRef>
            <a:effectRef idx="1">
              <a:schemeClr val="dk1"/>
            </a:effectRef>
            <a:fontRef idx="minor">
              <a:schemeClr val="tx1"/>
            </a:fontRef>
          </p:style>
        </p:cxnSp>
        <p:grpSp>
          <p:nvGrpSpPr>
            <p:cNvPr id="387" name="Groupe 386">
              <a:extLst>
                <a:ext uri="{FF2B5EF4-FFF2-40B4-BE49-F238E27FC236}">
                  <a16:creationId xmlns:a16="http://schemas.microsoft.com/office/drawing/2014/main" id="{7526DA78-8D9F-82DA-CF03-942D56F27499}"/>
                </a:ext>
              </a:extLst>
            </p:cNvPr>
            <p:cNvGrpSpPr/>
            <p:nvPr/>
          </p:nvGrpSpPr>
          <p:grpSpPr>
            <a:xfrm>
              <a:off x="6803405" y="1836752"/>
              <a:ext cx="3572403" cy="4665940"/>
              <a:chOff x="4823566" y="1786297"/>
              <a:chExt cx="3572403" cy="4665940"/>
            </a:xfrm>
          </p:grpSpPr>
          <p:sp>
            <p:nvSpPr>
              <p:cNvPr id="72" name="ZoneTexte 71">
                <a:extLst>
                  <a:ext uri="{FF2B5EF4-FFF2-40B4-BE49-F238E27FC236}">
                    <a16:creationId xmlns:a16="http://schemas.microsoft.com/office/drawing/2014/main" id="{03BBC99D-0434-CDDF-3AE3-CBF3625305B3}"/>
                  </a:ext>
                </a:extLst>
              </p:cNvPr>
              <p:cNvSpPr txBox="1"/>
              <p:nvPr/>
            </p:nvSpPr>
            <p:spPr>
              <a:xfrm>
                <a:off x="5526722" y="1786297"/>
                <a:ext cx="2869247" cy="461665"/>
              </a:xfrm>
              <a:prstGeom prst="rect">
                <a:avLst/>
              </a:prstGeom>
              <a:noFill/>
            </p:spPr>
            <p:txBody>
              <a:bodyPr wrap="none" rtlCol="0">
                <a:spAutoFit/>
              </a:bodyPr>
              <a:lstStyle/>
              <a:p>
                <a:pPr algn="ctr"/>
                <a:r>
                  <a:rPr lang="fr-FR" sz="1200" b="1" dirty="0"/>
                  <a:t>Biens supports</a:t>
                </a:r>
              </a:p>
              <a:p>
                <a:pPr algn="ctr"/>
                <a:r>
                  <a:rPr lang="fr-FR" sz="1200" dirty="0"/>
                  <a:t>(sur lesquels reposent les valeurs métier)</a:t>
                </a:r>
              </a:p>
            </p:txBody>
          </p:sp>
          <p:pic>
            <p:nvPicPr>
              <p:cNvPr id="25" name="Graphique 24" descr="Homme avec un remplissage uni">
                <a:extLst>
                  <a:ext uri="{FF2B5EF4-FFF2-40B4-BE49-F238E27FC236}">
                    <a16:creationId xmlns:a16="http://schemas.microsoft.com/office/drawing/2014/main" id="{5503D561-014F-3C0C-4D60-46B5BF0EE04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701067" y="3157125"/>
                <a:ext cx="540000" cy="540000"/>
              </a:xfrm>
              <a:prstGeom prst="rect">
                <a:avLst/>
              </a:prstGeom>
            </p:spPr>
          </p:pic>
          <p:pic>
            <p:nvPicPr>
              <p:cNvPr id="27" name="Graphique 26" descr="Hiérarchie avec un remplissage uni">
                <a:extLst>
                  <a:ext uri="{FF2B5EF4-FFF2-40B4-BE49-F238E27FC236}">
                    <a16:creationId xmlns:a16="http://schemas.microsoft.com/office/drawing/2014/main" id="{0C3364A2-AC1E-E9AF-2C5F-3498869B738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78869" y="2870658"/>
                <a:ext cx="540000" cy="540000"/>
              </a:xfrm>
              <a:prstGeom prst="rect">
                <a:avLst/>
              </a:prstGeom>
            </p:spPr>
          </p:pic>
          <p:pic>
            <p:nvPicPr>
              <p:cNvPr id="31" name="Graphique 30" descr="Ordinateur portable avec un remplissage uni">
                <a:extLst>
                  <a:ext uri="{FF2B5EF4-FFF2-40B4-BE49-F238E27FC236}">
                    <a16:creationId xmlns:a16="http://schemas.microsoft.com/office/drawing/2014/main" id="{B84B10A5-9AEA-1961-C49B-ED1385A3B6E0}"/>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609419" y="5371496"/>
                <a:ext cx="540000" cy="540000"/>
              </a:xfrm>
              <a:prstGeom prst="rect">
                <a:avLst/>
              </a:prstGeom>
            </p:spPr>
          </p:pic>
          <p:pic>
            <p:nvPicPr>
              <p:cNvPr id="39" name="Graphique 38" descr="Internet des objets avec un remplissage uni">
                <a:extLst>
                  <a:ext uri="{FF2B5EF4-FFF2-40B4-BE49-F238E27FC236}">
                    <a16:creationId xmlns:a16="http://schemas.microsoft.com/office/drawing/2014/main" id="{8D6C5690-5160-8A69-CF53-AE7C7138CE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411871" y="5622455"/>
                <a:ext cx="540000" cy="540000"/>
              </a:xfrm>
              <a:prstGeom prst="rect">
                <a:avLst/>
              </a:prstGeom>
            </p:spPr>
          </p:pic>
          <p:pic>
            <p:nvPicPr>
              <p:cNvPr id="41" name="Graphique 40" descr="Terminal Cmd avec un remplissage uni">
                <a:extLst>
                  <a:ext uri="{FF2B5EF4-FFF2-40B4-BE49-F238E27FC236}">
                    <a16:creationId xmlns:a16="http://schemas.microsoft.com/office/drawing/2014/main" id="{6C37AC4A-9C2E-BD42-D41D-3438D28972C4}"/>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730632" y="4129134"/>
                <a:ext cx="540000" cy="540000"/>
              </a:xfrm>
              <a:prstGeom prst="rect">
                <a:avLst/>
              </a:prstGeom>
            </p:spPr>
          </p:pic>
          <p:pic>
            <p:nvPicPr>
              <p:cNvPr id="43" name="Graphique 42" descr="Usine avec un remplissage uni">
                <a:extLst>
                  <a:ext uri="{FF2B5EF4-FFF2-40B4-BE49-F238E27FC236}">
                    <a16:creationId xmlns:a16="http://schemas.microsoft.com/office/drawing/2014/main" id="{6DE68451-9AB0-C300-60EB-C5B00FDB27F5}"/>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858366" y="5462939"/>
                <a:ext cx="540000" cy="540000"/>
              </a:xfrm>
              <a:prstGeom prst="rect">
                <a:avLst/>
              </a:prstGeom>
            </p:spPr>
          </p:pic>
          <p:pic>
            <p:nvPicPr>
              <p:cNvPr id="47" name="Graphique 46" descr="Commande vocale avec un remplissage uni">
                <a:extLst>
                  <a:ext uri="{FF2B5EF4-FFF2-40B4-BE49-F238E27FC236}">
                    <a16:creationId xmlns:a16="http://schemas.microsoft.com/office/drawing/2014/main" id="{F7196360-075F-6036-CE9B-96A68F3A8389}"/>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7378809" y="5912237"/>
                <a:ext cx="540000" cy="540000"/>
              </a:xfrm>
              <a:prstGeom prst="rect">
                <a:avLst/>
              </a:prstGeom>
            </p:spPr>
          </p:pic>
          <p:pic>
            <p:nvPicPr>
              <p:cNvPr id="62" name="Graphique 61" descr="Homme avec un remplissage uni">
                <a:extLst>
                  <a:ext uri="{FF2B5EF4-FFF2-40B4-BE49-F238E27FC236}">
                    <a16:creationId xmlns:a16="http://schemas.microsoft.com/office/drawing/2014/main" id="{8566226B-86C0-5C17-CB16-5F52C1A272D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997268" y="2826041"/>
                <a:ext cx="540000" cy="540000"/>
              </a:xfrm>
              <a:prstGeom prst="rect">
                <a:avLst/>
              </a:prstGeom>
            </p:spPr>
          </p:pic>
          <p:pic>
            <p:nvPicPr>
              <p:cNvPr id="63" name="Graphique 62" descr="Homme avec un remplissage uni">
                <a:extLst>
                  <a:ext uri="{FF2B5EF4-FFF2-40B4-BE49-F238E27FC236}">
                    <a16:creationId xmlns:a16="http://schemas.microsoft.com/office/drawing/2014/main" id="{1D27668F-C6AE-2278-3071-1CAA0EB124C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531384" y="2650684"/>
                <a:ext cx="540000" cy="540000"/>
              </a:xfrm>
              <a:prstGeom prst="rect">
                <a:avLst/>
              </a:prstGeom>
            </p:spPr>
          </p:pic>
          <p:pic>
            <p:nvPicPr>
              <p:cNvPr id="158" name="Graphique 157" descr="Terminal Cmd avec un remplissage uni">
                <a:extLst>
                  <a:ext uri="{FF2B5EF4-FFF2-40B4-BE49-F238E27FC236}">
                    <a16:creationId xmlns:a16="http://schemas.microsoft.com/office/drawing/2014/main" id="{929F009C-D30A-8ED0-67AD-47F1278B5B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218956" y="4399134"/>
                <a:ext cx="540000" cy="540000"/>
              </a:xfrm>
              <a:prstGeom prst="rect">
                <a:avLst/>
              </a:prstGeom>
            </p:spPr>
          </p:pic>
          <p:pic>
            <p:nvPicPr>
              <p:cNvPr id="165" name="Graphique 164" descr="Usine avec un remplissage uni">
                <a:extLst>
                  <a:ext uri="{FF2B5EF4-FFF2-40B4-BE49-F238E27FC236}">
                    <a16:creationId xmlns:a16="http://schemas.microsoft.com/office/drawing/2014/main" id="{D5E73D2C-6FF2-986E-9080-6CA14547BDA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909162" y="5763126"/>
                <a:ext cx="540000" cy="540000"/>
              </a:xfrm>
              <a:prstGeom prst="rect">
                <a:avLst/>
              </a:prstGeom>
            </p:spPr>
          </p:pic>
          <p:sp>
            <p:nvSpPr>
              <p:cNvPr id="50" name="ZoneTexte 49">
                <a:extLst>
                  <a:ext uri="{FF2B5EF4-FFF2-40B4-BE49-F238E27FC236}">
                    <a16:creationId xmlns:a16="http://schemas.microsoft.com/office/drawing/2014/main" id="{723349B7-2A58-D340-2655-1CF3BF05E3AA}"/>
                  </a:ext>
                </a:extLst>
              </p:cNvPr>
              <p:cNvSpPr txBox="1"/>
              <p:nvPr/>
            </p:nvSpPr>
            <p:spPr>
              <a:xfrm>
                <a:off x="4823566" y="5062501"/>
                <a:ext cx="643125" cy="276999"/>
              </a:xfrm>
              <a:prstGeom prst="rect">
                <a:avLst/>
              </a:prstGeom>
              <a:noFill/>
            </p:spPr>
            <p:txBody>
              <a:bodyPr wrap="none" rtlCol="0">
                <a:spAutoFit/>
              </a:bodyPr>
              <a:lstStyle/>
              <a:p>
                <a:pPr algn="ctr"/>
                <a:r>
                  <a:rPr lang="fr-FR" sz="1200" dirty="0"/>
                  <a:t>Locaux</a:t>
                </a:r>
              </a:p>
            </p:txBody>
          </p:sp>
          <p:sp>
            <p:nvSpPr>
              <p:cNvPr id="51" name="ZoneTexte 50">
                <a:extLst>
                  <a:ext uri="{FF2B5EF4-FFF2-40B4-BE49-F238E27FC236}">
                    <a16:creationId xmlns:a16="http://schemas.microsoft.com/office/drawing/2014/main" id="{20BAC6BE-615E-4BA8-4E0E-CC44E28CDF90}"/>
                  </a:ext>
                </a:extLst>
              </p:cNvPr>
              <p:cNvSpPr txBox="1"/>
              <p:nvPr/>
            </p:nvSpPr>
            <p:spPr>
              <a:xfrm>
                <a:off x="6047456" y="5062501"/>
                <a:ext cx="1241501" cy="461665"/>
              </a:xfrm>
              <a:prstGeom prst="rect">
                <a:avLst/>
              </a:prstGeom>
              <a:noFill/>
            </p:spPr>
            <p:txBody>
              <a:bodyPr wrap="square" rtlCol="0">
                <a:spAutoFit/>
              </a:bodyPr>
              <a:lstStyle/>
              <a:p>
                <a:pPr algn="ctr"/>
                <a:r>
                  <a:rPr lang="fr-FR" sz="1200" dirty="0"/>
                  <a:t>Canaux informatiques</a:t>
                </a:r>
              </a:p>
            </p:txBody>
          </p:sp>
          <p:sp>
            <p:nvSpPr>
              <p:cNvPr id="52" name="ZoneTexte 51">
                <a:extLst>
                  <a:ext uri="{FF2B5EF4-FFF2-40B4-BE49-F238E27FC236}">
                    <a16:creationId xmlns:a16="http://schemas.microsoft.com/office/drawing/2014/main" id="{0A74F3CD-AF19-D739-727F-9121302772C8}"/>
                  </a:ext>
                </a:extLst>
              </p:cNvPr>
              <p:cNvSpPr txBox="1"/>
              <p:nvPr/>
            </p:nvSpPr>
            <p:spPr>
              <a:xfrm>
                <a:off x="7053337" y="5062501"/>
                <a:ext cx="1331308" cy="461665"/>
              </a:xfrm>
              <a:prstGeom prst="rect">
                <a:avLst/>
              </a:prstGeom>
              <a:noFill/>
            </p:spPr>
            <p:txBody>
              <a:bodyPr wrap="square" rtlCol="0">
                <a:spAutoFit/>
              </a:bodyPr>
              <a:lstStyle/>
              <a:p>
                <a:pPr algn="ctr"/>
                <a:r>
                  <a:rPr lang="fr-FR" sz="1200" dirty="0"/>
                  <a:t>Canaux interpersonnels</a:t>
                </a:r>
              </a:p>
            </p:txBody>
          </p:sp>
          <p:sp>
            <p:nvSpPr>
              <p:cNvPr id="53" name="ZoneTexte 52">
                <a:extLst>
                  <a:ext uri="{FF2B5EF4-FFF2-40B4-BE49-F238E27FC236}">
                    <a16:creationId xmlns:a16="http://schemas.microsoft.com/office/drawing/2014/main" id="{CE492B3B-A99C-2568-7DE5-07055E5DCBAD}"/>
                  </a:ext>
                </a:extLst>
              </p:cNvPr>
              <p:cNvSpPr txBox="1"/>
              <p:nvPr/>
            </p:nvSpPr>
            <p:spPr>
              <a:xfrm>
                <a:off x="7126231" y="2394053"/>
                <a:ext cx="1082349" cy="276999"/>
              </a:xfrm>
              <a:prstGeom prst="rect">
                <a:avLst/>
              </a:prstGeom>
              <a:noFill/>
            </p:spPr>
            <p:txBody>
              <a:bodyPr wrap="none" rtlCol="0">
                <a:spAutoFit/>
              </a:bodyPr>
              <a:lstStyle/>
              <a:p>
                <a:pPr algn="ctr"/>
                <a:r>
                  <a:rPr lang="fr-FR" sz="1200" dirty="0"/>
                  <a:t>Organisations</a:t>
                </a:r>
              </a:p>
            </p:txBody>
          </p:sp>
          <p:sp>
            <p:nvSpPr>
              <p:cNvPr id="54" name="ZoneTexte 53">
                <a:extLst>
                  <a:ext uri="{FF2B5EF4-FFF2-40B4-BE49-F238E27FC236}">
                    <a16:creationId xmlns:a16="http://schemas.microsoft.com/office/drawing/2014/main" id="{A7D25341-A8D0-60FB-8D3C-0ABDDF2A5B6A}"/>
                  </a:ext>
                </a:extLst>
              </p:cNvPr>
              <p:cNvSpPr txBox="1"/>
              <p:nvPr/>
            </p:nvSpPr>
            <p:spPr>
              <a:xfrm>
                <a:off x="5549726" y="2394053"/>
                <a:ext cx="872547" cy="276999"/>
              </a:xfrm>
              <a:prstGeom prst="rect">
                <a:avLst/>
              </a:prstGeom>
              <a:noFill/>
            </p:spPr>
            <p:txBody>
              <a:bodyPr wrap="none" rtlCol="0">
                <a:spAutoFit/>
              </a:bodyPr>
              <a:lstStyle/>
              <a:p>
                <a:pPr algn="ctr"/>
                <a:r>
                  <a:rPr lang="fr-FR" sz="1200" dirty="0"/>
                  <a:t>Personnes</a:t>
                </a:r>
              </a:p>
            </p:txBody>
          </p:sp>
          <p:sp>
            <p:nvSpPr>
              <p:cNvPr id="56" name="ZoneTexte 55">
                <a:extLst>
                  <a:ext uri="{FF2B5EF4-FFF2-40B4-BE49-F238E27FC236}">
                    <a16:creationId xmlns:a16="http://schemas.microsoft.com/office/drawing/2014/main" id="{6D182C7D-FF79-773B-59D4-E81745C1249D}"/>
                  </a:ext>
                </a:extLst>
              </p:cNvPr>
              <p:cNvSpPr txBox="1"/>
              <p:nvPr/>
            </p:nvSpPr>
            <p:spPr>
              <a:xfrm>
                <a:off x="5475226" y="5062501"/>
                <a:ext cx="793807" cy="276999"/>
              </a:xfrm>
              <a:prstGeom prst="rect">
                <a:avLst/>
              </a:prstGeom>
              <a:noFill/>
            </p:spPr>
            <p:txBody>
              <a:bodyPr wrap="none" rtlCol="0">
                <a:spAutoFit/>
              </a:bodyPr>
              <a:lstStyle/>
              <a:p>
                <a:pPr algn="ctr"/>
                <a:r>
                  <a:rPr lang="fr-FR" sz="1200" dirty="0"/>
                  <a:t>Matériels</a:t>
                </a:r>
              </a:p>
            </p:txBody>
          </p:sp>
          <p:sp>
            <p:nvSpPr>
              <p:cNvPr id="57" name="ZoneTexte 56">
                <a:extLst>
                  <a:ext uri="{FF2B5EF4-FFF2-40B4-BE49-F238E27FC236}">
                    <a16:creationId xmlns:a16="http://schemas.microsoft.com/office/drawing/2014/main" id="{C5D90B4A-09BB-B5CF-5D21-C666BBDD10C7}"/>
                  </a:ext>
                </a:extLst>
              </p:cNvPr>
              <p:cNvSpPr txBox="1"/>
              <p:nvPr/>
            </p:nvSpPr>
            <p:spPr>
              <a:xfrm>
                <a:off x="6461282" y="3741697"/>
                <a:ext cx="745717" cy="276999"/>
              </a:xfrm>
              <a:prstGeom prst="rect">
                <a:avLst/>
              </a:prstGeom>
              <a:noFill/>
            </p:spPr>
            <p:txBody>
              <a:bodyPr wrap="none" rtlCol="0">
                <a:spAutoFit/>
              </a:bodyPr>
              <a:lstStyle/>
              <a:p>
                <a:pPr algn="ctr"/>
                <a:r>
                  <a:rPr lang="fr-FR" sz="1200" dirty="0"/>
                  <a:t>Logiciels</a:t>
                </a:r>
              </a:p>
            </p:txBody>
          </p:sp>
        </p:grpSp>
        <p:cxnSp>
          <p:nvCxnSpPr>
            <p:cNvPr id="416" name="Connecteur droit avec flèche 415">
              <a:extLst>
                <a:ext uri="{FF2B5EF4-FFF2-40B4-BE49-F238E27FC236}">
                  <a16:creationId xmlns:a16="http://schemas.microsoft.com/office/drawing/2014/main" id="{F943829A-A3D3-690F-EC27-305169F62E35}"/>
                </a:ext>
              </a:extLst>
            </p:cNvPr>
            <p:cNvCxnSpPr>
              <a:cxnSpLocks/>
              <a:stCxn id="71" idx="3"/>
              <a:endCxn id="72" idx="1"/>
            </p:cNvCxnSpPr>
            <p:nvPr/>
          </p:nvCxnSpPr>
          <p:spPr>
            <a:xfrm>
              <a:off x="6911661" y="2067585"/>
              <a:ext cx="59490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sp>
        <p:nvSpPr>
          <p:cNvPr id="425" name="Organigramme : Alternative 424">
            <a:extLst>
              <a:ext uri="{FF2B5EF4-FFF2-40B4-BE49-F238E27FC236}">
                <a16:creationId xmlns:a16="http://schemas.microsoft.com/office/drawing/2014/main" id="{C560B3BA-66A5-3E68-B3C0-B667833FD7B9}"/>
              </a:ext>
            </a:extLst>
          </p:cNvPr>
          <p:cNvSpPr/>
          <p:nvPr/>
        </p:nvSpPr>
        <p:spPr>
          <a:xfrm>
            <a:off x="799619" y="2515560"/>
            <a:ext cx="2395313" cy="334301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périmètre est décrit par les missions, valeurs métier et biens support.</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de détail dépend notamment de l’objet de l’étude et de ses destinataires.</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les sujets complexes, il peut être utile de décrire également les liens entre composants.</a:t>
            </a:r>
          </a:p>
        </p:txBody>
      </p:sp>
      <p:sp>
        <p:nvSpPr>
          <p:cNvPr id="9" name="ZoneTexte 8">
            <a:extLst>
              <a:ext uri="{FF2B5EF4-FFF2-40B4-BE49-F238E27FC236}">
                <a16:creationId xmlns:a16="http://schemas.microsoft.com/office/drawing/2014/main" id="{2B130A1A-1016-5469-DB88-970B59C186D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80010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419"/>
                                        </p:tgtEl>
                                        <p:attrNameLst>
                                          <p:attrName>style.visibility</p:attrName>
                                        </p:attrNameLst>
                                      </p:cBhvr>
                                      <p:to>
                                        <p:strVal val="visible"/>
                                      </p:to>
                                    </p:set>
                                    <p:animEffect transition="in" filter="wipe(left)">
                                      <p:cBhvr>
                                        <p:cTn id="11" dur="500"/>
                                        <p:tgtEl>
                                          <p:spTgt spid="41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20"/>
                                        </p:tgtEl>
                                        <p:attrNameLst>
                                          <p:attrName>style.visibility</p:attrName>
                                        </p:attrNameLst>
                                      </p:cBhvr>
                                      <p:to>
                                        <p:strVal val="visible"/>
                                      </p:to>
                                    </p:set>
                                    <p:animEffect transition="in" filter="wipe(left)">
                                      <p:cBhvr>
                                        <p:cTn id="16" dur="500"/>
                                        <p:tgtEl>
                                          <p:spTgt spid="42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89"/>
                                        </p:tgtEl>
                                        <p:attrNameLst>
                                          <p:attrName>style.visibility</p:attrName>
                                        </p:attrNameLst>
                                      </p:cBhvr>
                                      <p:to>
                                        <p:strVal val="visible"/>
                                      </p:to>
                                    </p:set>
                                    <p:animEffect transition="in" filter="wipe(left)">
                                      <p:cBhvr>
                                        <p:cTn id="21" dur="500"/>
                                        <p:tgtEl>
                                          <p:spTgt spid="38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88"/>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3" grpId="0"/>
      <p:bldP spid="42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6" name="Espace réservé de la date 3">
            <a:extLst>
              <a:ext uri="{FF2B5EF4-FFF2-40B4-BE49-F238E27FC236}">
                <a16:creationId xmlns:a16="http://schemas.microsoft.com/office/drawing/2014/main" id="{E91CA6D9-F8FB-EC2A-B23A-1D3DBBAD285B}"/>
              </a:ext>
            </a:extLst>
          </p:cNvPr>
          <p:cNvSpPr>
            <a:spLocks noGrp="1"/>
          </p:cNvSpPr>
          <p:nvPr>
            <p:ph type="dt" sz="half" idx="10"/>
          </p:nvPr>
        </p:nvSpPr>
        <p:spPr/>
        <p:txBody>
          <a:bodyPr/>
          <a:lstStyle/>
          <a:p>
            <a:pPr rtl="0"/>
            <a:r>
              <a:rPr lang="fr-FR" noProof="0"/>
              <a:t>19/11/2025</a:t>
            </a:r>
          </a:p>
        </p:txBody>
      </p:sp>
      <p:sp>
        <p:nvSpPr>
          <p:cNvPr id="7" name="Espace réservé du pied de page 4">
            <a:extLst>
              <a:ext uri="{FF2B5EF4-FFF2-40B4-BE49-F238E27FC236}">
                <a16:creationId xmlns:a16="http://schemas.microsoft.com/office/drawing/2014/main" id="{B1E1A22A-A1D8-0B92-0776-F4DB7B3BFEB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D057BC4C-8C68-13EC-BCB3-3A7EA5659E05}"/>
              </a:ext>
            </a:extLst>
          </p:cNvPr>
          <p:cNvSpPr>
            <a:spLocks noGrp="1"/>
          </p:cNvSpPr>
          <p:nvPr>
            <p:ph type="sldNum" sz="quarter" idx="12"/>
          </p:nvPr>
        </p:nvSpPr>
        <p:spPr/>
        <p:txBody>
          <a:bodyPr/>
          <a:lstStyle/>
          <a:p>
            <a:pPr rtl="0"/>
            <a:fld id="{294A09A9-5501-47C1-A89A-A340965A2BE2}" type="slidenum">
              <a:rPr lang="fr-FR" noProof="0" smtClean="0"/>
              <a:t>36</a:t>
            </a:fld>
            <a:endParaRPr lang="fr-FR" noProof="0"/>
          </a:p>
        </p:txBody>
      </p:sp>
      <p:sp>
        <p:nvSpPr>
          <p:cNvPr id="10" name="Espace réservé du texte 9">
            <a:extLst>
              <a:ext uri="{FF2B5EF4-FFF2-40B4-BE49-F238E27FC236}">
                <a16:creationId xmlns:a16="http://schemas.microsoft.com/office/drawing/2014/main" id="{632C13F8-A9EF-6120-53AE-4FA8FA83E29C}"/>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917923004"/>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de</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5" name="Image 4">
            <a:extLst>
              <a:ext uri="{FF2B5EF4-FFF2-40B4-BE49-F238E27FC236}">
                <a16:creationId xmlns:a16="http://schemas.microsoft.com/office/drawing/2014/main" id="{671BB99C-E35E-FD5D-CFE2-9A091624B2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1" name="ZoneTexte 10">
            <a:extLst>
              <a:ext uri="{FF2B5EF4-FFF2-40B4-BE49-F238E27FC236}">
                <a16:creationId xmlns:a16="http://schemas.microsoft.com/office/drawing/2014/main" id="{64B39A75-D6AB-6750-8F2B-F9DAE03B943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931514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6" name="Espace réservé de la date 3">
            <a:extLst>
              <a:ext uri="{FF2B5EF4-FFF2-40B4-BE49-F238E27FC236}">
                <a16:creationId xmlns:a16="http://schemas.microsoft.com/office/drawing/2014/main" id="{D5470365-0A06-69ED-1C3E-7ED578AB1552}"/>
              </a:ext>
            </a:extLst>
          </p:cNvPr>
          <p:cNvSpPr>
            <a:spLocks noGrp="1"/>
          </p:cNvSpPr>
          <p:nvPr>
            <p:ph type="dt" sz="half" idx="10"/>
          </p:nvPr>
        </p:nvSpPr>
        <p:spPr/>
        <p:txBody>
          <a:bodyPr/>
          <a:lstStyle/>
          <a:p>
            <a:pPr rtl="0"/>
            <a:r>
              <a:rPr lang="fr-FR" noProof="0"/>
              <a:t>19/11/2025</a:t>
            </a:r>
          </a:p>
        </p:txBody>
      </p:sp>
      <p:sp>
        <p:nvSpPr>
          <p:cNvPr id="7" name="Espace réservé du pied de page 4">
            <a:extLst>
              <a:ext uri="{FF2B5EF4-FFF2-40B4-BE49-F238E27FC236}">
                <a16:creationId xmlns:a16="http://schemas.microsoft.com/office/drawing/2014/main" id="{675D58F5-E833-9F5E-FF2E-72CD1F7F569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311A9A1B-DB7F-99EB-7EE4-F7FA897B42B9}"/>
              </a:ext>
            </a:extLst>
          </p:cNvPr>
          <p:cNvSpPr>
            <a:spLocks noGrp="1"/>
          </p:cNvSpPr>
          <p:nvPr>
            <p:ph type="sldNum" sz="quarter" idx="12"/>
          </p:nvPr>
        </p:nvSpPr>
        <p:spPr/>
        <p:txBody>
          <a:bodyPr/>
          <a:lstStyle/>
          <a:p>
            <a:pPr rtl="0"/>
            <a:fld id="{294A09A9-5501-47C1-A89A-A340965A2BE2}" type="slidenum">
              <a:rPr lang="fr-FR" noProof="0" smtClean="0"/>
              <a:t>37</a:t>
            </a:fld>
            <a:endParaRPr lang="fr-FR" noProof="0"/>
          </a:p>
        </p:txBody>
      </p:sp>
      <p:sp>
        <p:nvSpPr>
          <p:cNvPr id="11" name="Espace réservé du texte 10">
            <a:extLst>
              <a:ext uri="{FF2B5EF4-FFF2-40B4-BE49-F238E27FC236}">
                <a16:creationId xmlns:a16="http://schemas.microsoft.com/office/drawing/2014/main" id="{4636B6AD-EC24-1A2C-92AF-8439EEBF858A}"/>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2014666875"/>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Gérer les résultats scolaires</a:t>
                      </a: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3"/>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3" name="Image 2">
            <a:extLst>
              <a:ext uri="{FF2B5EF4-FFF2-40B4-BE49-F238E27FC236}">
                <a16:creationId xmlns:a16="http://schemas.microsoft.com/office/drawing/2014/main" id="{6C762D22-19D5-42F0-4EEF-A58FFA3390D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0" name="ZoneTexte 9">
            <a:extLst>
              <a:ext uri="{FF2B5EF4-FFF2-40B4-BE49-F238E27FC236}">
                <a16:creationId xmlns:a16="http://schemas.microsoft.com/office/drawing/2014/main" id="{F81D8D55-B0D0-81E6-3313-537B14995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709665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B41E56-250F-2115-FB0E-64438200F256}"/>
              </a:ext>
            </a:extLst>
          </p:cNvPr>
          <p:cNvSpPr>
            <a:spLocks noGrp="1"/>
          </p:cNvSpPr>
          <p:nvPr>
            <p:ph type="title"/>
          </p:nvPr>
        </p:nvSpPr>
        <p:spPr/>
        <p:txBody>
          <a:bodyPr>
            <a:normAutofit fontScale="90000"/>
          </a:bodyPr>
          <a:lstStyle/>
          <a:p>
            <a:r>
              <a:rPr lang="fr-FR" noProof="0" dirty="0"/>
              <a:t>Outil 04 – Identifier les parties prenantes</a:t>
            </a:r>
            <a:endParaRPr lang="fr-FR" dirty="0">
              <a:solidFill>
                <a:schemeClr val="tx1"/>
              </a:solidFill>
            </a:endParaRPr>
          </a:p>
        </p:txBody>
      </p:sp>
      <p:sp>
        <p:nvSpPr>
          <p:cNvPr id="4" name="Espace réservé de la date 3">
            <a:extLst>
              <a:ext uri="{FF2B5EF4-FFF2-40B4-BE49-F238E27FC236}">
                <a16:creationId xmlns:a16="http://schemas.microsoft.com/office/drawing/2014/main" id="{C5884FD9-E1F4-603E-9E2E-93ED20AE0B01}"/>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65DA9965-BB76-6ACC-2298-C2FDD9401D7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11548E2-5611-06CF-EBC2-1FA24083B30D}"/>
              </a:ext>
            </a:extLst>
          </p:cNvPr>
          <p:cNvSpPr>
            <a:spLocks noGrp="1"/>
          </p:cNvSpPr>
          <p:nvPr>
            <p:ph type="sldNum" sz="quarter" idx="12"/>
          </p:nvPr>
        </p:nvSpPr>
        <p:spPr/>
        <p:txBody>
          <a:bodyPr/>
          <a:lstStyle/>
          <a:p>
            <a:pPr rtl="0"/>
            <a:fld id="{294A09A9-5501-47C1-A89A-A340965A2BE2}" type="slidenum">
              <a:rPr lang="fr-FR" noProof="0" smtClean="0"/>
              <a:t>38</a:t>
            </a:fld>
            <a:endParaRPr lang="fr-FR" noProof="0"/>
          </a:p>
        </p:txBody>
      </p:sp>
      <p:sp>
        <p:nvSpPr>
          <p:cNvPr id="7" name="Espace réservé du texte 6">
            <a:extLst>
              <a:ext uri="{FF2B5EF4-FFF2-40B4-BE49-F238E27FC236}">
                <a16:creationId xmlns:a16="http://schemas.microsoft.com/office/drawing/2014/main" id="{828867CB-8EB0-49FC-2520-86E3F6906D0A}"/>
              </a:ext>
            </a:extLst>
          </p:cNvPr>
          <p:cNvSpPr>
            <a:spLocks noGrp="1"/>
          </p:cNvSpPr>
          <p:nvPr>
            <p:ph type="body" sz="quarter" idx="13"/>
          </p:nvPr>
        </p:nvSpPr>
        <p:spPr/>
        <p:txBody>
          <a:bodyPr/>
          <a:lstStyle/>
          <a:p>
            <a:r>
              <a:rPr lang="fr-FR" dirty="0"/>
              <a:t>Comment décrire l’écosystème ?</a:t>
            </a:r>
          </a:p>
        </p:txBody>
      </p:sp>
      <p:sp>
        <p:nvSpPr>
          <p:cNvPr id="8" name="Rectangle 7">
            <a:extLst>
              <a:ext uri="{FF2B5EF4-FFF2-40B4-BE49-F238E27FC236}">
                <a16:creationId xmlns:a16="http://schemas.microsoft.com/office/drawing/2014/main" id="{C939CB93-C386-DB26-6F89-409C1E6AD7A3}"/>
              </a:ext>
            </a:extLst>
          </p:cNvPr>
          <p:cNvSpPr/>
          <p:nvPr/>
        </p:nvSpPr>
        <p:spPr>
          <a:xfrm>
            <a:off x="2536726" y="1680182"/>
            <a:ext cx="3077348" cy="4438254"/>
          </a:xfrm>
          <a:prstGeom prst="rect">
            <a:avLst/>
          </a:prstGeom>
          <a:ln/>
        </p:spPr>
        <p:style>
          <a:lnRef idx="2">
            <a:schemeClr val="accent2"/>
          </a:lnRef>
          <a:fillRef idx="1">
            <a:schemeClr val="lt1"/>
          </a:fillRef>
          <a:effectRef idx="0">
            <a:schemeClr val="accent2"/>
          </a:effectRef>
          <a:fontRef idx="minor">
            <a:schemeClr val="dk1"/>
          </a:fontRef>
        </p:style>
        <p:txBody>
          <a:bodyPr lIns="192000" tIns="192000" rIns="192000" bIns="0" rtlCol="0" anchor="t"/>
          <a:lstStyle/>
          <a:p>
            <a:pPr>
              <a:spcBef>
                <a:spcPct val="0"/>
              </a:spcBef>
              <a:spcAft>
                <a:spcPts val="400"/>
              </a:spcAft>
            </a:pPr>
            <a:r>
              <a:rPr lang="fr-FR" b="1" dirty="0">
                <a:solidFill>
                  <a:schemeClr val="accent2"/>
                </a:solidFill>
                <a:latin typeface="Calibri Light" panose="020F0302020204030204" pitchFamily="34" charset="0"/>
                <a:ea typeface="Calibri Light" panose="020F0302020204030204" pitchFamily="34" charset="0"/>
                <a:cs typeface="Calibri Light" panose="020F0302020204030204" pitchFamily="34" charset="0"/>
              </a:rPr>
              <a:t>Qu’est-ce qu’une partie prenante ?</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Tout acteur qui interagit avec l’objet de l’étude est une partie prenante.</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Il peut s’agir de partenaires, « clients », « fournisseurs », sous-traitants directs ou indirects, etc.</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L’ensemble des parties prenantes compose l’écosystème.</a:t>
            </a:r>
          </a:p>
        </p:txBody>
      </p:sp>
      <p:pic>
        <p:nvPicPr>
          <p:cNvPr id="26" name="Image 25">
            <a:extLst>
              <a:ext uri="{FF2B5EF4-FFF2-40B4-BE49-F238E27FC236}">
                <a16:creationId xmlns:a16="http://schemas.microsoft.com/office/drawing/2014/main" id="{2A2E8A27-CE3D-4D39-9752-3AB3EE2FFA08}"/>
              </a:ext>
            </a:extLst>
          </p:cNvPr>
          <p:cNvPicPr>
            <a:picLocks noChangeAspect="1"/>
          </p:cNvPicPr>
          <p:nvPr/>
        </p:nvPicPr>
        <p:blipFill>
          <a:blip r:embed="rId2"/>
          <a:stretch>
            <a:fillRect/>
          </a:stretch>
        </p:blipFill>
        <p:spPr>
          <a:xfrm>
            <a:off x="5869765" y="1680182"/>
            <a:ext cx="4451499" cy="4451499"/>
          </a:xfrm>
          <a:prstGeom prst="rect">
            <a:avLst/>
          </a:prstGeom>
          <a:ln>
            <a:noFill/>
          </a:ln>
          <a:effectLst>
            <a:outerShdw blurRad="292100" dist="139700" dir="2700000" algn="tl" rotWithShape="0">
              <a:srgbClr val="333333">
                <a:alpha val="65000"/>
              </a:srgbClr>
            </a:outerShdw>
          </a:effectLst>
        </p:spPr>
      </p:pic>
      <p:cxnSp>
        <p:nvCxnSpPr>
          <p:cNvPr id="11" name="Connecteur droit avec flèche 10">
            <a:extLst>
              <a:ext uri="{FF2B5EF4-FFF2-40B4-BE49-F238E27FC236}">
                <a16:creationId xmlns:a16="http://schemas.microsoft.com/office/drawing/2014/main" id="{DE41D49E-C0F7-CE97-6AA5-74A04B2574B5}"/>
              </a:ext>
            </a:extLst>
          </p:cNvPr>
          <p:cNvCxnSpPr>
            <a:cxnSpLocks/>
          </p:cNvCxnSpPr>
          <p:nvPr/>
        </p:nvCxnSpPr>
        <p:spPr>
          <a:xfrm>
            <a:off x="5614072" y="2753993"/>
            <a:ext cx="77217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4" name="Connecteur droit avec flèche 13">
            <a:extLst>
              <a:ext uri="{FF2B5EF4-FFF2-40B4-BE49-F238E27FC236}">
                <a16:creationId xmlns:a16="http://schemas.microsoft.com/office/drawing/2014/main" id="{F70A883C-469A-BF8B-7992-83D94402C281}"/>
              </a:ext>
            </a:extLst>
          </p:cNvPr>
          <p:cNvCxnSpPr>
            <a:cxnSpLocks/>
          </p:cNvCxnSpPr>
          <p:nvPr/>
        </p:nvCxnSpPr>
        <p:spPr>
          <a:xfrm>
            <a:off x="5614072" y="3375339"/>
            <a:ext cx="133975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15" name="Rectangle à coins arrondis 4">
            <a:extLst>
              <a:ext uri="{FF2B5EF4-FFF2-40B4-BE49-F238E27FC236}">
                <a16:creationId xmlns:a16="http://schemas.microsoft.com/office/drawing/2014/main" id="{F14FD0DE-3253-036D-6D65-9233E89F2AB4}"/>
              </a:ext>
            </a:extLst>
          </p:cNvPr>
          <p:cNvSpPr/>
          <p:nvPr/>
        </p:nvSpPr>
        <p:spPr>
          <a:xfrm>
            <a:off x="7491192" y="3987183"/>
            <a:ext cx="12561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Objet de l’étude</a:t>
            </a:r>
          </a:p>
        </p:txBody>
      </p:sp>
      <p:sp>
        <p:nvSpPr>
          <p:cNvPr id="9" name="ZoneTexte 8">
            <a:extLst>
              <a:ext uri="{FF2B5EF4-FFF2-40B4-BE49-F238E27FC236}">
                <a16:creationId xmlns:a16="http://schemas.microsoft.com/office/drawing/2014/main" id="{0C83F741-3F8B-11CC-111A-93B7D86E897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81861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wipe(left)">
                                      <p:cBhvr>
                                        <p:cTn id="11" dur="500"/>
                                        <p:tgtEl>
                                          <p:spTgt spid="11"/>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Exercice collégial</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39</a:t>
            </a:fld>
            <a:endParaRPr lang="fr-FR" noProof="0"/>
          </a:p>
        </p:txBody>
      </p:sp>
      <p:sp>
        <p:nvSpPr>
          <p:cNvPr id="11" name="Espace réservé du texte 10">
            <a:extLst>
              <a:ext uri="{FF2B5EF4-FFF2-40B4-BE49-F238E27FC236}">
                <a16:creationId xmlns:a16="http://schemas.microsoft.com/office/drawing/2014/main" id="{D1E0AF81-7D8C-A466-9B0D-3882B764A1EE}"/>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 du collège</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pic>
        <p:nvPicPr>
          <p:cNvPr id="99" name="Image 98">
            <a:extLst>
              <a:ext uri="{FF2B5EF4-FFF2-40B4-BE49-F238E27FC236}">
                <a16:creationId xmlns:a16="http://schemas.microsoft.com/office/drawing/2014/main" id="{AE864B12-8FF7-E629-B632-B1F9DB1B3C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1BD61A82-1649-260B-0C9E-4D12282B3004}"/>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6092538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Correction</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40</a:t>
            </a:fld>
            <a:endParaRPr lang="fr-FR" noProof="0"/>
          </a:p>
        </p:txBody>
      </p:sp>
      <p:sp>
        <p:nvSpPr>
          <p:cNvPr id="13" name="Espace réservé du texte 12">
            <a:extLst>
              <a:ext uri="{FF2B5EF4-FFF2-40B4-BE49-F238E27FC236}">
                <a16:creationId xmlns:a16="http://schemas.microsoft.com/office/drawing/2014/main" id="{6F2E6417-C2E5-5129-411E-D174B3876A69}"/>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 du collège</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grpSp>
        <p:nvGrpSpPr>
          <p:cNvPr id="75" name="Groupe 74">
            <a:extLst>
              <a:ext uri="{FF2B5EF4-FFF2-40B4-BE49-F238E27FC236}">
                <a16:creationId xmlns:a16="http://schemas.microsoft.com/office/drawing/2014/main" id="{0B9863CA-D8FF-62D7-376C-F534AD312C73}"/>
              </a:ext>
            </a:extLst>
          </p:cNvPr>
          <p:cNvGrpSpPr/>
          <p:nvPr/>
        </p:nvGrpSpPr>
        <p:grpSpPr>
          <a:xfrm>
            <a:off x="4626961" y="3113825"/>
            <a:ext cx="1706640" cy="372961"/>
            <a:chOff x="6354326" y="2422126"/>
            <a:chExt cx="1706640" cy="372961"/>
          </a:xfrm>
        </p:grpSpPr>
        <p:pic>
          <p:nvPicPr>
            <p:cNvPr id="76" name="Picture 3" descr="\\intranet.fr\sgdsn\utilisateurs\mesdocuments\duclos-j\My Pictures\icons\checked.png">
              <a:extLst>
                <a:ext uri="{FF2B5EF4-FFF2-40B4-BE49-F238E27FC236}">
                  <a16:creationId xmlns:a16="http://schemas.microsoft.com/office/drawing/2014/main" id="{D94642C6-4B12-7C35-BCEC-EFBEA17660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77" name="ZoneTexte 76">
              <a:extLst>
                <a:ext uri="{FF2B5EF4-FFF2-40B4-BE49-F238E27FC236}">
                  <a16:creationId xmlns:a16="http://schemas.microsoft.com/office/drawing/2014/main" id="{B25D4C37-3223-B7E3-B162-4C66FC215E2C}"/>
                </a:ext>
              </a:extLst>
            </p:cNvPr>
            <p:cNvSpPr txBox="1"/>
            <p:nvPr/>
          </p:nvSpPr>
          <p:spPr>
            <a:xfrm>
              <a:off x="7142125" y="2422126"/>
              <a:ext cx="91884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Là, oui !</a:t>
              </a:r>
            </a:p>
          </p:txBody>
        </p:sp>
      </p:grpSp>
      <p:grpSp>
        <p:nvGrpSpPr>
          <p:cNvPr id="78" name="Groupe 77">
            <a:extLst>
              <a:ext uri="{FF2B5EF4-FFF2-40B4-BE49-F238E27FC236}">
                <a16:creationId xmlns:a16="http://schemas.microsoft.com/office/drawing/2014/main" id="{9EBFC4E6-13FA-419A-B9D7-EC5593A20D1A}"/>
              </a:ext>
            </a:extLst>
          </p:cNvPr>
          <p:cNvGrpSpPr/>
          <p:nvPr/>
        </p:nvGrpSpPr>
        <p:grpSpPr>
          <a:xfrm>
            <a:off x="4626961" y="2528789"/>
            <a:ext cx="6537175" cy="371786"/>
            <a:chOff x="6354344" y="2997557"/>
            <a:chExt cx="6537175" cy="371786"/>
          </a:xfrm>
        </p:grpSpPr>
        <p:pic>
          <p:nvPicPr>
            <p:cNvPr id="79" name="Picture 2" descr="\\intranet.fr\sgdsn\utilisateurs\mesdocuments\duclos-j\My Pictures\icons\error.png">
              <a:extLst>
                <a:ext uri="{FF2B5EF4-FFF2-40B4-BE49-F238E27FC236}">
                  <a16:creationId xmlns:a16="http://schemas.microsoft.com/office/drawing/2014/main" id="{36E3F556-3887-2446-9C50-1729026E4B0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0" name="ZoneTexte 79">
              <a:extLst>
                <a:ext uri="{FF2B5EF4-FFF2-40B4-BE49-F238E27FC236}">
                  <a16:creationId xmlns:a16="http://schemas.microsoft.com/office/drawing/2014/main" id="{12445302-223D-1DE5-E1A1-013E36D7C66D}"/>
                </a:ext>
              </a:extLst>
            </p:cNvPr>
            <p:cNvSpPr txBox="1"/>
            <p:nvPr/>
          </p:nvSpPr>
          <p:spPr>
            <a:xfrm>
              <a:off x="7142125" y="2997557"/>
              <a:ext cx="5749394"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ils font partie du collège (ce sont des biens supports)</a:t>
              </a:r>
            </a:p>
          </p:txBody>
        </p:sp>
      </p:gr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sp>
        <p:nvSpPr>
          <p:cNvPr id="83" name="Organigramme : Alternative 82">
            <a:extLst>
              <a:ext uri="{FF2B5EF4-FFF2-40B4-BE49-F238E27FC236}">
                <a16:creationId xmlns:a16="http://schemas.microsoft.com/office/drawing/2014/main" id="{9A666A76-CEDA-9C96-D6A0-5CB65392043B}"/>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biens supports font partie du périmètre de l’objet de l’étude. On les « maîtrise ».</a:t>
            </a:r>
          </a:p>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parties prenantes font partie de l’écosystème. On ne les maîtrise pas.</a:t>
            </a:r>
          </a:p>
        </p:txBody>
      </p:sp>
      <p:grpSp>
        <p:nvGrpSpPr>
          <p:cNvPr id="90" name="Groupe 89">
            <a:extLst>
              <a:ext uri="{FF2B5EF4-FFF2-40B4-BE49-F238E27FC236}">
                <a16:creationId xmlns:a16="http://schemas.microsoft.com/office/drawing/2014/main" id="{86ED07A0-ACAB-EC7C-A239-33375640D847}"/>
              </a:ext>
            </a:extLst>
          </p:cNvPr>
          <p:cNvGrpSpPr/>
          <p:nvPr/>
        </p:nvGrpSpPr>
        <p:grpSpPr>
          <a:xfrm>
            <a:off x="4626961" y="3700036"/>
            <a:ext cx="1294669" cy="372961"/>
            <a:chOff x="6354326" y="2422126"/>
            <a:chExt cx="1294669" cy="372961"/>
          </a:xfrm>
        </p:grpSpPr>
        <p:pic>
          <p:nvPicPr>
            <p:cNvPr id="91" name="Picture 3" descr="\\intranet.fr\sgdsn\utilisateurs\mesdocuments\duclos-j\My Pictures\icons\checked.png">
              <a:extLst>
                <a:ext uri="{FF2B5EF4-FFF2-40B4-BE49-F238E27FC236}">
                  <a16:creationId xmlns:a16="http://schemas.microsoft.com/office/drawing/2014/main" id="{74E2DDD1-A500-A44C-AFF0-C46ECD92DF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2" name="ZoneTexte 91">
              <a:extLst>
                <a:ext uri="{FF2B5EF4-FFF2-40B4-BE49-F238E27FC236}">
                  <a16:creationId xmlns:a16="http://schemas.microsoft.com/office/drawing/2014/main" id="{635406D4-041F-000C-E2A5-FA7742D9E88E}"/>
                </a:ext>
              </a:extLst>
            </p:cNvPr>
            <p:cNvSpPr txBox="1"/>
            <p:nvPr/>
          </p:nvSpPr>
          <p:spPr>
            <a:xfrm>
              <a:off x="7142125" y="2422126"/>
              <a:ext cx="506870"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a:t>
              </a:r>
            </a:p>
          </p:txBody>
        </p:sp>
      </p:grpSp>
      <p:grpSp>
        <p:nvGrpSpPr>
          <p:cNvPr id="93" name="Groupe 92">
            <a:extLst>
              <a:ext uri="{FF2B5EF4-FFF2-40B4-BE49-F238E27FC236}">
                <a16:creationId xmlns:a16="http://schemas.microsoft.com/office/drawing/2014/main" id="{ED6C4E4A-2C41-4ED5-675D-231B1BF9B80A}"/>
              </a:ext>
            </a:extLst>
          </p:cNvPr>
          <p:cNvGrpSpPr/>
          <p:nvPr/>
        </p:nvGrpSpPr>
        <p:grpSpPr>
          <a:xfrm>
            <a:off x="4626961" y="4286247"/>
            <a:ext cx="5385981" cy="372961"/>
            <a:chOff x="6354326" y="2422126"/>
            <a:chExt cx="5385981" cy="372961"/>
          </a:xfrm>
        </p:grpSpPr>
        <p:pic>
          <p:nvPicPr>
            <p:cNvPr id="94" name="Picture 3" descr="\\intranet.fr\sgdsn\utilisateurs\mesdocuments\duclos-j\My Pictures\icons\checked.png">
              <a:extLst>
                <a:ext uri="{FF2B5EF4-FFF2-40B4-BE49-F238E27FC236}">
                  <a16:creationId xmlns:a16="http://schemas.microsoft.com/office/drawing/2014/main" id="{42A608AD-ACC7-3297-49BD-32C7BBF22AD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5" name="ZoneTexte 94">
              <a:extLst>
                <a:ext uri="{FF2B5EF4-FFF2-40B4-BE49-F238E27FC236}">
                  <a16:creationId xmlns:a16="http://schemas.microsoft.com/office/drawing/2014/main" id="{5DE7C9D2-4173-CCD9-05DB-C573AD1232C3}"/>
                </a:ext>
              </a:extLst>
            </p:cNvPr>
            <p:cNvSpPr txBox="1"/>
            <p:nvPr/>
          </p:nvSpPr>
          <p:spPr>
            <a:xfrm>
              <a:off x="7142125" y="2422126"/>
              <a:ext cx="4598182"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vont au collège mais n’en font pas partie</a:t>
              </a:r>
            </a:p>
          </p:txBody>
        </p:sp>
      </p:grpSp>
      <p:grpSp>
        <p:nvGrpSpPr>
          <p:cNvPr id="96" name="Groupe 95">
            <a:extLst>
              <a:ext uri="{FF2B5EF4-FFF2-40B4-BE49-F238E27FC236}">
                <a16:creationId xmlns:a16="http://schemas.microsoft.com/office/drawing/2014/main" id="{2B0D6C0A-E0E5-77CB-87A0-1132095F30BA}"/>
              </a:ext>
            </a:extLst>
          </p:cNvPr>
          <p:cNvGrpSpPr/>
          <p:nvPr/>
        </p:nvGrpSpPr>
        <p:grpSpPr>
          <a:xfrm>
            <a:off x="4626961" y="4872459"/>
            <a:ext cx="5096094" cy="372961"/>
            <a:chOff x="6354326" y="2422126"/>
            <a:chExt cx="5096094" cy="372961"/>
          </a:xfrm>
        </p:grpSpPr>
        <p:pic>
          <p:nvPicPr>
            <p:cNvPr id="97" name="Picture 3" descr="\\intranet.fr\sgdsn\utilisateurs\mesdocuments\duclos-j\My Pictures\icons\checked.png">
              <a:extLst>
                <a:ext uri="{FF2B5EF4-FFF2-40B4-BE49-F238E27FC236}">
                  <a16:creationId xmlns:a16="http://schemas.microsoft.com/office/drawing/2014/main" id="{7E7AFE3A-BEE4-B36A-29AB-FC2D1B2F41B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8" name="ZoneTexte 97">
              <a:extLst>
                <a:ext uri="{FF2B5EF4-FFF2-40B4-BE49-F238E27FC236}">
                  <a16:creationId xmlns:a16="http://schemas.microsoft.com/office/drawing/2014/main" id="{C4961E53-CA05-28F7-4E40-5FFD2B8C2328}"/>
                </a:ext>
              </a:extLst>
            </p:cNvPr>
            <p:cNvSpPr txBox="1"/>
            <p:nvPr/>
          </p:nvSpPr>
          <p:spPr>
            <a:xfrm>
              <a:off x="7142125" y="2422126"/>
              <a:ext cx="4308295"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accèdent aussi au système du collège</a:t>
              </a:r>
            </a:p>
          </p:txBody>
        </p:sp>
      </p:grpSp>
      <p:pic>
        <p:nvPicPr>
          <p:cNvPr id="3" name="Image 2">
            <a:extLst>
              <a:ext uri="{FF2B5EF4-FFF2-40B4-BE49-F238E27FC236}">
                <a16:creationId xmlns:a16="http://schemas.microsoft.com/office/drawing/2014/main" id="{DE66EC39-E412-C8E2-75F9-C57EDB41FB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871B1D01-6978-9DC4-CDB8-FA4B06427DB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pSp>
        <p:nvGrpSpPr>
          <p:cNvPr id="14" name="Groupe 13">
            <a:extLst>
              <a:ext uri="{FF2B5EF4-FFF2-40B4-BE49-F238E27FC236}">
                <a16:creationId xmlns:a16="http://schemas.microsoft.com/office/drawing/2014/main" id="{1FE7BFAC-7FF4-2B7F-6E06-136CA3BC72B1}"/>
              </a:ext>
            </a:extLst>
          </p:cNvPr>
          <p:cNvGrpSpPr/>
          <p:nvPr/>
        </p:nvGrpSpPr>
        <p:grpSpPr>
          <a:xfrm>
            <a:off x="4616801" y="1943753"/>
            <a:ext cx="1299316" cy="369332"/>
            <a:chOff x="4616801" y="1943753"/>
            <a:chExt cx="1299316" cy="369332"/>
          </a:xfrm>
        </p:grpSpPr>
        <p:sp>
          <p:nvSpPr>
            <p:cNvPr id="89" name="ZoneTexte 88">
              <a:extLst>
                <a:ext uri="{FF2B5EF4-FFF2-40B4-BE49-F238E27FC236}">
                  <a16:creationId xmlns:a16="http://schemas.microsoft.com/office/drawing/2014/main" id="{A3FF59B6-BC98-83D7-2976-11A3B7C2EFA3}"/>
                </a:ext>
              </a:extLst>
            </p:cNvPr>
            <p:cNvSpPr txBox="1"/>
            <p:nvPr/>
          </p:nvSpPr>
          <p:spPr>
            <a:xfrm>
              <a:off x="5409247" y="1943753"/>
              <a:ext cx="506870"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a:t>
              </a:r>
            </a:p>
          </p:txBody>
        </p:sp>
        <p:pic>
          <p:nvPicPr>
            <p:cNvPr id="11" name="Picture 3" descr="\\intranet.fr\sgdsn\utilisateurs\mesdocuments\duclos-j\My Pictures\icons\checked.png">
              <a:extLst>
                <a:ext uri="{FF2B5EF4-FFF2-40B4-BE49-F238E27FC236}">
                  <a16:creationId xmlns:a16="http://schemas.microsoft.com/office/drawing/2014/main" id="{06EDD1C7-5DAB-FA8E-25A7-3FC504C5923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6801" y="1943753"/>
              <a:ext cx="360039" cy="36003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96385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A04362-8C27-1F5C-4477-E310EED40770}"/>
              </a:ext>
            </a:extLst>
          </p:cNvPr>
          <p:cNvSpPr>
            <a:spLocks noGrp="1"/>
          </p:cNvSpPr>
          <p:nvPr>
            <p:ph type="title"/>
          </p:nvPr>
        </p:nvSpPr>
        <p:spPr/>
        <p:txBody>
          <a:bodyPr>
            <a:normAutofit fontScale="90000"/>
          </a:bodyPr>
          <a:lstStyle/>
          <a:p>
            <a:r>
              <a:rPr lang="fr-FR" dirty="0"/>
              <a:t>Contexte des exercices à venir</a:t>
            </a:r>
          </a:p>
        </p:txBody>
      </p:sp>
      <p:sp>
        <p:nvSpPr>
          <p:cNvPr id="4" name="Espace réservé de la date 3">
            <a:extLst>
              <a:ext uri="{FF2B5EF4-FFF2-40B4-BE49-F238E27FC236}">
                <a16:creationId xmlns:a16="http://schemas.microsoft.com/office/drawing/2014/main" id="{A1907AAF-8DEF-D6C7-82CC-EEF6BAF35B6F}"/>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83C1A800-BD22-E9C9-B2A1-BA5443CB2E3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11CF985-F99B-BDF5-F9AA-928DEFFB6C19}"/>
              </a:ext>
            </a:extLst>
          </p:cNvPr>
          <p:cNvSpPr>
            <a:spLocks noGrp="1"/>
          </p:cNvSpPr>
          <p:nvPr>
            <p:ph type="sldNum" sz="quarter" idx="12"/>
          </p:nvPr>
        </p:nvSpPr>
        <p:spPr/>
        <p:txBody>
          <a:bodyPr/>
          <a:lstStyle/>
          <a:p>
            <a:pPr rtl="0"/>
            <a:fld id="{294A09A9-5501-47C1-A89A-A340965A2BE2}" type="slidenum">
              <a:rPr lang="fr-FR" noProof="0" smtClean="0"/>
              <a:t>41</a:t>
            </a:fld>
            <a:endParaRPr lang="fr-FR" noProof="0"/>
          </a:p>
        </p:txBody>
      </p:sp>
      <p:sp>
        <p:nvSpPr>
          <p:cNvPr id="8" name="Rectangle 7">
            <a:extLst>
              <a:ext uri="{FF2B5EF4-FFF2-40B4-BE49-F238E27FC236}">
                <a16:creationId xmlns:a16="http://schemas.microsoft.com/office/drawing/2014/main" id="{A3687F8B-0187-8E57-6732-1C984B50FD1F}"/>
              </a:ext>
            </a:extLst>
          </p:cNvPr>
          <p:cNvSpPr/>
          <p:nvPr/>
        </p:nvSpPr>
        <p:spPr>
          <a:xfrm>
            <a:off x="6287844" y="3086784"/>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dirty="0">
                <a:solidFill>
                  <a:schemeClr val="bg1"/>
                </a:solidFill>
                <a:latin typeface="Calibri Light" panose="020F0302020204030204" pitchFamily="34" charset="0"/>
                <a:cs typeface="Calibri Light" panose="020F0302020204030204" pitchFamily="34" charset="0"/>
              </a:rPr>
              <a:t>Estimation d’un niveau de maturité faible en matière de sécurité numérique</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9" name="Rectangle 8">
            <a:extLst>
              <a:ext uri="{FF2B5EF4-FFF2-40B4-BE49-F238E27FC236}">
                <a16:creationId xmlns:a16="http://schemas.microsoft.com/office/drawing/2014/main" id="{BC1B1374-5C29-F874-3D33-325C28315AB8}"/>
              </a:ext>
            </a:extLst>
          </p:cNvPr>
          <p:cNvSpPr/>
          <p:nvPr/>
        </p:nvSpPr>
        <p:spPr>
          <a:xfrm>
            <a:off x="6287844" y="2171700"/>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b="1" dirty="0">
                <a:latin typeface="Calibri Light" panose="020F0302020204030204" pitchFamily="34" charset="0"/>
                <a:cs typeface="Calibri Light" panose="020F0302020204030204" pitchFamily="34" charset="0"/>
              </a:rPr>
              <a:t>Société de biotechnologie</a:t>
            </a:r>
            <a:r>
              <a:rPr lang="fr-FR" sz="1600" dirty="0">
                <a:latin typeface="Calibri Light" panose="020F0302020204030204" pitchFamily="34" charset="0"/>
                <a:cs typeface="Calibri Light" panose="020F0302020204030204" pitchFamily="34" charset="0"/>
              </a:rPr>
              <a:t> fabriquant des vaccins</a:t>
            </a:r>
          </a:p>
        </p:txBody>
      </p:sp>
      <p:pic>
        <p:nvPicPr>
          <p:cNvPr id="14" name="Image 13">
            <a:extLst>
              <a:ext uri="{FF2B5EF4-FFF2-40B4-BE49-F238E27FC236}">
                <a16:creationId xmlns:a16="http://schemas.microsoft.com/office/drawing/2014/main" id="{A713046C-4AD7-A618-A21E-406F362029F9}"/>
              </a:ext>
            </a:extLst>
          </p:cNvPr>
          <p:cNvPicPr>
            <a:picLocks noChangeAspect="1"/>
          </p:cNvPicPr>
          <p:nvPr/>
        </p:nvPicPr>
        <p:blipFill>
          <a:blip r:embed="rId2"/>
          <a:stretch>
            <a:fillRect/>
          </a:stretch>
        </p:blipFill>
        <p:spPr>
          <a:xfrm>
            <a:off x="2228002" y="2430306"/>
            <a:ext cx="2900127" cy="2900127"/>
          </a:xfrm>
          <a:prstGeom prst="rect">
            <a:avLst/>
          </a:prstGeom>
        </p:spPr>
      </p:pic>
      <p:sp>
        <p:nvSpPr>
          <p:cNvPr id="15" name="Rectangle 14">
            <a:extLst>
              <a:ext uri="{FF2B5EF4-FFF2-40B4-BE49-F238E27FC236}">
                <a16:creationId xmlns:a16="http://schemas.microsoft.com/office/drawing/2014/main" id="{AF382F0A-C6C8-296F-C58B-226F535F4C84}"/>
              </a:ext>
            </a:extLst>
          </p:cNvPr>
          <p:cNvSpPr/>
          <p:nvPr/>
        </p:nvSpPr>
        <p:spPr>
          <a:xfrm>
            <a:off x="6287844" y="400186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Sensibilisation basique à la sécurité du numérique à la prise de poste des salariés</a:t>
            </a:r>
          </a:p>
        </p:txBody>
      </p:sp>
      <p:sp>
        <p:nvSpPr>
          <p:cNvPr id="16" name="Rectangle 15">
            <a:extLst>
              <a:ext uri="{FF2B5EF4-FFF2-40B4-BE49-F238E27FC236}">
                <a16:creationId xmlns:a16="http://schemas.microsoft.com/office/drawing/2014/main" id="{00A33013-1D76-884C-0B5F-D31A2243F1D2}"/>
              </a:ext>
            </a:extLst>
          </p:cNvPr>
          <p:cNvSpPr/>
          <p:nvPr/>
        </p:nvSpPr>
        <p:spPr>
          <a:xfrm>
            <a:off x="6287844" y="4916953"/>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Existence d’une charte informatique</a:t>
            </a:r>
          </a:p>
        </p:txBody>
      </p:sp>
      <p:sp>
        <p:nvSpPr>
          <p:cNvPr id="10" name="ZoneTexte 9">
            <a:extLst>
              <a:ext uri="{FF2B5EF4-FFF2-40B4-BE49-F238E27FC236}">
                <a16:creationId xmlns:a16="http://schemas.microsoft.com/office/drawing/2014/main" id="{DE57A622-3512-01A5-DDAE-8F2861706E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291618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 grpId="0" animBg="1"/>
      <p:bldP spid="1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42</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19/11/2025</a:t>
            </a:r>
          </a:p>
        </p:txBody>
      </p:sp>
      <p:sp>
        <p:nvSpPr>
          <p:cNvPr id="7" name="Espace réservé du texte 6">
            <a:extLst>
              <a:ext uri="{FF2B5EF4-FFF2-40B4-BE49-F238E27FC236}">
                <a16:creationId xmlns:a16="http://schemas.microsoft.com/office/drawing/2014/main" id="{83DE09F3-DF3C-CFC0-2B27-6351EABE835B}"/>
              </a:ext>
            </a:extLst>
          </p:cNvPr>
          <p:cNvSpPr>
            <a:spLocks noGrp="1"/>
          </p:cNvSpPr>
          <p:nvPr>
            <p:ph type="body" sz="quarter" idx="13"/>
          </p:nvPr>
        </p:nvSpPr>
        <p:spPr/>
        <p:txBody>
          <a:bodyPr/>
          <a:lstStyle/>
          <a:p>
            <a:r>
              <a:rPr lang="fr-FR" dirty="0"/>
              <a:t>Décrivez l’objet de l’étude : valeurs métier et biens supports</a:t>
            </a:r>
          </a:p>
        </p:txBody>
      </p:sp>
      <p:pic>
        <p:nvPicPr>
          <p:cNvPr id="11" name="Image 10">
            <a:extLst>
              <a:ext uri="{FF2B5EF4-FFF2-40B4-BE49-F238E27FC236}">
                <a16:creationId xmlns:a16="http://schemas.microsoft.com/office/drawing/2014/main" id="{810701FF-7139-EC95-66A3-244E87C91FDB}"/>
              </a:ext>
            </a:extLst>
          </p:cNvPr>
          <p:cNvPicPr>
            <a:picLocks noChangeAspect="1"/>
          </p:cNvPicPr>
          <p:nvPr/>
        </p:nvPicPr>
        <p:blipFill>
          <a:blip r:embed="rId3"/>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F6A7E4C6-4309-4A13-5AFB-D50445DAF4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84728775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781635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43</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19/11/2025</a:t>
            </a:r>
          </a:p>
        </p:txBody>
      </p:sp>
      <p:sp>
        <p:nvSpPr>
          <p:cNvPr id="12" name="Espace réservé du texte 11">
            <a:extLst>
              <a:ext uri="{FF2B5EF4-FFF2-40B4-BE49-F238E27FC236}">
                <a16:creationId xmlns:a16="http://schemas.microsoft.com/office/drawing/2014/main" id="{71717E39-4160-C08E-E78F-C4C0C3898422}"/>
              </a:ext>
            </a:extLst>
          </p:cNvPr>
          <p:cNvSpPr>
            <a:spLocks noGrp="1"/>
          </p:cNvSpPr>
          <p:nvPr>
            <p:ph type="body" sz="quarter" idx="13"/>
          </p:nvPr>
        </p:nvSpPr>
        <p:spPr/>
        <p:txBody>
          <a:bodyPr/>
          <a:lstStyle/>
          <a:p>
            <a:r>
              <a:rPr lang="fr-FR" dirty="0"/>
              <a:t>Décrivez l’objet de l’étude : valeurs métier et biens supports</a:t>
            </a:r>
          </a:p>
        </p:txBody>
      </p:sp>
      <p:pic>
        <p:nvPicPr>
          <p:cNvPr id="3" name="Image 2">
            <a:extLst>
              <a:ext uri="{FF2B5EF4-FFF2-40B4-BE49-F238E27FC236}">
                <a16:creationId xmlns:a16="http://schemas.microsoft.com/office/drawing/2014/main" id="{F3E09F5D-418E-FE20-6038-F4F15528657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3"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987700578"/>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ZoneTexte 13">
            <a:extLst>
              <a:ext uri="{FF2B5EF4-FFF2-40B4-BE49-F238E27FC236}">
                <a16:creationId xmlns:a16="http://schemas.microsoft.com/office/drawing/2014/main" id="{0BD06A49-14B1-6064-9E04-4CC880E01E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3489024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44</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19/11/2025</a:t>
            </a:r>
          </a:p>
        </p:txBody>
      </p:sp>
      <p:sp>
        <p:nvSpPr>
          <p:cNvPr id="8" name="Espace réservé du texte 7">
            <a:extLst>
              <a:ext uri="{FF2B5EF4-FFF2-40B4-BE49-F238E27FC236}">
                <a16:creationId xmlns:a16="http://schemas.microsoft.com/office/drawing/2014/main" id="{B103351C-CD8E-2382-8843-4053D1380500}"/>
              </a:ext>
            </a:extLst>
          </p:cNvPr>
          <p:cNvSpPr>
            <a:spLocks noGrp="1"/>
          </p:cNvSpPr>
          <p:nvPr>
            <p:ph type="body" sz="quarter" idx="13"/>
          </p:nvPr>
        </p:nvSpPr>
        <p:spPr/>
        <p:txBody>
          <a:bodyPr/>
          <a:lstStyle/>
          <a:p>
            <a:r>
              <a:rPr lang="fr-FR" dirty="0"/>
              <a:t>Décrivez l’écosystème de l’objet de l’étude : parties prenantes</a:t>
            </a:r>
          </a:p>
        </p:txBody>
      </p:sp>
      <p:pic>
        <p:nvPicPr>
          <p:cNvPr id="7" name="Image 6">
            <a:extLst>
              <a:ext uri="{FF2B5EF4-FFF2-40B4-BE49-F238E27FC236}">
                <a16:creationId xmlns:a16="http://schemas.microsoft.com/office/drawing/2014/main" id="{BB8BDB6A-B104-F6C0-ABAD-A9B96898A66B}"/>
              </a:ext>
            </a:extLst>
          </p:cNvPr>
          <p:cNvPicPr>
            <a:picLocks noChangeAspect="1"/>
          </p:cNvPicPr>
          <p:nvPr/>
        </p:nvPicPr>
        <p:blipFill>
          <a:blip r:embed="rId2"/>
          <a:stretch>
            <a:fillRect/>
          </a:stretch>
        </p:blipFill>
        <p:spPr>
          <a:xfrm>
            <a:off x="11112000" y="0"/>
            <a:ext cx="1080000" cy="1080000"/>
          </a:xfrm>
          <a:prstGeom prst="rect">
            <a:avLst/>
          </a:prstGeom>
        </p:spPr>
      </p:pic>
      <p:sp>
        <p:nvSpPr>
          <p:cNvPr id="9" name="ZoneTexte 8">
            <a:extLst>
              <a:ext uri="{FF2B5EF4-FFF2-40B4-BE49-F238E27FC236}">
                <a16:creationId xmlns:a16="http://schemas.microsoft.com/office/drawing/2014/main" id="{55DD2AAF-B8B0-3E4B-41B9-79074E8430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0A710D29-A50E-3207-5831-22E3B365CF9A}"/>
              </a:ext>
            </a:extLst>
          </p:cNvPr>
          <p:cNvGraphicFramePr>
            <a:graphicFrameLocks noGrp="1"/>
          </p:cNvGraphicFramePr>
          <p:nvPr>
            <p:ph idx="1"/>
            <p:extLst>
              <p:ext uri="{D42A27DB-BD31-4B8C-83A1-F6EECF244321}">
                <p14:modId xmlns:p14="http://schemas.microsoft.com/office/powerpoint/2010/main" val="2738118700"/>
              </p:ext>
            </p:extLst>
          </p:nvPr>
        </p:nvGraphicFramePr>
        <p:xfrm>
          <a:off x="838200" y="1825625"/>
          <a:ext cx="5343144"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58146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45</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0BD64A1C-6B5A-5ED2-381A-AEBE6A87E339}"/>
              </a:ext>
            </a:extLst>
          </p:cNvPr>
          <p:cNvSpPr>
            <a:spLocks noGrp="1"/>
          </p:cNvSpPr>
          <p:nvPr>
            <p:ph type="body" sz="quarter" idx="13"/>
          </p:nvPr>
        </p:nvSpPr>
        <p:spPr/>
        <p:txBody>
          <a:bodyPr/>
          <a:lstStyle/>
          <a:p>
            <a:r>
              <a:rPr lang="fr-FR" dirty="0"/>
              <a:t>Décrivez l’écosystème de l’objet de l’étude : parties prenantes</a:t>
            </a:r>
          </a:p>
        </p:txBody>
      </p:sp>
      <p:pic>
        <p:nvPicPr>
          <p:cNvPr id="3" name="Image 2">
            <a:extLst>
              <a:ext uri="{FF2B5EF4-FFF2-40B4-BE49-F238E27FC236}">
                <a16:creationId xmlns:a16="http://schemas.microsoft.com/office/drawing/2014/main" id="{FAAA94EE-B5EF-949A-1CE2-22DE36B83511}"/>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CE2A14B-01BA-74A6-0E7C-9632A88C1B4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63980548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08900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994EF9-46C4-FA59-64CE-3A9055EDDF23}"/>
              </a:ext>
            </a:extLst>
          </p:cNvPr>
          <p:cNvSpPr>
            <a:spLocks noGrp="1"/>
          </p:cNvSpPr>
          <p:nvPr>
            <p:ph type="title"/>
          </p:nvPr>
        </p:nvSpPr>
        <p:spPr/>
        <p:txBody>
          <a:bodyPr>
            <a:normAutofit fontScale="90000"/>
          </a:bodyPr>
          <a:lstStyle/>
          <a:p>
            <a:r>
              <a:rPr lang="fr-FR" sz="4900" dirty="0"/>
              <a:t>Conseil pour ne pas se noyer</a:t>
            </a:r>
            <a:endParaRPr lang="fr-FR" dirty="0"/>
          </a:p>
        </p:txBody>
      </p:sp>
      <p:sp>
        <p:nvSpPr>
          <p:cNvPr id="4" name="Espace réservé de la date 3">
            <a:extLst>
              <a:ext uri="{FF2B5EF4-FFF2-40B4-BE49-F238E27FC236}">
                <a16:creationId xmlns:a16="http://schemas.microsoft.com/office/drawing/2014/main" id="{CE423F53-DE01-9F89-A078-819629866A58}"/>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34DE7882-B7D8-D888-ED68-2D97753703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EB05E48-06DD-4498-F07B-E902C54BB437}"/>
              </a:ext>
            </a:extLst>
          </p:cNvPr>
          <p:cNvSpPr>
            <a:spLocks noGrp="1"/>
          </p:cNvSpPr>
          <p:nvPr>
            <p:ph type="sldNum" sz="quarter" idx="12"/>
          </p:nvPr>
        </p:nvSpPr>
        <p:spPr/>
        <p:txBody>
          <a:bodyPr/>
          <a:lstStyle/>
          <a:p>
            <a:pPr rtl="0"/>
            <a:fld id="{294A09A9-5501-47C1-A89A-A340965A2BE2}" type="slidenum">
              <a:rPr lang="fr-FR" noProof="0" smtClean="0"/>
              <a:t>46</a:t>
            </a:fld>
            <a:endParaRPr lang="fr-FR" noProof="0"/>
          </a:p>
        </p:txBody>
      </p:sp>
      <p:sp>
        <p:nvSpPr>
          <p:cNvPr id="9" name="Espace réservé du texte 8">
            <a:extLst>
              <a:ext uri="{FF2B5EF4-FFF2-40B4-BE49-F238E27FC236}">
                <a16:creationId xmlns:a16="http://schemas.microsoft.com/office/drawing/2014/main" id="{ED35ECB4-C897-5CDB-7DFC-E8780A311615}"/>
              </a:ext>
            </a:extLst>
          </p:cNvPr>
          <p:cNvSpPr>
            <a:spLocks noGrp="1"/>
          </p:cNvSpPr>
          <p:nvPr>
            <p:ph type="body" sz="quarter" idx="13"/>
          </p:nvPr>
        </p:nvSpPr>
        <p:spPr/>
        <p:txBody>
          <a:bodyPr/>
          <a:lstStyle/>
          <a:p>
            <a:r>
              <a:rPr lang="fr-FR" dirty="0"/>
              <a:t>Limiter le nombre de valeurs métier et de biens supports</a:t>
            </a:r>
          </a:p>
        </p:txBody>
      </p:sp>
      <p:pic>
        <p:nvPicPr>
          <p:cNvPr id="7" name="Image 6">
            <a:extLst>
              <a:ext uri="{FF2B5EF4-FFF2-40B4-BE49-F238E27FC236}">
                <a16:creationId xmlns:a16="http://schemas.microsoft.com/office/drawing/2014/main" id="{65E50826-CF7F-E627-6A9D-B9F12D0ADEA1}"/>
              </a:ext>
            </a:extLst>
          </p:cNvPr>
          <p:cNvPicPr>
            <a:picLocks noChangeAspect="1"/>
          </p:cNvPicPr>
          <p:nvPr/>
        </p:nvPicPr>
        <p:blipFill>
          <a:blip r:embed="rId2"/>
          <a:stretch>
            <a:fillRect/>
          </a:stretch>
        </p:blipFill>
        <p:spPr>
          <a:xfrm>
            <a:off x="6157843" y="1902648"/>
            <a:ext cx="4814957" cy="4357944"/>
          </a:xfrm>
          <a:prstGeom prst="rect">
            <a:avLst/>
          </a:prstGeom>
        </p:spPr>
      </p:pic>
      <p:sp>
        <p:nvSpPr>
          <p:cNvPr id="8" name="Espace réservé du contenu 2">
            <a:extLst>
              <a:ext uri="{FF2B5EF4-FFF2-40B4-BE49-F238E27FC236}">
                <a16:creationId xmlns:a16="http://schemas.microsoft.com/office/drawing/2014/main" id="{B843AFE8-4E18-15A0-83AA-393F5146DA7E}"/>
              </a:ext>
            </a:extLst>
          </p:cNvPr>
          <p:cNvSpPr txBox="1">
            <a:spLocks/>
          </p:cNvSpPr>
          <p:nvPr/>
        </p:nvSpPr>
        <p:spPr>
          <a:xfrm>
            <a:off x="1678519" y="1867543"/>
            <a:ext cx="3841749" cy="22953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defPPr>
              <a:defRPr lang="fr-FR"/>
            </a:defPPr>
            <a:lvl1pPr>
              <a:spcAft>
                <a:spcPts val="300"/>
              </a:spcAft>
              <a:defRPr sz="1200" b="1">
                <a:solidFill>
                  <a:schemeClr val="bg1"/>
                </a:solidFill>
                <a:latin typeface="Segoe UI" panose="020B0502040204020203" pitchFamily="34" charset="0"/>
                <a:cs typeface="Segoe UI" panose="020B0502040204020203"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Il ne s’agit PAS de lister l’intégralité des valeurs métier et biens supports de l’organisme.</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Nous ne sommes pas dans une démarche de cartographie du système d’information.</a:t>
            </a:r>
            <a:endPar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11" name="Rectangle 10">
            <a:extLst>
              <a:ext uri="{FF2B5EF4-FFF2-40B4-BE49-F238E27FC236}">
                <a16:creationId xmlns:a16="http://schemas.microsoft.com/office/drawing/2014/main" id="{FA09CB18-62CE-D2C6-6FFC-0534A1504131}"/>
              </a:ext>
            </a:extLst>
          </p:cNvPr>
          <p:cNvSpPr/>
          <p:nvPr/>
        </p:nvSpPr>
        <p:spPr>
          <a:xfrm>
            <a:off x="8053609" y="2221179"/>
            <a:ext cx="2724023" cy="280635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Considérer des ensembles d’informations plutôt que des informations isolées</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5 à 10 valeurs métiers constituent généralement une base suffisante</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Ne conserver que les valeurs métiers identifiées comme les plus pertinentes ou sensibles</a:t>
            </a:r>
          </a:p>
        </p:txBody>
      </p:sp>
      <p:sp>
        <p:nvSpPr>
          <p:cNvPr id="12" name="Organigramme : Alternative 11">
            <a:extLst>
              <a:ext uri="{FF2B5EF4-FFF2-40B4-BE49-F238E27FC236}">
                <a16:creationId xmlns:a16="http://schemas.microsoft.com/office/drawing/2014/main" id="{045923CA-2C2A-EA32-3A15-6DDC93DDF2B8}"/>
              </a:ext>
            </a:extLst>
          </p:cNvPr>
          <p:cNvSpPr/>
          <p:nvPr/>
        </p:nvSpPr>
        <p:spPr>
          <a:xfrm>
            <a:off x="1678519" y="4408710"/>
            <a:ext cx="3841749" cy="94268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indent="0" algn="ctr">
              <a:buNone/>
            </a:pP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valeurs métier qui ne sont pas retenues hériteront des mesures prises pour protéger les autres.</a:t>
            </a:r>
          </a:p>
        </p:txBody>
      </p:sp>
      <p:sp>
        <p:nvSpPr>
          <p:cNvPr id="10" name="ZoneTexte 9">
            <a:extLst>
              <a:ext uri="{FF2B5EF4-FFF2-40B4-BE49-F238E27FC236}">
                <a16:creationId xmlns:a16="http://schemas.microsoft.com/office/drawing/2014/main" id="{DC6C8C46-9361-9307-4254-79031B65875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4040424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684A7-1FB1-D998-45A5-F7871C4704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4A3C20-18F3-508E-585F-0369030EF7E3}"/>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3F40B66A-226C-D948-D74D-769C83E5DEE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31EB15-AEE3-BEB3-E03B-3CB897A7ED9F}"/>
              </a:ext>
            </a:extLst>
          </p:cNvPr>
          <p:cNvSpPr>
            <a:spLocks noGrp="1"/>
          </p:cNvSpPr>
          <p:nvPr>
            <p:ph type="sldNum" sz="quarter" idx="12"/>
          </p:nvPr>
        </p:nvSpPr>
        <p:spPr/>
        <p:txBody>
          <a:bodyPr/>
          <a:lstStyle/>
          <a:p>
            <a:pPr rtl="0"/>
            <a:fld id="{294A09A9-5501-47C1-A89A-A340965A2BE2}" type="slidenum">
              <a:rPr lang="fr-FR" noProof="0" smtClean="0"/>
              <a:t>47</a:t>
            </a:fld>
            <a:endParaRPr lang="fr-FR" noProof="0"/>
          </a:p>
        </p:txBody>
      </p:sp>
      <p:sp>
        <p:nvSpPr>
          <p:cNvPr id="4" name="Espace réservé de la date 3">
            <a:extLst>
              <a:ext uri="{FF2B5EF4-FFF2-40B4-BE49-F238E27FC236}">
                <a16:creationId xmlns:a16="http://schemas.microsoft.com/office/drawing/2014/main" id="{BED174B6-E860-4883-AE9D-B8E8D7B73710}"/>
              </a:ext>
            </a:extLst>
          </p:cNvPr>
          <p:cNvSpPr>
            <a:spLocks noGrp="1"/>
          </p:cNvSpPr>
          <p:nvPr>
            <p:ph type="dt" sz="half" idx="10"/>
          </p:nvPr>
        </p:nvSpPr>
        <p:spPr/>
        <p:txBody>
          <a:bodyPr/>
          <a:lstStyle/>
          <a:p>
            <a:pPr rtl="0"/>
            <a:r>
              <a:rPr lang="fr-FR" noProof="0"/>
              <a:t>19/11/2025</a:t>
            </a:r>
          </a:p>
        </p:txBody>
      </p:sp>
      <p:sp>
        <p:nvSpPr>
          <p:cNvPr id="8" name="Espace réservé du texte 7">
            <a:extLst>
              <a:ext uri="{FF2B5EF4-FFF2-40B4-BE49-F238E27FC236}">
                <a16:creationId xmlns:a16="http://schemas.microsoft.com/office/drawing/2014/main" id="{0524A9A1-63C8-7C91-C433-564A6DF5DD28}"/>
              </a:ext>
            </a:extLst>
          </p:cNvPr>
          <p:cNvSpPr>
            <a:spLocks noGrp="1"/>
          </p:cNvSpPr>
          <p:nvPr>
            <p:ph type="body" sz="quarter" idx="13"/>
          </p:nvPr>
        </p:nvSpPr>
        <p:spPr/>
        <p:txBody>
          <a:bodyPr/>
          <a:lstStyle/>
          <a:p>
            <a:r>
              <a:rPr lang="fr-FR" dirty="0"/>
              <a:t>Choisissez et illustrez un objet d’étude</a:t>
            </a:r>
          </a:p>
        </p:txBody>
      </p:sp>
      <p:sp>
        <p:nvSpPr>
          <p:cNvPr id="9" name="ZoneTexte 8">
            <a:extLst>
              <a:ext uri="{FF2B5EF4-FFF2-40B4-BE49-F238E27FC236}">
                <a16:creationId xmlns:a16="http://schemas.microsoft.com/office/drawing/2014/main" id="{EB9BF0FE-DD52-3D17-ED2F-8EAE9DC4BE1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1" name="Espace réservé du contenu 10">
            <a:extLst>
              <a:ext uri="{FF2B5EF4-FFF2-40B4-BE49-F238E27FC236}">
                <a16:creationId xmlns:a16="http://schemas.microsoft.com/office/drawing/2014/main" id="{048A7F0A-49F8-78C0-4F23-3580AF4D5E03}"/>
              </a:ext>
            </a:extLst>
          </p:cNvPr>
          <p:cNvGraphicFramePr>
            <a:graphicFrameLocks noGrp="1"/>
          </p:cNvGraphicFramePr>
          <p:nvPr>
            <p:ph idx="1"/>
            <p:extLst>
              <p:ext uri="{D42A27DB-BD31-4B8C-83A1-F6EECF244321}">
                <p14:modId xmlns:p14="http://schemas.microsoft.com/office/powerpoint/2010/main" val="1853444694"/>
              </p:ext>
            </p:extLst>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760198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753FAF7-9281-E7FE-DF19-2DEA7B06614A}"/>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5414E733-7D8C-9DFE-ED64-5793C447EE21}"/>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19/11/2025</a:t>
            </a:r>
            <a:endParaRPr lang="fr-FR" dirty="0">
              <a:solidFill>
                <a:srgbClr val="7A7A7A"/>
              </a:solidFill>
            </a:endParaRPr>
          </a:p>
        </p:txBody>
      </p:sp>
      <p:sp>
        <p:nvSpPr>
          <p:cNvPr id="11" name="Footer Placeholder 4">
            <a:extLst>
              <a:ext uri="{FF2B5EF4-FFF2-40B4-BE49-F238E27FC236}">
                <a16:creationId xmlns:a16="http://schemas.microsoft.com/office/drawing/2014/main" id="{D5B06987-771C-1D3C-F0EB-9704AED19854}"/>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09F283AB-83EF-375A-7D75-9CE253563506}"/>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48</a:t>
            </a:fld>
            <a:endParaRPr lang="fr-FR"/>
          </a:p>
        </p:txBody>
      </p:sp>
      <p:sp>
        <p:nvSpPr>
          <p:cNvPr id="2" name="ZoneTexte 1">
            <a:extLst>
              <a:ext uri="{FF2B5EF4-FFF2-40B4-BE49-F238E27FC236}">
                <a16:creationId xmlns:a16="http://schemas.microsoft.com/office/drawing/2014/main" id="{6A50AE41-BD3F-1FE5-4904-0F1AAA8D7E7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4" name="Espace réservé du contenu 3">
            <a:extLst>
              <a:ext uri="{FF2B5EF4-FFF2-40B4-BE49-F238E27FC236}">
                <a16:creationId xmlns:a16="http://schemas.microsoft.com/office/drawing/2014/main" id="{7722AADF-BF8A-0CEB-E19F-CEB46B78D1F8}"/>
              </a:ext>
            </a:extLst>
          </p:cNvPr>
          <p:cNvSpPr>
            <a:spLocks noGrp="1"/>
          </p:cNvSpPr>
          <p:nvPr>
            <p:ph idx="1"/>
          </p:nvPr>
        </p:nvSpPr>
        <p:spPr>
          <a:xfrm>
            <a:off x="5313680" y="1493114"/>
            <a:ext cx="4951984" cy="3517798"/>
          </a:xfrm>
        </p:spPr>
        <p:txBody>
          <a:bodyPr>
            <a:normAutofit fontScale="92500" lnSpcReduction="10000"/>
          </a:bodyPr>
          <a:lstStyle/>
          <a:p>
            <a:pPr>
              <a:buFont typeface="+mj-lt"/>
              <a:buAutoNum type="arabicPeriod"/>
            </a:pPr>
            <a:r>
              <a:rPr lang="fr-FR" sz="2000" dirty="0"/>
              <a:t>Savoir </a:t>
            </a:r>
            <a:r>
              <a:rPr lang="fr-FR" sz="2000" b="1" dirty="0"/>
              <a:t>cadrer une étude</a:t>
            </a:r>
            <a:r>
              <a:rPr lang="fr-FR" sz="2000" dirty="0"/>
              <a:t> selon son objectif, son sujet, ses destinataires et le temps</a:t>
            </a:r>
            <a:endParaRPr lang="fr-FR" sz="2000" noProof="0" dirty="0"/>
          </a:p>
          <a:p>
            <a:pPr>
              <a:buFont typeface="+mj-lt"/>
              <a:buAutoNum type="arabicPeriod"/>
            </a:pPr>
            <a:r>
              <a:rPr lang="fr-FR" sz="2000" noProof="0" dirty="0"/>
              <a:t>Comprendre qu’il est nécessaire d’impliquer des </a:t>
            </a:r>
            <a:r>
              <a:rPr lang="fr-FR" sz="2000" b="1" noProof="0" dirty="0"/>
              <a:t>profils appropriés</a:t>
            </a:r>
            <a:r>
              <a:rPr lang="fr-FR" sz="2000" noProof="0" dirty="0"/>
              <a:t> pour mettre en œuvre chaque </a:t>
            </a:r>
            <a:r>
              <a:rPr lang="fr-FR" sz="2000" b="1" noProof="0" dirty="0"/>
              <a:t>outil</a:t>
            </a:r>
            <a:r>
              <a:rPr lang="fr-FR" sz="2000" noProof="0" dirty="0"/>
              <a:t> d’EBIOS </a:t>
            </a:r>
            <a:r>
              <a:rPr lang="fr-FR" sz="2000" i="1" noProof="0" dirty="0"/>
              <a:t>Risk Manager</a:t>
            </a:r>
          </a:p>
          <a:p>
            <a:pPr>
              <a:buFont typeface="+mj-lt"/>
              <a:buAutoNum type="arabicPeriod"/>
            </a:pPr>
            <a:r>
              <a:rPr lang="fr-FR" sz="2000" noProof="0" dirty="0"/>
              <a:t>Savoir délimiter et décrire l’objet de l’étude (</a:t>
            </a:r>
            <a:r>
              <a:rPr lang="fr-FR" sz="2000" b="1" noProof="0" dirty="0"/>
              <a:t>missions</a:t>
            </a:r>
            <a:r>
              <a:rPr lang="fr-FR" sz="2000" noProof="0" dirty="0"/>
              <a:t>, </a:t>
            </a:r>
            <a:r>
              <a:rPr lang="fr-FR" sz="2000" b="1" noProof="0" dirty="0"/>
              <a:t>valeurs métier</a:t>
            </a:r>
            <a:r>
              <a:rPr lang="fr-FR" sz="2000" noProof="0" dirty="0"/>
              <a:t> et </a:t>
            </a:r>
            <a:r>
              <a:rPr lang="fr-FR" sz="2000" b="1" noProof="0" dirty="0"/>
              <a:t>biens supports</a:t>
            </a:r>
            <a:r>
              <a:rPr lang="fr-FR" sz="2000" noProof="0" dirty="0"/>
              <a:t>)</a:t>
            </a:r>
          </a:p>
          <a:p>
            <a:pPr>
              <a:buFont typeface="+mj-lt"/>
              <a:buAutoNum type="arabicPeriod"/>
            </a:pPr>
            <a:r>
              <a:rPr lang="fr-FR" sz="2000" noProof="0" dirty="0"/>
              <a:t>Savoir décrire l’écosystème (</a:t>
            </a:r>
            <a:r>
              <a:rPr lang="fr-FR" sz="2000" b="1" noProof="0" dirty="0"/>
              <a:t>parties prenantes</a:t>
            </a:r>
            <a:r>
              <a:rPr lang="fr-FR" sz="2000" noProof="0" dirty="0"/>
              <a:t>)</a:t>
            </a:r>
          </a:p>
          <a:p>
            <a:pPr marL="0" indent="0" algn="ctr">
              <a:buNone/>
            </a:pPr>
            <a:r>
              <a:rPr lang="fr-FR" sz="2000" noProof="0" dirty="0">
                <a:sym typeface="Wingdings" panose="05000000000000000000" pitchFamily="2" charset="2"/>
              </a:rPr>
              <a:t> Maintenant </a:t>
            </a:r>
            <a:r>
              <a:rPr lang="fr-FR" sz="2000" dirty="0">
                <a:sym typeface="Wingdings" panose="05000000000000000000" pitchFamily="2" charset="2"/>
              </a:rPr>
              <a:t>que nous savons de quoi on parle, p</a:t>
            </a:r>
            <a:r>
              <a:rPr lang="fr-FR" sz="2000" noProof="0" dirty="0" err="1">
                <a:sym typeface="Wingdings" panose="05000000000000000000" pitchFamily="2" charset="2"/>
              </a:rPr>
              <a:t>assons</a:t>
            </a:r>
            <a:r>
              <a:rPr lang="fr-FR" sz="2000" noProof="0" dirty="0">
                <a:sym typeface="Wingdings" panose="05000000000000000000" pitchFamily="2" charset="2"/>
              </a:rPr>
              <a:t> à l’appréciation des risques !</a:t>
            </a:r>
            <a:endParaRPr lang="fr-FR" sz="2000" noProof="0" dirty="0"/>
          </a:p>
        </p:txBody>
      </p:sp>
    </p:spTree>
    <p:extLst>
      <p:ext uri="{BB962C8B-B14F-4D97-AF65-F5344CB8AC3E}">
        <p14:creationId xmlns:p14="http://schemas.microsoft.com/office/powerpoint/2010/main" val="6217585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3B18-3202-A6CA-AFB5-EBA8402B75AE}"/>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5499825-D258-785C-F681-C5848840118F}"/>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D398C57-19E2-4D56-F434-B4FF6F2D13D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11329C4F-94B7-620D-9AFB-A0322FD7CFAD}"/>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1234D08D-F929-5B63-C631-88C7F87CC35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23080D5-B379-BA70-CDC2-502F4E2CED71}"/>
              </a:ext>
            </a:extLst>
          </p:cNvPr>
          <p:cNvSpPr>
            <a:spLocks noGrp="1"/>
          </p:cNvSpPr>
          <p:nvPr>
            <p:ph type="sldNum" sz="quarter" idx="12"/>
          </p:nvPr>
        </p:nvSpPr>
        <p:spPr/>
        <p:txBody>
          <a:bodyPr/>
          <a:lstStyle/>
          <a:p>
            <a:fld id="{294A09A9-5501-47C1-A89A-A340965A2BE2}" type="slidenum">
              <a:rPr lang="fr-FR" smtClean="0"/>
              <a:pPr/>
              <a:t>49</a:t>
            </a:fld>
            <a:endParaRPr lang="fr-FR"/>
          </a:p>
        </p:txBody>
      </p:sp>
      <p:pic>
        <p:nvPicPr>
          <p:cNvPr id="13" name="Picture 2" descr="Logo - EBIOS Risk Manager">
            <a:extLst>
              <a:ext uri="{FF2B5EF4-FFF2-40B4-BE49-F238E27FC236}">
                <a16:creationId xmlns:a16="http://schemas.microsoft.com/office/drawing/2014/main" id="{D4E1861C-6B20-56C0-E64B-7E62869BD7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414203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DBE27-46D5-38C5-ED2B-4047B3D42ED8}"/>
              </a:ext>
            </a:extLst>
          </p:cNvPr>
          <p:cNvSpPr>
            <a:spLocks noGrp="1"/>
          </p:cNvSpPr>
          <p:nvPr>
            <p:ph type="title"/>
          </p:nvPr>
        </p:nvSpPr>
        <p:spPr/>
        <p:txBody>
          <a:bodyPr>
            <a:normAutofit fontScale="90000"/>
          </a:bodyPr>
          <a:lstStyle/>
          <a:p>
            <a:r>
              <a:rPr lang="fr-FR" dirty="0"/>
              <a:t>L’efficacité d’EBIOS </a:t>
            </a:r>
            <a:r>
              <a:rPr lang="fr-FR" i="1" dirty="0"/>
              <a:t>Risk Manager</a:t>
            </a:r>
            <a:endParaRPr lang="fr-FR" dirty="0"/>
          </a:p>
        </p:txBody>
      </p:sp>
      <p:sp>
        <p:nvSpPr>
          <p:cNvPr id="3" name="Espace réservé de la date 2">
            <a:extLst>
              <a:ext uri="{FF2B5EF4-FFF2-40B4-BE49-F238E27FC236}">
                <a16:creationId xmlns:a16="http://schemas.microsoft.com/office/drawing/2014/main" id="{2689B3F6-8626-5235-5AB3-BE9C08976A40}"/>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C410E1A6-036C-6605-DED8-5E2092F3AF4E}"/>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225D972E-DC64-C3CA-A0BA-D955A60F6371}"/>
              </a:ext>
            </a:extLst>
          </p:cNvPr>
          <p:cNvSpPr>
            <a:spLocks noGrp="1"/>
          </p:cNvSpPr>
          <p:nvPr>
            <p:ph type="sldNum" sz="quarter" idx="12"/>
          </p:nvPr>
        </p:nvSpPr>
        <p:spPr/>
        <p:txBody>
          <a:bodyPr/>
          <a:lstStyle/>
          <a:p>
            <a:pPr rtl="0"/>
            <a:fld id="{294A09A9-5501-47C1-A89A-A340965A2BE2}" type="slidenum">
              <a:rPr lang="fr-FR" noProof="0" smtClean="0"/>
              <a:t>50</a:t>
            </a:fld>
            <a:endParaRPr lang="fr-FR" noProof="0"/>
          </a:p>
        </p:txBody>
      </p:sp>
      <p:sp>
        <p:nvSpPr>
          <p:cNvPr id="29" name="Espace réservé du texte 28">
            <a:extLst>
              <a:ext uri="{FF2B5EF4-FFF2-40B4-BE49-F238E27FC236}">
                <a16:creationId xmlns:a16="http://schemas.microsoft.com/office/drawing/2014/main" id="{FA62E343-819D-57B7-8B92-1A107969FE39}"/>
              </a:ext>
            </a:extLst>
          </p:cNvPr>
          <p:cNvSpPr>
            <a:spLocks noGrp="1"/>
          </p:cNvSpPr>
          <p:nvPr>
            <p:ph type="body" sz="quarter" idx="13"/>
          </p:nvPr>
        </p:nvSpPr>
        <p:spPr/>
        <p:txBody>
          <a:bodyPr/>
          <a:lstStyle/>
          <a:p>
            <a:r>
              <a:rPr lang="fr-FR" dirty="0"/>
              <a:t>Deux approches cumulatives pour gérer les risques</a:t>
            </a:r>
          </a:p>
        </p:txBody>
      </p:sp>
      <p:cxnSp>
        <p:nvCxnSpPr>
          <p:cNvPr id="10" name="Connecteur droit 9">
            <a:extLst>
              <a:ext uri="{FF2B5EF4-FFF2-40B4-BE49-F238E27FC236}">
                <a16:creationId xmlns:a16="http://schemas.microsoft.com/office/drawing/2014/main" id="{1E4C8F60-9B2B-4909-5218-B0E029FFBC6E}"/>
              </a:ext>
            </a:extLst>
          </p:cNvPr>
          <p:cNvCxnSpPr>
            <a:cxnSpLocks/>
          </p:cNvCxnSpPr>
          <p:nvPr/>
        </p:nvCxnSpPr>
        <p:spPr>
          <a:xfrm>
            <a:off x="2212736" y="3502638"/>
            <a:ext cx="4199162" cy="0"/>
          </a:xfrm>
          <a:prstGeom prst="line">
            <a:avLst/>
          </a:prstGeom>
          <a:ln>
            <a:solidFill>
              <a:schemeClr val="tx2"/>
            </a:solidFill>
            <a:prstDash val="lgDash"/>
          </a:ln>
        </p:spPr>
        <p:style>
          <a:lnRef idx="1">
            <a:schemeClr val="accent1"/>
          </a:lnRef>
          <a:fillRef idx="0">
            <a:schemeClr val="accent1"/>
          </a:fillRef>
          <a:effectRef idx="0">
            <a:schemeClr val="accent1"/>
          </a:effectRef>
          <a:fontRef idx="minor">
            <a:schemeClr val="tx1"/>
          </a:fontRef>
        </p:style>
      </p:cxnSp>
      <p:grpSp>
        <p:nvGrpSpPr>
          <p:cNvPr id="16" name="Groupe 15">
            <a:extLst>
              <a:ext uri="{FF2B5EF4-FFF2-40B4-BE49-F238E27FC236}">
                <a16:creationId xmlns:a16="http://schemas.microsoft.com/office/drawing/2014/main" id="{6CA4251C-32EA-E79A-12CC-174F1B29D330}"/>
              </a:ext>
            </a:extLst>
          </p:cNvPr>
          <p:cNvGrpSpPr/>
          <p:nvPr/>
        </p:nvGrpSpPr>
        <p:grpSpPr>
          <a:xfrm>
            <a:off x="1931644" y="3541255"/>
            <a:ext cx="4480254" cy="2597888"/>
            <a:chOff x="1371600" y="3650983"/>
            <a:chExt cx="4480254" cy="2597888"/>
          </a:xfrm>
        </p:grpSpPr>
        <p:sp>
          <p:nvSpPr>
            <p:cNvPr id="8" name="Trapèze 7">
              <a:extLst>
                <a:ext uri="{FF2B5EF4-FFF2-40B4-BE49-F238E27FC236}">
                  <a16:creationId xmlns:a16="http://schemas.microsoft.com/office/drawing/2014/main" id="{A9FC549E-4539-988F-DC82-E453D6586157}"/>
                </a:ext>
              </a:extLst>
            </p:cNvPr>
            <p:cNvSpPr/>
            <p:nvPr/>
          </p:nvSpPr>
          <p:spPr>
            <a:xfrm>
              <a:off x="2046219" y="3679488"/>
              <a:ext cx="2810917" cy="1225714"/>
            </a:xfrm>
            <a:prstGeom prst="trapezoid">
              <a:avLst>
                <a:gd name="adj" fmla="val 52114"/>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du Cadre règlementaire </a:t>
              </a:r>
            </a:p>
            <a:p>
              <a:pPr algn="ctr"/>
              <a:r>
                <a:rPr lang="fr-FR" sz="1050" b="1" cap="all" dirty="0">
                  <a:solidFill>
                    <a:schemeClr val="bg1"/>
                  </a:solidFill>
                  <a:latin typeface="Calibri Light" panose="020F0302020204030204" pitchFamily="34" charset="0"/>
                  <a:cs typeface="Calibri Light" panose="020F0302020204030204" pitchFamily="34" charset="0"/>
                </a:rPr>
                <a:t>et normatif</a:t>
              </a:r>
            </a:p>
          </p:txBody>
        </p:sp>
        <p:sp>
          <p:nvSpPr>
            <p:cNvPr id="9" name="Trapèze 8">
              <a:extLst>
                <a:ext uri="{FF2B5EF4-FFF2-40B4-BE49-F238E27FC236}">
                  <a16:creationId xmlns:a16="http://schemas.microsoft.com/office/drawing/2014/main" id="{5291EF3B-981F-7E8C-3D8B-A7897CD26474}"/>
                </a:ext>
              </a:extLst>
            </p:cNvPr>
            <p:cNvSpPr/>
            <p:nvPr/>
          </p:nvSpPr>
          <p:spPr>
            <a:xfrm>
              <a:off x="1371600" y="5023157"/>
              <a:ext cx="4160157" cy="1225714"/>
            </a:xfrm>
            <a:prstGeom prst="trapezoid">
              <a:avLst>
                <a:gd name="adj" fmla="val 52114"/>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des Principes de base et hygiène</a:t>
              </a:r>
            </a:p>
          </p:txBody>
        </p:sp>
        <p:sp>
          <p:nvSpPr>
            <p:cNvPr id="12" name="Rectangle 11">
              <a:extLst>
                <a:ext uri="{FF2B5EF4-FFF2-40B4-BE49-F238E27FC236}">
                  <a16:creationId xmlns:a16="http://schemas.microsoft.com/office/drawing/2014/main" id="{88301E37-C7BE-D8AE-B148-F353C9962336}"/>
                </a:ext>
              </a:extLst>
            </p:cNvPr>
            <p:cNvSpPr/>
            <p:nvPr/>
          </p:nvSpPr>
          <p:spPr>
            <a:xfrm>
              <a:off x="4782084" y="4711659"/>
              <a:ext cx="102611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conformité »</a:t>
              </a:r>
            </a:p>
          </p:txBody>
        </p:sp>
        <p:cxnSp>
          <p:nvCxnSpPr>
            <p:cNvPr id="14" name="Connecteur droit 13">
              <a:extLst>
                <a:ext uri="{FF2B5EF4-FFF2-40B4-BE49-F238E27FC236}">
                  <a16:creationId xmlns:a16="http://schemas.microsoft.com/office/drawing/2014/main" id="{76DADC56-B446-D84E-A69F-1F50D59550C4}"/>
                </a:ext>
              </a:extLst>
            </p:cNvPr>
            <p:cNvCxnSpPr/>
            <p:nvPr/>
          </p:nvCxnSpPr>
          <p:spPr>
            <a:xfrm flipV="1">
              <a:off x="5851854" y="3650983"/>
              <a:ext cx="0" cy="2597888"/>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grpSp>
      <p:grpSp>
        <p:nvGrpSpPr>
          <p:cNvPr id="21" name="Groupe 20">
            <a:extLst>
              <a:ext uri="{FF2B5EF4-FFF2-40B4-BE49-F238E27FC236}">
                <a16:creationId xmlns:a16="http://schemas.microsoft.com/office/drawing/2014/main" id="{6543715C-48B7-1C5B-BEF2-B66A9E48183A}"/>
              </a:ext>
            </a:extLst>
          </p:cNvPr>
          <p:cNvGrpSpPr/>
          <p:nvPr/>
        </p:nvGrpSpPr>
        <p:grpSpPr>
          <a:xfrm>
            <a:off x="3308993" y="2134688"/>
            <a:ext cx="3103227" cy="1317119"/>
            <a:chOff x="2748949" y="2244416"/>
            <a:chExt cx="3103227" cy="1317119"/>
          </a:xfrm>
        </p:grpSpPr>
        <p:sp>
          <p:nvSpPr>
            <p:cNvPr id="7" name="Organigramme : Extraire 6">
              <a:extLst>
                <a:ext uri="{FF2B5EF4-FFF2-40B4-BE49-F238E27FC236}">
                  <a16:creationId xmlns:a16="http://schemas.microsoft.com/office/drawing/2014/main" id="{6FE59F7C-D922-2690-E880-FEBC0F383B7B}"/>
                </a:ext>
              </a:extLst>
            </p:cNvPr>
            <p:cNvSpPr/>
            <p:nvPr/>
          </p:nvSpPr>
          <p:spPr>
            <a:xfrm>
              <a:off x="2748949" y="2244416"/>
              <a:ext cx="1405459" cy="1317119"/>
            </a:xfrm>
            <a:prstGeom prst="flowChartExtra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lstStyle/>
            <a:p>
              <a:pPr algn="ctr"/>
              <a:endParaRPr lang="fr-FR" sz="900" b="1" cap="all" dirty="0">
                <a:solidFill>
                  <a:schemeClr val="tx2"/>
                </a:solidFill>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8A9922CE-29A5-D67E-E506-52AA3AE09772}"/>
                </a:ext>
              </a:extLst>
            </p:cNvPr>
            <p:cNvSpPr/>
            <p:nvPr/>
          </p:nvSpPr>
          <p:spPr>
            <a:xfrm>
              <a:off x="4934676" y="2811249"/>
              <a:ext cx="87384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scénarios »</a:t>
              </a:r>
            </a:p>
          </p:txBody>
        </p:sp>
        <p:cxnSp>
          <p:nvCxnSpPr>
            <p:cNvPr id="13" name="Connecteur droit 12">
              <a:extLst>
                <a:ext uri="{FF2B5EF4-FFF2-40B4-BE49-F238E27FC236}">
                  <a16:creationId xmlns:a16="http://schemas.microsoft.com/office/drawing/2014/main" id="{36AB4BAA-5564-1563-14B7-600B4B488483}"/>
                </a:ext>
              </a:extLst>
            </p:cNvPr>
            <p:cNvCxnSpPr/>
            <p:nvPr/>
          </p:nvCxnSpPr>
          <p:spPr>
            <a:xfrm flipV="1">
              <a:off x="5852176" y="2272626"/>
              <a:ext cx="0" cy="1254219"/>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2E8E7A95-B9F8-9CBC-F2EA-F5C62ED11875}"/>
                </a:ext>
              </a:extLst>
            </p:cNvPr>
            <p:cNvSpPr/>
            <p:nvPr/>
          </p:nvSpPr>
          <p:spPr>
            <a:xfrm>
              <a:off x="2915611" y="3060156"/>
              <a:ext cx="1072132" cy="447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050" b="1" cap="all" dirty="0">
                  <a:solidFill>
                    <a:schemeClr val="tx2"/>
                  </a:solidFill>
                  <a:latin typeface="Calibri Light" panose="020F0302020204030204" pitchFamily="34" charset="0"/>
                  <a:cs typeface="Calibri Light" panose="020F0302020204030204" pitchFamily="34" charset="0"/>
                </a:rPr>
                <a:t>Gestion des Attaques</a:t>
              </a:r>
            </a:p>
            <a:p>
              <a:pPr algn="ctr"/>
              <a:r>
                <a:rPr lang="fr-FR" sz="1050" b="1" cap="all" dirty="0">
                  <a:solidFill>
                    <a:schemeClr val="tx2"/>
                  </a:solidFill>
                  <a:latin typeface="Calibri Light" panose="020F0302020204030204" pitchFamily="34" charset="0"/>
                  <a:cs typeface="Calibri Light" panose="020F0302020204030204" pitchFamily="34" charset="0"/>
                </a:rPr>
                <a:t>ciblées</a:t>
              </a:r>
            </a:p>
          </p:txBody>
        </p:sp>
      </p:grpSp>
      <p:sp>
        <p:nvSpPr>
          <p:cNvPr id="18" name="Organigramme : Alternative 17">
            <a:extLst>
              <a:ext uri="{FF2B5EF4-FFF2-40B4-BE49-F238E27FC236}">
                <a16:creationId xmlns:a16="http://schemas.microsoft.com/office/drawing/2014/main" id="{9CDE3700-71F3-0532-8F91-5093625CCF72}"/>
              </a:ext>
            </a:extLst>
          </p:cNvPr>
          <p:cNvSpPr/>
          <p:nvPr/>
        </p:nvSpPr>
        <p:spPr>
          <a:xfrm>
            <a:off x="6678358" y="4988513"/>
            <a:ext cx="4860000" cy="1153151"/>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C’est le cumul de ces deux approches qui fait l’efficacité d’EBIOS </a:t>
            </a:r>
            <a:r>
              <a:rPr lang="fr-FR" sz="1600" b="1" i="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Risk Manager</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on n’étudie plus les scénarios évidents qui sont déjà traités par les règles qu’on s’est engagé à respecter !</a:t>
            </a:r>
          </a:p>
        </p:txBody>
      </p:sp>
      <p:sp>
        <p:nvSpPr>
          <p:cNvPr id="19" name="Rectangle 18">
            <a:extLst>
              <a:ext uri="{FF2B5EF4-FFF2-40B4-BE49-F238E27FC236}">
                <a16:creationId xmlns:a16="http://schemas.microsoft.com/office/drawing/2014/main" id="{1DA1DFEC-300B-3553-D91A-AB14890084ED}"/>
              </a:ext>
            </a:extLst>
          </p:cNvPr>
          <p:cNvSpPr/>
          <p:nvPr/>
        </p:nvSpPr>
        <p:spPr>
          <a:xfrm>
            <a:off x="6678358" y="3486807"/>
            <a:ext cx="4860000" cy="124969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1. Une approche par conformité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traite les risques « standards » (sinistres accidentels, attaques non ciblées, etc.) en vérifiant que les règles qu’on s’est engagé à respecter sont appliquées.</a:t>
            </a:r>
          </a:p>
        </p:txBody>
      </p:sp>
      <p:sp>
        <p:nvSpPr>
          <p:cNvPr id="20" name="Rectangle 19">
            <a:extLst>
              <a:ext uri="{FF2B5EF4-FFF2-40B4-BE49-F238E27FC236}">
                <a16:creationId xmlns:a16="http://schemas.microsoft.com/office/drawing/2014/main" id="{718BBF13-3E03-149C-9D0D-1AD6D948EEEA}"/>
              </a:ext>
            </a:extLst>
          </p:cNvPr>
          <p:cNvSpPr/>
          <p:nvPr/>
        </p:nvSpPr>
        <p:spPr>
          <a:xfrm>
            <a:off x="6678358" y="2253676"/>
            <a:ext cx="4860000" cy="981115"/>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2. Une approche par scénarios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gère les risques d’attaques sophistiquées et ciblées en appréciant et traitant des scénarios précis.</a:t>
            </a:r>
          </a:p>
        </p:txBody>
      </p:sp>
      <p:grpSp>
        <p:nvGrpSpPr>
          <p:cNvPr id="6" name="Groupe 5">
            <a:extLst>
              <a:ext uri="{FF2B5EF4-FFF2-40B4-BE49-F238E27FC236}">
                <a16:creationId xmlns:a16="http://schemas.microsoft.com/office/drawing/2014/main" id="{454B0478-1551-5568-9CDD-C66A393DED9E}"/>
              </a:ext>
            </a:extLst>
          </p:cNvPr>
          <p:cNvGrpSpPr/>
          <p:nvPr/>
        </p:nvGrpSpPr>
        <p:grpSpPr>
          <a:xfrm>
            <a:off x="761598" y="1663149"/>
            <a:ext cx="2026327" cy="4509600"/>
            <a:chOff x="201554" y="1772877"/>
            <a:chExt cx="2026327" cy="4509600"/>
          </a:xfrm>
        </p:grpSpPr>
        <p:sp>
          <p:nvSpPr>
            <p:cNvPr id="22" name="TextBox 9">
              <a:extLst>
                <a:ext uri="{FF2B5EF4-FFF2-40B4-BE49-F238E27FC236}">
                  <a16:creationId xmlns:a16="http://schemas.microsoft.com/office/drawing/2014/main" id="{0DA18CA3-3D5C-D54F-DE32-FF7EB7EBA4DE}"/>
                </a:ext>
              </a:extLst>
            </p:cNvPr>
            <p:cNvSpPr txBox="1"/>
            <p:nvPr/>
          </p:nvSpPr>
          <p:spPr>
            <a:xfrm>
              <a:off x="847049" y="1876212"/>
              <a:ext cx="1380832" cy="369332"/>
            </a:xfrm>
            <a:prstGeom prst="rect">
              <a:avLst/>
            </a:prstGeom>
            <a:noFill/>
          </p:spPr>
          <p:txBody>
            <a:bodyPr wrap="square" lIns="0" tIns="0" rIns="0" bIns="0" rtlCol="0">
              <a:spAutoFit/>
            </a:bodyPr>
            <a:lstStyle/>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NIVEAU DES</a:t>
              </a:r>
            </a:p>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CYBER ATTAQUES</a:t>
              </a:r>
            </a:p>
          </p:txBody>
        </p:sp>
        <p:grpSp>
          <p:nvGrpSpPr>
            <p:cNvPr id="24" name="Groupe 23">
              <a:extLst>
                <a:ext uri="{FF2B5EF4-FFF2-40B4-BE49-F238E27FC236}">
                  <a16:creationId xmlns:a16="http://schemas.microsoft.com/office/drawing/2014/main" id="{4524D10A-9008-2B49-6403-C6C3508AF9D7}"/>
                </a:ext>
              </a:extLst>
            </p:cNvPr>
            <p:cNvGrpSpPr/>
            <p:nvPr/>
          </p:nvGrpSpPr>
          <p:grpSpPr>
            <a:xfrm rot="16200000">
              <a:off x="-1282181" y="3840789"/>
              <a:ext cx="4009852" cy="873523"/>
              <a:chOff x="2642831" y="4308225"/>
              <a:chExt cx="5851467" cy="1080001"/>
            </a:xfrm>
          </p:grpSpPr>
          <p:sp>
            <p:nvSpPr>
              <p:cNvPr id="25" name="Forme libre 8">
                <a:extLst>
                  <a:ext uri="{FF2B5EF4-FFF2-40B4-BE49-F238E27FC236}">
                    <a16:creationId xmlns:a16="http://schemas.microsoft.com/office/drawing/2014/main" id="{C4BEC3E7-2625-75E4-C1AE-17DDD4571830}"/>
                  </a:ext>
                </a:extLst>
              </p:cNvPr>
              <p:cNvSpPr/>
              <p:nvPr/>
            </p:nvSpPr>
            <p:spPr>
              <a:xfrm>
                <a:off x="6334298" y="4308226"/>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52C1F"/>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Avancé</a:t>
                </a:r>
              </a:p>
            </p:txBody>
          </p:sp>
          <p:sp>
            <p:nvSpPr>
              <p:cNvPr id="26" name="Forme libre 9">
                <a:extLst>
                  <a:ext uri="{FF2B5EF4-FFF2-40B4-BE49-F238E27FC236}">
                    <a16:creationId xmlns:a16="http://schemas.microsoft.com/office/drawing/2014/main" id="{5F19B2DE-C8CA-B08D-04A0-765FA47EA00F}"/>
                  </a:ext>
                </a:extLst>
              </p:cNvPr>
              <p:cNvSpPr/>
              <p:nvPr/>
            </p:nvSpPr>
            <p:spPr>
              <a:xfrm>
                <a:off x="4497032"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E712A"/>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Elaboré</a:t>
                </a:r>
              </a:p>
            </p:txBody>
          </p:sp>
          <p:sp>
            <p:nvSpPr>
              <p:cNvPr id="27" name="Forme libre 10">
                <a:extLst>
                  <a:ext uri="{FF2B5EF4-FFF2-40B4-BE49-F238E27FC236}">
                    <a16:creationId xmlns:a16="http://schemas.microsoft.com/office/drawing/2014/main" id="{D9ECB00B-6CFB-F509-696B-77E471F19A00}"/>
                  </a:ext>
                </a:extLst>
              </p:cNvPr>
              <p:cNvSpPr/>
              <p:nvPr/>
            </p:nvSpPr>
            <p:spPr>
              <a:xfrm>
                <a:off x="2642831"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FBBD1E"/>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Simple</a:t>
                </a:r>
              </a:p>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Large spectre</a:t>
                </a:r>
              </a:p>
            </p:txBody>
          </p:sp>
        </p:grpSp>
        <p:pic>
          <p:nvPicPr>
            <p:cNvPr id="28" name="Image 27">
              <a:extLst>
                <a:ext uri="{FF2B5EF4-FFF2-40B4-BE49-F238E27FC236}">
                  <a16:creationId xmlns:a16="http://schemas.microsoft.com/office/drawing/2014/main" id="{A0CCB8DF-1D5C-EE63-0EA7-D8D5AA81ADD5}"/>
                </a:ext>
              </a:extLst>
            </p:cNvPr>
            <p:cNvPicPr>
              <a:picLocks noChangeAspect="1"/>
            </p:cNvPicPr>
            <p:nvPr/>
          </p:nvPicPr>
          <p:blipFill>
            <a:blip r:embed="rId2"/>
            <a:stretch>
              <a:fillRect/>
            </a:stretch>
          </p:blipFill>
          <p:spPr>
            <a:xfrm>
              <a:off x="201554" y="1772877"/>
              <a:ext cx="576000" cy="576000"/>
            </a:xfrm>
            <a:prstGeom prst="rect">
              <a:avLst/>
            </a:prstGeom>
          </p:spPr>
        </p:pic>
      </p:grpSp>
      <p:sp>
        <p:nvSpPr>
          <p:cNvPr id="23" name="ZoneTexte 22">
            <a:extLst>
              <a:ext uri="{FF2B5EF4-FFF2-40B4-BE49-F238E27FC236}">
                <a16:creationId xmlns:a16="http://schemas.microsoft.com/office/drawing/2014/main" id="{829A97A8-B21E-84BD-ADB4-F99D0BD3122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a:t>
            </a:r>
          </a:p>
        </p:txBody>
      </p:sp>
    </p:spTree>
    <p:extLst>
      <p:ext uri="{BB962C8B-B14F-4D97-AF65-F5344CB8AC3E}">
        <p14:creationId xmlns:p14="http://schemas.microsoft.com/office/powerpoint/2010/main" val="1471937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par>
                                <p:cTn id="12" presetID="22" presetClass="entr" presetSubtype="4"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wipe(down)">
                                      <p:cBhvr>
                                        <p:cTn id="14" dur="500"/>
                                        <p:tgtEl>
                                          <p:spTgt spid="1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22" presetClass="entr" presetSubtype="4"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wipe(down)">
                                      <p:cBhvr>
                                        <p:cTn id="21" dur="500"/>
                                        <p:tgtEl>
                                          <p:spTgt spid="21"/>
                                        </p:tgtEl>
                                      </p:cBhvr>
                                    </p:animEffect>
                                  </p:childTnLst>
                                </p:cTn>
                              </p:par>
                              <p:par>
                                <p:cTn id="22" presetID="1"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3640E-E4BC-E9B7-D2E1-A6FFD4BDD616}"/>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EFC5203-5713-A017-871E-F9C3799B367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14BE211A-353C-2763-6FD1-6D91BD64407A}"/>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D1282E"/>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DC40FE1A-6D61-7F07-7FC4-3041AF129B51}"/>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5C01D20F-CEFE-FE1D-E78A-774F4FCF6BC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7C9E347F-9111-9631-6FA5-234C70BAAF6E}"/>
              </a:ext>
            </a:extLst>
          </p:cNvPr>
          <p:cNvSpPr>
            <a:spLocks noGrp="1"/>
          </p:cNvSpPr>
          <p:nvPr>
            <p:ph type="sldNum" sz="quarter" idx="12"/>
          </p:nvPr>
        </p:nvSpPr>
        <p:spPr/>
        <p:txBody>
          <a:bodyPr/>
          <a:lstStyle/>
          <a:p>
            <a:fld id="{294A09A9-5501-47C1-A89A-A340965A2BE2}" type="slidenum">
              <a:rPr lang="fr-FR" smtClean="0"/>
              <a:pPr/>
              <a:t>51</a:t>
            </a:fld>
            <a:endParaRPr lang="fr-FR"/>
          </a:p>
        </p:txBody>
      </p:sp>
      <p:pic>
        <p:nvPicPr>
          <p:cNvPr id="13" name="Picture 2" descr="Logo - EBIOS Risk Manager">
            <a:extLst>
              <a:ext uri="{FF2B5EF4-FFF2-40B4-BE49-F238E27FC236}">
                <a16:creationId xmlns:a16="http://schemas.microsoft.com/office/drawing/2014/main" id="{6D3E03C1-E4E1-F0B5-C0A8-69CEC847EC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634888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99D247CB-5AD3-1D9D-59D1-C451890BE71A}"/>
              </a:ext>
            </a:extLst>
          </p:cNvPr>
          <p:cNvSpPr>
            <a:spLocks noGrp="1"/>
          </p:cNvSpPr>
          <p:nvPr>
            <p:ph type="dt" sz="half" idx="10"/>
          </p:nvPr>
        </p:nvSpPr>
        <p:spPr/>
        <p:txBody>
          <a:bodyPr/>
          <a:lstStyle/>
          <a:p>
            <a:pPr rtl="0"/>
            <a:r>
              <a:rPr lang="fr-FR" noProof="0"/>
              <a:t>19/11/2025</a:t>
            </a:r>
            <a:endParaRPr lang="fr-FR" noProof="0" dirty="0"/>
          </a:p>
        </p:txBody>
      </p:sp>
      <p:sp>
        <p:nvSpPr>
          <p:cNvPr id="19" name="Espace réservé du pied de page 15">
            <a:extLst>
              <a:ext uri="{FF2B5EF4-FFF2-40B4-BE49-F238E27FC236}">
                <a16:creationId xmlns:a16="http://schemas.microsoft.com/office/drawing/2014/main" id="{DC5F6539-6942-F486-6CE4-B73538F8A63A}"/>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B8AB58E8-2BC4-165A-051F-70C97D0F6AB2}"/>
              </a:ext>
            </a:extLst>
          </p:cNvPr>
          <p:cNvSpPr>
            <a:spLocks noGrp="1"/>
          </p:cNvSpPr>
          <p:nvPr>
            <p:ph type="sldNum" sz="quarter" idx="12"/>
          </p:nvPr>
        </p:nvSpPr>
        <p:spPr/>
        <p:txBody>
          <a:bodyPr/>
          <a:lstStyle/>
          <a:p>
            <a:pPr rtl="0"/>
            <a:fld id="{294A09A9-5501-47C1-A89A-A340965A2BE2}" type="slidenum">
              <a:rPr lang="fr-FR" noProof="0" smtClean="0"/>
              <a:t>52</a:t>
            </a:fld>
            <a:endParaRPr lang="fr-FR" noProof="0"/>
          </a:p>
        </p:txBody>
      </p:sp>
      <p:sp>
        <p:nvSpPr>
          <p:cNvPr id="16" name="Espace réservé du texte 15">
            <a:extLst>
              <a:ext uri="{FF2B5EF4-FFF2-40B4-BE49-F238E27FC236}">
                <a16:creationId xmlns:a16="http://schemas.microsoft.com/office/drawing/2014/main" id="{3DFBF9A1-D4AB-9371-B067-C82CFA84F75F}"/>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que le socle de règles ?</a:t>
            </a:r>
            <a:endParaRPr lang="fr-FR" dirty="0"/>
          </a:p>
        </p:txBody>
      </p:sp>
      <p:sp>
        <p:nvSpPr>
          <p:cNvPr id="17" name="Espace réservé du texte 16">
            <a:extLst>
              <a:ext uri="{FF2B5EF4-FFF2-40B4-BE49-F238E27FC236}">
                <a16:creationId xmlns:a16="http://schemas.microsoft.com/office/drawing/2014/main" id="{9A0497DA-5FF5-7BE4-ED81-E29A9DA65AE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évaluer la conformité au socle ?</a:t>
            </a:r>
          </a:p>
        </p:txBody>
      </p:sp>
      <p:sp>
        <p:nvSpPr>
          <p:cNvPr id="21" name="Espace réservé du texte 20">
            <a:extLst>
              <a:ext uri="{FF2B5EF4-FFF2-40B4-BE49-F238E27FC236}">
                <a16:creationId xmlns:a16="http://schemas.microsoft.com/office/drawing/2014/main" id="{0E54AF88-B363-D767-02DC-4498FC39107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Doit-on aller plus loin si le socle n’est pas respecté ?</a:t>
            </a:r>
          </a:p>
        </p:txBody>
      </p:sp>
      <p:sp>
        <p:nvSpPr>
          <p:cNvPr id="3" name="ZoneTexte 2">
            <a:extLst>
              <a:ext uri="{FF2B5EF4-FFF2-40B4-BE49-F238E27FC236}">
                <a16:creationId xmlns:a16="http://schemas.microsoft.com/office/drawing/2014/main" id="{4CC5AEEF-4034-7A9B-A990-98A6BC154C4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4882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5E37942A-7BA2-DBFA-E711-E01F1CD58227}"/>
              </a:ext>
            </a:extLst>
          </p:cNvPr>
          <p:cNvSpPr>
            <a:spLocks noGrp="1"/>
          </p:cNvSpPr>
          <p:nvPr>
            <p:ph type="title"/>
          </p:nvPr>
        </p:nvSpPr>
        <p:spPr/>
        <p:txBody>
          <a:bodyPr>
            <a:normAutofit fontScale="90000"/>
          </a:bodyPr>
          <a:lstStyle/>
          <a:p>
            <a:r>
              <a:rPr lang="fr-FR" dirty="0"/>
              <a:t>Outil 05 – Identifier et évaluer le socle de règles</a:t>
            </a:r>
          </a:p>
        </p:txBody>
      </p:sp>
      <p:sp>
        <p:nvSpPr>
          <p:cNvPr id="3" name="Espace réservé de la date 2">
            <a:extLst>
              <a:ext uri="{FF2B5EF4-FFF2-40B4-BE49-F238E27FC236}">
                <a16:creationId xmlns:a16="http://schemas.microsoft.com/office/drawing/2014/main" id="{05B68A17-D797-7181-C150-C3FC036E005C}"/>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584B4916-A593-E60C-9BAF-7122B19C2D45}"/>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EE1B534B-5851-2D6E-1F79-F455DD16FC5B}"/>
              </a:ext>
            </a:extLst>
          </p:cNvPr>
          <p:cNvSpPr>
            <a:spLocks noGrp="1"/>
          </p:cNvSpPr>
          <p:nvPr>
            <p:ph type="sldNum" sz="quarter" idx="12"/>
          </p:nvPr>
        </p:nvSpPr>
        <p:spPr/>
        <p:txBody>
          <a:bodyPr/>
          <a:lstStyle/>
          <a:p>
            <a:pPr rtl="0"/>
            <a:fld id="{294A09A9-5501-47C1-A89A-A340965A2BE2}" type="slidenum">
              <a:rPr lang="fr-FR" noProof="0" smtClean="0"/>
              <a:t>53</a:t>
            </a:fld>
            <a:endParaRPr lang="fr-FR" noProof="0"/>
          </a:p>
        </p:txBody>
      </p:sp>
      <p:sp>
        <p:nvSpPr>
          <p:cNvPr id="2" name="Espace réservé du texte 1">
            <a:extLst>
              <a:ext uri="{FF2B5EF4-FFF2-40B4-BE49-F238E27FC236}">
                <a16:creationId xmlns:a16="http://schemas.microsoft.com/office/drawing/2014/main" id="{829B9E21-FA9F-DC2A-C5BB-06F5642D980B}"/>
              </a:ext>
            </a:extLst>
          </p:cNvPr>
          <p:cNvSpPr>
            <a:spLocks noGrp="1"/>
          </p:cNvSpPr>
          <p:nvPr>
            <p:ph type="body" sz="quarter" idx="13"/>
          </p:nvPr>
        </p:nvSpPr>
        <p:spPr/>
        <p:txBody>
          <a:bodyPr/>
          <a:lstStyle/>
          <a:p>
            <a:r>
              <a:rPr lang="fr-FR" dirty="0"/>
              <a:t>La mécanique générale</a:t>
            </a:r>
          </a:p>
        </p:txBody>
      </p:sp>
      <p:sp>
        <p:nvSpPr>
          <p:cNvPr id="8" name="Rectangle 7">
            <a:extLst>
              <a:ext uri="{FF2B5EF4-FFF2-40B4-BE49-F238E27FC236}">
                <a16:creationId xmlns:a16="http://schemas.microsoft.com/office/drawing/2014/main" id="{FB819733-1309-95A8-503E-E004BCBB2739}"/>
              </a:ext>
            </a:extLst>
          </p:cNvPr>
          <p:cNvSpPr/>
          <p:nvPr/>
        </p:nvSpPr>
        <p:spPr>
          <a:xfrm>
            <a:off x="1112987" y="2013163"/>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Dispose-t-on de règles applicables à l’objet de l’étude ?</a:t>
            </a:r>
          </a:p>
        </p:txBody>
      </p:sp>
      <p:grpSp>
        <p:nvGrpSpPr>
          <p:cNvPr id="9" name="Groupe 8">
            <a:extLst>
              <a:ext uri="{FF2B5EF4-FFF2-40B4-BE49-F238E27FC236}">
                <a16:creationId xmlns:a16="http://schemas.microsoft.com/office/drawing/2014/main" id="{DF8F20FA-164E-DCCD-8F70-AE9226325E41}"/>
              </a:ext>
            </a:extLst>
          </p:cNvPr>
          <p:cNvGrpSpPr/>
          <p:nvPr/>
        </p:nvGrpSpPr>
        <p:grpSpPr>
          <a:xfrm>
            <a:off x="2012499" y="2802063"/>
            <a:ext cx="3280413" cy="881304"/>
            <a:chOff x="2104859" y="2802063"/>
            <a:chExt cx="3280413" cy="881304"/>
          </a:xfrm>
        </p:grpSpPr>
        <p:sp>
          <p:nvSpPr>
            <p:cNvPr id="11" name="Losange 10">
              <a:extLst>
                <a:ext uri="{FF2B5EF4-FFF2-40B4-BE49-F238E27FC236}">
                  <a16:creationId xmlns:a16="http://schemas.microsoft.com/office/drawing/2014/main" id="{1CFDC11F-D5C8-C3BC-723A-6B6398808C3F}"/>
                </a:ext>
              </a:extLst>
            </p:cNvPr>
            <p:cNvSpPr/>
            <p:nvPr/>
          </p:nvSpPr>
          <p:spPr>
            <a:xfrm>
              <a:off x="2104859" y="3108917"/>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76D770C-FB64-806E-6233-4D07AE124725}"/>
                </a:ext>
              </a:extLst>
            </p:cNvPr>
            <p:cNvSpPr/>
            <p:nvPr/>
          </p:nvSpPr>
          <p:spPr>
            <a:xfrm>
              <a:off x="3226249" y="2894467"/>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vérifiable ?</a:t>
              </a:r>
            </a:p>
          </p:txBody>
        </p:sp>
        <p:cxnSp>
          <p:nvCxnSpPr>
            <p:cNvPr id="22" name="Connecteur droit avec flèche 21">
              <a:extLst>
                <a:ext uri="{FF2B5EF4-FFF2-40B4-BE49-F238E27FC236}">
                  <a16:creationId xmlns:a16="http://schemas.microsoft.com/office/drawing/2014/main" id="{1A405290-BC95-065B-0688-F1CB8610A455}"/>
                </a:ext>
              </a:extLst>
            </p:cNvPr>
            <p:cNvCxnSpPr>
              <a:cxnSpLocks/>
              <a:stCxn id="8" idx="2"/>
              <a:endCxn id="11" idx="0"/>
            </p:cNvCxnSpPr>
            <p:nvPr/>
          </p:nvCxnSpPr>
          <p:spPr>
            <a:xfrm>
              <a:off x="2284859" y="2802063"/>
              <a:ext cx="0" cy="3068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a:extLst>
                <a:ext uri="{FF2B5EF4-FFF2-40B4-BE49-F238E27FC236}">
                  <a16:creationId xmlns:a16="http://schemas.microsoft.com/office/drawing/2014/main" id="{C32CDA4E-F399-F72A-5510-A00A3391AC08}"/>
                </a:ext>
              </a:extLst>
            </p:cNvPr>
            <p:cNvCxnSpPr>
              <a:cxnSpLocks/>
              <a:stCxn id="11" idx="3"/>
            </p:cNvCxnSpPr>
            <p:nvPr/>
          </p:nvCxnSpPr>
          <p:spPr>
            <a:xfrm>
              <a:off x="2464859" y="3288917"/>
              <a:ext cx="761390"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48" name="ZoneTexte 147">
              <a:extLst>
                <a:ext uri="{FF2B5EF4-FFF2-40B4-BE49-F238E27FC236}">
                  <a16:creationId xmlns:a16="http://schemas.microsoft.com/office/drawing/2014/main" id="{A9D8BEBA-7B7C-A4DE-2ED3-7806AAFD670A}"/>
                </a:ext>
              </a:extLst>
            </p:cNvPr>
            <p:cNvSpPr txBox="1"/>
            <p:nvPr/>
          </p:nvSpPr>
          <p:spPr>
            <a:xfrm>
              <a:off x="2414169" y="3039093"/>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2" name="Groupe 11">
            <a:extLst>
              <a:ext uri="{FF2B5EF4-FFF2-40B4-BE49-F238E27FC236}">
                <a16:creationId xmlns:a16="http://schemas.microsoft.com/office/drawing/2014/main" id="{63A71691-0F54-9A0E-5E1D-4F58C893B931}"/>
              </a:ext>
            </a:extLst>
          </p:cNvPr>
          <p:cNvGrpSpPr/>
          <p:nvPr/>
        </p:nvGrpSpPr>
        <p:grpSpPr>
          <a:xfrm>
            <a:off x="4033400" y="3683367"/>
            <a:ext cx="3336779" cy="874496"/>
            <a:chOff x="4125760" y="3963783"/>
            <a:chExt cx="3336779" cy="874496"/>
          </a:xfrm>
        </p:grpSpPr>
        <p:sp>
          <p:nvSpPr>
            <p:cNvPr id="10" name="Losange 9">
              <a:extLst>
                <a:ext uri="{FF2B5EF4-FFF2-40B4-BE49-F238E27FC236}">
                  <a16:creationId xmlns:a16="http://schemas.microsoft.com/office/drawing/2014/main" id="{0090F7C3-F479-CADA-261F-70649DF94CB0}"/>
                </a:ext>
              </a:extLst>
            </p:cNvPr>
            <p:cNvSpPr/>
            <p:nvPr/>
          </p:nvSpPr>
          <p:spPr>
            <a:xfrm>
              <a:off x="4125760" y="426806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3C672265-DD20-AC2D-1FA9-95D5710A7412}"/>
                </a:ext>
              </a:extLst>
            </p:cNvPr>
            <p:cNvSpPr/>
            <p:nvPr/>
          </p:nvSpPr>
          <p:spPr>
            <a:xfrm>
              <a:off x="5303516" y="4049379"/>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vérifiée ?</a:t>
              </a:r>
            </a:p>
          </p:txBody>
        </p:sp>
        <p:cxnSp>
          <p:nvCxnSpPr>
            <p:cNvPr id="32" name="Connecteur droit avec flèche 31">
              <a:extLst>
                <a:ext uri="{FF2B5EF4-FFF2-40B4-BE49-F238E27FC236}">
                  <a16:creationId xmlns:a16="http://schemas.microsoft.com/office/drawing/2014/main" id="{717436E0-2614-779C-77D4-C060F4FBD861}"/>
                </a:ext>
              </a:extLst>
            </p:cNvPr>
            <p:cNvCxnSpPr>
              <a:cxnSpLocks/>
              <a:stCxn id="13" idx="2"/>
              <a:endCxn id="10" idx="0"/>
            </p:cNvCxnSpPr>
            <p:nvPr/>
          </p:nvCxnSpPr>
          <p:spPr>
            <a:xfrm flipH="1">
              <a:off x="4305760" y="3963783"/>
              <a:ext cx="1" cy="3042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5" name="Connecteur droit avec flèche 34">
              <a:extLst>
                <a:ext uri="{FF2B5EF4-FFF2-40B4-BE49-F238E27FC236}">
                  <a16:creationId xmlns:a16="http://schemas.microsoft.com/office/drawing/2014/main" id="{899ED24C-F86F-6A68-54A0-5044EDB030FA}"/>
                </a:ext>
              </a:extLst>
            </p:cNvPr>
            <p:cNvCxnSpPr>
              <a:cxnSpLocks/>
              <a:stCxn id="10" idx="3"/>
            </p:cNvCxnSpPr>
            <p:nvPr/>
          </p:nvCxnSpPr>
          <p:spPr>
            <a:xfrm flipV="1">
              <a:off x="4485760" y="4443829"/>
              <a:ext cx="817756" cy="4234"/>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0" name="ZoneTexte 149">
              <a:extLst>
                <a:ext uri="{FF2B5EF4-FFF2-40B4-BE49-F238E27FC236}">
                  <a16:creationId xmlns:a16="http://schemas.microsoft.com/office/drawing/2014/main" id="{ECA7A4B2-6051-BC1F-91CC-27FCBC493DD7}"/>
                </a:ext>
              </a:extLst>
            </p:cNvPr>
            <p:cNvSpPr txBox="1"/>
            <p:nvPr/>
          </p:nvSpPr>
          <p:spPr>
            <a:xfrm>
              <a:off x="4437440" y="41999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9" name="Groupe 18">
            <a:extLst>
              <a:ext uri="{FF2B5EF4-FFF2-40B4-BE49-F238E27FC236}">
                <a16:creationId xmlns:a16="http://schemas.microsoft.com/office/drawing/2014/main" id="{CA264F5A-2497-DB5B-F064-A36305E17F98}"/>
              </a:ext>
            </a:extLst>
          </p:cNvPr>
          <p:cNvGrpSpPr/>
          <p:nvPr/>
        </p:nvGrpSpPr>
        <p:grpSpPr>
          <a:xfrm>
            <a:off x="1112987" y="3421726"/>
            <a:ext cx="2998635" cy="2674212"/>
            <a:chOff x="1205347" y="3702142"/>
            <a:chExt cx="2998635" cy="2674212"/>
          </a:xfrm>
        </p:grpSpPr>
        <p:sp>
          <p:nvSpPr>
            <p:cNvPr id="15" name="Rectangle 14">
              <a:extLst>
                <a:ext uri="{FF2B5EF4-FFF2-40B4-BE49-F238E27FC236}">
                  <a16:creationId xmlns:a16="http://schemas.microsoft.com/office/drawing/2014/main" id="{1FC4546F-78C0-830F-8F8B-6D08EB5D3462}"/>
                </a:ext>
              </a:extLst>
            </p:cNvPr>
            <p:cNvSpPr/>
            <p:nvPr/>
          </p:nvSpPr>
          <p:spPr>
            <a:xfrm>
              <a:off x="1205347"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Choisir un référentiel adapté au niveau de maturité de l’organisme</a:t>
              </a:r>
            </a:p>
          </p:txBody>
        </p:sp>
        <p:cxnSp>
          <p:nvCxnSpPr>
            <p:cNvPr id="26" name="Connecteur droit avec flèche 25">
              <a:extLst>
                <a:ext uri="{FF2B5EF4-FFF2-40B4-BE49-F238E27FC236}">
                  <a16:creationId xmlns:a16="http://schemas.microsoft.com/office/drawing/2014/main" id="{384B40E5-207C-957C-D00C-C53220D7B672}"/>
                </a:ext>
              </a:extLst>
            </p:cNvPr>
            <p:cNvCxnSpPr>
              <a:cxnSpLocks/>
              <a:stCxn id="11" idx="2"/>
              <a:endCxn id="15" idx="0"/>
            </p:cNvCxnSpPr>
            <p:nvPr/>
          </p:nvCxnSpPr>
          <p:spPr>
            <a:xfrm>
              <a:off x="2284859" y="3749333"/>
              <a:ext cx="0" cy="1838121"/>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8" name="Connecteur droit avec flèche 37">
              <a:extLst>
                <a:ext uri="{FF2B5EF4-FFF2-40B4-BE49-F238E27FC236}">
                  <a16:creationId xmlns:a16="http://schemas.microsoft.com/office/drawing/2014/main" id="{7F355350-C44A-221A-4A61-901FC2925FAD}"/>
                </a:ext>
              </a:extLst>
            </p:cNvPr>
            <p:cNvCxnSpPr>
              <a:cxnSpLocks/>
              <a:stCxn id="15" idx="3"/>
              <a:endCxn id="20" idx="1"/>
            </p:cNvCxnSpPr>
            <p:nvPr/>
          </p:nvCxnSpPr>
          <p:spPr>
            <a:xfrm>
              <a:off x="3364370"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46">
              <a:extLst>
                <a:ext uri="{FF2B5EF4-FFF2-40B4-BE49-F238E27FC236}">
                  <a16:creationId xmlns:a16="http://schemas.microsoft.com/office/drawing/2014/main" id="{9934C18F-B332-F8F5-C497-F59010B0680D}"/>
                </a:ext>
              </a:extLst>
            </p:cNvPr>
            <p:cNvCxnSpPr>
              <a:cxnSpLocks/>
              <a:stCxn id="10" idx="1"/>
              <a:endCxn id="15" idx="0"/>
            </p:cNvCxnSpPr>
            <p:nvPr/>
          </p:nvCxnSpPr>
          <p:spPr>
            <a:xfrm rot="10800000" flipV="1">
              <a:off x="2284860" y="4435870"/>
              <a:ext cx="1840901" cy="1151583"/>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49" name="ZoneTexte 148">
              <a:extLst>
                <a:ext uri="{FF2B5EF4-FFF2-40B4-BE49-F238E27FC236}">
                  <a16:creationId xmlns:a16="http://schemas.microsoft.com/office/drawing/2014/main" id="{5037FFA0-FF88-D8D4-E778-2E3B713335C5}"/>
                </a:ext>
              </a:extLst>
            </p:cNvPr>
            <p:cNvSpPr txBox="1"/>
            <p:nvPr/>
          </p:nvSpPr>
          <p:spPr>
            <a:xfrm>
              <a:off x="1873065" y="370214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sp>
          <p:nvSpPr>
            <p:cNvPr id="151" name="ZoneTexte 150">
              <a:extLst>
                <a:ext uri="{FF2B5EF4-FFF2-40B4-BE49-F238E27FC236}">
                  <a16:creationId xmlns:a16="http://schemas.microsoft.com/office/drawing/2014/main" id="{948DFCFF-0CA6-50D2-68EB-6BD060F202CC}"/>
                </a:ext>
              </a:extLst>
            </p:cNvPr>
            <p:cNvSpPr txBox="1"/>
            <p:nvPr/>
          </p:nvSpPr>
          <p:spPr>
            <a:xfrm>
              <a:off x="3740394" y="419996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grpSp>
        <p:nvGrpSpPr>
          <p:cNvPr id="17" name="Groupe 16">
            <a:extLst>
              <a:ext uri="{FF2B5EF4-FFF2-40B4-BE49-F238E27FC236}">
                <a16:creationId xmlns:a16="http://schemas.microsoft.com/office/drawing/2014/main" id="{2826E985-D612-3AC2-6EB8-BCA48037B239}"/>
              </a:ext>
            </a:extLst>
          </p:cNvPr>
          <p:cNvGrpSpPr/>
          <p:nvPr/>
        </p:nvGrpSpPr>
        <p:grpSpPr>
          <a:xfrm>
            <a:off x="6109187" y="4557863"/>
            <a:ext cx="2628895" cy="1538075"/>
            <a:chOff x="6201547" y="4557863"/>
            <a:chExt cx="2628895" cy="1538075"/>
          </a:xfrm>
        </p:grpSpPr>
        <p:sp>
          <p:nvSpPr>
            <p:cNvPr id="16" name="Rectangle 15">
              <a:extLst>
                <a:ext uri="{FF2B5EF4-FFF2-40B4-BE49-F238E27FC236}">
                  <a16:creationId xmlns:a16="http://schemas.microsoft.com/office/drawing/2014/main" id="{B9894C4A-C351-04C3-DF1F-486DB6DAF198}"/>
                </a:ext>
              </a:extLst>
            </p:cNvPr>
            <p:cNvSpPr/>
            <p:nvPr/>
          </p:nvSpPr>
          <p:spPr>
            <a:xfrm>
              <a:off x="6671419" y="5307038"/>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Ajouter tous les points d’amélioration au plan de traitement des risques</a:t>
              </a:r>
            </a:p>
          </p:txBody>
        </p:sp>
        <p:sp>
          <p:nvSpPr>
            <p:cNvPr id="51" name="Losange 50">
              <a:extLst>
                <a:ext uri="{FF2B5EF4-FFF2-40B4-BE49-F238E27FC236}">
                  <a16:creationId xmlns:a16="http://schemas.microsoft.com/office/drawing/2014/main" id="{C514AD78-8DC6-1D9E-2AA0-4BC159FF9262}"/>
                </a:ext>
              </a:extLst>
            </p:cNvPr>
            <p:cNvSpPr/>
            <p:nvPr/>
          </p:nvSpPr>
          <p:spPr>
            <a:xfrm>
              <a:off x="6201547" y="489219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cxnSp>
          <p:nvCxnSpPr>
            <p:cNvPr id="52" name="Connecteur droit avec flèche 51">
              <a:extLst>
                <a:ext uri="{FF2B5EF4-FFF2-40B4-BE49-F238E27FC236}">
                  <a16:creationId xmlns:a16="http://schemas.microsoft.com/office/drawing/2014/main" id="{E7B6EBFC-FCFA-F359-B0DD-66C7EC2D3803}"/>
                </a:ext>
              </a:extLst>
            </p:cNvPr>
            <p:cNvCxnSpPr>
              <a:cxnSpLocks/>
              <a:stCxn id="14" idx="2"/>
              <a:endCxn id="51" idx="0"/>
            </p:cNvCxnSpPr>
            <p:nvPr/>
          </p:nvCxnSpPr>
          <p:spPr>
            <a:xfrm flipH="1">
              <a:off x="6381547" y="4557863"/>
              <a:ext cx="1481" cy="3343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3" name="Connecteur droit avec flèche 52">
              <a:extLst>
                <a:ext uri="{FF2B5EF4-FFF2-40B4-BE49-F238E27FC236}">
                  <a16:creationId xmlns:a16="http://schemas.microsoft.com/office/drawing/2014/main" id="{B72E78C9-6FB5-AA7F-A126-0E83314623B0}"/>
                </a:ext>
              </a:extLst>
            </p:cNvPr>
            <p:cNvCxnSpPr>
              <a:cxnSpLocks/>
              <a:stCxn id="51" idx="3"/>
              <a:endCxn id="16" idx="0"/>
            </p:cNvCxnSpPr>
            <p:nvPr/>
          </p:nvCxnSpPr>
          <p:spPr>
            <a:xfrm>
              <a:off x="6561547" y="5072193"/>
              <a:ext cx="1189384" cy="234845"/>
            </a:xfrm>
            <a:prstGeom prst="bentConnector2">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2" name="ZoneTexte 151">
              <a:extLst>
                <a:ext uri="{FF2B5EF4-FFF2-40B4-BE49-F238E27FC236}">
                  <a16:creationId xmlns:a16="http://schemas.microsoft.com/office/drawing/2014/main" id="{5E8F1C81-14AA-218A-6166-A8F4196FDE6C}"/>
                </a:ext>
              </a:extLst>
            </p:cNvPr>
            <p:cNvSpPr txBox="1"/>
            <p:nvPr/>
          </p:nvSpPr>
          <p:spPr>
            <a:xfrm>
              <a:off x="6486825" y="48192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8" name="Groupe 17">
            <a:extLst>
              <a:ext uri="{FF2B5EF4-FFF2-40B4-BE49-F238E27FC236}">
                <a16:creationId xmlns:a16="http://schemas.microsoft.com/office/drawing/2014/main" id="{DB19514E-7BB1-AA15-41A8-2646CC55AD71}"/>
              </a:ext>
            </a:extLst>
          </p:cNvPr>
          <p:cNvGrpSpPr/>
          <p:nvPr/>
        </p:nvGrpSpPr>
        <p:grpSpPr>
          <a:xfrm>
            <a:off x="3846023" y="4819262"/>
            <a:ext cx="2733036" cy="1276676"/>
            <a:chOff x="3938383" y="5099678"/>
            <a:chExt cx="2733036" cy="1276676"/>
          </a:xfrm>
        </p:grpSpPr>
        <p:sp>
          <p:nvSpPr>
            <p:cNvPr id="20" name="Rectangle 19">
              <a:extLst>
                <a:ext uri="{FF2B5EF4-FFF2-40B4-BE49-F238E27FC236}">
                  <a16:creationId xmlns:a16="http://schemas.microsoft.com/office/drawing/2014/main" id="{46B352A9-B202-EFD3-3F24-1AEF90A50546}"/>
                </a:ext>
              </a:extLst>
            </p:cNvPr>
            <p:cNvSpPr/>
            <p:nvPr/>
          </p:nvSpPr>
          <p:spPr>
            <a:xfrm>
              <a:off x="3938383"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Vérifier l’application des règles</a:t>
              </a:r>
            </a:p>
          </p:txBody>
        </p:sp>
        <p:cxnSp>
          <p:nvCxnSpPr>
            <p:cNvPr id="41" name="Connecteur droit avec flèche 40">
              <a:extLst>
                <a:ext uri="{FF2B5EF4-FFF2-40B4-BE49-F238E27FC236}">
                  <a16:creationId xmlns:a16="http://schemas.microsoft.com/office/drawing/2014/main" id="{E103491D-4B96-9AEA-F787-7F873B9F40C2}"/>
                </a:ext>
              </a:extLst>
            </p:cNvPr>
            <p:cNvCxnSpPr>
              <a:cxnSpLocks/>
              <a:stCxn id="20" idx="3"/>
              <a:endCxn id="16" idx="1"/>
            </p:cNvCxnSpPr>
            <p:nvPr/>
          </p:nvCxnSpPr>
          <p:spPr>
            <a:xfrm>
              <a:off x="6097406"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4" name="Connecteur droit avec flèche 46">
              <a:extLst>
                <a:ext uri="{FF2B5EF4-FFF2-40B4-BE49-F238E27FC236}">
                  <a16:creationId xmlns:a16="http://schemas.microsoft.com/office/drawing/2014/main" id="{15A69D0D-B718-10F9-6D6F-311E57156EE5}"/>
                </a:ext>
              </a:extLst>
            </p:cNvPr>
            <p:cNvCxnSpPr>
              <a:cxnSpLocks/>
              <a:stCxn id="51" idx="1"/>
              <a:endCxn id="20" idx="0"/>
            </p:cNvCxnSpPr>
            <p:nvPr/>
          </p:nvCxnSpPr>
          <p:spPr>
            <a:xfrm rot="10800000" flipV="1">
              <a:off x="5017895" y="5352608"/>
              <a:ext cx="1183652" cy="234845"/>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53" name="ZoneTexte 152">
              <a:extLst>
                <a:ext uri="{FF2B5EF4-FFF2-40B4-BE49-F238E27FC236}">
                  <a16:creationId xmlns:a16="http://schemas.microsoft.com/office/drawing/2014/main" id="{045AA3A2-597C-B55E-E3BE-FA31CF8AD3D3}"/>
                </a:ext>
              </a:extLst>
            </p:cNvPr>
            <p:cNvSpPr txBox="1"/>
            <p:nvPr/>
          </p:nvSpPr>
          <p:spPr>
            <a:xfrm>
              <a:off x="5789779" y="5099678"/>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sp>
        <p:nvSpPr>
          <p:cNvPr id="155" name="Organigramme : Alternative 154">
            <a:extLst>
              <a:ext uri="{FF2B5EF4-FFF2-40B4-BE49-F238E27FC236}">
                <a16:creationId xmlns:a16="http://schemas.microsoft.com/office/drawing/2014/main" id="{E029C523-EA05-421D-1865-086A03202CFA}"/>
              </a:ext>
            </a:extLst>
          </p:cNvPr>
          <p:cNvSpPr/>
          <p:nvPr/>
        </p:nvSpPr>
        <p:spPr>
          <a:xfrm>
            <a:off x="7603638" y="1254910"/>
            <a:ext cx="4282846" cy="3751163"/>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 règles reconnues comme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applicables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ET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qu’on sait évaluer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(ex : politique SSI).</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 l’absence de socle, choisir un «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simple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 (ex : Guide sécurité de la CNIL) ou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générique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(ex : ISO/IEC 27002).</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D’abord expliquer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comment chaque règle est appliquée, ou pourquoi elle ne l’est pas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(cf. déclaration d’applicabilité de l’ISO/IEC 27001).</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Ensuite,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vérifier l’application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des règles : déclaratif, contrôle interne, audit, etc.</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Enfin,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déterminer les actions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rectifier.</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la suite de l’étude, considérer que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est appliqué</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21" name="ZoneTexte 20">
            <a:extLst>
              <a:ext uri="{FF2B5EF4-FFF2-40B4-BE49-F238E27FC236}">
                <a16:creationId xmlns:a16="http://schemas.microsoft.com/office/drawing/2014/main" id="{009F349A-D5A0-E11D-19FB-549A2922855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39201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wipe(left)">
                                      <p:cBhvr>
                                        <p:cTn id="21" dur="500"/>
                                        <p:tgtEl>
                                          <p:spTgt spid="1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wipe(right)">
                                      <p:cBhvr>
                                        <p:cTn id="26" dur="5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wipe(up)">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155">
                                            <p:bg/>
                                          </p:spTgt>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5">
                                            <p:txEl>
                                              <p:pRg st="0" end="0"/>
                                            </p:txEl>
                                          </p:spTgt>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155">
                                            <p:txEl>
                                              <p:pRg st="1" end="1"/>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155">
                                            <p:txEl>
                                              <p:pRg st="2" end="2"/>
                                            </p:txEl>
                                          </p:spTgt>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155">
                                            <p:txEl>
                                              <p:pRg st="3" end="3"/>
                                            </p:txEl>
                                          </p:spTgt>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155">
                                            <p:txEl>
                                              <p:pRg st="4" end="4"/>
                                            </p:txEl>
                                          </p:spTgt>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15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5" grpId="0" build="p" bldLvl="2"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Exercice collégial</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54</a:t>
            </a:fld>
            <a:endParaRPr lang="fr-FR" noProof="0"/>
          </a:p>
        </p:txBody>
      </p:sp>
      <p:sp>
        <p:nvSpPr>
          <p:cNvPr id="3" name="Espace réservé du texte 2">
            <a:extLst>
              <a:ext uri="{FF2B5EF4-FFF2-40B4-BE49-F238E27FC236}">
                <a16:creationId xmlns:a16="http://schemas.microsoft.com/office/drawing/2014/main" id="{6C4DAFB0-8486-BAB2-6809-1F6394D5CDDC}"/>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29" name="Group 83">
            <a:extLst>
              <a:ext uri="{FF2B5EF4-FFF2-40B4-BE49-F238E27FC236}">
                <a16:creationId xmlns:a16="http://schemas.microsoft.com/office/drawing/2014/main" id="{45AB1589-3110-7DD1-458A-F5E05BFC4C71}"/>
              </a:ext>
            </a:extLst>
          </p:cNvPr>
          <p:cNvGraphicFramePr>
            <a:graphicFrameLocks noGrp="1"/>
          </p:cNvGraphicFramePr>
          <p:nvPr>
            <p:extLst>
              <p:ext uri="{D42A27DB-BD31-4B8C-83A1-F6EECF244321}">
                <p14:modId xmlns:p14="http://schemas.microsoft.com/office/powerpoint/2010/main" val="1520142583"/>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pic>
        <p:nvPicPr>
          <p:cNvPr id="30" name="Image 29">
            <a:extLst>
              <a:ext uri="{FF2B5EF4-FFF2-40B4-BE49-F238E27FC236}">
                <a16:creationId xmlns:a16="http://schemas.microsoft.com/office/drawing/2014/main" id="{EA91FFAA-EF36-C4D7-0EE9-7A0A2444CFF1}"/>
              </a:ext>
            </a:extLst>
          </p:cNvPr>
          <p:cNvPicPr>
            <a:picLocks noChangeAspect="1"/>
          </p:cNvPicPr>
          <p:nvPr/>
        </p:nvPicPr>
        <p:blipFill>
          <a:blip r:embed="rId8"/>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52136272-37E5-AD91-EB44-D12880912C5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05092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Correction</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55</a:t>
            </a:fld>
            <a:endParaRPr lang="fr-FR" noProof="0"/>
          </a:p>
        </p:txBody>
      </p:sp>
      <p:sp>
        <p:nvSpPr>
          <p:cNvPr id="29" name="Espace réservé du texte 28">
            <a:extLst>
              <a:ext uri="{FF2B5EF4-FFF2-40B4-BE49-F238E27FC236}">
                <a16:creationId xmlns:a16="http://schemas.microsoft.com/office/drawing/2014/main" id="{E84FACD5-1FF2-9DD3-E604-A5E74D2B27F9}"/>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7" name="Group 83">
            <a:extLst>
              <a:ext uri="{FF2B5EF4-FFF2-40B4-BE49-F238E27FC236}">
                <a16:creationId xmlns:a16="http://schemas.microsoft.com/office/drawing/2014/main" id="{FAFFBB0E-3CAD-281C-9B43-6C4D9A429776}"/>
              </a:ext>
            </a:extLst>
          </p:cNvPr>
          <p:cNvGraphicFramePr>
            <a:graphicFrameLocks noGrp="1"/>
          </p:cNvGraphicFramePr>
          <p:nvPr>
            <p:extLst>
              <p:ext uri="{D42A27DB-BD31-4B8C-83A1-F6EECF244321}">
                <p14:modId xmlns:p14="http://schemas.microsoft.com/office/powerpoint/2010/main" val="1523769397"/>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grpSp>
        <p:nvGrpSpPr>
          <p:cNvPr id="23" name="Groupe 22">
            <a:extLst>
              <a:ext uri="{FF2B5EF4-FFF2-40B4-BE49-F238E27FC236}">
                <a16:creationId xmlns:a16="http://schemas.microsoft.com/office/drawing/2014/main" id="{499A5FFD-AB48-FEBA-A554-AE8868DB2559}"/>
              </a:ext>
            </a:extLst>
          </p:cNvPr>
          <p:cNvGrpSpPr/>
          <p:nvPr/>
        </p:nvGrpSpPr>
        <p:grpSpPr>
          <a:xfrm>
            <a:off x="6262904" y="2520037"/>
            <a:ext cx="5687199" cy="371786"/>
            <a:chOff x="6354344" y="2997557"/>
            <a:chExt cx="5687199" cy="371786"/>
          </a:xfrm>
        </p:grpSpPr>
        <p:pic>
          <p:nvPicPr>
            <p:cNvPr id="9" name="Picture 2" descr="\\intranet.fr\sgdsn\utilisateurs\mesdocuments\duclos-j\My Pictures\icons\error.png">
              <a:extLst>
                <a:ext uri="{FF2B5EF4-FFF2-40B4-BE49-F238E27FC236}">
                  <a16:creationId xmlns:a16="http://schemas.microsoft.com/office/drawing/2014/main" id="{4BF8BE48-22DC-D991-E116-5100AF67596D}"/>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6" name="ZoneTexte 15">
              <a:extLst>
                <a:ext uri="{FF2B5EF4-FFF2-40B4-BE49-F238E27FC236}">
                  <a16:creationId xmlns:a16="http://schemas.microsoft.com/office/drawing/2014/main" id="{F5A719DE-9AF0-9A20-C73D-45B99B846874}"/>
                </a:ext>
              </a:extLst>
            </p:cNvPr>
            <p:cNvSpPr txBox="1"/>
            <p:nvPr/>
          </p:nvSpPr>
          <p:spPr>
            <a:xfrm>
              <a:off x="7142125" y="2997557"/>
              <a:ext cx="4899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Ben non ! Trop large ou applicable à UN traitement</a:t>
              </a:r>
            </a:p>
          </p:txBody>
        </p:sp>
      </p:grpSp>
      <p:grpSp>
        <p:nvGrpSpPr>
          <p:cNvPr id="24" name="Groupe 23">
            <a:extLst>
              <a:ext uri="{FF2B5EF4-FFF2-40B4-BE49-F238E27FC236}">
                <a16:creationId xmlns:a16="http://schemas.microsoft.com/office/drawing/2014/main" id="{66BC6225-C0BA-031F-F7AF-E78C78BD8A5C}"/>
              </a:ext>
            </a:extLst>
          </p:cNvPr>
          <p:cNvGrpSpPr/>
          <p:nvPr/>
        </p:nvGrpSpPr>
        <p:grpSpPr>
          <a:xfrm>
            <a:off x="6262886" y="3095468"/>
            <a:ext cx="5004787" cy="370650"/>
            <a:chOff x="6354326" y="3572988"/>
            <a:chExt cx="5004787" cy="370650"/>
          </a:xfrm>
        </p:grpSpPr>
        <p:pic>
          <p:nvPicPr>
            <p:cNvPr id="10" name="Picture 3" descr="\\intranet.fr\sgdsn\utilisateurs\mesdocuments\duclos-j\My Pictures\icons\checked.png">
              <a:extLst>
                <a:ext uri="{FF2B5EF4-FFF2-40B4-BE49-F238E27FC236}">
                  <a16:creationId xmlns:a16="http://schemas.microsoft.com/office/drawing/2014/main" id="{80FB8F34-A447-4055-8AF5-85160AE35C8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3583599"/>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7" name="ZoneTexte 16">
              <a:extLst>
                <a:ext uri="{FF2B5EF4-FFF2-40B4-BE49-F238E27FC236}">
                  <a16:creationId xmlns:a16="http://schemas.microsoft.com/office/drawing/2014/main" id="{321AB17C-3213-597C-DCC7-9C6A932D01F6}"/>
                </a:ext>
              </a:extLst>
            </p:cNvPr>
            <p:cNvSpPr txBox="1"/>
            <p:nvPr/>
          </p:nvSpPr>
          <p:spPr>
            <a:xfrm>
              <a:off x="7142125" y="3572988"/>
              <a:ext cx="421698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si l’organisme sait comment l’appliquer</a:t>
              </a:r>
            </a:p>
          </p:txBody>
        </p:sp>
      </p:grpSp>
      <p:grpSp>
        <p:nvGrpSpPr>
          <p:cNvPr id="25" name="Groupe 24">
            <a:extLst>
              <a:ext uri="{FF2B5EF4-FFF2-40B4-BE49-F238E27FC236}">
                <a16:creationId xmlns:a16="http://schemas.microsoft.com/office/drawing/2014/main" id="{5F48D297-C1C6-C3A5-7078-CEB143A64369}"/>
              </a:ext>
            </a:extLst>
          </p:cNvPr>
          <p:cNvGrpSpPr/>
          <p:nvPr/>
        </p:nvGrpSpPr>
        <p:grpSpPr>
          <a:xfrm>
            <a:off x="6262886" y="3670899"/>
            <a:ext cx="3693916" cy="369514"/>
            <a:chOff x="6354326" y="4148419"/>
            <a:chExt cx="3693916" cy="369514"/>
          </a:xfrm>
        </p:grpSpPr>
        <p:pic>
          <p:nvPicPr>
            <p:cNvPr id="11" name="Picture 3" descr="\\intranet.fr\sgdsn\utilisateurs\mesdocuments\duclos-j\My Pictures\icons\checked.png">
              <a:extLst>
                <a:ext uri="{FF2B5EF4-FFF2-40B4-BE49-F238E27FC236}">
                  <a16:creationId xmlns:a16="http://schemas.microsoft.com/office/drawing/2014/main" id="{58A36669-6CCB-41D8-27FF-74A055ECD81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4157894"/>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8" name="ZoneTexte 17">
              <a:extLst>
                <a:ext uri="{FF2B5EF4-FFF2-40B4-BE49-F238E27FC236}">
                  <a16:creationId xmlns:a16="http://schemas.microsoft.com/office/drawing/2014/main" id="{867227C5-ADE3-779C-82DE-9B809136D173}"/>
                </a:ext>
              </a:extLst>
            </p:cNvPr>
            <p:cNvSpPr txBox="1"/>
            <p:nvPr/>
          </p:nvSpPr>
          <p:spPr>
            <a:xfrm>
              <a:off x="7142125" y="4148419"/>
              <a:ext cx="2906117"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sauf s’il y a une politique</a:t>
              </a:r>
            </a:p>
          </p:txBody>
        </p:sp>
      </p:grpSp>
      <p:grpSp>
        <p:nvGrpSpPr>
          <p:cNvPr id="26" name="Groupe 25">
            <a:extLst>
              <a:ext uri="{FF2B5EF4-FFF2-40B4-BE49-F238E27FC236}">
                <a16:creationId xmlns:a16="http://schemas.microsoft.com/office/drawing/2014/main" id="{098B4E33-2391-DB73-99D8-18298DF22A35}"/>
              </a:ext>
            </a:extLst>
          </p:cNvPr>
          <p:cNvGrpSpPr/>
          <p:nvPr/>
        </p:nvGrpSpPr>
        <p:grpSpPr>
          <a:xfrm>
            <a:off x="6262904" y="4246330"/>
            <a:ext cx="5963109" cy="369332"/>
            <a:chOff x="6354344" y="4723850"/>
            <a:chExt cx="5963109" cy="369332"/>
          </a:xfrm>
        </p:grpSpPr>
        <p:pic>
          <p:nvPicPr>
            <p:cNvPr id="13" name="Picture 2" descr="\\intranet.fr\sgdsn\utilisateurs\mesdocuments\duclos-j\My Pictures\icons\error.png">
              <a:extLst>
                <a:ext uri="{FF2B5EF4-FFF2-40B4-BE49-F238E27FC236}">
                  <a16:creationId xmlns:a16="http://schemas.microsoft.com/office/drawing/2014/main" id="{85146A74-B17C-F25E-8FFB-7448CC468B3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473218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B56CFE07-1525-5046-7324-2E62FF8B20AD}"/>
                </a:ext>
              </a:extLst>
            </p:cNvPr>
            <p:cNvSpPr txBox="1"/>
            <p:nvPr/>
          </p:nvSpPr>
          <p:spPr>
            <a:xfrm>
              <a:off x="7142125" y="4723850"/>
              <a:ext cx="517532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plus, trop large, pas assez directement applicable</a:t>
              </a:r>
            </a:p>
          </p:txBody>
        </p:sp>
      </p:grpSp>
      <p:grpSp>
        <p:nvGrpSpPr>
          <p:cNvPr id="27" name="Groupe 26">
            <a:extLst>
              <a:ext uri="{FF2B5EF4-FFF2-40B4-BE49-F238E27FC236}">
                <a16:creationId xmlns:a16="http://schemas.microsoft.com/office/drawing/2014/main" id="{AEC3205C-2125-0F5D-E301-B42A2319BF91}"/>
              </a:ext>
            </a:extLst>
          </p:cNvPr>
          <p:cNvGrpSpPr/>
          <p:nvPr/>
        </p:nvGrpSpPr>
        <p:grpSpPr>
          <a:xfrm>
            <a:off x="6262886" y="4821761"/>
            <a:ext cx="4587237" cy="369332"/>
            <a:chOff x="6354326" y="5299281"/>
            <a:chExt cx="4587237" cy="369332"/>
          </a:xfrm>
        </p:grpSpPr>
        <p:pic>
          <p:nvPicPr>
            <p:cNvPr id="12" name="Picture 3" descr="\\intranet.fr\sgdsn\utilisateurs\mesdocuments\duclos-j\My Pictures\icons\checked.png">
              <a:extLst>
                <a:ext uri="{FF2B5EF4-FFF2-40B4-BE49-F238E27FC236}">
                  <a16:creationId xmlns:a16="http://schemas.microsoft.com/office/drawing/2014/main" id="{A136E11A-B127-2FF6-7460-B14C2395CCB8}"/>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5306445"/>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20" name="ZoneTexte 19">
              <a:extLst>
                <a:ext uri="{FF2B5EF4-FFF2-40B4-BE49-F238E27FC236}">
                  <a16:creationId xmlns:a16="http://schemas.microsoft.com/office/drawing/2014/main" id="{2175EBE5-E3FD-D64A-36A1-5017E9A74D99}"/>
                </a:ext>
              </a:extLst>
            </p:cNvPr>
            <p:cNvSpPr txBox="1"/>
            <p:nvPr/>
          </p:nvSpPr>
          <p:spPr>
            <a:xfrm>
              <a:off x="7142125" y="5299281"/>
              <a:ext cx="379943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une bonne idée si pas de politique</a:t>
              </a:r>
            </a:p>
          </p:txBody>
        </p:sp>
      </p:grpSp>
      <p:grpSp>
        <p:nvGrpSpPr>
          <p:cNvPr id="28" name="Groupe 27">
            <a:extLst>
              <a:ext uri="{FF2B5EF4-FFF2-40B4-BE49-F238E27FC236}">
                <a16:creationId xmlns:a16="http://schemas.microsoft.com/office/drawing/2014/main" id="{4686C5A7-DF0D-DBCF-303F-294373A92440}"/>
              </a:ext>
            </a:extLst>
          </p:cNvPr>
          <p:cNvGrpSpPr/>
          <p:nvPr/>
        </p:nvGrpSpPr>
        <p:grpSpPr>
          <a:xfrm>
            <a:off x="6262904" y="5397191"/>
            <a:ext cx="5405712" cy="369332"/>
            <a:chOff x="6354344" y="5874711"/>
            <a:chExt cx="5405712" cy="369332"/>
          </a:xfrm>
        </p:grpSpPr>
        <p:pic>
          <p:nvPicPr>
            <p:cNvPr id="14" name="Picture 2" descr="\\intranet.fr\sgdsn\utilisateurs\mesdocuments\duclos-j\My Pictures\icons\error.png">
              <a:extLst>
                <a:ext uri="{FF2B5EF4-FFF2-40B4-BE49-F238E27FC236}">
                  <a16:creationId xmlns:a16="http://schemas.microsoft.com/office/drawing/2014/main" id="{076DB26C-0E8A-1FEC-4AFC-12D7F492F60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588073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ZoneTexte 20">
              <a:extLst>
                <a:ext uri="{FF2B5EF4-FFF2-40B4-BE49-F238E27FC236}">
                  <a16:creationId xmlns:a16="http://schemas.microsoft.com/office/drawing/2014/main" id="{4B8A5F03-CBF8-B05E-D9C1-08FA5EFF6F49}"/>
                </a:ext>
              </a:extLst>
            </p:cNvPr>
            <p:cNvSpPr txBox="1"/>
            <p:nvPr/>
          </p:nvSpPr>
          <p:spPr>
            <a:xfrm>
              <a:off x="7142125" y="5874711"/>
              <a:ext cx="461793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pas applicable aux données non classifiées</a:t>
              </a:r>
            </a:p>
          </p:txBody>
        </p:sp>
      </p:grpSp>
      <p:pic>
        <p:nvPicPr>
          <p:cNvPr id="3" name="Image 2">
            <a:extLst>
              <a:ext uri="{FF2B5EF4-FFF2-40B4-BE49-F238E27FC236}">
                <a16:creationId xmlns:a16="http://schemas.microsoft.com/office/drawing/2014/main" id="{B040AEC4-5310-8CFA-F105-20F62016B677}"/>
              </a:ext>
            </a:extLst>
          </p:cNvPr>
          <p:cNvPicPr>
            <a:picLocks noChangeAspect="1"/>
          </p:cNvPicPr>
          <p:nvPr/>
        </p:nvPicPr>
        <p:blipFill>
          <a:blip r:embed="rId10"/>
          <a:stretch>
            <a:fillRect/>
          </a:stretch>
        </p:blipFill>
        <p:spPr>
          <a:xfrm>
            <a:off x="11112000" y="0"/>
            <a:ext cx="1080000" cy="1080000"/>
          </a:xfrm>
          <a:prstGeom prst="rect">
            <a:avLst/>
          </a:prstGeom>
        </p:spPr>
      </p:pic>
      <p:grpSp>
        <p:nvGrpSpPr>
          <p:cNvPr id="31" name="Groupe 30">
            <a:extLst>
              <a:ext uri="{FF2B5EF4-FFF2-40B4-BE49-F238E27FC236}">
                <a16:creationId xmlns:a16="http://schemas.microsoft.com/office/drawing/2014/main" id="{E1145236-CD6A-E50D-CE87-F8F0EF596ABF}"/>
              </a:ext>
            </a:extLst>
          </p:cNvPr>
          <p:cNvGrpSpPr/>
          <p:nvPr/>
        </p:nvGrpSpPr>
        <p:grpSpPr>
          <a:xfrm>
            <a:off x="6256280" y="1938788"/>
            <a:ext cx="2892223" cy="375150"/>
            <a:chOff x="6256280" y="2182628"/>
            <a:chExt cx="2892223" cy="375150"/>
          </a:xfrm>
        </p:grpSpPr>
        <p:sp>
          <p:nvSpPr>
            <p:cNvPr id="15" name="ZoneTexte 14">
              <a:extLst>
                <a:ext uri="{FF2B5EF4-FFF2-40B4-BE49-F238E27FC236}">
                  <a16:creationId xmlns:a16="http://schemas.microsoft.com/office/drawing/2014/main" id="{0B8B79AC-557E-8810-F027-2FBC3CA5FE76}"/>
                </a:ext>
              </a:extLst>
            </p:cNvPr>
            <p:cNvSpPr txBox="1"/>
            <p:nvPr/>
          </p:nvSpPr>
          <p:spPr>
            <a:xfrm>
              <a:off x="7050685" y="2188446"/>
              <a:ext cx="20978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 n’y en a pas…</a:t>
              </a:r>
            </a:p>
          </p:txBody>
        </p:sp>
        <p:pic>
          <p:nvPicPr>
            <p:cNvPr id="30" name="Picture 2" descr="\\intranet.fr\sgdsn\utilisateurs\mesdocuments\duclos-j\My Pictures\icons\error.png">
              <a:extLst>
                <a:ext uri="{FF2B5EF4-FFF2-40B4-BE49-F238E27FC236}">
                  <a16:creationId xmlns:a16="http://schemas.microsoft.com/office/drawing/2014/main" id="{7463F39A-6706-5A55-418A-FFAC2EADF9D4}"/>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256280" y="2182628"/>
              <a:ext cx="360000" cy="360000"/>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ZoneTexte 7">
            <a:extLst>
              <a:ext uri="{FF2B5EF4-FFF2-40B4-BE49-F238E27FC236}">
                <a16:creationId xmlns:a16="http://schemas.microsoft.com/office/drawing/2014/main" id="{9B78FD8A-5FFF-859F-160F-522F3C1E7D8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493712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BA69A9-95FC-1F46-5194-CFA4F6E18817}"/>
              </a:ext>
            </a:extLst>
          </p:cNvPr>
          <p:cNvSpPr>
            <a:spLocks noGrp="1"/>
          </p:cNvSpPr>
          <p:nvPr>
            <p:ph type="title"/>
          </p:nvPr>
        </p:nvSpPr>
        <p:spPr/>
        <p:txBody>
          <a:bodyPr>
            <a:normAutofit fontScale="90000"/>
          </a:bodyPr>
          <a:lstStyle/>
          <a:p>
            <a:r>
              <a:rPr lang="fr-FR" dirty="0"/>
              <a:t>Comment évaluer la conformité au socle ?</a:t>
            </a:r>
          </a:p>
        </p:txBody>
      </p:sp>
      <p:graphicFrame>
        <p:nvGraphicFramePr>
          <p:cNvPr id="7" name="Espace réservé du contenu 6">
            <a:extLst>
              <a:ext uri="{FF2B5EF4-FFF2-40B4-BE49-F238E27FC236}">
                <a16:creationId xmlns:a16="http://schemas.microsoft.com/office/drawing/2014/main" id="{72BCD1BC-2F4F-3639-D514-73B44FBACC4F}"/>
              </a:ext>
            </a:extLst>
          </p:cNvPr>
          <p:cNvGraphicFramePr>
            <a:graphicFrameLocks noGrp="1"/>
          </p:cNvGraphicFramePr>
          <p:nvPr>
            <p:ph idx="1"/>
            <p:extLst>
              <p:ext uri="{D42A27DB-BD31-4B8C-83A1-F6EECF244321}">
                <p14:modId xmlns:p14="http://schemas.microsoft.com/office/powerpoint/2010/main" val="113009539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811F4039-5322-0CDF-968B-0D6529E155A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216E9A7-58A4-F073-D56A-A3C2802D582F}"/>
              </a:ext>
            </a:extLst>
          </p:cNvPr>
          <p:cNvSpPr>
            <a:spLocks noGrp="1"/>
          </p:cNvSpPr>
          <p:nvPr>
            <p:ph type="sldNum" sz="quarter" idx="12"/>
          </p:nvPr>
        </p:nvSpPr>
        <p:spPr/>
        <p:txBody>
          <a:bodyPr/>
          <a:lstStyle/>
          <a:p>
            <a:pPr rtl="0"/>
            <a:fld id="{294A09A9-5501-47C1-A89A-A340965A2BE2}" type="slidenum">
              <a:rPr lang="fr-FR" noProof="0" smtClean="0"/>
              <a:t>56</a:t>
            </a:fld>
            <a:endParaRPr lang="fr-FR" noProof="0"/>
          </a:p>
        </p:txBody>
      </p:sp>
      <p:sp>
        <p:nvSpPr>
          <p:cNvPr id="4" name="Espace réservé de la date 3">
            <a:extLst>
              <a:ext uri="{FF2B5EF4-FFF2-40B4-BE49-F238E27FC236}">
                <a16:creationId xmlns:a16="http://schemas.microsoft.com/office/drawing/2014/main" id="{E4F9559F-E54F-87EA-94AC-0DC98D1DA57F}"/>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60EE5629-A2EC-2967-6F80-CFDBEA8AC2E9}"/>
              </a:ext>
            </a:extLst>
          </p:cNvPr>
          <p:cNvSpPr>
            <a:spLocks noGrp="1"/>
          </p:cNvSpPr>
          <p:nvPr>
            <p:ph type="body" sz="quarter" idx="13"/>
          </p:nvPr>
        </p:nvSpPr>
        <p:spPr/>
        <p:txBody>
          <a:bodyPr/>
          <a:lstStyle/>
          <a:p>
            <a:r>
              <a:rPr lang="fr-FR" dirty="0"/>
              <a:t>Plusieurs solutions cumulables</a:t>
            </a:r>
          </a:p>
        </p:txBody>
      </p:sp>
      <p:sp>
        <p:nvSpPr>
          <p:cNvPr id="3" name="ZoneTexte 2">
            <a:extLst>
              <a:ext uri="{FF2B5EF4-FFF2-40B4-BE49-F238E27FC236}">
                <a16:creationId xmlns:a16="http://schemas.microsoft.com/office/drawing/2014/main" id="{B5E59246-1005-535C-EB14-0C4B2320CD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1660377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9E7A3D8D-FF03-4982-AD80-D5A59BAC7F58}"/>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AD4991C8-6D39-423A-9EEB-F18FCD2FE17C}"/>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graphicEl>
                                              <a:dgm id="{30D2236A-8669-4B39-89AB-E148CD5D0CA6}"/>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graphicEl>
                                              <a:dgm id="{835D5477-A361-460A-BB65-B43695830355}"/>
                                            </p:graphic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graphicEl>
                                              <a:dgm id="{946177F8-AFA6-4BBA-BB0F-2F051C53F816}"/>
                                            </p:graphic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graphicEl>
                                              <a:dgm id="{F421F45B-BEB4-4B28-9A1A-D1EB45FBB030}"/>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BD1DE19C-3358-4A38-9D88-F9E4D68D5A5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59295B1B-DC77-4C83-8879-3ED51ABDAAC6}"/>
                                            </p:graphic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graphicEl>
                                              <a:dgm id="{2435BB65-D734-482B-951B-3AC4F4939810}"/>
                                            </p:graphic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
                                            <p:graphicEl>
                                              <a:dgm id="{98AF2808-BDCE-4AAC-9C5B-8465EB00C5C7}"/>
                                            </p:graphic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graphicEl>
                                              <a:dgm id="{9C4681C3-7CA3-48D5-90BA-7FAA854AC594}"/>
                                            </p:graphic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
                                            <p:graphicEl>
                                              <a:dgm id="{ED3827B0-7F1E-4319-BD34-787CEBA0A581}"/>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rev="1"/>
        </p:bldSub>
      </p:bldGraphic>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A47DC-C125-AB24-1005-986089DF869B}"/>
              </a:ext>
            </a:extLst>
          </p:cNvPr>
          <p:cNvSpPr>
            <a:spLocks noGrp="1"/>
          </p:cNvSpPr>
          <p:nvPr>
            <p:ph type="title"/>
          </p:nvPr>
        </p:nvSpPr>
        <p:spPr/>
        <p:txBody>
          <a:bodyPr>
            <a:normAutofit fontScale="90000"/>
          </a:bodyPr>
          <a:lstStyle/>
          <a:p>
            <a:r>
              <a:rPr lang="fr-FR" dirty="0">
                <a:solidFill>
                  <a:schemeClr val="tx1"/>
                </a:solidFill>
              </a:rPr>
              <a:t>Les bonnes pratiques traitent les risques standards et non ciblés</a:t>
            </a:r>
          </a:p>
        </p:txBody>
      </p:sp>
      <p:sp>
        <p:nvSpPr>
          <p:cNvPr id="7" name="Espace réservé du contenu 6">
            <a:extLst>
              <a:ext uri="{FF2B5EF4-FFF2-40B4-BE49-F238E27FC236}">
                <a16:creationId xmlns:a16="http://schemas.microsoft.com/office/drawing/2014/main" id="{BA002C44-9800-6766-F1EF-9ACCB3D8F556}"/>
              </a:ext>
            </a:extLst>
          </p:cNvPr>
          <p:cNvSpPr>
            <a:spLocks noGrp="1"/>
          </p:cNvSpPr>
          <p:nvPr>
            <p:ph sz="half" idx="2"/>
          </p:nvPr>
        </p:nvSpPr>
        <p:spPr/>
        <p:txBody>
          <a:bodyPr>
            <a:normAutofit fontScale="85000" lnSpcReduction="20000"/>
          </a:bodyPr>
          <a:lstStyle/>
          <a:p>
            <a:r>
              <a:rPr lang="fr-FR" b="1" dirty="0"/>
              <a:t>Les règles qu’on s’est engagé à respecter suffisent à traiter la plupart des risques</a:t>
            </a:r>
          </a:p>
          <a:p>
            <a:pPr lvl="1"/>
            <a:r>
              <a:rPr lang="fr-FR" dirty="0"/>
              <a:t>Les bonnes pratiques sont reconnues comme efficaces</a:t>
            </a:r>
          </a:p>
          <a:p>
            <a:pPr lvl="1"/>
            <a:r>
              <a:rPr lang="fr-FR" dirty="0"/>
              <a:t>Elles protègent disponibilité, intégrité et confidentialité des données</a:t>
            </a:r>
          </a:p>
          <a:p>
            <a:pPr lvl="1"/>
            <a:r>
              <a:rPr lang="fr-FR" dirty="0"/>
              <a:t>Les causes accidentelles</a:t>
            </a:r>
          </a:p>
          <a:p>
            <a:pPr lvl="1"/>
            <a:r>
              <a:rPr lang="fr-FR" dirty="0"/>
              <a:t>Les causes délibérées</a:t>
            </a:r>
          </a:p>
          <a:p>
            <a:endParaRPr lang="fr-FR" dirty="0"/>
          </a:p>
          <a:p>
            <a:r>
              <a:rPr lang="fr-FR" b="1" dirty="0"/>
              <a:t>Des vérifications doivent toutefois être faites</a:t>
            </a:r>
          </a:p>
          <a:p>
            <a:pPr lvl="1"/>
            <a:r>
              <a:rPr lang="fr-FR" dirty="0"/>
              <a:t>Sont-elles réellement appliquées ?</a:t>
            </a:r>
          </a:p>
          <a:p>
            <a:pPr lvl="1"/>
            <a:r>
              <a:rPr lang="fr-FR" dirty="0"/>
              <a:t>Ne peuvent-elles pas être améliorées ?</a:t>
            </a:r>
          </a:p>
          <a:p>
            <a:pPr lvl="1"/>
            <a:endParaRPr lang="fr-FR" dirty="0"/>
          </a:p>
        </p:txBody>
      </p:sp>
      <p:sp>
        <p:nvSpPr>
          <p:cNvPr id="4" name="Espace réservé de la date 3">
            <a:extLst>
              <a:ext uri="{FF2B5EF4-FFF2-40B4-BE49-F238E27FC236}">
                <a16:creationId xmlns:a16="http://schemas.microsoft.com/office/drawing/2014/main" id="{A3A3438E-C611-EE91-C8E8-71D0331EA63B}"/>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C863325E-3E53-D640-0935-4F0AB51A1D3F}"/>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CCC2550-784A-4F49-63D2-388C9912D166}"/>
              </a:ext>
            </a:extLst>
          </p:cNvPr>
          <p:cNvSpPr>
            <a:spLocks noGrp="1"/>
          </p:cNvSpPr>
          <p:nvPr>
            <p:ph type="sldNum" sz="quarter" idx="12"/>
          </p:nvPr>
        </p:nvSpPr>
        <p:spPr/>
        <p:txBody>
          <a:bodyPr/>
          <a:lstStyle/>
          <a:p>
            <a:pPr rtl="0"/>
            <a:fld id="{294A09A9-5501-47C1-A89A-A340965A2BE2}" type="slidenum">
              <a:rPr lang="fr-FR" noProof="0" smtClean="0"/>
              <a:t>57</a:t>
            </a:fld>
            <a:endParaRPr lang="fr-FR" noProof="0"/>
          </a:p>
        </p:txBody>
      </p:sp>
      <p:pic>
        <p:nvPicPr>
          <p:cNvPr id="8" name="Espace réservé du contenu 7" descr="Une image contenant texte, Police, logo, conception&#10;&#10;Description générée automatiquement">
            <a:extLst>
              <a:ext uri="{FF2B5EF4-FFF2-40B4-BE49-F238E27FC236}">
                <a16:creationId xmlns:a16="http://schemas.microsoft.com/office/drawing/2014/main" id="{ACF20237-C35C-9B8B-2BF1-8345F8FBF799}"/>
              </a:ext>
            </a:extLst>
          </p:cNvPr>
          <p:cNvPicPr>
            <a:picLocks noGrp="1" noChangeAspect="1"/>
          </p:cNvPicPr>
          <p:nvPr>
            <p:ph sz="half" idx="1"/>
          </p:nvPr>
        </p:nvPicPr>
        <p:blipFill>
          <a:blip r:embed="rId2"/>
          <a:stretch>
            <a:fillRect/>
          </a:stretch>
        </p:blipFill>
        <p:spPr>
          <a:xfrm>
            <a:off x="838200" y="1834198"/>
            <a:ext cx="5181600" cy="4334192"/>
          </a:xfrm>
          <a:prstGeom prst="rect">
            <a:avLst/>
          </a:prstGeom>
        </p:spPr>
      </p:pic>
      <p:sp>
        <p:nvSpPr>
          <p:cNvPr id="3" name="ZoneTexte 2">
            <a:extLst>
              <a:ext uri="{FF2B5EF4-FFF2-40B4-BE49-F238E27FC236}">
                <a16:creationId xmlns:a16="http://schemas.microsoft.com/office/drawing/2014/main" id="{04892078-65B0-9D82-0FE4-250114A29EE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3629706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14816-53FB-96DA-B1B9-22E11DCC4B0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194686-05D5-BDE3-D703-59767F261423}"/>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21D4311F-57E4-689A-A862-432F591D091E}"/>
              </a:ext>
            </a:extLst>
          </p:cNvPr>
          <p:cNvSpPr>
            <a:spLocks noGrp="1"/>
          </p:cNvSpPr>
          <p:nvPr>
            <p:ph idx="1"/>
          </p:nvPr>
        </p:nvSpPr>
        <p:spPr>
          <a:xfrm>
            <a:off x="838200" y="1825625"/>
            <a:ext cx="10515600" cy="2925228"/>
          </a:xfrm>
        </p:spPr>
        <p:txBody>
          <a:bodyPr>
            <a:normAutofit lnSpcReduction="10000"/>
          </a:bodyPr>
          <a:lstStyle/>
          <a:p>
            <a:r>
              <a:rPr lang="fr-FR" dirty="0"/>
              <a:t>Oui ! On peut d’ores-et-déjà déterminer des mesures complémentaires au socle</a:t>
            </a:r>
          </a:p>
          <a:p>
            <a:pPr lvl="1"/>
            <a:r>
              <a:rPr lang="fr-FR" dirty="0"/>
              <a:t>Corriger les écarts</a:t>
            </a:r>
          </a:p>
          <a:p>
            <a:pPr lvl="1"/>
            <a:r>
              <a:rPr lang="fr-FR" dirty="0"/>
              <a:t>Améliorer les règles, notamment dans 3 cas</a:t>
            </a:r>
          </a:p>
          <a:p>
            <a:pPr lvl="2"/>
            <a:r>
              <a:rPr lang="fr-FR" dirty="0"/>
              <a:t>Si elles sont mal comprises</a:t>
            </a:r>
          </a:p>
          <a:p>
            <a:pPr lvl="2"/>
            <a:r>
              <a:rPr lang="fr-FR" dirty="0"/>
              <a:t>Si elles sont difficilement appliquées</a:t>
            </a:r>
          </a:p>
          <a:p>
            <a:pPr lvl="2"/>
            <a:r>
              <a:rPr lang="fr-FR" dirty="0"/>
              <a:t>Si elles divergent trop des bonnes pratiques (ISO/IEC 27002, recommandations de l’ANSSI, etc.)</a:t>
            </a:r>
          </a:p>
          <a:p>
            <a:pPr lvl="1"/>
            <a:endParaRPr lang="fr-FR" dirty="0"/>
          </a:p>
        </p:txBody>
      </p:sp>
      <p:sp>
        <p:nvSpPr>
          <p:cNvPr id="5" name="Espace réservé du pied de page 4">
            <a:extLst>
              <a:ext uri="{FF2B5EF4-FFF2-40B4-BE49-F238E27FC236}">
                <a16:creationId xmlns:a16="http://schemas.microsoft.com/office/drawing/2014/main" id="{FE7BAA0F-D51A-5FDF-863C-64B9D6584CE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D7F8E75-11BD-3CD8-E76D-FA8CEBBC67E1}"/>
              </a:ext>
            </a:extLst>
          </p:cNvPr>
          <p:cNvSpPr>
            <a:spLocks noGrp="1"/>
          </p:cNvSpPr>
          <p:nvPr>
            <p:ph type="sldNum" sz="quarter" idx="12"/>
          </p:nvPr>
        </p:nvSpPr>
        <p:spPr/>
        <p:txBody>
          <a:bodyPr/>
          <a:lstStyle/>
          <a:p>
            <a:pPr rtl="0"/>
            <a:fld id="{294A09A9-5501-47C1-A89A-A340965A2BE2}" type="slidenum">
              <a:rPr lang="fr-FR" noProof="0" smtClean="0"/>
              <a:t>58</a:t>
            </a:fld>
            <a:endParaRPr lang="fr-FR" noProof="0"/>
          </a:p>
        </p:txBody>
      </p:sp>
      <p:sp>
        <p:nvSpPr>
          <p:cNvPr id="4" name="Espace réservé de la date 3">
            <a:extLst>
              <a:ext uri="{FF2B5EF4-FFF2-40B4-BE49-F238E27FC236}">
                <a16:creationId xmlns:a16="http://schemas.microsoft.com/office/drawing/2014/main" id="{CE8919DB-0F23-0313-6630-E82DE0904906}"/>
              </a:ext>
            </a:extLst>
          </p:cNvPr>
          <p:cNvSpPr>
            <a:spLocks noGrp="1"/>
          </p:cNvSpPr>
          <p:nvPr>
            <p:ph type="dt" sz="half" idx="10"/>
          </p:nvPr>
        </p:nvSpPr>
        <p:spPr/>
        <p:txBody>
          <a:bodyPr/>
          <a:lstStyle/>
          <a:p>
            <a:pPr rtl="0"/>
            <a:r>
              <a:rPr lang="fr-FR" noProof="0"/>
              <a:t>19/11/2025</a:t>
            </a:r>
          </a:p>
        </p:txBody>
      </p:sp>
      <p:sp>
        <p:nvSpPr>
          <p:cNvPr id="10" name="Espace réservé du texte 9">
            <a:extLst>
              <a:ext uri="{FF2B5EF4-FFF2-40B4-BE49-F238E27FC236}">
                <a16:creationId xmlns:a16="http://schemas.microsoft.com/office/drawing/2014/main" id="{48B76EC1-2359-7377-DA45-D6FC7718833B}"/>
              </a:ext>
            </a:extLst>
          </p:cNvPr>
          <p:cNvSpPr>
            <a:spLocks noGrp="1"/>
          </p:cNvSpPr>
          <p:nvPr>
            <p:ph type="body" sz="quarter" idx="13"/>
          </p:nvPr>
        </p:nvSpPr>
        <p:spPr/>
        <p:txBody>
          <a:bodyPr/>
          <a:lstStyle/>
          <a:p>
            <a:r>
              <a:rPr lang="fr-FR" dirty="0"/>
              <a:t>Peut-on déterminer des mesures sur le socle de règles ?</a:t>
            </a:r>
          </a:p>
        </p:txBody>
      </p:sp>
      <p:pic>
        <p:nvPicPr>
          <p:cNvPr id="7" name="Image 6">
            <a:extLst>
              <a:ext uri="{FF2B5EF4-FFF2-40B4-BE49-F238E27FC236}">
                <a16:creationId xmlns:a16="http://schemas.microsoft.com/office/drawing/2014/main" id="{27C0D10E-F182-53DC-243C-4DFE1AA7B4B7}"/>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CB1CBB4A-70D7-6D3E-0812-333155E45474}"/>
              </a:ext>
            </a:extLst>
          </p:cNvPr>
          <p:cNvSpPr/>
          <p:nvPr/>
        </p:nvSpPr>
        <p:spPr>
          <a:xfrm>
            <a:off x="2174238" y="527025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045C87B2-CCDE-106F-9132-FBF9440FEEB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439898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0DA32-99AB-2459-A5B1-A4D030EFAC4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E55CF3-ED13-5942-93D9-82DC57B04C95}"/>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7CD282A6-06C2-B456-E37E-FA7AC9E6CCC2}"/>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A12875-FC6B-9DF5-BC72-F02C66BE5A8F}"/>
              </a:ext>
            </a:extLst>
          </p:cNvPr>
          <p:cNvSpPr>
            <a:spLocks noGrp="1"/>
          </p:cNvSpPr>
          <p:nvPr>
            <p:ph type="sldNum" sz="quarter" idx="12"/>
          </p:nvPr>
        </p:nvSpPr>
        <p:spPr/>
        <p:txBody>
          <a:bodyPr/>
          <a:lstStyle/>
          <a:p>
            <a:pPr rtl="0"/>
            <a:fld id="{294A09A9-5501-47C1-A89A-A340965A2BE2}" type="slidenum">
              <a:rPr lang="fr-FR" noProof="0" smtClean="0"/>
              <a:t>59</a:t>
            </a:fld>
            <a:endParaRPr lang="fr-FR" noProof="0"/>
          </a:p>
        </p:txBody>
      </p:sp>
      <p:sp>
        <p:nvSpPr>
          <p:cNvPr id="4" name="Espace réservé de la date 3">
            <a:extLst>
              <a:ext uri="{FF2B5EF4-FFF2-40B4-BE49-F238E27FC236}">
                <a16:creationId xmlns:a16="http://schemas.microsoft.com/office/drawing/2014/main" id="{0F797961-D30A-3DFC-319E-BA42E71C70B3}"/>
              </a:ext>
            </a:extLst>
          </p:cNvPr>
          <p:cNvSpPr>
            <a:spLocks noGrp="1"/>
          </p:cNvSpPr>
          <p:nvPr>
            <p:ph type="dt" sz="half" idx="10"/>
          </p:nvPr>
        </p:nvSpPr>
        <p:spPr/>
        <p:txBody>
          <a:bodyPr/>
          <a:lstStyle/>
          <a:p>
            <a:pPr rtl="0"/>
            <a:r>
              <a:rPr lang="fr-FR" noProof="0"/>
              <a:t>19/11/2025</a:t>
            </a:r>
          </a:p>
        </p:txBody>
      </p:sp>
      <p:sp>
        <p:nvSpPr>
          <p:cNvPr id="8" name="Espace réservé du texte 7">
            <a:extLst>
              <a:ext uri="{FF2B5EF4-FFF2-40B4-BE49-F238E27FC236}">
                <a16:creationId xmlns:a16="http://schemas.microsoft.com/office/drawing/2014/main" id="{77EB6273-61FB-1726-D5DF-A8F23C1D3497}"/>
              </a:ext>
            </a:extLst>
          </p:cNvPr>
          <p:cNvSpPr>
            <a:spLocks noGrp="1"/>
          </p:cNvSpPr>
          <p:nvPr>
            <p:ph type="body" sz="quarter" idx="13"/>
          </p:nvPr>
        </p:nvSpPr>
        <p:spPr/>
        <p:txBody>
          <a:bodyPr/>
          <a:lstStyle/>
          <a:p>
            <a:r>
              <a:rPr lang="fr-FR" dirty="0"/>
              <a:t>Choisissez et évaluez un socle de règles</a:t>
            </a:r>
          </a:p>
        </p:txBody>
      </p:sp>
      <p:graphicFrame>
        <p:nvGraphicFramePr>
          <p:cNvPr id="11" name="Espace réservé du contenu 10">
            <a:extLst>
              <a:ext uri="{FF2B5EF4-FFF2-40B4-BE49-F238E27FC236}">
                <a16:creationId xmlns:a16="http://schemas.microsoft.com/office/drawing/2014/main" id="{B51D039D-40CC-D3E6-A7B3-D816CA444A55}"/>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623F278C-1C3D-F7F7-2C3F-3FFBE63D7A9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261673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33358CD-F754-2556-FBF1-10821F85E35B}"/>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19/11/2025</a:t>
            </a:r>
            <a:endParaRPr lang="fr-FR" dirty="0">
              <a:solidFill>
                <a:srgbClr val="7A7A7A"/>
              </a:solidFill>
            </a:endParaRPr>
          </a:p>
        </p:txBody>
      </p:sp>
      <p:sp>
        <p:nvSpPr>
          <p:cNvPr id="8" name="Footer Placeholder 4">
            <a:extLst>
              <a:ext uri="{FF2B5EF4-FFF2-40B4-BE49-F238E27FC236}">
                <a16:creationId xmlns:a16="http://schemas.microsoft.com/office/drawing/2014/main" id="{5432C358-FCD1-389B-836E-9DED920889F2}"/>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8AD44D58-3249-EB5A-F110-6064C8EE1272}"/>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60</a:t>
            </a:fld>
            <a:endParaRPr lang="fr-FR"/>
          </a:p>
        </p:txBody>
      </p:sp>
      <p:sp>
        <p:nvSpPr>
          <p:cNvPr id="3" name="Espace réservé du contenu 2">
            <a:extLst>
              <a:ext uri="{FF2B5EF4-FFF2-40B4-BE49-F238E27FC236}">
                <a16:creationId xmlns:a16="http://schemas.microsoft.com/office/drawing/2014/main" id="{42734B1D-0D9D-FC91-3644-B9412987DD01}"/>
              </a:ext>
            </a:extLst>
          </p:cNvPr>
          <p:cNvSpPr>
            <a:spLocks noGrp="1"/>
          </p:cNvSpPr>
          <p:nvPr>
            <p:ph idx="1"/>
          </p:nvPr>
        </p:nvSpPr>
        <p:spPr/>
        <p:txBody>
          <a:bodyPr>
            <a:normAutofit fontScale="92500" lnSpcReduction="20000"/>
          </a:bodyPr>
          <a:lstStyle/>
          <a:p>
            <a:r>
              <a:rPr lang="fr-FR" dirty="0"/>
              <a:t>Comprendre qu’</a:t>
            </a:r>
            <a:r>
              <a:rPr lang="fr-FR" b="1" dirty="0"/>
              <a:t>un socle inapplicable ou invérifiable n’est pas un socle</a:t>
            </a:r>
          </a:p>
          <a:p>
            <a:r>
              <a:rPr lang="fr-FR" dirty="0"/>
              <a:t>Savoir </a:t>
            </a:r>
            <a:r>
              <a:rPr lang="fr-FR" b="1" dirty="0"/>
              <a:t>choisir son socle</a:t>
            </a:r>
          </a:p>
          <a:p>
            <a:r>
              <a:rPr lang="fr-FR" dirty="0"/>
              <a:t>Bien comprendre qu’</a:t>
            </a:r>
            <a:r>
              <a:rPr lang="fr-FR" b="1" dirty="0"/>
              <a:t>on vient de traiter les risques standards</a:t>
            </a:r>
            <a:r>
              <a:rPr lang="fr-FR" dirty="0"/>
              <a:t>, et que maintenant, on ne va étudier sous forme de scénarios que les risques spécifiques et ciblés</a:t>
            </a:r>
          </a:p>
          <a:p>
            <a:pPr marL="0" indent="0" algn="ctr">
              <a:buNone/>
            </a:pPr>
            <a:r>
              <a:rPr lang="fr-FR" dirty="0">
                <a:sym typeface="Wingdings" panose="05000000000000000000" pitchFamily="2" charset="2"/>
              </a:rPr>
              <a:t> Maintenant, l’approche par scénarios !</a:t>
            </a:r>
            <a:endParaRPr lang="fr-FR" dirty="0"/>
          </a:p>
        </p:txBody>
      </p:sp>
      <p:sp>
        <p:nvSpPr>
          <p:cNvPr id="4" name="ZoneTexte 3">
            <a:extLst>
              <a:ext uri="{FF2B5EF4-FFF2-40B4-BE49-F238E27FC236}">
                <a16:creationId xmlns:a16="http://schemas.microsoft.com/office/drawing/2014/main" id="{1DC89595-4267-400E-B301-16EB4D7B2A9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061032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F672D-BE95-FA51-4BB2-1BDAA190F0B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2051E81-3EF7-9CEE-3699-FB11C3FAF5F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D5ECFDC7-0180-A05F-F915-64A0F7A14955}"/>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D1282E"/>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93E720AD-8F77-CC53-A876-FCA7F26E3280}"/>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758EEDD2-ACCC-06BE-36FF-EFDD0999027D}"/>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F5F4BECB-CB85-B798-8F0C-23BB078714D6}"/>
              </a:ext>
            </a:extLst>
          </p:cNvPr>
          <p:cNvSpPr>
            <a:spLocks noGrp="1"/>
          </p:cNvSpPr>
          <p:nvPr>
            <p:ph type="sldNum" sz="quarter" idx="12"/>
          </p:nvPr>
        </p:nvSpPr>
        <p:spPr/>
        <p:txBody>
          <a:bodyPr/>
          <a:lstStyle/>
          <a:p>
            <a:fld id="{294A09A9-5501-47C1-A89A-A340965A2BE2}" type="slidenum">
              <a:rPr lang="fr-FR" smtClean="0"/>
              <a:pPr/>
              <a:t>61</a:t>
            </a:fld>
            <a:endParaRPr lang="fr-FR"/>
          </a:p>
        </p:txBody>
      </p:sp>
      <p:pic>
        <p:nvPicPr>
          <p:cNvPr id="13" name="Picture 2" descr="Logo - EBIOS Risk Manager">
            <a:extLst>
              <a:ext uri="{FF2B5EF4-FFF2-40B4-BE49-F238E27FC236}">
                <a16:creationId xmlns:a16="http://schemas.microsoft.com/office/drawing/2014/main" id="{F2CDF66D-DE27-BBAE-A34B-E13DDE57B6B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985400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8FCE6-A290-01BE-6C39-922F94DC7EA0}"/>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630958F2-51DE-4250-0B4D-D64FBCD0B318}"/>
              </a:ext>
            </a:extLst>
          </p:cNvPr>
          <p:cNvSpPr>
            <a:spLocks noGrp="1"/>
          </p:cNvSpPr>
          <p:nvPr>
            <p:ph type="dt" sz="half" idx="10"/>
          </p:nvPr>
        </p:nvSpPr>
        <p:spPr/>
        <p:txBody>
          <a:bodyPr/>
          <a:lstStyle/>
          <a:p>
            <a:pPr rtl="0"/>
            <a:r>
              <a:rPr lang="fr-FR" noProof="0"/>
              <a:t>19/11/2025</a:t>
            </a:r>
            <a:endParaRPr lang="fr-FR" noProof="0" dirty="0"/>
          </a:p>
        </p:txBody>
      </p:sp>
      <p:sp>
        <p:nvSpPr>
          <p:cNvPr id="19" name="Espace réservé du pied de page 15">
            <a:extLst>
              <a:ext uri="{FF2B5EF4-FFF2-40B4-BE49-F238E27FC236}">
                <a16:creationId xmlns:a16="http://schemas.microsoft.com/office/drawing/2014/main" id="{10369535-5B1C-B58B-A2B6-805E17740F22}"/>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EFAC2631-A026-B34B-67DB-3491FF1E3DB2}"/>
              </a:ext>
            </a:extLst>
          </p:cNvPr>
          <p:cNvSpPr>
            <a:spLocks noGrp="1"/>
          </p:cNvSpPr>
          <p:nvPr>
            <p:ph type="sldNum" sz="quarter" idx="12"/>
          </p:nvPr>
        </p:nvSpPr>
        <p:spPr/>
        <p:txBody>
          <a:bodyPr/>
          <a:lstStyle/>
          <a:p>
            <a:pPr rtl="0"/>
            <a:fld id="{294A09A9-5501-47C1-A89A-A340965A2BE2}" type="slidenum">
              <a:rPr lang="fr-FR" noProof="0" smtClean="0"/>
              <a:t>62</a:t>
            </a:fld>
            <a:endParaRPr lang="fr-FR" noProof="0"/>
          </a:p>
        </p:txBody>
      </p:sp>
      <p:sp>
        <p:nvSpPr>
          <p:cNvPr id="16" name="Espace réservé du texte 15">
            <a:extLst>
              <a:ext uri="{FF2B5EF4-FFF2-40B4-BE49-F238E27FC236}">
                <a16:creationId xmlns:a16="http://schemas.microsoft.com/office/drawing/2014/main" id="{2F6E539C-90B0-5BC4-1F97-4C9EA46D2D3A}"/>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qu’on craint ?</a:t>
            </a:r>
            <a:endParaRPr lang="fr-FR" dirty="0"/>
          </a:p>
        </p:txBody>
      </p:sp>
      <p:sp>
        <p:nvSpPr>
          <p:cNvPr id="17" name="Espace réservé du texte 16">
            <a:extLst>
              <a:ext uri="{FF2B5EF4-FFF2-40B4-BE49-F238E27FC236}">
                <a16:creationId xmlns:a16="http://schemas.microsoft.com/office/drawing/2014/main" id="{6934B838-6D02-86C1-53A2-7E4B1A83AD4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cela peut-il arriver ?</a:t>
            </a:r>
          </a:p>
        </p:txBody>
      </p:sp>
      <p:sp>
        <p:nvSpPr>
          <p:cNvPr id="21" name="Espace réservé du texte 20">
            <a:extLst>
              <a:ext uri="{FF2B5EF4-FFF2-40B4-BE49-F238E27FC236}">
                <a16:creationId xmlns:a16="http://schemas.microsoft.com/office/drawing/2014/main" id="{1EFE984A-6F32-852C-5CC1-01F01788B33A}"/>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 est le niveau des risques ?</a:t>
            </a:r>
          </a:p>
        </p:txBody>
      </p:sp>
      <p:sp>
        <p:nvSpPr>
          <p:cNvPr id="3" name="ZoneTexte 2">
            <a:extLst>
              <a:ext uri="{FF2B5EF4-FFF2-40B4-BE49-F238E27FC236}">
                <a16:creationId xmlns:a16="http://schemas.microsoft.com/office/drawing/2014/main" id="{75380826-6379-241C-93E8-65F7436498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3051279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A0C9-D7DE-8F0A-B359-338AE37DA1C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D2D0D7-065D-2A43-7618-C7329EF3FE94}"/>
              </a:ext>
            </a:extLst>
          </p:cNvPr>
          <p:cNvSpPr>
            <a:spLocks noGrp="1"/>
          </p:cNvSpPr>
          <p:nvPr>
            <p:ph type="title"/>
          </p:nvPr>
        </p:nvSpPr>
        <p:spPr/>
        <p:txBody>
          <a:bodyPr>
            <a:normAutofit fontScale="90000"/>
          </a:bodyPr>
          <a:lstStyle/>
          <a:p>
            <a:r>
              <a:rPr lang="fr-FR" dirty="0"/>
              <a:t>Des scénarios par raffinements successifs</a:t>
            </a:r>
          </a:p>
        </p:txBody>
      </p:sp>
      <p:graphicFrame>
        <p:nvGraphicFramePr>
          <p:cNvPr id="7" name="Espace réservé du contenu 6">
            <a:extLst>
              <a:ext uri="{FF2B5EF4-FFF2-40B4-BE49-F238E27FC236}">
                <a16:creationId xmlns:a16="http://schemas.microsoft.com/office/drawing/2014/main" id="{C9467867-81B2-2F67-514D-0C7853F09722}"/>
              </a:ext>
            </a:extLst>
          </p:cNvPr>
          <p:cNvGraphicFramePr>
            <a:graphicFrameLocks noGrp="1"/>
          </p:cNvGraphicFramePr>
          <p:nvPr>
            <p:ph idx="1"/>
            <p:extLst>
              <p:ext uri="{D42A27DB-BD31-4B8C-83A1-F6EECF244321}">
                <p14:modId xmlns:p14="http://schemas.microsoft.com/office/powerpoint/2010/main" val="297892276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9DBDF4BF-A3DB-5610-DC27-EE4AF96A19A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29E669A-9FEA-7F57-05E0-BDB243B0823B}"/>
              </a:ext>
            </a:extLst>
          </p:cNvPr>
          <p:cNvSpPr>
            <a:spLocks noGrp="1"/>
          </p:cNvSpPr>
          <p:nvPr>
            <p:ph type="sldNum" sz="quarter" idx="12"/>
          </p:nvPr>
        </p:nvSpPr>
        <p:spPr/>
        <p:txBody>
          <a:bodyPr/>
          <a:lstStyle/>
          <a:p>
            <a:pPr rtl="0"/>
            <a:fld id="{294A09A9-5501-47C1-A89A-A340965A2BE2}" type="slidenum">
              <a:rPr lang="fr-FR" noProof="0" smtClean="0"/>
              <a:t>63</a:t>
            </a:fld>
            <a:endParaRPr lang="fr-FR" noProof="0"/>
          </a:p>
        </p:txBody>
      </p:sp>
      <p:sp>
        <p:nvSpPr>
          <p:cNvPr id="4" name="Espace réservé de la date 3">
            <a:extLst>
              <a:ext uri="{FF2B5EF4-FFF2-40B4-BE49-F238E27FC236}">
                <a16:creationId xmlns:a16="http://schemas.microsoft.com/office/drawing/2014/main" id="{9CAC8D59-A9DD-4D9E-8B69-393479D38434}"/>
              </a:ext>
            </a:extLst>
          </p:cNvPr>
          <p:cNvSpPr>
            <a:spLocks noGrp="1"/>
          </p:cNvSpPr>
          <p:nvPr>
            <p:ph type="dt" sz="half" idx="10"/>
          </p:nvPr>
        </p:nvSpPr>
        <p:spPr/>
        <p:txBody>
          <a:bodyPr/>
          <a:lstStyle/>
          <a:p>
            <a:pPr rtl="0"/>
            <a:r>
              <a:rPr lang="fr-FR" noProof="0"/>
              <a:t>19/11/2025</a:t>
            </a:r>
          </a:p>
        </p:txBody>
      </p:sp>
      <p:sp>
        <p:nvSpPr>
          <p:cNvPr id="3" name="Espace réservé du texte 2">
            <a:extLst>
              <a:ext uri="{FF2B5EF4-FFF2-40B4-BE49-F238E27FC236}">
                <a16:creationId xmlns:a16="http://schemas.microsoft.com/office/drawing/2014/main" id="{5C990C89-F385-F6C8-80CB-B540CF7DAB95}"/>
              </a:ext>
            </a:extLst>
          </p:cNvPr>
          <p:cNvSpPr>
            <a:spLocks noGrp="1"/>
          </p:cNvSpPr>
          <p:nvPr>
            <p:ph type="body" sz="quarter" idx="13"/>
          </p:nvPr>
        </p:nvSpPr>
        <p:spPr/>
        <p:txBody>
          <a:bodyPr/>
          <a:lstStyle/>
          <a:p>
            <a:r>
              <a:rPr lang="fr-FR" dirty="0"/>
              <a:t>Une appréciation progressive des risques</a:t>
            </a:r>
          </a:p>
        </p:txBody>
      </p:sp>
      <p:sp>
        <p:nvSpPr>
          <p:cNvPr id="9" name="ZoneTexte 8">
            <a:extLst>
              <a:ext uri="{FF2B5EF4-FFF2-40B4-BE49-F238E27FC236}">
                <a16:creationId xmlns:a16="http://schemas.microsoft.com/office/drawing/2014/main" id="{2CB8C7BA-9521-E7BE-99E1-CEFD91DA330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58595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06929740-90E9-9872-FB53-9FD4C42B7172}"/>
              </a:ext>
            </a:extLst>
          </p:cNvPr>
          <p:cNvSpPr>
            <a:spLocks noGrp="1"/>
          </p:cNvSpPr>
          <p:nvPr>
            <p:ph type="title"/>
          </p:nvPr>
        </p:nvSpPr>
        <p:spPr>
          <a:xfrm>
            <a:off x="1237674" y="365126"/>
            <a:ext cx="10698294" cy="669348"/>
          </a:xfrm>
        </p:spPr>
        <p:txBody>
          <a:bodyPr>
            <a:normAutofit fontScale="90000"/>
          </a:bodyPr>
          <a:lstStyle/>
          <a:p>
            <a:r>
              <a:rPr lang="fr-FR" sz="4000" dirty="0"/>
              <a:t>Outil 06 – Identifier et analyser les événements redoutés</a:t>
            </a:r>
            <a:br>
              <a:rPr lang="fr-FR" sz="4000" dirty="0"/>
            </a:br>
            <a:r>
              <a:rPr lang="fr-FR" sz="3100" dirty="0"/>
              <a:t>Que doit-on craindre ?</a:t>
            </a:r>
          </a:p>
        </p:txBody>
      </p:sp>
      <p:sp>
        <p:nvSpPr>
          <p:cNvPr id="11" name="Espace réservé du contenu 10">
            <a:extLst>
              <a:ext uri="{FF2B5EF4-FFF2-40B4-BE49-F238E27FC236}">
                <a16:creationId xmlns:a16="http://schemas.microsoft.com/office/drawing/2014/main" id="{0FC8373B-AEAA-75B2-885B-C2ED9FCB75E4}"/>
              </a:ext>
            </a:extLst>
          </p:cNvPr>
          <p:cNvSpPr>
            <a:spLocks noGrp="1"/>
          </p:cNvSpPr>
          <p:nvPr>
            <p:ph sz="half" idx="1"/>
          </p:nvPr>
        </p:nvSpPr>
        <p:spPr>
          <a:xfrm>
            <a:off x="1371600" y="2331845"/>
            <a:ext cx="4447786" cy="3581401"/>
          </a:xfrm>
        </p:spPr>
        <p:txBody>
          <a:bodyPr>
            <a:normAutofit fontScale="62500" lnSpcReduction="20000"/>
          </a:bodyPr>
          <a:lstStyle/>
          <a:p>
            <a:pPr marL="0" indent="0" algn="ctr">
              <a:buNone/>
            </a:pPr>
            <a:r>
              <a:rPr lang="fr-FR" b="1" dirty="0"/>
              <a:t>Quels cas va-t-on étudier ?</a:t>
            </a:r>
          </a:p>
          <a:p>
            <a:endParaRPr lang="fr-FR" dirty="0"/>
          </a:p>
          <a:p>
            <a:r>
              <a:rPr lang="fr-FR" dirty="0"/>
              <a:t>La perte de </a:t>
            </a:r>
            <a:r>
              <a:rPr lang="fr-FR" b="1" dirty="0"/>
              <a:t>disponibilité</a:t>
            </a:r>
            <a:r>
              <a:rPr lang="fr-FR" dirty="0"/>
              <a:t> : quels seraient les conséquences si chaque valeur métier disparaissait ?</a:t>
            </a:r>
          </a:p>
          <a:p>
            <a:endParaRPr lang="fr-FR" dirty="0"/>
          </a:p>
          <a:p>
            <a:r>
              <a:rPr lang="fr-FR" dirty="0"/>
              <a:t>La perte d’</a:t>
            </a:r>
            <a:r>
              <a:rPr lang="fr-FR" b="1" dirty="0"/>
              <a:t>intégrité</a:t>
            </a:r>
            <a:r>
              <a:rPr lang="fr-FR" dirty="0"/>
              <a:t> : quels seraient les conséquences si chaque valeur métier était modifiée de manière non désirée ?</a:t>
            </a:r>
          </a:p>
          <a:p>
            <a:endParaRPr lang="fr-FR" dirty="0"/>
          </a:p>
          <a:p>
            <a:r>
              <a:rPr lang="fr-FR" dirty="0"/>
              <a:t>La perte de </a:t>
            </a:r>
            <a:r>
              <a:rPr lang="fr-FR" b="1" dirty="0"/>
              <a:t>confidentialité</a:t>
            </a:r>
            <a:r>
              <a:rPr lang="fr-FR" dirty="0"/>
              <a:t> : quels seraient les conséquences si chaque valeur métier était connue de personnes non autorisées ?</a:t>
            </a:r>
          </a:p>
        </p:txBody>
      </p:sp>
      <p:sp>
        <p:nvSpPr>
          <p:cNvPr id="12" name="Espace réservé du contenu 11">
            <a:extLst>
              <a:ext uri="{FF2B5EF4-FFF2-40B4-BE49-F238E27FC236}">
                <a16:creationId xmlns:a16="http://schemas.microsoft.com/office/drawing/2014/main" id="{ED04FD54-899E-AF30-D58E-ACB6ACAAD9EB}"/>
              </a:ext>
            </a:extLst>
          </p:cNvPr>
          <p:cNvSpPr>
            <a:spLocks noGrp="1"/>
          </p:cNvSpPr>
          <p:nvPr>
            <p:ph sz="half" idx="2"/>
          </p:nvPr>
        </p:nvSpPr>
        <p:spPr>
          <a:xfrm>
            <a:off x="6525403" y="2331845"/>
            <a:ext cx="4447786" cy="3581401"/>
          </a:xfrm>
        </p:spPr>
        <p:txBody>
          <a:bodyPr>
            <a:normAutofit fontScale="70000" lnSpcReduction="20000"/>
          </a:bodyPr>
          <a:lstStyle/>
          <a:p>
            <a:pPr marL="0" indent="0" algn="ctr">
              <a:buNone/>
            </a:pPr>
            <a:r>
              <a:rPr lang="fr-FR" b="1" dirty="0"/>
              <a:t>Quelles conséquences va-t-on analyser ?</a:t>
            </a:r>
          </a:p>
          <a:p>
            <a:r>
              <a:rPr lang="fr-FR" dirty="0"/>
              <a:t>Conséquences </a:t>
            </a:r>
            <a:r>
              <a:rPr lang="fr-FR" b="1" dirty="0"/>
              <a:t>sur l’organisation</a:t>
            </a:r>
          </a:p>
          <a:p>
            <a:pPr lvl="1"/>
            <a:r>
              <a:rPr lang="fr-FR" dirty="0"/>
              <a:t>Conséquence sur le fonctionnement</a:t>
            </a:r>
          </a:p>
          <a:p>
            <a:pPr lvl="1"/>
            <a:r>
              <a:rPr lang="fr-FR" dirty="0"/>
              <a:t>Conséquence financière</a:t>
            </a:r>
          </a:p>
          <a:p>
            <a:pPr lvl="1"/>
            <a:r>
              <a:rPr lang="fr-FR" dirty="0"/>
              <a:t>Conséquences sur l’image</a:t>
            </a:r>
          </a:p>
          <a:p>
            <a:pPr lvl="1"/>
            <a:r>
              <a:rPr lang="fr-FR" dirty="0"/>
              <a:t>Conséquence juridique</a:t>
            </a:r>
          </a:p>
          <a:p>
            <a:pPr lvl="1"/>
            <a:r>
              <a:rPr lang="fr-FR" dirty="0"/>
              <a:t>etc.</a:t>
            </a:r>
          </a:p>
          <a:p>
            <a:r>
              <a:rPr lang="fr-FR" dirty="0"/>
              <a:t>Conséquences </a:t>
            </a:r>
            <a:r>
              <a:rPr lang="fr-FR" b="1" dirty="0"/>
              <a:t>au-delà de l’organisation</a:t>
            </a:r>
          </a:p>
          <a:p>
            <a:pPr lvl="1"/>
            <a:r>
              <a:rPr lang="fr-FR" dirty="0"/>
              <a:t>Conséquence sur les droits et libertés des personnes</a:t>
            </a:r>
          </a:p>
          <a:p>
            <a:pPr lvl="1"/>
            <a:r>
              <a:rPr lang="fr-FR" dirty="0"/>
              <a:t>Conséquence sur l’environnement</a:t>
            </a:r>
          </a:p>
          <a:p>
            <a:pPr lvl="1"/>
            <a:r>
              <a:rPr lang="fr-FR" dirty="0"/>
              <a:t>Conséquence sur les parties prenantes</a:t>
            </a:r>
          </a:p>
          <a:p>
            <a:pPr lvl="1"/>
            <a:r>
              <a:rPr lang="fr-FR" dirty="0"/>
              <a:t>etc.</a:t>
            </a:r>
          </a:p>
        </p:txBody>
      </p:sp>
      <p:sp>
        <p:nvSpPr>
          <p:cNvPr id="7" name="Espace réservé de la date 6">
            <a:extLst>
              <a:ext uri="{FF2B5EF4-FFF2-40B4-BE49-F238E27FC236}">
                <a16:creationId xmlns:a16="http://schemas.microsoft.com/office/drawing/2014/main" id="{C4A5A9F1-7416-9394-99A5-9D30FCE35E9B}"/>
              </a:ext>
            </a:extLst>
          </p:cNvPr>
          <p:cNvSpPr>
            <a:spLocks noGrp="1"/>
          </p:cNvSpPr>
          <p:nvPr>
            <p:ph type="dt" sz="half" idx="10"/>
          </p:nvPr>
        </p:nvSpPr>
        <p:spPr/>
        <p:txBody>
          <a:bodyPr/>
          <a:lstStyle/>
          <a:p>
            <a:pPr rtl="0"/>
            <a:r>
              <a:rPr lang="fr-FR" noProof="0"/>
              <a:t>19/11/2025</a:t>
            </a:r>
          </a:p>
        </p:txBody>
      </p:sp>
      <p:sp>
        <p:nvSpPr>
          <p:cNvPr id="8" name="Espace réservé du pied de page 7">
            <a:extLst>
              <a:ext uri="{FF2B5EF4-FFF2-40B4-BE49-F238E27FC236}">
                <a16:creationId xmlns:a16="http://schemas.microsoft.com/office/drawing/2014/main" id="{AC0B8235-F2A9-C15C-F2E6-085DD706CB43}"/>
              </a:ext>
            </a:extLst>
          </p:cNvPr>
          <p:cNvSpPr>
            <a:spLocks noGrp="1"/>
          </p:cNvSpPr>
          <p:nvPr>
            <p:ph type="ftr" sz="quarter" idx="11"/>
          </p:nvPr>
        </p:nvSpPr>
        <p:spPr/>
        <p:txBody>
          <a:bodyPr/>
          <a:lstStyle/>
          <a:p>
            <a:pPr algn="ctr" rtl="0"/>
            <a:r>
              <a:rPr lang="fr-FR" noProof="0" dirty="0"/>
              <a:t>EBIOS Risk Manager - Formation</a:t>
            </a:r>
          </a:p>
        </p:txBody>
      </p:sp>
      <p:sp>
        <p:nvSpPr>
          <p:cNvPr id="9" name="Espace réservé du numéro de diapositive 8">
            <a:extLst>
              <a:ext uri="{FF2B5EF4-FFF2-40B4-BE49-F238E27FC236}">
                <a16:creationId xmlns:a16="http://schemas.microsoft.com/office/drawing/2014/main" id="{CF78267B-4485-64F3-F99C-AEF34A74ADBB}"/>
              </a:ext>
            </a:extLst>
          </p:cNvPr>
          <p:cNvSpPr>
            <a:spLocks noGrp="1"/>
          </p:cNvSpPr>
          <p:nvPr>
            <p:ph type="sldNum" sz="quarter" idx="12"/>
          </p:nvPr>
        </p:nvSpPr>
        <p:spPr/>
        <p:txBody>
          <a:bodyPr/>
          <a:lstStyle/>
          <a:p>
            <a:pPr rtl="0"/>
            <a:fld id="{294A09A9-5501-47C1-A89A-A340965A2BE2}" type="slidenum">
              <a:rPr lang="fr-FR" noProof="0" smtClean="0"/>
              <a:t>64</a:t>
            </a:fld>
            <a:endParaRPr lang="fr-FR" noProof="0"/>
          </a:p>
        </p:txBody>
      </p:sp>
      <p:pic>
        <p:nvPicPr>
          <p:cNvPr id="2" name="Image 1" descr="noun_Danger_228845.png">
            <a:extLst>
              <a:ext uri="{FF2B5EF4-FFF2-40B4-BE49-F238E27FC236}">
                <a16:creationId xmlns:a16="http://schemas.microsoft.com/office/drawing/2014/main" id="{CE7396C6-56E7-759A-D57E-4EE822AF3817}"/>
              </a:ext>
            </a:extLst>
          </p:cNvPr>
          <p:cNvPicPr>
            <a:picLocks noChangeAspect="1"/>
          </p:cNvPicPr>
          <p:nvPr/>
        </p:nvPicPr>
        <p:blipFill>
          <a:blip r:embed="rId2" cstate="print"/>
          <a:srcRect l="9184" t="5382" r="8981" b="19633"/>
          <a:stretch>
            <a:fillRect/>
          </a:stretch>
        </p:blipFill>
        <p:spPr>
          <a:xfrm>
            <a:off x="3125462" y="1474895"/>
            <a:ext cx="785771" cy="720000"/>
          </a:xfrm>
          <a:prstGeom prst="rect">
            <a:avLst/>
          </a:prstGeom>
        </p:spPr>
      </p:pic>
      <p:pic>
        <p:nvPicPr>
          <p:cNvPr id="3" name="Image 2" descr="ClubEBIOS-Icone-Impact-NounProject-OleksandrPanasovskyi.png">
            <a:extLst>
              <a:ext uri="{FF2B5EF4-FFF2-40B4-BE49-F238E27FC236}">
                <a16:creationId xmlns:a16="http://schemas.microsoft.com/office/drawing/2014/main" id="{2F1CD116-B726-81CF-A112-2D2E698F1043}"/>
              </a:ext>
            </a:extLst>
          </p:cNvPr>
          <p:cNvPicPr>
            <a:picLocks noChangeAspect="1"/>
          </p:cNvPicPr>
          <p:nvPr/>
        </p:nvPicPr>
        <p:blipFill>
          <a:blip r:embed="rId3" cstate="print">
            <a:clrChange>
              <a:clrFrom>
                <a:srgbClr val="000000">
                  <a:alpha val="0"/>
                </a:srgbClr>
              </a:clrFrom>
              <a:clrTo>
                <a:srgbClr val="000000">
                  <a:alpha val="0"/>
                </a:srgbClr>
              </a:clrTo>
            </a:clrChange>
          </a:blip>
          <a:srcRect l="9506" t="23951" r="11852" b="39506"/>
          <a:stretch>
            <a:fillRect/>
          </a:stretch>
        </p:blipFill>
        <p:spPr>
          <a:xfrm>
            <a:off x="7903085" y="1474895"/>
            <a:ext cx="1549457" cy="720000"/>
          </a:xfrm>
          <a:prstGeom prst="rect">
            <a:avLst/>
          </a:prstGeom>
        </p:spPr>
      </p:pic>
      <p:sp>
        <p:nvSpPr>
          <p:cNvPr id="14" name="ZoneTexte 13">
            <a:extLst>
              <a:ext uri="{FF2B5EF4-FFF2-40B4-BE49-F238E27FC236}">
                <a16:creationId xmlns:a16="http://schemas.microsoft.com/office/drawing/2014/main" id="{3FCEA4DD-5259-997A-E59C-2119B724BF7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58516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1" end="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xEl>
                                              <p:pRg st="2" end="2"/>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xEl>
                                              <p:pRg st="3" end="3"/>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2">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xEl>
                                              <p:pRg st="5" end="5"/>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
                                            <p:txEl>
                                              <p:pRg st="7" end="7"/>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xEl>
                                              <p:pRg st="8" end="8"/>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xEl>
                                              <p:pRg st="9" end="9"/>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
                                            <p:txEl>
                                              <p:pRg st="10" end="10"/>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72514-18A2-0A3F-0B97-75B56CEC34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3788A1C-B2BA-7BDB-AF57-0133057278B4}"/>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69A35DDE-BEE6-CD2C-FA7C-847A91F49603}"/>
              </a:ext>
            </a:extLst>
          </p:cNvPr>
          <p:cNvSpPr>
            <a:spLocks noGrp="1"/>
          </p:cNvSpPr>
          <p:nvPr>
            <p:ph type="dt" sz="half" idx="10"/>
          </p:nvPr>
        </p:nvSpPr>
        <p:spPr/>
        <p:txBody>
          <a:bodyPr/>
          <a:lstStyle/>
          <a:p>
            <a:pPr rtl="0"/>
            <a:r>
              <a:rPr lang="fr-FR" noProof="0"/>
              <a:t>19/11/2025</a:t>
            </a:r>
          </a:p>
        </p:txBody>
      </p:sp>
      <p:sp>
        <p:nvSpPr>
          <p:cNvPr id="6" name="Espace réservé du pied de page 5">
            <a:extLst>
              <a:ext uri="{FF2B5EF4-FFF2-40B4-BE49-F238E27FC236}">
                <a16:creationId xmlns:a16="http://schemas.microsoft.com/office/drawing/2014/main" id="{7F267F83-8D4D-784C-DC72-7238A69D4A18}"/>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F0D633DF-3C21-94EB-E851-51021BB836FE}"/>
              </a:ext>
            </a:extLst>
          </p:cNvPr>
          <p:cNvSpPr>
            <a:spLocks noGrp="1"/>
          </p:cNvSpPr>
          <p:nvPr>
            <p:ph type="sldNum" sz="quarter" idx="12"/>
          </p:nvPr>
        </p:nvSpPr>
        <p:spPr/>
        <p:txBody>
          <a:bodyPr/>
          <a:lstStyle/>
          <a:p>
            <a:pPr rtl="0"/>
            <a:fld id="{294A09A9-5501-47C1-A89A-A340965A2BE2}" type="slidenum">
              <a:rPr lang="fr-FR" noProof="0" smtClean="0"/>
              <a:t>65</a:t>
            </a:fld>
            <a:endParaRPr lang="fr-FR" noProof="0"/>
          </a:p>
        </p:txBody>
      </p:sp>
      <p:sp>
        <p:nvSpPr>
          <p:cNvPr id="3" name="Espace réservé du texte 2">
            <a:extLst>
              <a:ext uri="{FF2B5EF4-FFF2-40B4-BE49-F238E27FC236}">
                <a16:creationId xmlns:a16="http://schemas.microsoft.com/office/drawing/2014/main" id="{F0FD0214-D530-390A-2C03-EADAFD9BE9E6}"/>
              </a:ext>
            </a:extLst>
          </p:cNvPr>
          <p:cNvSpPr>
            <a:spLocks noGrp="1"/>
          </p:cNvSpPr>
          <p:nvPr>
            <p:ph type="body" sz="quarter" idx="13"/>
          </p:nvPr>
        </p:nvSpPr>
        <p:spPr/>
        <p:txBody>
          <a:bodyPr/>
          <a:lstStyle/>
          <a:p>
            <a:r>
              <a:rPr lang="fr-FR" dirty="0"/>
              <a:t>Une échelle pour toutes les conséquences – Exemple issu des guides</a:t>
            </a:r>
          </a:p>
        </p:txBody>
      </p:sp>
      <p:graphicFrame>
        <p:nvGraphicFramePr>
          <p:cNvPr id="11" name="Tableau 10">
            <a:extLst>
              <a:ext uri="{FF2B5EF4-FFF2-40B4-BE49-F238E27FC236}">
                <a16:creationId xmlns:a16="http://schemas.microsoft.com/office/drawing/2014/main" id="{9AED1B64-650F-44EF-63C7-4416ADBE9085}"/>
              </a:ext>
            </a:extLst>
          </p:cNvPr>
          <p:cNvGraphicFramePr>
            <a:graphicFrameLocks noGrp="1"/>
          </p:cNvGraphicFramePr>
          <p:nvPr>
            <p:extLst>
              <p:ext uri="{D42A27DB-BD31-4B8C-83A1-F6EECF244321}">
                <p14:modId xmlns:p14="http://schemas.microsoft.com/office/powerpoint/2010/main" val="1348579095"/>
              </p:ext>
            </p:extLst>
          </p:nvPr>
        </p:nvGraphicFramePr>
        <p:xfrm>
          <a:off x="1169456" y="2049381"/>
          <a:ext cx="7403044" cy="3076452"/>
        </p:xfrm>
        <a:graphic>
          <a:graphicData uri="http://schemas.openxmlformats.org/drawingml/2006/table">
            <a:tbl>
              <a:tblPr/>
              <a:tblGrid>
                <a:gridCol w="1321613">
                  <a:extLst>
                    <a:ext uri="{9D8B030D-6E8A-4147-A177-3AD203B41FA5}">
                      <a16:colId xmlns:a16="http://schemas.microsoft.com/office/drawing/2014/main" val="20000"/>
                    </a:ext>
                  </a:extLst>
                </a:gridCol>
                <a:gridCol w="6081431">
                  <a:extLst>
                    <a:ext uri="{9D8B030D-6E8A-4147-A177-3AD203B41FA5}">
                      <a16:colId xmlns:a16="http://schemas.microsoft.com/office/drawing/2014/main" val="1334645635"/>
                    </a:ext>
                  </a:extLst>
                </a:gridCol>
              </a:tblGrid>
              <a:tr h="30277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1805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1. Mineure</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Aucune conséquence opérationnelle ni</a:t>
                      </a:r>
                      <a:r>
                        <a:rPr lang="fr-FR" sz="1400" b="0" i="0" u="none" strike="noStrike" baseline="0" dirty="0">
                          <a:solidFill>
                            <a:srgbClr val="252525"/>
                          </a:solidFill>
                          <a:effectLst/>
                          <a:latin typeface="+mj-lt"/>
                          <a:cs typeface="Segoe UI" panose="020B0502040204020203" pitchFamily="34" charset="0"/>
                        </a:rPr>
                        <a:t> sur les performances de l’activité ni sur la sécurité des personnes et des biens. La société surmontera la situation sans trop de difficultés (consommation des marges)</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13468">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2. Significative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dirty="0">
                          <a:solidFill>
                            <a:srgbClr val="252525"/>
                          </a:solidFill>
                          <a:effectLst/>
                          <a:latin typeface="+mj-lt"/>
                          <a:cs typeface="Segoe UI" panose="020B0502040204020203" pitchFamily="34" charset="0"/>
                        </a:rPr>
                        <a:t>Dégradation des performances</a:t>
                      </a:r>
                      <a:r>
                        <a:rPr lang="fr-FR" sz="1400" b="0" i="0" u="none" strike="noStrike" baseline="0" dirty="0">
                          <a:solidFill>
                            <a:srgbClr val="252525"/>
                          </a:solidFill>
                          <a:effectLst/>
                          <a:latin typeface="+mj-lt"/>
                          <a:cs typeface="Segoe UI" panose="020B0502040204020203" pitchFamily="34" charset="0"/>
                        </a:rPr>
                        <a:t> de l’activité sans conséquence sur la sécurité des personnes et des biens. La société surmontera la situation malgré quelques difficultés (fonctionnement en mode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101379">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tx1"/>
                          </a:solidFill>
                          <a:latin typeface="+mj-lt"/>
                          <a:ea typeface="+mn-ea"/>
                          <a:cs typeface="Segoe UI" panose="020B0502040204020203" pitchFamily="34" charset="0"/>
                        </a:rPr>
                        <a:t>3. Importante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Forte dégradation des performance</a:t>
                      </a:r>
                      <a:r>
                        <a:rPr lang="fr-FR" sz="1400" b="0" i="0" u="none" strike="noStrike" baseline="0" dirty="0">
                          <a:solidFill>
                            <a:srgbClr val="252525"/>
                          </a:solidFill>
                          <a:effectLst/>
                          <a:latin typeface="+mj-lt"/>
                          <a:cs typeface="Segoe UI" panose="020B0502040204020203" pitchFamily="34" charset="0"/>
                        </a:rPr>
                        <a:t>s de l’activité, avec d’éventuelles conséquences significatives sur la sécurité des personnes et des biens. La société surmontera la situation avec de sérieuses difficultés (fonctionnement en mode très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01250">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mn-ea"/>
                          <a:cs typeface="Segoe UI" panose="020B0502040204020203" pitchFamily="34" charset="0"/>
                        </a:rPr>
                        <a:t>4. Critique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Incapacité pour</a:t>
                      </a:r>
                      <a:r>
                        <a:rPr lang="fr-FR" sz="1400" b="0" i="0" u="none" strike="noStrike" baseline="0" dirty="0">
                          <a:solidFill>
                            <a:srgbClr val="252525"/>
                          </a:solidFill>
                          <a:effectLst/>
                          <a:latin typeface="+mj-lt"/>
                          <a:cs typeface="Segoe UI" panose="020B0502040204020203" pitchFamily="34" charset="0"/>
                        </a:rPr>
                        <a:t> la société d’assurer tout ou partie de son activité, avec d’éventuelles conséquences graves sur la sécurité des personnes et des biens. La société ne surmontera vraisemblablement pas la situation (sa survie est menacée)</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sp>
        <p:nvSpPr>
          <p:cNvPr id="14" name="Organigramme : Alternative 13">
            <a:extLst>
              <a:ext uri="{FF2B5EF4-FFF2-40B4-BE49-F238E27FC236}">
                <a16:creationId xmlns:a16="http://schemas.microsoft.com/office/drawing/2014/main" id="{7B6FBF52-7D9E-DB5B-0D5B-D1605C36B7A2}"/>
              </a:ext>
            </a:extLst>
          </p:cNvPr>
          <p:cNvSpPr/>
          <p:nvPr/>
        </p:nvSpPr>
        <p:spPr>
          <a:xfrm>
            <a:off x="1169456" y="5384491"/>
            <a:ext cx="7835396"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cas, il conviendra de décrire les conséquences potentielles des événements redoutés.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recommandé de reprendre la même échelle de gravité définie dans la politique de l’organisme ou utilisée dans les autres études de risques.</a:t>
            </a:r>
          </a:p>
        </p:txBody>
      </p:sp>
      <p:pic>
        <p:nvPicPr>
          <p:cNvPr id="15" name="Image 14">
            <a:extLst>
              <a:ext uri="{FF2B5EF4-FFF2-40B4-BE49-F238E27FC236}">
                <a16:creationId xmlns:a16="http://schemas.microsoft.com/office/drawing/2014/main" id="{07A71611-118F-5232-D9A1-A4E85FD55369}"/>
              </a:ext>
            </a:extLst>
          </p:cNvPr>
          <p:cNvPicPr>
            <a:picLocks noChangeAspect="1"/>
          </p:cNvPicPr>
          <p:nvPr/>
        </p:nvPicPr>
        <p:blipFill>
          <a:blip r:embed="rId2"/>
          <a:stretch>
            <a:fillRect/>
          </a:stretch>
        </p:blipFill>
        <p:spPr>
          <a:xfrm>
            <a:off x="8818738" y="1902656"/>
            <a:ext cx="2688297" cy="3827901"/>
          </a:xfrm>
          <a:prstGeom prst="rect">
            <a:avLst/>
          </a:prstGeom>
        </p:spPr>
      </p:pic>
      <p:sp>
        <p:nvSpPr>
          <p:cNvPr id="16" name="Ellipse 15">
            <a:extLst>
              <a:ext uri="{FF2B5EF4-FFF2-40B4-BE49-F238E27FC236}">
                <a16:creationId xmlns:a16="http://schemas.microsoft.com/office/drawing/2014/main" id="{12D1ECEB-ED72-3913-C007-519BD632AFD5}"/>
              </a:ext>
            </a:extLst>
          </p:cNvPr>
          <p:cNvSpPr/>
          <p:nvPr/>
        </p:nvSpPr>
        <p:spPr>
          <a:xfrm>
            <a:off x="10030232"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Ellipse 16">
            <a:extLst>
              <a:ext uri="{FF2B5EF4-FFF2-40B4-BE49-F238E27FC236}">
                <a16:creationId xmlns:a16="http://schemas.microsoft.com/office/drawing/2014/main" id="{6D577BA6-921C-C8D2-E104-C96932B1BC48}"/>
              </a:ext>
            </a:extLst>
          </p:cNvPr>
          <p:cNvSpPr/>
          <p:nvPr/>
        </p:nvSpPr>
        <p:spPr>
          <a:xfrm>
            <a:off x="10269677"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Arc 17">
            <a:extLst>
              <a:ext uri="{FF2B5EF4-FFF2-40B4-BE49-F238E27FC236}">
                <a16:creationId xmlns:a16="http://schemas.microsoft.com/office/drawing/2014/main" id="{7F3A8BAC-1BBC-64AD-7604-F1D111E4E615}"/>
              </a:ext>
            </a:extLst>
          </p:cNvPr>
          <p:cNvSpPr/>
          <p:nvPr/>
        </p:nvSpPr>
        <p:spPr>
          <a:xfrm rot="19121045">
            <a:off x="10137558" y="2452573"/>
            <a:ext cx="181024" cy="179992"/>
          </a:xfrm>
          <a:prstGeom prst="arc">
            <a:avLst>
              <a:gd name="adj1" fmla="val 16200000"/>
              <a:gd name="adj2" fmla="val 21334920"/>
            </a:avLst>
          </a:prstGeom>
          <a:ln>
            <a:solidFill>
              <a:srgbClr val="E88B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2400"/>
          </a:p>
        </p:txBody>
      </p:sp>
      <p:cxnSp>
        <p:nvCxnSpPr>
          <p:cNvPr id="19" name="Connecteur droit 18">
            <a:extLst>
              <a:ext uri="{FF2B5EF4-FFF2-40B4-BE49-F238E27FC236}">
                <a16:creationId xmlns:a16="http://schemas.microsoft.com/office/drawing/2014/main" id="{8591DAF6-38FC-FE4C-FC9E-0587FB9CFC1A}"/>
              </a:ext>
            </a:extLst>
          </p:cNvPr>
          <p:cNvCxnSpPr>
            <a:cxnSpLocks/>
            <a:stCxn id="17" idx="6"/>
          </p:cNvCxnSpPr>
          <p:nvPr/>
        </p:nvCxnSpPr>
        <p:spPr>
          <a:xfrm flipV="1">
            <a:off x="10419181" y="2479751"/>
            <a:ext cx="537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69221986-52F5-9BA5-EE7D-8C5D142D11C2}"/>
              </a:ext>
            </a:extLst>
          </p:cNvPr>
          <p:cNvCxnSpPr>
            <a:cxnSpLocks/>
            <a:stCxn id="16" idx="2"/>
          </p:cNvCxnSpPr>
          <p:nvPr/>
        </p:nvCxnSpPr>
        <p:spPr>
          <a:xfrm flipH="1" flipV="1">
            <a:off x="9987170" y="2479751"/>
            <a:ext cx="430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sp>
        <p:nvSpPr>
          <p:cNvPr id="21" name="Ellipse 20">
            <a:extLst>
              <a:ext uri="{FF2B5EF4-FFF2-40B4-BE49-F238E27FC236}">
                <a16:creationId xmlns:a16="http://schemas.microsoft.com/office/drawing/2014/main" id="{E2F8CEBE-FAF2-210D-55BB-72E7A6B6646E}"/>
              </a:ext>
            </a:extLst>
          </p:cNvPr>
          <p:cNvSpPr/>
          <p:nvPr/>
        </p:nvSpPr>
        <p:spPr>
          <a:xfrm flipH="1">
            <a:off x="10078411" y="2479752"/>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Ellipse 21">
            <a:extLst>
              <a:ext uri="{FF2B5EF4-FFF2-40B4-BE49-F238E27FC236}">
                <a16:creationId xmlns:a16="http://schemas.microsoft.com/office/drawing/2014/main" id="{C0124595-293E-2369-339A-72CFAE8924F6}"/>
              </a:ext>
            </a:extLst>
          </p:cNvPr>
          <p:cNvSpPr/>
          <p:nvPr/>
        </p:nvSpPr>
        <p:spPr>
          <a:xfrm flipH="1">
            <a:off x="10316532" y="2479754"/>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 name="ZoneTexte 3">
            <a:extLst>
              <a:ext uri="{FF2B5EF4-FFF2-40B4-BE49-F238E27FC236}">
                <a16:creationId xmlns:a16="http://schemas.microsoft.com/office/drawing/2014/main" id="{2F43A114-F3AD-A5EB-ED1C-4ED3B4560A4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0068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7E244D-E0C1-61EC-640E-7F75F35CCFA2}"/>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EC5FC85A-418F-E1C7-7E03-E20629DEF4AF}"/>
              </a:ext>
            </a:extLst>
          </p:cNvPr>
          <p:cNvSpPr>
            <a:spLocks noGrp="1"/>
          </p:cNvSpPr>
          <p:nvPr>
            <p:ph type="dt" sz="half" idx="10"/>
          </p:nvPr>
        </p:nvSpPr>
        <p:spPr/>
        <p:txBody>
          <a:bodyPr/>
          <a:lstStyle/>
          <a:p>
            <a:pPr rtl="0"/>
            <a:r>
              <a:rPr lang="fr-FR" noProof="0"/>
              <a:t>19/11/2025</a:t>
            </a:r>
          </a:p>
        </p:txBody>
      </p:sp>
      <p:sp>
        <p:nvSpPr>
          <p:cNvPr id="6" name="Espace réservé du pied de page 5">
            <a:extLst>
              <a:ext uri="{FF2B5EF4-FFF2-40B4-BE49-F238E27FC236}">
                <a16:creationId xmlns:a16="http://schemas.microsoft.com/office/drawing/2014/main" id="{C4A2DA90-E0D1-B446-D2D0-AC03C4BF454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58E82CDD-6BE3-5811-8BF8-16D7739313D3}"/>
              </a:ext>
            </a:extLst>
          </p:cNvPr>
          <p:cNvSpPr>
            <a:spLocks noGrp="1"/>
          </p:cNvSpPr>
          <p:nvPr>
            <p:ph type="sldNum" sz="quarter" idx="12"/>
          </p:nvPr>
        </p:nvSpPr>
        <p:spPr/>
        <p:txBody>
          <a:bodyPr/>
          <a:lstStyle/>
          <a:p>
            <a:pPr rtl="0"/>
            <a:fld id="{294A09A9-5501-47C1-A89A-A340965A2BE2}" type="slidenum">
              <a:rPr lang="fr-FR" noProof="0" smtClean="0"/>
              <a:t>66</a:t>
            </a:fld>
            <a:endParaRPr lang="fr-FR" noProof="0"/>
          </a:p>
        </p:txBody>
      </p:sp>
      <p:sp>
        <p:nvSpPr>
          <p:cNvPr id="4" name="Espace réservé du texte 3">
            <a:extLst>
              <a:ext uri="{FF2B5EF4-FFF2-40B4-BE49-F238E27FC236}">
                <a16:creationId xmlns:a16="http://schemas.microsoft.com/office/drawing/2014/main" id="{E981C3E6-2902-5964-40F7-2B4A4EFBBC62}"/>
              </a:ext>
            </a:extLst>
          </p:cNvPr>
          <p:cNvSpPr>
            <a:spLocks noGrp="1"/>
          </p:cNvSpPr>
          <p:nvPr>
            <p:ph type="body" sz="quarter" idx="13"/>
          </p:nvPr>
        </p:nvSpPr>
        <p:spPr/>
        <p:txBody>
          <a:bodyPr>
            <a:normAutofit fontScale="92500"/>
          </a:bodyPr>
          <a:lstStyle/>
          <a:p>
            <a:r>
              <a:rPr lang="fr-FR" dirty="0"/>
              <a:t>Une échelle explicite par type de conséquences – Exemple d’une PME</a:t>
            </a:r>
          </a:p>
        </p:txBody>
      </p:sp>
      <p:graphicFrame>
        <p:nvGraphicFramePr>
          <p:cNvPr id="3" name="Espace réservé du contenu 2">
            <a:extLst>
              <a:ext uri="{FF2B5EF4-FFF2-40B4-BE49-F238E27FC236}">
                <a16:creationId xmlns:a16="http://schemas.microsoft.com/office/drawing/2014/main" id="{0C7432AB-C2A0-8DBF-AF40-CF155C02D03C}"/>
              </a:ext>
            </a:extLst>
          </p:cNvPr>
          <p:cNvGraphicFramePr>
            <a:graphicFrameLocks noGrp="1"/>
          </p:cNvGraphicFramePr>
          <p:nvPr>
            <p:ph idx="4294967295"/>
            <p:extLst>
              <p:ext uri="{D42A27DB-BD31-4B8C-83A1-F6EECF244321}">
                <p14:modId xmlns:p14="http://schemas.microsoft.com/office/powerpoint/2010/main" val="2181721812"/>
              </p:ext>
            </p:extLst>
          </p:nvPr>
        </p:nvGraphicFramePr>
        <p:xfrm>
          <a:off x="982091" y="1652207"/>
          <a:ext cx="10575234" cy="3810508"/>
        </p:xfrm>
        <a:graphic>
          <a:graphicData uri="http://schemas.openxmlformats.org/drawingml/2006/table">
            <a:tbl>
              <a:tblPr firstRow="1" firstCol="1" bandRow="1">
                <a:tableStyleId>{2D5ABB26-0587-4C30-8999-92F81FD0307C}</a:tableStyleId>
              </a:tblPr>
              <a:tblGrid>
                <a:gridCol w="857860">
                  <a:extLst>
                    <a:ext uri="{9D8B030D-6E8A-4147-A177-3AD203B41FA5}">
                      <a16:colId xmlns:a16="http://schemas.microsoft.com/office/drawing/2014/main" val="2012429208"/>
                    </a:ext>
                  </a:extLst>
                </a:gridCol>
                <a:gridCol w="1100148">
                  <a:extLst>
                    <a:ext uri="{9D8B030D-6E8A-4147-A177-3AD203B41FA5}">
                      <a16:colId xmlns:a16="http://schemas.microsoft.com/office/drawing/2014/main" val="1303325377"/>
                    </a:ext>
                  </a:extLst>
                </a:gridCol>
                <a:gridCol w="1480930">
                  <a:extLst>
                    <a:ext uri="{9D8B030D-6E8A-4147-A177-3AD203B41FA5}">
                      <a16:colId xmlns:a16="http://schemas.microsoft.com/office/drawing/2014/main" val="1093088585"/>
                    </a:ext>
                  </a:extLst>
                </a:gridCol>
                <a:gridCol w="1441174">
                  <a:extLst>
                    <a:ext uri="{9D8B030D-6E8A-4147-A177-3AD203B41FA5}">
                      <a16:colId xmlns:a16="http://schemas.microsoft.com/office/drawing/2014/main" val="1543653567"/>
                    </a:ext>
                  </a:extLst>
                </a:gridCol>
                <a:gridCol w="3409122">
                  <a:extLst>
                    <a:ext uri="{9D8B030D-6E8A-4147-A177-3AD203B41FA5}">
                      <a16:colId xmlns:a16="http://schemas.microsoft.com/office/drawing/2014/main" val="2810849402"/>
                    </a:ext>
                  </a:extLst>
                </a:gridCol>
                <a:gridCol w="974249">
                  <a:extLst>
                    <a:ext uri="{9D8B030D-6E8A-4147-A177-3AD203B41FA5}">
                      <a16:colId xmlns:a16="http://schemas.microsoft.com/office/drawing/2014/main" val="3193860477"/>
                    </a:ext>
                  </a:extLst>
                </a:gridCol>
                <a:gridCol w="1311751">
                  <a:extLst>
                    <a:ext uri="{9D8B030D-6E8A-4147-A177-3AD203B41FA5}">
                      <a16:colId xmlns:a16="http://schemas.microsoft.com/office/drawing/2014/main" val="3590902380"/>
                    </a:ext>
                  </a:extLst>
                </a:gridCol>
              </a:tblGrid>
              <a:tr h="311550">
                <a:tc>
                  <a:txBody>
                    <a:bodyPr/>
                    <a:lstStyle/>
                    <a:p>
                      <a:pPr algn="ctr">
                        <a:lnSpc>
                          <a:spcPct val="115000"/>
                        </a:lnSpc>
                        <a:spcAft>
                          <a:spcPts val="1000"/>
                        </a:spcAft>
                      </a:pPr>
                      <a:r>
                        <a:rPr lang="fr-FR" sz="1050" b="0" kern="100" dirty="0">
                          <a:solidFill>
                            <a:schemeClr val="bg1"/>
                          </a:solidFill>
                          <a:effectLst/>
                        </a:rPr>
                        <a:t>Gravité</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financières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fonctionnelles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l'image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juridiques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business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la vie privée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84382393"/>
                  </a:ext>
                </a:extLst>
              </a:tr>
              <a:tr h="663126">
                <a:tc>
                  <a:txBody>
                    <a:bodyPr/>
                    <a:lstStyle/>
                    <a:p>
                      <a:pPr algn="l">
                        <a:lnSpc>
                          <a:spcPct val="115000"/>
                        </a:lnSpc>
                        <a:spcAft>
                          <a:spcPts val="1000"/>
                        </a:spcAft>
                      </a:pPr>
                      <a:r>
                        <a:rPr lang="fr-FR" sz="1050" b="0" kern="100" dirty="0">
                          <a:effectLst/>
                        </a:rPr>
                        <a:t>1. Minimale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algn="ctr">
                        <a:lnSpc>
                          <a:spcPct val="115000"/>
                        </a:lnSpc>
                        <a:spcAft>
                          <a:spcPts val="1000"/>
                        </a:spcAft>
                      </a:pPr>
                      <a:r>
                        <a:rPr lang="fr-FR" sz="1050" b="0" kern="100" dirty="0">
                          <a:effectLst/>
                        </a:rPr>
                        <a:t>Aucun ou seulement quelques dizaines ou centaines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dégradation fonctionnelle avec peu de conséquence sur un processus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conséquence négligeable sur l’image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sanction interne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perte de petits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désagrément matériel, moral ou physique négligeable (ex : </a:t>
                      </a:r>
                      <a:r>
                        <a:rPr lang="fr-FR" sz="1050" b="0" i="1" kern="100" dirty="0">
                          <a:effectLst/>
                        </a:rPr>
                        <a:t>spam</a:t>
                      </a:r>
                      <a:r>
                        <a:rPr lang="fr-FR" sz="1050" b="0" kern="100" dirty="0">
                          <a:effectLst/>
                        </a:rPr>
                        <a:t>)</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464693"/>
                  </a:ext>
                </a:extLst>
              </a:tr>
              <a:tr h="663126">
                <a:tc>
                  <a:txBody>
                    <a:bodyPr/>
                    <a:lstStyle/>
                    <a:p>
                      <a:pPr algn="l">
                        <a:lnSpc>
                          <a:spcPct val="115000"/>
                        </a:lnSpc>
                        <a:spcAft>
                          <a:spcPts val="1000"/>
                        </a:spcAft>
                      </a:pPr>
                      <a:r>
                        <a:rPr lang="fr-FR" sz="1050" b="0" kern="100" dirty="0">
                          <a:effectLst/>
                        </a:rPr>
                        <a:t>2. Limitée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algn="ctr">
                        <a:lnSpc>
                          <a:spcPct val="115000"/>
                        </a:lnSpc>
                        <a:spcAft>
                          <a:spcPts val="1000"/>
                        </a:spcAft>
                      </a:pPr>
                      <a:r>
                        <a:rPr lang="fr-FR" sz="1050" b="0" kern="100" dirty="0">
                          <a:effectLst/>
                        </a:rPr>
                        <a:t>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un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Image impactée, mais de manière circonscrite et temporaire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avec des petits clients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de petits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Désagrément matériel, moral ou physique significatif, qui pourra être surmonté après quelques difficultés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6910171"/>
                  </a:ext>
                </a:extLst>
              </a:tr>
              <a:tr h="663126">
                <a:tc>
                  <a:txBody>
                    <a:bodyPr/>
                    <a:lstStyle/>
                    <a:p>
                      <a:pPr algn="l">
                        <a:lnSpc>
                          <a:spcPct val="115000"/>
                        </a:lnSpc>
                        <a:spcAft>
                          <a:spcPts val="1000"/>
                        </a:spcAft>
                      </a:pPr>
                      <a:r>
                        <a:rPr lang="fr-FR" sz="1050" b="0" kern="100" dirty="0">
                          <a:effectLst/>
                        </a:rPr>
                        <a:t>3. Importante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lnSpc>
                          <a:spcPct val="115000"/>
                        </a:lnSpc>
                        <a:spcAft>
                          <a:spcPts val="1000"/>
                        </a:spcAft>
                      </a:pPr>
                      <a:r>
                        <a:rPr lang="fr-FR" sz="1050" b="0" kern="100">
                          <a:effectLst/>
                        </a:rPr>
                        <a:t>Dizaines de milliers d’euros annuels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plusieurs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atteinte de manière publique, mais limitée dans le temps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fortes (avec des grands comptes), mention dans une affaire civile ou pénale, non-respect de la loi et de la réglementation (protection de la vie privée notamment), enquête administrative, condamnation ou amende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Perte de grands comptes (clients ou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ne sera surmontée qu’avec difficultés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756507"/>
                  </a:ext>
                </a:extLst>
              </a:tr>
              <a:tr h="528770">
                <a:tc>
                  <a:txBody>
                    <a:bodyPr/>
                    <a:lstStyle/>
                    <a:p>
                      <a:pPr algn="l">
                        <a:lnSpc>
                          <a:spcPct val="115000"/>
                        </a:lnSpc>
                        <a:spcAft>
                          <a:spcPts val="1000"/>
                        </a:spcAft>
                      </a:pPr>
                      <a:r>
                        <a:rPr lang="fr-FR" sz="1050" b="0" kern="100" dirty="0">
                          <a:solidFill>
                            <a:schemeClr val="bg1"/>
                          </a:solidFill>
                          <a:effectLst/>
                        </a:rPr>
                        <a:t>4. Maximale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lnSpc>
                          <a:spcPct val="115000"/>
                        </a:lnSpc>
                        <a:spcAft>
                          <a:spcPts val="1000"/>
                        </a:spcAft>
                      </a:pPr>
                      <a:r>
                        <a:rPr lang="fr-FR" sz="1050" b="0" kern="100" dirty="0">
                          <a:effectLst/>
                        </a:rPr>
                        <a:t>Centaines de 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Arrêt fonctionnel sur l’ensemble des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dégradée de manière profonde et durable</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Non-respect majeur de la loi et de la réglementation (protection de la vie privée notamment), condamnation pénale, pénalités contractuelles avec plusieurs acteurs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massive de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pourrait ne pas être surmontée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6110188"/>
                  </a:ext>
                </a:extLst>
              </a:tr>
            </a:tbl>
          </a:graphicData>
        </a:graphic>
      </p:graphicFrame>
      <p:sp>
        <p:nvSpPr>
          <p:cNvPr id="9" name="Organigramme : Alternative 8">
            <a:extLst>
              <a:ext uri="{FF2B5EF4-FFF2-40B4-BE49-F238E27FC236}">
                <a16:creationId xmlns:a16="http://schemas.microsoft.com/office/drawing/2014/main" id="{05522E6E-4F77-341F-37A2-884E42AB305E}"/>
              </a:ext>
            </a:extLst>
          </p:cNvPr>
          <p:cNvSpPr/>
          <p:nvPr/>
        </p:nvSpPr>
        <p:spPr>
          <a:xfrm>
            <a:off x="1003853" y="5576641"/>
            <a:ext cx="10575233" cy="61772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meilleure échelle, c’est celle qui est comprise par tous ! Elle est explicite (non ambigüe), non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recouvrante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(les niveaux ne se chevauchent pas), et elle permet d’étaler largement les événements redoutés (ils n’ont pas tous la même valeur)</a:t>
            </a:r>
          </a:p>
        </p:txBody>
      </p:sp>
      <p:sp>
        <p:nvSpPr>
          <p:cNvPr id="8" name="ZoneTexte 7">
            <a:extLst>
              <a:ext uri="{FF2B5EF4-FFF2-40B4-BE49-F238E27FC236}">
                <a16:creationId xmlns:a16="http://schemas.microsoft.com/office/drawing/2014/main" id="{A50D3E94-97C3-8397-6ED9-C41016AFB49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290465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A9A461-F920-EE39-084E-3F08318FDD8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7E18916C-3081-099F-3E67-F5460DA3810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0C9F221-2FDD-BE72-16A6-91C71D49EA35}"/>
              </a:ext>
            </a:extLst>
          </p:cNvPr>
          <p:cNvSpPr>
            <a:spLocks noGrp="1"/>
          </p:cNvSpPr>
          <p:nvPr>
            <p:ph type="sldNum" sz="quarter" idx="12"/>
          </p:nvPr>
        </p:nvSpPr>
        <p:spPr/>
        <p:txBody>
          <a:bodyPr/>
          <a:lstStyle/>
          <a:p>
            <a:pPr rtl="0"/>
            <a:fld id="{294A09A9-5501-47C1-A89A-A340965A2BE2}" type="slidenum">
              <a:rPr lang="fr-FR" noProof="0" smtClean="0"/>
              <a:t>67</a:t>
            </a:fld>
            <a:endParaRPr lang="fr-FR" noProof="0"/>
          </a:p>
        </p:txBody>
      </p:sp>
      <p:sp>
        <p:nvSpPr>
          <p:cNvPr id="4" name="Espace réservé de la date 3">
            <a:extLst>
              <a:ext uri="{FF2B5EF4-FFF2-40B4-BE49-F238E27FC236}">
                <a16:creationId xmlns:a16="http://schemas.microsoft.com/office/drawing/2014/main" id="{B65FEB79-317D-9A6B-D626-19E321EB2027}"/>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A07AAE01-E35F-0CD9-4BC3-94955E2B805C}"/>
              </a:ext>
            </a:extLst>
          </p:cNvPr>
          <p:cNvSpPr>
            <a:spLocks noGrp="1"/>
          </p:cNvSpPr>
          <p:nvPr>
            <p:ph type="body" sz="quarter" idx="13"/>
          </p:nvPr>
        </p:nvSpPr>
        <p:spPr/>
        <p:txBody>
          <a:bodyPr/>
          <a:lstStyle/>
          <a:p>
            <a:r>
              <a:rPr lang="fr-FR" dirty="0"/>
              <a:t>Analysez et estimez les principaux événements redoutés</a:t>
            </a:r>
          </a:p>
        </p:txBody>
      </p:sp>
      <p:pic>
        <p:nvPicPr>
          <p:cNvPr id="8" name="Image 7">
            <a:extLst>
              <a:ext uri="{FF2B5EF4-FFF2-40B4-BE49-F238E27FC236}">
                <a16:creationId xmlns:a16="http://schemas.microsoft.com/office/drawing/2014/main" id="{74800A92-778A-2742-8D93-2218ACD42DED}"/>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1" name="Espace réservé du contenu 10">
            <a:extLst>
              <a:ext uri="{FF2B5EF4-FFF2-40B4-BE49-F238E27FC236}">
                <a16:creationId xmlns:a16="http://schemas.microsoft.com/office/drawing/2014/main" id="{77B78416-3CB4-0470-6FD1-51B6E1990025}"/>
              </a:ext>
            </a:extLst>
          </p:cNvPr>
          <p:cNvGraphicFramePr>
            <a:graphicFrameLocks noGrp="1"/>
          </p:cNvGraphicFramePr>
          <p:nvPr>
            <p:ph idx="1"/>
            <p:extLst>
              <p:ext uri="{D42A27DB-BD31-4B8C-83A1-F6EECF244321}">
                <p14:modId xmlns:p14="http://schemas.microsoft.com/office/powerpoint/2010/main" val="3372656187"/>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bl>
          </a:graphicData>
        </a:graphic>
      </p:graphicFrame>
      <p:sp>
        <p:nvSpPr>
          <p:cNvPr id="12" name="ZoneTexte 11">
            <a:extLst>
              <a:ext uri="{FF2B5EF4-FFF2-40B4-BE49-F238E27FC236}">
                <a16:creationId xmlns:a16="http://schemas.microsoft.com/office/drawing/2014/main" id="{F5A0A741-47FD-5990-AFAE-7EEF8A5E22B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589060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2D199-8B5E-8BC7-7B33-0BC03531E8E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787F426-6C32-4259-2B51-A4AFF5798B04}"/>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E91A9933-E208-02FC-1933-18ABED3E28EA}"/>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0252D37-CC57-A306-2F7A-999009392C82}"/>
              </a:ext>
            </a:extLst>
          </p:cNvPr>
          <p:cNvSpPr>
            <a:spLocks noGrp="1"/>
          </p:cNvSpPr>
          <p:nvPr>
            <p:ph type="sldNum" sz="quarter" idx="12"/>
          </p:nvPr>
        </p:nvSpPr>
        <p:spPr/>
        <p:txBody>
          <a:bodyPr/>
          <a:lstStyle/>
          <a:p>
            <a:pPr rtl="0"/>
            <a:fld id="{294A09A9-5501-47C1-A89A-A340965A2BE2}" type="slidenum">
              <a:rPr lang="fr-FR" noProof="0" smtClean="0"/>
              <a:t>68</a:t>
            </a:fld>
            <a:endParaRPr lang="fr-FR" noProof="0"/>
          </a:p>
        </p:txBody>
      </p:sp>
      <p:sp>
        <p:nvSpPr>
          <p:cNvPr id="4" name="Espace réservé de la date 3">
            <a:extLst>
              <a:ext uri="{FF2B5EF4-FFF2-40B4-BE49-F238E27FC236}">
                <a16:creationId xmlns:a16="http://schemas.microsoft.com/office/drawing/2014/main" id="{9DB66096-2F49-41C7-1268-0D4EB55A2E31}"/>
              </a:ext>
            </a:extLst>
          </p:cNvPr>
          <p:cNvSpPr>
            <a:spLocks noGrp="1"/>
          </p:cNvSpPr>
          <p:nvPr>
            <p:ph type="dt" sz="half" idx="10"/>
          </p:nvPr>
        </p:nvSpPr>
        <p:spPr/>
        <p:txBody>
          <a:bodyPr/>
          <a:lstStyle/>
          <a:p>
            <a:pPr rtl="0"/>
            <a:r>
              <a:rPr lang="fr-FR" noProof="0"/>
              <a:t>19/11/2025</a:t>
            </a:r>
          </a:p>
        </p:txBody>
      </p:sp>
      <p:sp>
        <p:nvSpPr>
          <p:cNvPr id="7" name="Espace réservé du texte 6">
            <a:extLst>
              <a:ext uri="{FF2B5EF4-FFF2-40B4-BE49-F238E27FC236}">
                <a16:creationId xmlns:a16="http://schemas.microsoft.com/office/drawing/2014/main" id="{5BBEA085-A206-A877-ECE7-5C350BA0B8FA}"/>
              </a:ext>
            </a:extLst>
          </p:cNvPr>
          <p:cNvSpPr>
            <a:spLocks noGrp="1"/>
          </p:cNvSpPr>
          <p:nvPr>
            <p:ph type="body" sz="quarter" idx="13"/>
          </p:nvPr>
        </p:nvSpPr>
        <p:spPr/>
        <p:txBody>
          <a:bodyPr/>
          <a:lstStyle/>
          <a:p>
            <a:r>
              <a:rPr lang="fr-FR" dirty="0"/>
              <a:t>À l’issue, on a une liste hiérarchisée des événements redoutés</a:t>
            </a:r>
          </a:p>
        </p:txBody>
      </p:sp>
      <p:pic>
        <p:nvPicPr>
          <p:cNvPr id="9" name="Image 8">
            <a:extLst>
              <a:ext uri="{FF2B5EF4-FFF2-40B4-BE49-F238E27FC236}">
                <a16:creationId xmlns:a16="http://schemas.microsoft.com/office/drawing/2014/main" id="{85148A3B-5BD9-A2E1-2CE2-E7A03958F8AB}"/>
              </a:ext>
            </a:extLst>
          </p:cNvPr>
          <p:cNvPicPr>
            <a:picLocks noChangeAspect="1"/>
          </p:cNvPicPr>
          <p:nvPr/>
        </p:nvPicPr>
        <p:blipFill>
          <a:blip r:embed="rId2"/>
          <a:stretch>
            <a:fillRect/>
          </a:stretch>
        </p:blipFill>
        <p:spPr>
          <a:xfrm>
            <a:off x="11112000" y="0"/>
            <a:ext cx="1080000" cy="1080000"/>
          </a:xfrm>
          <a:prstGeom prst="rect">
            <a:avLst/>
          </a:prstGeom>
        </p:spPr>
      </p:pic>
      <p:sp>
        <p:nvSpPr>
          <p:cNvPr id="10" name="ZoneTexte 9">
            <a:extLst>
              <a:ext uri="{FF2B5EF4-FFF2-40B4-BE49-F238E27FC236}">
                <a16:creationId xmlns:a16="http://schemas.microsoft.com/office/drawing/2014/main" id="{A1FD1897-9E29-E325-BC64-469BBF067BA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graphicFrame>
        <p:nvGraphicFramePr>
          <p:cNvPr id="12" name="Espace réservé du contenu 11">
            <a:extLst>
              <a:ext uri="{FF2B5EF4-FFF2-40B4-BE49-F238E27FC236}">
                <a16:creationId xmlns:a16="http://schemas.microsoft.com/office/drawing/2014/main" id="{1B01DEE3-418C-884E-1C63-218249A83E26}"/>
              </a:ext>
            </a:extLst>
          </p:cNvPr>
          <p:cNvGraphicFramePr>
            <a:graphicFrameLocks noGrp="1"/>
          </p:cNvGraphicFramePr>
          <p:nvPr>
            <p:ph idx="1"/>
            <p:extLst>
              <p:ext uri="{D42A27DB-BD31-4B8C-83A1-F6EECF244321}">
                <p14:modId xmlns:p14="http://schemas.microsoft.com/office/powerpoint/2010/main" val="4289984482"/>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sur le patrimoine intellectuel</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Perte ou destruction des informations d’études et recherches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coûts de développement</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 patrimoine intellectuel</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des phases de tests des vaccins pendant plus d’une semaine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du savoir-faire de l’entreprise concernant le processus de fabrication des vaccins et de leurs tests qualité</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sante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6157148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B04E07-297E-FAB3-6CAA-2B875624766A}"/>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9BB27509-F0BE-128F-645A-613859774A00}"/>
              </a:ext>
            </a:extLst>
          </p:cNvPr>
          <p:cNvSpPr>
            <a:spLocks noGrp="1"/>
          </p:cNvSpPr>
          <p:nvPr>
            <p:ph idx="1"/>
          </p:nvPr>
        </p:nvSpPr>
        <p:spPr/>
        <p:txBody>
          <a:bodyPr>
            <a:normAutofit/>
          </a:bodyPr>
          <a:lstStyle/>
          <a:p>
            <a:r>
              <a:rPr lang="fr-FR" sz="2400" dirty="0"/>
              <a:t>Oui ! On peut d’ores-et-déjà déterminer des mesures complémentaires au socle</a:t>
            </a:r>
          </a:p>
          <a:p>
            <a:pPr lvl="1"/>
            <a:r>
              <a:rPr lang="fr-FR" sz="2000" dirty="0"/>
              <a:t>Agir sur les valeurs métier</a:t>
            </a:r>
          </a:p>
          <a:p>
            <a:pPr lvl="2"/>
            <a:r>
              <a:rPr lang="fr-FR" sz="1800" dirty="0"/>
              <a:t>Leur existence : écarter des données ou des activités qui engendrent les risques trop élevés</a:t>
            </a:r>
          </a:p>
          <a:p>
            <a:pPr lvl="2"/>
            <a:r>
              <a:rPr lang="fr-FR" sz="1800" dirty="0"/>
              <a:t>Leur disponibilité : haute disponibilité, sauvegardes, etc.</a:t>
            </a:r>
          </a:p>
          <a:p>
            <a:pPr lvl="2"/>
            <a:r>
              <a:rPr lang="fr-FR" sz="1800" dirty="0"/>
              <a:t>Leur intégrité : empreintes, signature, etc.</a:t>
            </a:r>
          </a:p>
          <a:p>
            <a:pPr lvl="2"/>
            <a:r>
              <a:rPr lang="fr-FR" sz="1800" dirty="0"/>
              <a:t>Leur confidentialité : classification, chiffrement, pseudonymisation, anonymisation, etc.</a:t>
            </a:r>
          </a:p>
          <a:p>
            <a:pPr lvl="1"/>
            <a:r>
              <a:rPr lang="fr-FR" sz="2000" dirty="0"/>
              <a:t>Agir sur les conséquences</a:t>
            </a:r>
          </a:p>
          <a:p>
            <a:pPr lvl="2"/>
            <a:r>
              <a:rPr lang="fr-FR" sz="1800" dirty="0"/>
              <a:t>Limiter leur ampleur : exercices, préparation de crise, etc.</a:t>
            </a:r>
          </a:p>
          <a:p>
            <a:pPr lvl="2"/>
            <a:r>
              <a:rPr lang="fr-FR" sz="1800" dirty="0"/>
              <a:t>Compenser de manière proactive : provisionner, assurance, etc.</a:t>
            </a:r>
          </a:p>
        </p:txBody>
      </p:sp>
      <p:sp>
        <p:nvSpPr>
          <p:cNvPr id="5" name="Espace réservé du pied de page 4">
            <a:extLst>
              <a:ext uri="{FF2B5EF4-FFF2-40B4-BE49-F238E27FC236}">
                <a16:creationId xmlns:a16="http://schemas.microsoft.com/office/drawing/2014/main" id="{D9908F30-3B86-45F5-F4BB-098951E053B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F687975D-1463-61E7-89FE-296789F80409}"/>
              </a:ext>
            </a:extLst>
          </p:cNvPr>
          <p:cNvSpPr>
            <a:spLocks noGrp="1"/>
          </p:cNvSpPr>
          <p:nvPr>
            <p:ph type="sldNum" sz="quarter" idx="12"/>
          </p:nvPr>
        </p:nvSpPr>
        <p:spPr/>
        <p:txBody>
          <a:bodyPr/>
          <a:lstStyle/>
          <a:p>
            <a:pPr rtl="0"/>
            <a:fld id="{294A09A9-5501-47C1-A89A-A340965A2BE2}" type="slidenum">
              <a:rPr lang="fr-FR" noProof="0" smtClean="0"/>
              <a:t>69</a:t>
            </a:fld>
            <a:endParaRPr lang="fr-FR" noProof="0"/>
          </a:p>
        </p:txBody>
      </p:sp>
      <p:sp>
        <p:nvSpPr>
          <p:cNvPr id="4" name="Espace réservé de la date 3">
            <a:extLst>
              <a:ext uri="{FF2B5EF4-FFF2-40B4-BE49-F238E27FC236}">
                <a16:creationId xmlns:a16="http://schemas.microsoft.com/office/drawing/2014/main" id="{17677A18-E504-C302-A3F4-F0021C38332B}"/>
              </a:ext>
            </a:extLst>
          </p:cNvPr>
          <p:cNvSpPr>
            <a:spLocks noGrp="1"/>
          </p:cNvSpPr>
          <p:nvPr>
            <p:ph type="dt" sz="half" idx="10"/>
          </p:nvPr>
        </p:nvSpPr>
        <p:spPr/>
        <p:txBody>
          <a:bodyPr/>
          <a:lstStyle/>
          <a:p>
            <a:pPr rtl="0"/>
            <a:r>
              <a:rPr lang="fr-FR" noProof="0"/>
              <a:t>19/11/2025</a:t>
            </a:r>
          </a:p>
        </p:txBody>
      </p:sp>
      <p:sp>
        <p:nvSpPr>
          <p:cNvPr id="10" name="Espace réservé du texte 9">
            <a:extLst>
              <a:ext uri="{FF2B5EF4-FFF2-40B4-BE49-F238E27FC236}">
                <a16:creationId xmlns:a16="http://schemas.microsoft.com/office/drawing/2014/main" id="{E35C8DF3-87E6-4E9B-0975-96DC1E099AF5}"/>
              </a:ext>
            </a:extLst>
          </p:cNvPr>
          <p:cNvSpPr>
            <a:spLocks noGrp="1"/>
          </p:cNvSpPr>
          <p:nvPr>
            <p:ph type="body" sz="quarter" idx="13"/>
          </p:nvPr>
        </p:nvSpPr>
        <p:spPr/>
        <p:txBody>
          <a:bodyPr/>
          <a:lstStyle/>
          <a:p>
            <a:r>
              <a:rPr lang="fr-FR" dirty="0"/>
              <a:t>Peut-on déterminer des mesures sur les événements redoutés ?</a:t>
            </a:r>
          </a:p>
        </p:txBody>
      </p:sp>
      <p:pic>
        <p:nvPicPr>
          <p:cNvPr id="7" name="Image 6">
            <a:extLst>
              <a:ext uri="{FF2B5EF4-FFF2-40B4-BE49-F238E27FC236}">
                <a16:creationId xmlns:a16="http://schemas.microsoft.com/office/drawing/2014/main" id="{6B03A511-9CB6-2962-7521-5C4F341A7F40}"/>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0AC193C0-4AE4-14C1-AC54-91A30EA7ACB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B500C69E-0793-6850-1072-C420F86479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932322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64AAA-7793-C7D2-C502-01E77E13A3D7}"/>
            </a:ext>
          </a:extLst>
        </p:cNvPr>
        <p:cNvGrpSpPr/>
        <p:nvPr/>
      </p:nvGrpSpPr>
      <p:grpSpPr>
        <a:xfrm>
          <a:off x="0" y="0"/>
          <a:ext cx="0" cy="0"/>
          <a:chOff x="0" y="0"/>
          <a:chExt cx="0" cy="0"/>
        </a:xfrm>
      </p:grpSpPr>
      <p:cxnSp>
        <p:nvCxnSpPr>
          <p:cNvPr id="52" name="Connecteur droit 51">
            <a:extLst>
              <a:ext uri="{FF2B5EF4-FFF2-40B4-BE49-F238E27FC236}">
                <a16:creationId xmlns:a16="http://schemas.microsoft.com/office/drawing/2014/main" id="{3F2AB99D-1E00-DE96-266E-2B3C3C6FE355}"/>
              </a:ext>
            </a:extLst>
          </p:cNvPr>
          <p:cNvCxnSpPr>
            <a:cxnSpLocks/>
            <a:stCxn id="63" idx="6"/>
            <a:endCxn id="24" idx="3"/>
          </p:cNvCxnSpPr>
          <p:nvPr/>
        </p:nvCxnSpPr>
        <p:spPr>
          <a:xfrm>
            <a:off x="4422973" y="3744174"/>
            <a:ext cx="4707745" cy="475176"/>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3" name="Connecteur droit 52">
            <a:extLst>
              <a:ext uri="{FF2B5EF4-FFF2-40B4-BE49-F238E27FC236}">
                <a16:creationId xmlns:a16="http://schemas.microsoft.com/office/drawing/2014/main" id="{358A443C-8B0C-97D8-21EA-C89332578A7B}"/>
              </a:ext>
            </a:extLst>
          </p:cNvPr>
          <p:cNvCxnSpPr>
            <a:cxnSpLocks/>
            <a:stCxn id="63" idx="6"/>
            <a:endCxn id="37" idx="2"/>
          </p:cNvCxnSpPr>
          <p:nvPr/>
        </p:nvCxnSpPr>
        <p:spPr>
          <a:xfrm>
            <a:off x="4422973" y="3744174"/>
            <a:ext cx="2996901" cy="0"/>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4" name="Connecteur droit 53">
            <a:extLst>
              <a:ext uri="{FF2B5EF4-FFF2-40B4-BE49-F238E27FC236}">
                <a16:creationId xmlns:a16="http://schemas.microsoft.com/office/drawing/2014/main" id="{10ACC59D-38A9-E7C1-F665-A0F1844A3F29}"/>
              </a:ext>
            </a:extLst>
          </p:cNvPr>
          <p:cNvCxnSpPr>
            <a:cxnSpLocks/>
            <a:stCxn id="64" idx="6"/>
            <a:endCxn id="17" idx="1"/>
          </p:cNvCxnSpPr>
          <p:nvPr/>
        </p:nvCxnSpPr>
        <p:spPr>
          <a:xfrm>
            <a:off x="2955118" y="3744174"/>
            <a:ext cx="4653353" cy="999725"/>
          </a:xfrm>
          <a:prstGeom prst="line">
            <a:avLst/>
          </a:prstGeom>
          <a:ln w="19050">
            <a:solidFill>
              <a:srgbClr val="005DA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5" name="Connecteur droit 54">
            <a:extLst>
              <a:ext uri="{FF2B5EF4-FFF2-40B4-BE49-F238E27FC236}">
                <a16:creationId xmlns:a16="http://schemas.microsoft.com/office/drawing/2014/main" id="{23755F40-D450-60F2-A4EB-41DEE025CFA9}"/>
              </a:ext>
            </a:extLst>
          </p:cNvPr>
          <p:cNvCxnSpPr>
            <a:cxnSpLocks/>
            <a:stCxn id="62" idx="6"/>
            <a:endCxn id="24" idx="1"/>
          </p:cNvCxnSpPr>
          <p:nvPr/>
        </p:nvCxnSpPr>
        <p:spPr>
          <a:xfrm flipV="1">
            <a:off x="5890824" y="3268998"/>
            <a:ext cx="3239894"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6" name="Connecteur droit 55">
            <a:extLst>
              <a:ext uri="{FF2B5EF4-FFF2-40B4-BE49-F238E27FC236}">
                <a16:creationId xmlns:a16="http://schemas.microsoft.com/office/drawing/2014/main" id="{ACDC2366-02CF-FA2E-353A-052B23DBE993}"/>
              </a:ext>
            </a:extLst>
          </p:cNvPr>
          <p:cNvCxnSpPr>
            <a:cxnSpLocks/>
            <a:stCxn id="62" idx="6"/>
            <a:endCxn id="32" idx="1"/>
          </p:cNvCxnSpPr>
          <p:nvPr/>
        </p:nvCxnSpPr>
        <p:spPr>
          <a:xfrm flipV="1">
            <a:off x="5890824" y="3268998"/>
            <a:ext cx="4769250"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7" name="Connecteur droit 56">
            <a:extLst>
              <a:ext uri="{FF2B5EF4-FFF2-40B4-BE49-F238E27FC236}">
                <a16:creationId xmlns:a16="http://schemas.microsoft.com/office/drawing/2014/main" id="{8A26F748-4A81-DE16-CFF0-C0C67F891408}"/>
              </a:ext>
            </a:extLst>
          </p:cNvPr>
          <p:cNvCxnSpPr>
            <a:cxnSpLocks/>
            <a:stCxn id="62" idx="6"/>
            <a:endCxn id="28" idx="1"/>
          </p:cNvCxnSpPr>
          <p:nvPr/>
        </p:nvCxnSpPr>
        <p:spPr>
          <a:xfrm>
            <a:off x="5890824" y="3744174"/>
            <a:ext cx="4764107" cy="999725"/>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71" name="Connecteur droit 70">
            <a:extLst>
              <a:ext uri="{FF2B5EF4-FFF2-40B4-BE49-F238E27FC236}">
                <a16:creationId xmlns:a16="http://schemas.microsoft.com/office/drawing/2014/main" id="{4296E54A-8F98-05F6-6368-39BB83734BB2}"/>
              </a:ext>
            </a:extLst>
          </p:cNvPr>
          <p:cNvCxnSpPr>
            <a:cxnSpLocks/>
            <a:stCxn id="45" idx="7"/>
            <a:endCxn id="37" idx="2"/>
          </p:cNvCxnSpPr>
          <p:nvPr/>
        </p:nvCxnSpPr>
        <p:spPr>
          <a:xfrm flipV="1">
            <a:off x="6474833" y="3744174"/>
            <a:ext cx="945041" cy="999725"/>
          </a:xfrm>
          <a:prstGeom prst="line">
            <a:avLst/>
          </a:prstGeom>
          <a:ln w="19050">
            <a:solidFill>
              <a:srgbClr val="007F3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sp>
        <p:nvSpPr>
          <p:cNvPr id="10" name="Titre 9">
            <a:extLst>
              <a:ext uri="{FF2B5EF4-FFF2-40B4-BE49-F238E27FC236}">
                <a16:creationId xmlns:a16="http://schemas.microsoft.com/office/drawing/2014/main" id="{45A16254-C3EA-0E21-DA80-AA46414AA116}"/>
              </a:ext>
            </a:extLst>
          </p:cNvPr>
          <p:cNvSpPr>
            <a:spLocks noGrp="1"/>
          </p:cNvSpPr>
          <p:nvPr>
            <p:ph type="title"/>
          </p:nvPr>
        </p:nvSpPr>
        <p:spPr/>
        <p:txBody>
          <a:bodyPr>
            <a:normAutofit fontScale="90000"/>
          </a:bodyPr>
          <a:lstStyle/>
          <a:p>
            <a:r>
              <a:rPr lang="fr-FR" dirty="0">
                <a:latin typeface="+mj-lt"/>
              </a:rPr>
              <a:t>Outil 07 – Analyser les sources de risques</a:t>
            </a:r>
            <a:br>
              <a:rPr lang="fr-FR" dirty="0">
                <a:latin typeface="+mj-lt"/>
              </a:rPr>
            </a:br>
            <a:r>
              <a:rPr lang="fr-FR" sz="2800" dirty="0">
                <a:latin typeface="+mj-lt"/>
              </a:rPr>
              <a:t>À quels attaquants est-on exposé ?</a:t>
            </a:r>
            <a:endParaRPr lang="fr-FR" dirty="0">
              <a:latin typeface="+mj-lt"/>
            </a:endParaRPr>
          </a:p>
        </p:txBody>
      </p:sp>
      <p:sp>
        <p:nvSpPr>
          <p:cNvPr id="2" name="Espace réservé du contenu 10">
            <a:extLst>
              <a:ext uri="{FF2B5EF4-FFF2-40B4-BE49-F238E27FC236}">
                <a16:creationId xmlns:a16="http://schemas.microsoft.com/office/drawing/2014/main" id="{F1D02084-D140-40D5-CB29-98DB69048DCB}"/>
              </a:ext>
            </a:extLst>
          </p:cNvPr>
          <p:cNvSpPr>
            <a:spLocks noGrp="1"/>
          </p:cNvSpPr>
          <p:nvPr>
            <p:ph sz="half" idx="1"/>
          </p:nvPr>
        </p:nvSpPr>
        <p:spPr>
          <a:xfrm>
            <a:off x="1371600" y="2246501"/>
            <a:ext cx="4447786" cy="3581401"/>
          </a:xfrm>
        </p:spPr>
        <p:txBody>
          <a:bodyPr>
            <a:normAutofit/>
          </a:bodyPr>
          <a:lstStyle/>
          <a:p>
            <a:pPr marL="0" indent="0" algn="ctr">
              <a:buNone/>
            </a:pPr>
            <a:r>
              <a:rPr lang="fr-FR" b="1" dirty="0">
                <a:latin typeface="+mj-lt"/>
              </a:rPr>
              <a:t>Quelles sources de risques considérer ?</a:t>
            </a:r>
            <a:endParaRPr lang="fr-FR" dirty="0">
              <a:latin typeface="+mj-lt"/>
            </a:endParaRPr>
          </a:p>
        </p:txBody>
      </p:sp>
      <p:sp>
        <p:nvSpPr>
          <p:cNvPr id="4" name="Espace réservé du contenu 11">
            <a:extLst>
              <a:ext uri="{FF2B5EF4-FFF2-40B4-BE49-F238E27FC236}">
                <a16:creationId xmlns:a16="http://schemas.microsoft.com/office/drawing/2014/main" id="{D721E834-507A-8142-6FDD-0627737817AE}"/>
              </a:ext>
            </a:extLst>
          </p:cNvPr>
          <p:cNvSpPr>
            <a:spLocks noGrp="1"/>
          </p:cNvSpPr>
          <p:nvPr>
            <p:ph sz="half" idx="2"/>
          </p:nvPr>
        </p:nvSpPr>
        <p:spPr>
          <a:xfrm>
            <a:off x="7390106" y="2246501"/>
            <a:ext cx="4447786" cy="3581401"/>
          </a:xfrm>
        </p:spPr>
        <p:txBody>
          <a:bodyPr>
            <a:normAutofit/>
          </a:bodyPr>
          <a:lstStyle/>
          <a:p>
            <a:pPr marL="0" indent="0" algn="ctr">
              <a:buNone/>
            </a:pPr>
            <a:r>
              <a:rPr lang="fr-FR" b="1" dirty="0">
                <a:latin typeface="+mj-lt"/>
              </a:rPr>
              <a:t>Quels sont leurs objectifs ?</a:t>
            </a:r>
            <a:endParaRPr lang="fr-FR" dirty="0">
              <a:latin typeface="+mj-lt"/>
            </a:endParaRPr>
          </a:p>
        </p:txBody>
      </p:sp>
      <p:sp>
        <p:nvSpPr>
          <p:cNvPr id="7" name="Espace réservé de la date 6">
            <a:extLst>
              <a:ext uri="{FF2B5EF4-FFF2-40B4-BE49-F238E27FC236}">
                <a16:creationId xmlns:a16="http://schemas.microsoft.com/office/drawing/2014/main" id="{329E6084-0797-63B5-3B59-EA01FB0FE1A4}"/>
              </a:ext>
            </a:extLst>
          </p:cNvPr>
          <p:cNvSpPr>
            <a:spLocks noGrp="1"/>
          </p:cNvSpPr>
          <p:nvPr>
            <p:ph type="dt" sz="half" idx="10"/>
          </p:nvPr>
        </p:nvSpPr>
        <p:spPr/>
        <p:txBody>
          <a:bodyPr/>
          <a:lstStyle/>
          <a:p>
            <a:pPr rtl="0"/>
            <a:r>
              <a:rPr lang="fr-FR" noProof="0">
                <a:latin typeface="+mj-lt"/>
              </a:rPr>
              <a:t>19/11/2025</a:t>
            </a:r>
          </a:p>
        </p:txBody>
      </p:sp>
      <p:sp>
        <p:nvSpPr>
          <p:cNvPr id="8" name="Espace réservé du pied de page 7">
            <a:extLst>
              <a:ext uri="{FF2B5EF4-FFF2-40B4-BE49-F238E27FC236}">
                <a16:creationId xmlns:a16="http://schemas.microsoft.com/office/drawing/2014/main" id="{F19EDEB3-B233-9BAF-9B64-75771A9E7174}"/>
              </a:ext>
            </a:extLst>
          </p:cNvPr>
          <p:cNvSpPr>
            <a:spLocks noGrp="1"/>
          </p:cNvSpPr>
          <p:nvPr>
            <p:ph type="ftr" sz="quarter" idx="11"/>
          </p:nvPr>
        </p:nvSpPr>
        <p:spPr/>
        <p:txBody>
          <a:bodyPr/>
          <a:lstStyle/>
          <a:p>
            <a:pPr rtl="0"/>
            <a:r>
              <a:rPr lang="fr-FR" noProof="0">
                <a:latin typeface="+mj-lt"/>
              </a:rPr>
              <a:t>EBIOS Risk Manager - Formation</a:t>
            </a:r>
          </a:p>
        </p:txBody>
      </p:sp>
      <p:sp>
        <p:nvSpPr>
          <p:cNvPr id="9" name="Espace réservé du numéro de diapositive 8">
            <a:extLst>
              <a:ext uri="{FF2B5EF4-FFF2-40B4-BE49-F238E27FC236}">
                <a16:creationId xmlns:a16="http://schemas.microsoft.com/office/drawing/2014/main" id="{9E8976C1-ACC9-E981-C550-9AFEEA529859}"/>
              </a:ext>
            </a:extLst>
          </p:cNvPr>
          <p:cNvSpPr>
            <a:spLocks noGrp="1"/>
          </p:cNvSpPr>
          <p:nvPr>
            <p:ph type="sldNum" sz="quarter" idx="12"/>
          </p:nvPr>
        </p:nvSpPr>
        <p:spPr/>
        <p:txBody>
          <a:bodyPr/>
          <a:lstStyle/>
          <a:p>
            <a:pPr rtl="0"/>
            <a:fld id="{294A09A9-5501-47C1-A89A-A340965A2BE2}" type="slidenum">
              <a:rPr lang="fr-FR" noProof="0" smtClean="0">
                <a:latin typeface="+mj-lt"/>
              </a:rPr>
              <a:t>70</a:t>
            </a:fld>
            <a:endParaRPr lang="fr-FR" noProof="0">
              <a:latin typeface="+mj-lt"/>
            </a:endParaRPr>
          </a:p>
        </p:txBody>
      </p:sp>
      <p:grpSp>
        <p:nvGrpSpPr>
          <p:cNvPr id="23" name="Groupe 22">
            <a:extLst>
              <a:ext uri="{FF2B5EF4-FFF2-40B4-BE49-F238E27FC236}">
                <a16:creationId xmlns:a16="http://schemas.microsoft.com/office/drawing/2014/main" id="{3FDEEDD9-24E0-8C79-A4B1-3C7BB6C33534}"/>
              </a:ext>
            </a:extLst>
          </p:cNvPr>
          <p:cNvGrpSpPr/>
          <p:nvPr/>
        </p:nvGrpSpPr>
        <p:grpSpPr>
          <a:xfrm>
            <a:off x="8933894" y="3072174"/>
            <a:ext cx="1344000" cy="1344000"/>
            <a:chOff x="2474434" y="3226657"/>
            <a:chExt cx="1008000" cy="1008000"/>
          </a:xfrm>
        </p:grpSpPr>
        <p:sp>
          <p:nvSpPr>
            <p:cNvPr id="24" name="Ellipse 23">
              <a:extLst>
                <a:ext uri="{FF2B5EF4-FFF2-40B4-BE49-F238E27FC236}">
                  <a16:creationId xmlns:a16="http://schemas.microsoft.com/office/drawing/2014/main" id="{0A25221F-EF02-9D54-D688-0CB38E4FA365}"/>
                </a:ext>
              </a:extLst>
            </p:cNvPr>
            <p:cNvSpPr>
              <a:spLocks noChangeAspect="1"/>
            </p:cNvSpPr>
            <p:nvPr/>
          </p:nvSpPr>
          <p:spPr>
            <a:xfrm>
              <a:off x="2474434"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5" name="Image 50">
              <a:extLst>
                <a:ext uri="{FF2B5EF4-FFF2-40B4-BE49-F238E27FC236}">
                  <a16:creationId xmlns:a16="http://schemas.microsoft.com/office/drawing/2014/main" id="{47E5FD18-8470-3903-0122-ECAF49F0EC63}"/>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38675" y="3397072"/>
              <a:ext cx="479518" cy="480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ZoneTexte 14">
              <a:extLst>
                <a:ext uri="{FF2B5EF4-FFF2-40B4-BE49-F238E27FC236}">
                  <a16:creationId xmlns:a16="http://schemas.microsoft.com/office/drawing/2014/main" id="{760C47D2-7110-B05F-8947-323577F5012B}"/>
                </a:ext>
              </a:extLst>
            </p:cNvPr>
            <p:cNvSpPr txBox="1">
              <a:spLocks noChangeArrowheads="1"/>
            </p:cNvSpPr>
            <p:nvPr/>
          </p:nvSpPr>
          <p:spPr bwMode="auto">
            <a:xfrm>
              <a:off x="2477385" y="3907631"/>
              <a:ext cx="100209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Espionnage</a:t>
              </a:r>
              <a:endParaRPr lang="fr-FR" altLang="fr-FR" sz="1067" b="1" dirty="0">
                <a:solidFill>
                  <a:srgbClr val="252525"/>
                </a:solidFill>
                <a:latin typeface="+mj-lt"/>
                <a:cs typeface="Segoe UI" panose="020B0502040204020203" pitchFamily="34" charset="0"/>
              </a:endParaRPr>
            </a:p>
          </p:txBody>
        </p:sp>
      </p:grpSp>
      <p:grpSp>
        <p:nvGrpSpPr>
          <p:cNvPr id="27" name="Groupe 26">
            <a:extLst>
              <a:ext uri="{FF2B5EF4-FFF2-40B4-BE49-F238E27FC236}">
                <a16:creationId xmlns:a16="http://schemas.microsoft.com/office/drawing/2014/main" id="{ABE7181E-E6B6-A3AF-B8E6-646F1D24F37C}"/>
              </a:ext>
            </a:extLst>
          </p:cNvPr>
          <p:cNvGrpSpPr/>
          <p:nvPr/>
        </p:nvGrpSpPr>
        <p:grpSpPr>
          <a:xfrm>
            <a:off x="10447914" y="4547075"/>
            <a:ext cx="1364388" cy="1344000"/>
            <a:chOff x="3491530" y="3686807"/>
            <a:chExt cx="1023291" cy="1008000"/>
          </a:xfrm>
        </p:grpSpPr>
        <p:sp>
          <p:nvSpPr>
            <p:cNvPr id="28" name="Ellipse 27">
              <a:extLst>
                <a:ext uri="{FF2B5EF4-FFF2-40B4-BE49-F238E27FC236}">
                  <a16:creationId xmlns:a16="http://schemas.microsoft.com/office/drawing/2014/main" id="{29F9250F-EAF3-CA35-261D-68640A254EE0}"/>
                </a:ext>
              </a:extLst>
            </p:cNvPr>
            <p:cNvSpPr>
              <a:spLocks noChangeAspect="1"/>
            </p:cNvSpPr>
            <p:nvPr/>
          </p:nvSpPr>
          <p:spPr>
            <a:xfrm>
              <a:off x="3499175"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9" name="Image 41">
              <a:extLst>
                <a:ext uri="{FF2B5EF4-FFF2-40B4-BE49-F238E27FC236}">
                  <a16:creationId xmlns:a16="http://schemas.microsoft.com/office/drawing/2014/main" id="{12F1D2F6-7738-446E-16C6-9DA621C734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65761" y="3753716"/>
              <a:ext cx="474828" cy="475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 name="ZoneTexte 14">
              <a:extLst>
                <a:ext uri="{FF2B5EF4-FFF2-40B4-BE49-F238E27FC236}">
                  <a16:creationId xmlns:a16="http://schemas.microsoft.com/office/drawing/2014/main" id="{923D255B-1AE3-B903-B0E7-50477997504E}"/>
                </a:ext>
              </a:extLst>
            </p:cNvPr>
            <p:cNvSpPr txBox="1">
              <a:spLocks noChangeArrowheads="1"/>
            </p:cNvSpPr>
            <p:nvPr/>
          </p:nvSpPr>
          <p:spPr bwMode="auto">
            <a:xfrm>
              <a:off x="3491530" y="4241900"/>
              <a:ext cx="102329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Pré-</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positionnement</a:t>
              </a:r>
              <a:endParaRPr lang="fr-FR" altLang="fr-FR" sz="1067" b="1" dirty="0">
                <a:solidFill>
                  <a:srgbClr val="252525"/>
                </a:solidFill>
                <a:latin typeface="+mj-lt"/>
                <a:cs typeface="Segoe UI" panose="020B0502040204020203" pitchFamily="34" charset="0"/>
              </a:endParaRPr>
            </a:p>
          </p:txBody>
        </p:sp>
      </p:grpSp>
      <p:grpSp>
        <p:nvGrpSpPr>
          <p:cNvPr id="31" name="Groupe 30">
            <a:extLst>
              <a:ext uri="{FF2B5EF4-FFF2-40B4-BE49-F238E27FC236}">
                <a16:creationId xmlns:a16="http://schemas.microsoft.com/office/drawing/2014/main" id="{63F4DE1C-32A4-904E-CD86-E7B25F5FEA3B}"/>
              </a:ext>
            </a:extLst>
          </p:cNvPr>
          <p:cNvGrpSpPr/>
          <p:nvPr/>
        </p:nvGrpSpPr>
        <p:grpSpPr>
          <a:xfrm>
            <a:off x="10458198" y="3072174"/>
            <a:ext cx="1354104" cy="1344000"/>
            <a:chOff x="4739787" y="3226657"/>
            <a:chExt cx="1015578" cy="1008000"/>
          </a:xfrm>
        </p:grpSpPr>
        <p:sp>
          <p:nvSpPr>
            <p:cNvPr id="32" name="Ellipse 31">
              <a:extLst>
                <a:ext uri="{FF2B5EF4-FFF2-40B4-BE49-F238E27FC236}">
                  <a16:creationId xmlns:a16="http://schemas.microsoft.com/office/drawing/2014/main" id="{E0A8FC14-61BF-F393-FE6B-6E4969C7BA6A}"/>
                </a:ext>
              </a:extLst>
            </p:cNvPr>
            <p:cNvSpPr>
              <a:spLocks noChangeAspect="1"/>
            </p:cNvSpPr>
            <p:nvPr/>
          </p:nvSpPr>
          <p:spPr>
            <a:xfrm>
              <a:off x="4743576"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3" name="Image 42">
              <a:extLst>
                <a:ext uri="{FF2B5EF4-FFF2-40B4-BE49-F238E27FC236}">
                  <a16:creationId xmlns:a16="http://schemas.microsoft.com/office/drawing/2014/main" id="{C6830D85-71FB-E3C9-A35A-FB60BD5034C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25594" y="3350717"/>
              <a:ext cx="443966" cy="4439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ZoneTexte 14">
              <a:extLst>
                <a:ext uri="{FF2B5EF4-FFF2-40B4-BE49-F238E27FC236}">
                  <a16:creationId xmlns:a16="http://schemas.microsoft.com/office/drawing/2014/main" id="{56EB7A05-07F7-E9BE-BBB4-E2B958AE87A6}"/>
                </a:ext>
              </a:extLst>
            </p:cNvPr>
            <p:cNvSpPr txBox="1">
              <a:spLocks noChangeArrowheads="1"/>
            </p:cNvSpPr>
            <p:nvPr/>
          </p:nvSpPr>
          <p:spPr bwMode="auto">
            <a:xfrm>
              <a:off x="4739787" y="3817772"/>
              <a:ext cx="10155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Influence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déstabilisation</a:t>
              </a:r>
              <a:endParaRPr lang="fr-FR" altLang="fr-FR" sz="1067" b="1" dirty="0">
                <a:solidFill>
                  <a:srgbClr val="252525"/>
                </a:solidFill>
                <a:latin typeface="+mj-lt"/>
                <a:cs typeface="Segoe UI" panose="020B0502040204020203" pitchFamily="34" charset="0"/>
              </a:endParaRPr>
            </a:p>
          </p:txBody>
        </p:sp>
      </p:grpSp>
      <p:grpSp>
        <p:nvGrpSpPr>
          <p:cNvPr id="76" name="Groupe 75">
            <a:extLst>
              <a:ext uri="{FF2B5EF4-FFF2-40B4-BE49-F238E27FC236}">
                <a16:creationId xmlns:a16="http://schemas.microsoft.com/office/drawing/2014/main" id="{16D1BEBE-B573-A836-85AD-5E3A124D6DFB}"/>
              </a:ext>
            </a:extLst>
          </p:cNvPr>
          <p:cNvGrpSpPr/>
          <p:nvPr/>
        </p:nvGrpSpPr>
        <p:grpSpPr>
          <a:xfrm>
            <a:off x="7404411" y="4547075"/>
            <a:ext cx="1359463" cy="1344000"/>
            <a:chOff x="7466251" y="4962935"/>
            <a:chExt cx="1359463" cy="1344000"/>
          </a:xfrm>
        </p:grpSpPr>
        <p:sp>
          <p:nvSpPr>
            <p:cNvPr id="17" name="Ellipse 16">
              <a:extLst>
                <a:ext uri="{FF2B5EF4-FFF2-40B4-BE49-F238E27FC236}">
                  <a16:creationId xmlns:a16="http://schemas.microsoft.com/office/drawing/2014/main" id="{B38948AB-1441-DA39-63F6-CEBA0AAE04E7}"/>
                </a:ext>
              </a:extLst>
            </p:cNvPr>
            <p:cNvSpPr>
              <a:spLocks noChangeAspect="1"/>
            </p:cNvSpPr>
            <p:nvPr/>
          </p:nvSpPr>
          <p:spPr>
            <a:xfrm>
              <a:off x="7473487" y="4962935"/>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8" name="Image 43">
              <a:extLst>
                <a:ext uri="{FF2B5EF4-FFF2-40B4-BE49-F238E27FC236}">
                  <a16:creationId xmlns:a16="http://schemas.microsoft.com/office/drawing/2014/main" id="{6F80A4CD-47F4-74A8-3F32-1056921AEF2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91682" y="5122494"/>
              <a:ext cx="507611" cy="50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ZoneTexte 14">
              <a:extLst>
                <a:ext uri="{FF2B5EF4-FFF2-40B4-BE49-F238E27FC236}">
                  <a16:creationId xmlns:a16="http://schemas.microsoft.com/office/drawing/2014/main" id="{465E1BD0-C5FF-4134-81CE-581ADB7CA868}"/>
                </a:ext>
              </a:extLst>
            </p:cNvPr>
            <p:cNvSpPr txBox="1">
              <a:spLocks noChangeArrowheads="1"/>
            </p:cNvSpPr>
            <p:nvPr/>
          </p:nvSpPr>
          <p:spPr bwMode="auto">
            <a:xfrm>
              <a:off x="7466251" y="5683558"/>
              <a:ext cx="1359463" cy="410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Entrave au</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fonctionnement</a:t>
              </a:r>
              <a:endParaRPr lang="fr-FR" altLang="fr-FR" sz="1067" b="1" dirty="0">
                <a:solidFill>
                  <a:srgbClr val="252525"/>
                </a:solidFill>
                <a:latin typeface="+mj-lt"/>
                <a:cs typeface="Segoe UI" panose="020B0502040204020203" pitchFamily="34" charset="0"/>
              </a:endParaRPr>
            </a:p>
          </p:txBody>
        </p:sp>
      </p:grpSp>
      <p:grpSp>
        <p:nvGrpSpPr>
          <p:cNvPr id="36" name="Groupe 35">
            <a:extLst>
              <a:ext uri="{FF2B5EF4-FFF2-40B4-BE49-F238E27FC236}">
                <a16:creationId xmlns:a16="http://schemas.microsoft.com/office/drawing/2014/main" id="{5762E01A-FDDC-D54A-AF20-28C09972953D}"/>
              </a:ext>
            </a:extLst>
          </p:cNvPr>
          <p:cNvGrpSpPr/>
          <p:nvPr/>
        </p:nvGrpSpPr>
        <p:grpSpPr>
          <a:xfrm>
            <a:off x="7419874" y="3072174"/>
            <a:ext cx="1344000" cy="1344000"/>
            <a:chOff x="6798662" y="3226657"/>
            <a:chExt cx="1008000" cy="1008000"/>
          </a:xfrm>
        </p:grpSpPr>
        <p:sp>
          <p:nvSpPr>
            <p:cNvPr id="37" name="Ellipse 36">
              <a:extLst>
                <a:ext uri="{FF2B5EF4-FFF2-40B4-BE49-F238E27FC236}">
                  <a16:creationId xmlns:a16="http://schemas.microsoft.com/office/drawing/2014/main" id="{3B9C11AF-AA73-7F2D-C358-553E4398F985}"/>
                </a:ext>
              </a:extLst>
            </p:cNvPr>
            <p:cNvSpPr>
              <a:spLocks noChangeAspect="1"/>
            </p:cNvSpPr>
            <p:nvPr/>
          </p:nvSpPr>
          <p:spPr>
            <a:xfrm>
              <a:off x="6798662"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8" name="Image 40">
              <a:extLst>
                <a:ext uri="{FF2B5EF4-FFF2-40B4-BE49-F238E27FC236}">
                  <a16:creationId xmlns:a16="http://schemas.microsoft.com/office/drawing/2014/main" id="{D555A39F-0FF9-D0E4-5BF1-C9CB5214A1F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06361" y="3441059"/>
              <a:ext cx="392602" cy="3926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 name="ZoneTexte 14">
              <a:extLst>
                <a:ext uri="{FF2B5EF4-FFF2-40B4-BE49-F238E27FC236}">
                  <a16:creationId xmlns:a16="http://schemas.microsoft.com/office/drawing/2014/main" id="{FF01E857-15BD-18CF-C4D4-6E43587D900D}"/>
                </a:ext>
              </a:extLst>
            </p:cNvPr>
            <p:cNvSpPr txBox="1">
              <a:spLocks noChangeArrowheads="1"/>
            </p:cNvSpPr>
            <p:nvPr/>
          </p:nvSpPr>
          <p:spPr bwMode="auto">
            <a:xfrm>
              <a:off x="6804018" y="3877648"/>
              <a:ext cx="99728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Lucratif</a:t>
              </a:r>
              <a:endParaRPr lang="fr-FR" altLang="fr-FR" sz="1067" b="1" dirty="0">
                <a:solidFill>
                  <a:srgbClr val="252525"/>
                </a:solidFill>
                <a:latin typeface="+mj-lt"/>
                <a:cs typeface="Segoe UI" panose="020B0502040204020203" pitchFamily="34" charset="0"/>
              </a:endParaRPr>
            </a:p>
          </p:txBody>
        </p:sp>
      </p:grpSp>
      <p:grpSp>
        <p:nvGrpSpPr>
          <p:cNvPr id="44" name="Groupe 43">
            <a:extLst>
              <a:ext uri="{FF2B5EF4-FFF2-40B4-BE49-F238E27FC236}">
                <a16:creationId xmlns:a16="http://schemas.microsoft.com/office/drawing/2014/main" id="{B1A78B31-1F11-F4FF-D3B6-98BA54E95C9E}"/>
              </a:ext>
            </a:extLst>
          </p:cNvPr>
          <p:cNvGrpSpPr/>
          <p:nvPr/>
        </p:nvGrpSpPr>
        <p:grpSpPr>
          <a:xfrm>
            <a:off x="5290045" y="4547075"/>
            <a:ext cx="1419225" cy="1344000"/>
            <a:chOff x="6547435" y="2064484"/>
            <a:chExt cx="1064419" cy="1008000"/>
          </a:xfrm>
        </p:grpSpPr>
        <p:sp>
          <p:nvSpPr>
            <p:cNvPr id="45" name="Ellipse 44">
              <a:extLst>
                <a:ext uri="{FF2B5EF4-FFF2-40B4-BE49-F238E27FC236}">
                  <a16:creationId xmlns:a16="http://schemas.microsoft.com/office/drawing/2014/main" id="{EDBB3EF3-FD8D-6F72-B597-1126648A6C4F}"/>
                </a:ext>
              </a:extLst>
            </p:cNvPr>
            <p:cNvSpPr>
              <a:spLocks noChangeAspect="1"/>
            </p:cNvSpPr>
            <p:nvPr/>
          </p:nvSpPr>
          <p:spPr>
            <a:xfrm>
              <a:off x="6575644"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46" name="Image 51">
              <a:extLst>
                <a:ext uri="{FF2B5EF4-FFF2-40B4-BE49-F238E27FC236}">
                  <a16:creationId xmlns:a16="http://schemas.microsoft.com/office/drawing/2014/main" id="{31A58DAD-231D-2B9E-C565-41E0D7C3FFAB}"/>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828417" y="2266903"/>
              <a:ext cx="502454" cy="501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ZoneTexte 14">
              <a:extLst>
                <a:ext uri="{FF2B5EF4-FFF2-40B4-BE49-F238E27FC236}">
                  <a16:creationId xmlns:a16="http://schemas.microsoft.com/office/drawing/2014/main" id="{02DB5D6A-F558-E414-B73E-AB194B1CD58C}"/>
                </a:ext>
              </a:extLst>
            </p:cNvPr>
            <p:cNvSpPr txBox="1">
              <a:spLocks noChangeArrowheads="1"/>
            </p:cNvSpPr>
            <p:nvPr/>
          </p:nvSpPr>
          <p:spPr bwMode="auto">
            <a:xfrm>
              <a:off x="6547435" y="2819400"/>
              <a:ext cx="106441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Vengeur</a:t>
              </a:r>
              <a:endParaRPr lang="fr-FR" altLang="fr-FR" sz="1067" b="1" dirty="0">
                <a:solidFill>
                  <a:srgbClr val="252525"/>
                </a:solidFill>
                <a:latin typeface="+mj-lt"/>
                <a:cs typeface="Segoe UI" panose="020B0502040204020203" pitchFamily="34" charset="0"/>
              </a:endParaRPr>
            </a:p>
          </p:txBody>
        </p:sp>
      </p:grpSp>
      <p:grpSp>
        <p:nvGrpSpPr>
          <p:cNvPr id="48" name="Groupe 47">
            <a:extLst>
              <a:ext uri="{FF2B5EF4-FFF2-40B4-BE49-F238E27FC236}">
                <a16:creationId xmlns:a16="http://schemas.microsoft.com/office/drawing/2014/main" id="{452791DB-80A1-297D-FE94-B9587081F683}"/>
              </a:ext>
            </a:extLst>
          </p:cNvPr>
          <p:cNvGrpSpPr/>
          <p:nvPr/>
        </p:nvGrpSpPr>
        <p:grpSpPr>
          <a:xfrm>
            <a:off x="8933894" y="4547075"/>
            <a:ext cx="1344000" cy="1344000"/>
            <a:chOff x="7730758" y="3686807"/>
            <a:chExt cx="1008000" cy="1008000"/>
          </a:xfrm>
        </p:grpSpPr>
        <p:sp>
          <p:nvSpPr>
            <p:cNvPr id="49" name="Ellipse 48">
              <a:extLst>
                <a:ext uri="{FF2B5EF4-FFF2-40B4-BE49-F238E27FC236}">
                  <a16:creationId xmlns:a16="http://schemas.microsoft.com/office/drawing/2014/main" id="{FE04DE6B-DA4B-85E8-4678-66609F86E81F}"/>
                </a:ext>
              </a:extLst>
            </p:cNvPr>
            <p:cNvSpPr>
              <a:spLocks noChangeAspect="1"/>
            </p:cNvSpPr>
            <p:nvPr/>
          </p:nvSpPr>
          <p:spPr>
            <a:xfrm>
              <a:off x="7730758"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50" name="Image 49">
              <a:extLst>
                <a:ext uri="{FF2B5EF4-FFF2-40B4-BE49-F238E27FC236}">
                  <a16:creationId xmlns:a16="http://schemas.microsoft.com/office/drawing/2014/main" id="{E1F08D1E-1842-F082-7899-151CAD468F78}"/>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64486" y="3796904"/>
              <a:ext cx="540544" cy="540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 name="ZoneTexte 14">
              <a:extLst>
                <a:ext uri="{FF2B5EF4-FFF2-40B4-BE49-F238E27FC236}">
                  <a16:creationId xmlns:a16="http://schemas.microsoft.com/office/drawing/2014/main" id="{AF73262B-C825-CBE3-0B34-311824AB5A1B}"/>
                </a:ext>
              </a:extLst>
            </p:cNvPr>
            <p:cNvSpPr txBox="1">
              <a:spLocks noChangeArrowheads="1"/>
            </p:cNvSpPr>
            <p:nvPr/>
          </p:nvSpPr>
          <p:spPr bwMode="auto">
            <a:xfrm>
              <a:off x="7736575" y="4278644"/>
              <a:ext cx="996367"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Amusement</a:t>
              </a:r>
              <a:endParaRPr lang="fr-FR" altLang="fr-FR" sz="1067" b="1" dirty="0">
                <a:solidFill>
                  <a:srgbClr val="252525"/>
                </a:solidFill>
                <a:latin typeface="+mj-lt"/>
                <a:cs typeface="Segoe UI" panose="020B0502040204020203" pitchFamily="34" charset="0"/>
              </a:endParaRPr>
            </a:p>
          </p:txBody>
        </p:sp>
      </p:grpSp>
      <p:grpSp>
        <p:nvGrpSpPr>
          <p:cNvPr id="58" name="Groupe 57">
            <a:extLst>
              <a:ext uri="{FF2B5EF4-FFF2-40B4-BE49-F238E27FC236}">
                <a16:creationId xmlns:a16="http://schemas.microsoft.com/office/drawing/2014/main" id="{40196142-6D06-5B06-BA1D-37F69DBF5A9E}"/>
              </a:ext>
            </a:extLst>
          </p:cNvPr>
          <p:cNvGrpSpPr/>
          <p:nvPr/>
        </p:nvGrpSpPr>
        <p:grpSpPr>
          <a:xfrm>
            <a:off x="2312190" y="4547075"/>
            <a:ext cx="1418237" cy="1344000"/>
            <a:chOff x="3296102" y="2064484"/>
            <a:chExt cx="1063678" cy="1008000"/>
          </a:xfrm>
        </p:grpSpPr>
        <p:sp>
          <p:nvSpPr>
            <p:cNvPr id="59" name="Ellipse 58">
              <a:extLst>
                <a:ext uri="{FF2B5EF4-FFF2-40B4-BE49-F238E27FC236}">
                  <a16:creationId xmlns:a16="http://schemas.microsoft.com/office/drawing/2014/main" id="{061F746E-4876-4BCF-ECF6-7186C9BFA919}"/>
                </a:ext>
              </a:extLst>
            </p:cNvPr>
            <p:cNvSpPr>
              <a:spLocks noChangeAspect="1"/>
            </p:cNvSpPr>
            <p:nvPr/>
          </p:nvSpPr>
          <p:spPr>
            <a:xfrm>
              <a:off x="332394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0" name="Image 46">
              <a:extLst>
                <a:ext uri="{FF2B5EF4-FFF2-40B4-BE49-F238E27FC236}">
                  <a16:creationId xmlns:a16="http://schemas.microsoft.com/office/drawing/2014/main" id="{C04E6DA5-4354-967D-F75D-F33B1623C3D7}"/>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3558265" y="2239566"/>
              <a:ext cx="539353" cy="5393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ZoneTexte 14">
              <a:extLst>
                <a:ext uri="{FF2B5EF4-FFF2-40B4-BE49-F238E27FC236}">
                  <a16:creationId xmlns:a16="http://schemas.microsoft.com/office/drawing/2014/main" id="{7C670F92-57B8-0337-BA99-4C653A4A4E19}"/>
                </a:ext>
              </a:extLst>
            </p:cNvPr>
            <p:cNvSpPr txBox="1">
              <a:spLocks noChangeArrowheads="1"/>
            </p:cNvSpPr>
            <p:nvPr/>
          </p:nvSpPr>
          <p:spPr bwMode="auto">
            <a:xfrm>
              <a:off x="3296102" y="2819400"/>
              <a:ext cx="1063678" cy="153888"/>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Amateur</a:t>
              </a:r>
              <a:endParaRPr lang="fr-FR" altLang="fr-FR" sz="1067" b="1" dirty="0">
                <a:solidFill>
                  <a:srgbClr val="252525"/>
                </a:solidFill>
                <a:latin typeface="+mj-lt"/>
                <a:cs typeface="Segoe UI" panose="020B0502040204020203" pitchFamily="34" charset="0"/>
              </a:endParaRPr>
            </a:p>
          </p:txBody>
        </p:sp>
      </p:grpSp>
      <p:grpSp>
        <p:nvGrpSpPr>
          <p:cNvPr id="73" name="Groupe 72">
            <a:extLst>
              <a:ext uri="{FF2B5EF4-FFF2-40B4-BE49-F238E27FC236}">
                <a16:creationId xmlns:a16="http://schemas.microsoft.com/office/drawing/2014/main" id="{7C45D4C0-E3D6-AFAE-A438-924A39C1F86A}"/>
              </a:ext>
            </a:extLst>
          </p:cNvPr>
          <p:cNvGrpSpPr/>
          <p:nvPr/>
        </p:nvGrpSpPr>
        <p:grpSpPr>
          <a:xfrm>
            <a:off x="4509213" y="3072174"/>
            <a:ext cx="1419225" cy="1344000"/>
            <a:chOff x="3236149" y="1494116"/>
            <a:chExt cx="1419225" cy="1344000"/>
          </a:xfrm>
        </p:grpSpPr>
        <p:sp>
          <p:nvSpPr>
            <p:cNvPr id="62" name="Ellipse 61">
              <a:extLst>
                <a:ext uri="{FF2B5EF4-FFF2-40B4-BE49-F238E27FC236}">
                  <a16:creationId xmlns:a16="http://schemas.microsoft.com/office/drawing/2014/main" id="{C275FA48-4901-5FFA-3ED9-EFDA7A0555AC}"/>
                </a:ext>
              </a:extLst>
            </p:cNvPr>
            <p:cNvSpPr>
              <a:spLocks noChangeAspect="1"/>
            </p:cNvSpPr>
            <p:nvPr/>
          </p:nvSpPr>
          <p:spPr>
            <a:xfrm>
              <a:off x="3273760"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1" name="Image 48">
              <a:extLst>
                <a:ext uri="{FF2B5EF4-FFF2-40B4-BE49-F238E27FC236}">
                  <a16:creationId xmlns:a16="http://schemas.microsoft.com/office/drawing/2014/main" id="{83E7B53E-B4A0-5EB2-0EED-6696DC8E7DDE}"/>
                </a:ext>
              </a:extLst>
            </p:cNvPr>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600596" y="1674963"/>
              <a:ext cx="690328" cy="69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ZoneTexte 14">
              <a:extLst>
                <a:ext uri="{FF2B5EF4-FFF2-40B4-BE49-F238E27FC236}">
                  <a16:creationId xmlns:a16="http://schemas.microsoft.com/office/drawing/2014/main" id="{86C976C3-9CCA-4ACE-1047-C192EAAE249D}"/>
                </a:ext>
              </a:extLst>
            </p:cNvPr>
            <p:cNvSpPr txBox="1">
              <a:spLocks noChangeArrowheads="1"/>
            </p:cNvSpPr>
            <p:nvPr/>
          </p:nvSpPr>
          <p:spPr bwMode="auto">
            <a:xfrm>
              <a:off x="3236149" y="2397573"/>
              <a:ext cx="1419225" cy="328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Étatique</a:t>
              </a:r>
              <a:endParaRPr lang="fr-FR" altLang="fr-FR" sz="1067" b="1" dirty="0">
                <a:solidFill>
                  <a:srgbClr val="252525"/>
                </a:solidFill>
                <a:latin typeface="+mj-lt"/>
                <a:cs typeface="Segoe UI" panose="020B0502040204020203" pitchFamily="34" charset="0"/>
              </a:endParaRPr>
            </a:p>
          </p:txBody>
        </p:sp>
      </p:grpSp>
      <p:grpSp>
        <p:nvGrpSpPr>
          <p:cNvPr id="72" name="Groupe 71">
            <a:extLst>
              <a:ext uri="{FF2B5EF4-FFF2-40B4-BE49-F238E27FC236}">
                <a16:creationId xmlns:a16="http://schemas.microsoft.com/office/drawing/2014/main" id="{F1B43442-5FFA-5B4D-2540-D01EEF382D7B}"/>
              </a:ext>
            </a:extLst>
          </p:cNvPr>
          <p:cNvGrpSpPr/>
          <p:nvPr/>
        </p:nvGrpSpPr>
        <p:grpSpPr>
          <a:xfrm>
            <a:off x="3017075" y="3072174"/>
            <a:ext cx="1467795" cy="1478608"/>
            <a:chOff x="5447437" y="1494116"/>
            <a:chExt cx="1467795" cy="1478608"/>
          </a:xfrm>
        </p:grpSpPr>
        <p:sp>
          <p:nvSpPr>
            <p:cNvPr id="63" name="Ellipse 62">
              <a:extLst>
                <a:ext uri="{FF2B5EF4-FFF2-40B4-BE49-F238E27FC236}">
                  <a16:creationId xmlns:a16="http://schemas.microsoft.com/office/drawing/2014/main" id="{DA73FF64-9594-1E61-52CA-385B4723667E}"/>
                </a:ext>
              </a:extLst>
            </p:cNvPr>
            <p:cNvSpPr>
              <a:spLocks noChangeAspect="1"/>
            </p:cNvSpPr>
            <p:nvPr/>
          </p:nvSpPr>
          <p:spPr>
            <a:xfrm>
              <a:off x="5509335"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0" name="Image 47">
              <a:extLst>
                <a:ext uri="{FF2B5EF4-FFF2-40B4-BE49-F238E27FC236}">
                  <a16:creationId xmlns:a16="http://schemas.microsoft.com/office/drawing/2014/main" id="{6DF09AF4-1778-B52B-B0A4-99B35DDED5E1}"/>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36457" y="1675250"/>
              <a:ext cx="689755" cy="691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ZoneTexte 14">
              <a:extLst>
                <a:ext uri="{FF2B5EF4-FFF2-40B4-BE49-F238E27FC236}">
                  <a16:creationId xmlns:a16="http://schemas.microsoft.com/office/drawing/2014/main" id="{E59A43F3-F085-9726-6343-0E4055E9ED5C}"/>
                </a:ext>
              </a:extLst>
            </p:cNvPr>
            <p:cNvSpPr txBox="1">
              <a:spLocks noChangeArrowheads="1"/>
            </p:cNvSpPr>
            <p:nvPr/>
          </p:nvSpPr>
          <p:spPr bwMode="auto">
            <a:xfrm>
              <a:off x="5447437" y="2397573"/>
              <a:ext cx="1467795" cy="5751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Crime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organisé</a:t>
              </a:r>
              <a:endParaRPr lang="fr-FR" altLang="fr-FR" sz="1067" b="1" dirty="0">
                <a:solidFill>
                  <a:srgbClr val="252525"/>
                </a:solidFill>
                <a:latin typeface="+mj-lt"/>
                <a:cs typeface="Segoe UI" panose="020B0502040204020203" pitchFamily="34" charset="0"/>
              </a:endParaRPr>
            </a:p>
          </p:txBody>
        </p:sp>
      </p:grpSp>
      <p:grpSp>
        <p:nvGrpSpPr>
          <p:cNvPr id="74" name="Groupe 73">
            <a:extLst>
              <a:ext uri="{FF2B5EF4-FFF2-40B4-BE49-F238E27FC236}">
                <a16:creationId xmlns:a16="http://schemas.microsoft.com/office/drawing/2014/main" id="{8D6AC9FE-29E2-C8B3-97C8-2B672DDA2C3E}"/>
              </a:ext>
            </a:extLst>
          </p:cNvPr>
          <p:cNvGrpSpPr/>
          <p:nvPr/>
        </p:nvGrpSpPr>
        <p:grpSpPr>
          <a:xfrm>
            <a:off x="1573507" y="3072174"/>
            <a:ext cx="1419225" cy="1344000"/>
            <a:chOff x="7629806" y="1494116"/>
            <a:chExt cx="1419225" cy="1344000"/>
          </a:xfrm>
        </p:grpSpPr>
        <p:sp>
          <p:nvSpPr>
            <p:cNvPr id="64" name="Ellipse 63">
              <a:extLst>
                <a:ext uri="{FF2B5EF4-FFF2-40B4-BE49-F238E27FC236}">
                  <a16:creationId xmlns:a16="http://schemas.microsoft.com/office/drawing/2014/main" id="{F019B311-9D08-74FB-D9FA-9DEBA9BAC3B3}"/>
                </a:ext>
              </a:extLst>
            </p:cNvPr>
            <p:cNvSpPr>
              <a:spLocks noChangeAspect="1"/>
            </p:cNvSpPr>
            <p:nvPr/>
          </p:nvSpPr>
          <p:spPr>
            <a:xfrm>
              <a:off x="7667417"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2" name="Image 52">
              <a:extLst>
                <a:ext uri="{FF2B5EF4-FFF2-40B4-BE49-F238E27FC236}">
                  <a16:creationId xmlns:a16="http://schemas.microsoft.com/office/drawing/2014/main" id="{00FA14F5-E13C-1B85-8B54-576ABE414712}"/>
                </a:ext>
              </a:extLst>
            </p:cNvPr>
            <p:cNvPicPr>
              <a:picLocks noChangeAspect="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8022865" y="1704336"/>
              <a:ext cx="633104" cy="6331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 name="ZoneTexte 14">
              <a:extLst>
                <a:ext uri="{FF2B5EF4-FFF2-40B4-BE49-F238E27FC236}">
                  <a16:creationId xmlns:a16="http://schemas.microsoft.com/office/drawing/2014/main" id="{E51DD532-FB80-8AD6-F5CE-FE41FF4797DA}"/>
                </a:ext>
              </a:extLst>
            </p:cNvPr>
            <p:cNvSpPr txBox="1">
              <a:spLocks noChangeArrowheads="1"/>
            </p:cNvSpPr>
            <p:nvPr/>
          </p:nvSpPr>
          <p:spPr bwMode="auto">
            <a:xfrm>
              <a:off x="7629806" y="2397572"/>
              <a:ext cx="1419225"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Terroriste</a:t>
              </a:r>
              <a:endParaRPr lang="fr-FR" altLang="fr-FR" sz="1067" b="1" dirty="0">
                <a:solidFill>
                  <a:srgbClr val="252525"/>
                </a:solidFill>
                <a:latin typeface="+mj-lt"/>
                <a:cs typeface="Segoe UI" panose="020B0502040204020203" pitchFamily="34" charset="0"/>
              </a:endParaRPr>
            </a:p>
          </p:txBody>
        </p:sp>
      </p:grpSp>
      <p:grpSp>
        <p:nvGrpSpPr>
          <p:cNvPr id="75" name="Groupe 74">
            <a:extLst>
              <a:ext uri="{FF2B5EF4-FFF2-40B4-BE49-F238E27FC236}">
                <a16:creationId xmlns:a16="http://schemas.microsoft.com/office/drawing/2014/main" id="{C33F57A1-BD66-9440-C09C-52F20E20844F}"/>
              </a:ext>
            </a:extLst>
          </p:cNvPr>
          <p:cNvGrpSpPr/>
          <p:nvPr/>
        </p:nvGrpSpPr>
        <p:grpSpPr>
          <a:xfrm>
            <a:off x="820503" y="4547075"/>
            <a:ext cx="1440000" cy="1421227"/>
            <a:chOff x="9852749" y="1494116"/>
            <a:chExt cx="1440000" cy="1421227"/>
          </a:xfrm>
        </p:grpSpPr>
        <p:sp>
          <p:nvSpPr>
            <p:cNvPr id="65" name="Ellipse 64">
              <a:extLst>
                <a:ext uri="{FF2B5EF4-FFF2-40B4-BE49-F238E27FC236}">
                  <a16:creationId xmlns:a16="http://schemas.microsoft.com/office/drawing/2014/main" id="{D3DB5A8F-74EC-FD6F-9A13-6DAAC32EA6F0}"/>
                </a:ext>
              </a:extLst>
            </p:cNvPr>
            <p:cNvSpPr>
              <a:spLocks noChangeAspect="1"/>
            </p:cNvSpPr>
            <p:nvPr/>
          </p:nvSpPr>
          <p:spPr>
            <a:xfrm>
              <a:off x="9900749"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9" name="Image 45">
              <a:extLst>
                <a:ext uri="{FF2B5EF4-FFF2-40B4-BE49-F238E27FC236}">
                  <a16:creationId xmlns:a16="http://schemas.microsoft.com/office/drawing/2014/main" id="{82777C04-4E99-A47E-D850-C550784C839F}"/>
                </a:ext>
              </a:extLst>
            </p:cNvPr>
            <p:cNvPicPr>
              <a:picLocks noChangeAspect="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243633" y="1634393"/>
              <a:ext cx="658232" cy="65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ZoneTexte 14">
              <a:extLst>
                <a:ext uri="{FF2B5EF4-FFF2-40B4-BE49-F238E27FC236}">
                  <a16:creationId xmlns:a16="http://schemas.microsoft.com/office/drawing/2014/main" id="{7706E747-45DD-2493-2EC0-CAFB0BEEFA8B}"/>
                </a:ext>
              </a:extLst>
            </p:cNvPr>
            <p:cNvSpPr txBox="1">
              <a:spLocks noChangeArrowheads="1"/>
            </p:cNvSpPr>
            <p:nvPr/>
          </p:nvSpPr>
          <p:spPr bwMode="auto">
            <a:xfrm>
              <a:off x="9852749" y="2340194"/>
              <a:ext cx="1440000" cy="5751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Activiste</a:t>
              </a:r>
            </a:p>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idéologique</a:t>
              </a:r>
              <a:endParaRPr lang="fr-FR" altLang="fr-FR" sz="1067" b="1">
                <a:solidFill>
                  <a:srgbClr val="252525"/>
                </a:solidFill>
                <a:latin typeface="+mj-lt"/>
                <a:cs typeface="Segoe UI" panose="020B0502040204020203" pitchFamily="34" charset="0"/>
              </a:endParaRPr>
            </a:p>
          </p:txBody>
        </p:sp>
      </p:grpSp>
      <p:grpSp>
        <p:nvGrpSpPr>
          <p:cNvPr id="66" name="Groupe 65">
            <a:extLst>
              <a:ext uri="{FF2B5EF4-FFF2-40B4-BE49-F238E27FC236}">
                <a16:creationId xmlns:a16="http://schemas.microsoft.com/office/drawing/2014/main" id="{5033F36F-9DE9-B48A-056B-39076FA46E5D}"/>
              </a:ext>
            </a:extLst>
          </p:cNvPr>
          <p:cNvGrpSpPr/>
          <p:nvPr/>
        </p:nvGrpSpPr>
        <p:grpSpPr>
          <a:xfrm>
            <a:off x="3782114" y="4547075"/>
            <a:ext cx="1456245" cy="1344000"/>
            <a:chOff x="4894659" y="2064484"/>
            <a:chExt cx="1092184" cy="1008000"/>
          </a:xfrm>
        </p:grpSpPr>
        <p:sp>
          <p:nvSpPr>
            <p:cNvPr id="67" name="Ellipse 66">
              <a:extLst>
                <a:ext uri="{FF2B5EF4-FFF2-40B4-BE49-F238E27FC236}">
                  <a16:creationId xmlns:a16="http://schemas.microsoft.com/office/drawing/2014/main" id="{3B002540-6AB4-F9EF-8B20-2B3760F837D5}"/>
                </a:ext>
              </a:extLst>
            </p:cNvPr>
            <p:cNvSpPr>
              <a:spLocks noChangeAspect="1"/>
            </p:cNvSpPr>
            <p:nvPr/>
          </p:nvSpPr>
          <p:spPr>
            <a:xfrm>
              <a:off x="493675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8" name="Image 44">
              <a:extLst>
                <a:ext uri="{FF2B5EF4-FFF2-40B4-BE49-F238E27FC236}">
                  <a16:creationId xmlns:a16="http://schemas.microsoft.com/office/drawing/2014/main" id="{C414D0F0-71B5-65BD-A89D-2433CD535825}"/>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5170479" y="2247900"/>
              <a:ext cx="540544" cy="5393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 name="ZoneTexte 14">
              <a:extLst>
                <a:ext uri="{FF2B5EF4-FFF2-40B4-BE49-F238E27FC236}">
                  <a16:creationId xmlns:a16="http://schemas.microsoft.com/office/drawing/2014/main" id="{0DEB3794-A58D-D27A-A662-F132BC868E53}"/>
                </a:ext>
              </a:extLst>
            </p:cNvPr>
            <p:cNvSpPr txBox="1">
              <a:spLocks noChangeArrowheads="1"/>
            </p:cNvSpPr>
            <p:nvPr/>
          </p:nvSpPr>
          <p:spPr bwMode="auto">
            <a:xfrm>
              <a:off x="4894659" y="2819400"/>
              <a:ext cx="109218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Concurrent</a:t>
              </a:r>
              <a:endParaRPr lang="fr-FR" altLang="fr-FR" sz="1067" b="1" dirty="0">
                <a:solidFill>
                  <a:srgbClr val="252525"/>
                </a:solidFill>
                <a:latin typeface="+mj-lt"/>
                <a:cs typeface="Segoe UI" panose="020B0502040204020203" pitchFamily="34" charset="0"/>
              </a:endParaRPr>
            </a:p>
          </p:txBody>
        </p:sp>
      </p:grpSp>
      <p:cxnSp>
        <p:nvCxnSpPr>
          <p:cNvPr id="70" name="Connecteur droit 69">
            <a:extLst>
              <a:ext uri="{FF2B5EF4-FFF2-40B4-BE49-F238E27FC236}">
                <a16:creationId xmlns:a16="http://schemas.microsoft.com/office/drawing/2014/main" id="{CFB8A616-4067-5B0E-27E7-EAED3D00E793}"/>
              </a:ext>
            </a:extLst>
          </p:cNvPr>
          <p:cNvCxnSpPr>
            <a:cxnSpLocks/>
            <a:stCxn id="45" idx="7"/>
            <a:endCxn id="17" idx="1"/>
          </p:cNvCxnSpPr>
          <p:nvPr/>
        </p:nvCxnSpPr>
        <p:spPr>
          <a:xfrm>
            <a:off x="6474833" y="4743899"/>
            <a:ext cx="1133638" cy="0"/>
          </a:xfrm>
          <a:prstGeom prst="line">
            <a:avLst/>
          </a:prstGeom>
          <a:ln w="19050">
            <a:solidFill>
              <a:srgbClr val="007F39"/>
            </a:solidFill>
            <a:prstDash val="solid"/>
          </a:ln>
          <a:effectLst/>
        </p:spPr>
        <p:style>
          <a:lnRef idx="2">
            <a:schemeClr val="accent6"/>
          </a:lnRef>
          <a:fillRef idx="0">
            <a:schemeClr val="accent6"/>
          </a:fillRef>
          <a:effectRef idx="1">
            <a:schemeClr val="accent6"/>
          </a:effectRef>
          <a:fontRef idx="minor">
            <a:schemeClr val="tx1"/>
          </a:fontRef>
        </p:style>
      </p:cxnSp>
      <p:pic>
        <p:nvPicPr>
          <p:cNvPr id="3" name="Image 2">
            <a:extLst>
              <a:ext uri="{FF2B5EF4-FFF2-40B4-BE49-F238E27FC236}">
                <a16:creationId xmlns:a16="http://schemas.microsoft.com/office/drawing/2014/main" id="{1F334BEC-5E5E-5E27-5DB0-B3005C9F8183}"/>
              </a:ext>
            </a:extLst>
          </p:cNvPr>
          <p:cNvPicPr>
            <a:picLocks noChangeAspect="1"/>
          </p:cNvPicPr>
          <p:nvPr/>
        </p:nvPicPr>
        <p:blipFill>
          <a:blip r:embed="rId15"/>
          <a:stretch>
            <a:fillRect/>
          </a:stretch>
        </p:blipFill>
        <p:spPr>
          <a:xfrm>
            <a:off x="3218868" y="1389551"/>
            <a:ext cx="720000" cy="720000"/>
          </a:xfrm>
          <a:prstGeom prst="rect">
            <a:avLst/>
          </a:prstGeom>
        </p:spPr>
      </p:pic>
      <p:pic>
        <p:nvPicPr>
          <p:cNvPr id="5" name="Image 4">
            <a:extLst>
              <a:ext uri="{FF2B5EF4-FFF2-40B4-BE49-F238E27FC236}">
                <a16:creationId xmlns:a16="http://schemas.microsoft.com/office/drawing/2014/main" id="{AE07DF06-15BC-9998-66B0-783DE20EFFA1}"/>
              </a:ext>
            </a:extLst>
          </p:cNvPr>
          <p:cNvPicPr>
            <a:picLocks noChangeAspect="1"/>
          </p:cNvPicPr>
          <p:nvPr/>
        </p:nvPicPr>
        <p:blipFill>
          <a:blip r:embed="rId16"/>
          <a:stretch>
            <a:fillRect/>
          </a:stretch>
        </p:blipFill>
        <p:spPr>
          <a:xfrm>
            <a:off x="9238215" y="1389551"/>
            <a:ext cx="720000" cy="720000"/>
          </a:xfrm>
          <a:prstGeom prst="rect">
            <a:avLst/>
          </a:prstGeom>
        </p:spPr>
      </p:pic>
      <p:sp>
        <p:nvSpPr>
          <p:cNvPr id="6" name="ZoneTexte 5">
            <a:extLst>
              <a:ext uri="{FF2B5EF4-FFF2-40B4-BE49-F238E27FC236}">
                <a16:creationId xmlns:a16="http://schemas.microsoft.com/office/drawing/2014/main" id="{152A3DB3-65AF-1C97-0885-1FEC2109A4B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14956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52"/>
                                        </p:tgtEl>
                                        <p:attrNameLst>
                                          <p:attrName>style.visibility</p:attrName>
                                        </p:attrNameLst>
                                      </p:cBhvr>
                                      <p:to>
                                        <p:strVal val="visible"/>
                                      </p:to>
                                    </p:set>
                                    <p:animEffect transition="in" filter="wipe(left)">
                                      <p:cBhvr>
                                        <p:cTn id="44" dur="500"/>
                                        <p:tgtEl>
                                          <p:spTgt spid="52"/>
                                        </p:tgtEl>
                                      </p:cBhvr>
                                    </p:animEffect>
                                  </p:childTnLst>
                                </p:cTn>
                              </p:par>
                              <p:par>
                                <p:cTn id="45" presetID="22" presetClass="entr" presetSubtype="8" fill="hold" nodeType="with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500"/>
                                        <p:tgtEl>
                                          <p:spTgt spid="5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56"/>
                                        </p:tgtEl>
                                        <p:attrNameLst>
                                          <p:attrName>style.visibility</p:attrName>
                                        </p:attrNameLst>
                                      </p:cBhvr>
                                      <p:to>
                                        <p:strVal val="visible"/>
                                      </p:to>
                                    </p:set>
                                    <p:animEffect transition="in" filter="wipe(left)">
                                      <p:cBhvr>
                                        <p:cTn id="52" dur="500"/>
                                        <p:tgtEl>
                                          <p:spTgt spid="56"/>
                                        </p:tgtEl>
                                      </p:cBhvr>
                                    </p:animEffect>
                                  </p:childTnLst>
                                </p:cTn>
                              </p:par>
                              <p:par>
                                <p:cTn id="53" presetID="22" presetClass="entr" presetSubtype="8" fill="hold" nodeType="withEffect">
                                  <p:stCondLst>
                                    <p:cond delay="0"/>
                                  </p:stCondLst>
                                  <p:childTnLst>
                                    <p:set>
                                      <p:cBhvr>
                                        <p:cTn id="54" dur="1" fill="hold">
                                          <p:stCondLst>
                                            <p:cond delay="0"/>
                                          </p:stCondLst>
                                        </p:cTn>
                                        <p:tgtEl>
                                          <p:spTgt spid="55"/>
                                        </p:tgtEl>
                                        <p:attrNameLst>
                                          <p:attrName>style.visibility</p:attrName>
                                        </p:attrNameLst>
                                      </p:cBhvr>
                                      <p:to>
                                        <p:strVal val="visible"/>
                                      </p:to>
                                    </p:set>
                                    <p:animEffect transition="in" filter="wipe(left)">
                                      <p:cBhvr>
                                        <p:cTn id="55" dur="500"/>
                                        <p:tgtEl>
                                          <p:spTgt spid="55"/>
                                        </p:tgtEl>
                                      </p:cBhvr>
                                    </p:animEffect>
                                  </p:childTnLst>
                                </p:cTn>
                              </p:par>
                              <p:par>
                                <p:cTn id="56" presetID="22" presetClass="entr" presetSubtype="8" fill="hold" nodeType="with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wipe(left)">
                                      <p:cBhvr>
                                        <p:cTn id="58" dur="500"/>
                                        <p:tgtEl>
                                          <p:spTgt spid="57"/>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71"/>
                                        </p:tgtEl>
                                        <p:attrNameLst>
                                          <p:attrName>style.visibility</p:attrName>
                                        </p:attrNameLst>
                                      </p:cBhvr>
                                      <p:to>
                                        <p:strVal val="visible"/>
                                      </p:to>
                                    </p:set>
                                    <p:animEffect transition="in" filter="wipe(left)">
                                      <p:cBhvr>
                                        <p:cTn id="63" dur="500"/>
                                        <p:tgtEl>
                                          <p:spTgt spid="71"/>
                                        </p:tgtEl>
                                      </p:cBhvr>
                                    </p:animEffect>
                                  </p:childTnLst>
                                </p:cTn>
                              </p:par>
                              <p:par>
                                <p:cTn id="64" presetID="22" presetClass="entr" presetSubtype="8" fill="hold"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wipe(left)">
                                      <p:cBhvr>
                                        <p:cTn id="66"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BDBB3-AC88-17E5-1A6B-D84E21A1BD86}"/>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3166876E-AAFB-AE21-2FD3-9BD33802EDA6}"/>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BE53217E-2DF7-9589-921D-B829D213796E}"/>
              </a:ext>
            </a:extLst>
          </p:cNvPr>
          <p:cNvSpPr>
            <a:spLocks noGrp="1"/>
          </p:cNvSpPr>
          <p:nvPr>
            <p:ph type="dt" sz="half" idx="10"/>
          </p:nvPr>
        </p:nvSpPr>
        <p:spPr/>
        <p:txBody>
          <a:bodyPr/>
          <a:lstStyle/>
          <a:p>
            <a:pPr rtl="0"/>
            <a:r>
              <a:rPr lang="fr-FR" noProof="0"/>
              <a:t>19/11/2025</a:t>
            </a:r>
          </a:p>
        </p:txBody>
      </p:sp>
      <p:sp>
        <p:nvSpPr>
          <p:cNvPr id="6" name="Espace réservé du pied de page 5">
            <a:extLst>
              <a:ext uri="{FF2B5EF4-FFF2-40B4-BE49-F238E27FC236}">
                <a16:creationId xmlns:a16="http://schemas.microsoft.com/office/drawing/2014/main" id="{3D32A74E-92DD-C32E-80BF-E337CF7378CA}"/>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C1C11494-3EFE-5A48-2BD3-D48B35C63E8F}"/>
              </a:ext>
            </a:extLst>
          </p:cNvPr>
          <p:cNvSpPr>
            <a:spLocks noGrp="1"/>
          </p:cNvSpPr>
          <p:nvPr>
            <p:ph type="sldNum" sz="quarter" idx="12"/>
          </p:nvPr>
        </p:nvSpPr>
        <p:spPr/>
        <p:txBody>
          <a:bodyPr/>
          <a:lstStyle/>
          <a:p>
            <a:pPr rtl="0"/>
            <a:fld id="{294A09A9-5501-47C1-A89A-A340965A2BE2}" type="slidenum">
              <a:rPr lang="fr-FR" noProof="0" smtClean="0"/>
              <a:t>71</a:t>
            </a:fld>
            <a:endParaRPr lang="fr-FR" noProof="0"/>
          </a:p>
        </p:txBody>
      </p:sp>
      <p:sp>
        <p:nvSpPr>
          <p:cNvPr id="4" name="Espace réservé du texte 3">
            <a:extLst>
              <a:ext uri="{FF2B5EF4-FFF2-40B4-BE49-F238E27FC236}">
                <a16:creationId xmlns:a16="http://schemas.microsoft.com/office/drawing/2014/main" id="{2CC98A7E-D95F-B3C1-8875-F5F110A236F7}"/>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FFCBAD08-1851-608A-5A2D-D30B0801CCC1}"/>
              </a:ext>
            </a:extLst>
          </p:cNvPr>
          <p:cNvGraphicFramePr>
            <a:graphicFrameLocks noGrp="1"/>
          </p:cNvGraphicFramePr>
          <p:nvPr>
            <p:extLst>
              <p:ext uri="{D42A27DB-BD31-4B8C-83A1-F6EECF244321}">
                <p14:modId xmlns:p14="http://schemas.microsoft.com/office/powerpoint/2010/main" val="3247427748"/>
              </p:ext>
            </p:extLst>
          </p:nvPr>
        </p:nvGraphicFramePr>
        <p:xfrm>
          <a:off x="1070875" y="3458558"/>
          <a:ext cx="10110551" cy="283200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3A85D9C8-DB90-8E52-1CE9-42EF623DCE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FCDE01F-3C06-0E83-1FA1-2C0D91041CF3}"/>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a:t>
            </a:r>
            <a:r>
              <a:rPr lang="fr-FR" altLang="fr-FR" sz="1600" i="1"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D2AF3AD2-3E75-C3E0-52EF-2B668E6174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685009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5FD6E820-E259-71B2-2201-4C7E87ECD4B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5ADCBD26-2511-68AA-E449-E49542F22F95}"/>
              </a:ext>
            </a:extLst>
          </p:cNvPr>
          <p:cNvSpPr>
            <a:spLocks noGrp="1"/>
          </p:cNvSpPr>
          <p:nvPr>
            <p:ph type="dt" sz="half" idx="10"/>
          </p:nvPr>
        </p:nvSpPr>
        <p:spPr/>
        <p:txBody>
          <a:bodyPr/>
          <a:lstStyle/>
          <a:p>
            <a:pPr rtl="0"/>
            <a:r>
              <a:rPr lang="fr-FR" noProof="0"/>
              <a:t>19/11/2025</a:t>
            </a:r>
          </a:p>
        </p:txBody>
      </p:sp>
      <p:sp>
        <p:nvSpPr>
          <p:cNvPr id="6" name="Espace réservé du pied de page 5">
            <a:extLst>
              <a:ext uri="{FF2B5EF4-FFF2-40B4-BE49-F238E27FC236}">
                <a16:creationId xmlns:a16="http://schemas.microsoft.com/office/drawing/2014/main" id="{BE5EA129-0015-D350-F7E4-293DE6C634B6}"/>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999EDE72-22C8-C93F-45FD-8EC181D9F7A7}"/>
              </a:ext>
            </a:extLst>
          </p:cNvPr>
          <p:cNvSpPr>
            <a:spLocks noGrp="1"/>
          </p:cNvSpPr>
          <p:nvPr>
            <p:ph type="sldNum" sz="quarter" idx="12"/>
          </p:nvPr>
        </p:nvSpPr>
        <p:spPr/>
        <p:txBody>
          <a:bodyPr/>
          <a:lstStyle/>
          <a:p>
            <a:pPr rtl="0"/>
            <a:fld id="{294A09A9-5501-47C1-A89A-A340965A2BE2}" type="slidenum">
              <a:rPr lang="fr-FR" noProof="0" smtClean="0"/>
              <a:t>72</a:t>
            </a:fld>
            <a:endParaRPr lang="fr-FR" noProof="0"/>
          </a:p>
        </p:txBody>
      </p:sp>
      <p:sp>
        <p:nvSpPr>
          <p:cNvPr id="3" name="Espace réservé du texte 2">
            <a:extLst>
              <a:ext uri="{FF2B5EF4-FFF2-40B4-BE49-F238E27FC236}">
                <a16:creationId xmlns:a16="http://schemas.microsoft.com/office/drawing/2014/main" id="{27D9AB39-81C3-AF17-F450-3F03E3F12FC8}"/>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26D755D-5F0A-BF84-B3EE-EB9A8906AE14}"/>
              </a:ext>
            </a:extLst>
          </p:cNvPr>
          <p:cNvGraphicFramePr>
            <a:graphicFrameLocks noGrp="1"/>
          </p:cNvGraphicFramePr>
          <p:nvPr>
            <p:extLst>
              <p:ext uri="{D42A27DB-BD31-4B8C-83A1-F6EECF244321}">
                <p14:modId xmlns:p14="http://schemas.microsoft.com/office/powerpoint/2010/main" val="3228808696"/>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0328C27A-EE9F-9AB1-1AA0-A94853F0DB5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7426A94-D9D7-840B-F32E-1968BEBA0939}"/>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2" name="ZoneTexte 1">
            <a:extLst>
              <a:ext uri="{FF2B5EF4-FFF2-40B4-BE49-F238E27FC236}">
                <a16:creationId xmlns:a16="http://schemas.microsoft.com/office/drawing/2014/main" id="{5B68AF68-8773-B4E7-6660-2A9CC7459C0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0518958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6E05F-4136-3E4C-D4F7-A1E1B7BDFE00}"/>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F2FBC6D8-4D02-4C42-0832-7535F3DE5A0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685CF7A8-263D-6EDA-6EA5-657BA2410A5F}"/>
              </a:ext>
            </a:extLst>
          </p:cNvPr>
          <p:cNvSpPr>
            <a:spLocks noGrp="1"/>
          </p:cNvSpPr>
          <p:nvPr>
            <p:ph type="dt" sz="half" idx="10"/>
          </p:nvPr>
        </p:nvSpPr>
        <p:spPr/>
        <p:txBody>
          <a:bodyPr/>
          <a:lstStyle/>
          <a:p>
            <a:pPr rtl="0"/>
            <a:r>
              <a:rPr lang="fr-FR" noProof="0"/>
              <a:t>19/11/2025</a:t>
            </a:r>
          </a:p>
        </p:txBody>
      </p:sp>
      <p:sp>
        <p:nvSpPr>
          <p:cNvPr id="6" name="Espace réservé du pied de page 5">
            <a:extLst>
              <a:ext uri="{FF2B5EF4-FFF2-40B4-BE49-F238E27FC236}">
                <a16:creationId xmlns:a16="http://schemas.microsoft.com/office/drawing/2014/main" id="{786C5B90-FC5F-DDD6-C452-131EBC8343B5}"/>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DE642D35-63F4-38E8-285F-432EA9FCE786}"/>
              </a:ext>
            </a:extLst>
          </p:cNvPr>
          <p:cNvSpPr>
            <a:spLocks noGrp="1"/>
          </p:cNvSpPr>
          <p:nvPr>
            <p:ph type="sldNum" sz="quarter" idx="12"/>
          </p:nvPr>
        </p:nvSpPr>
        <p:spPr/>
        <p:txBody>
          <a:bodyPr/>
          <a:lstStyle/>
          <a:p>
            <a:pPr rtl="0"/>
            <a:fld id="{294A09A9-5501-47C1-A89A-A340965A2BE2}" type="slidenum">
              <a:rPr lang="fr-FR" noProof="0" smtClean="0"/>
              <a:t>73</a:t>
            </a:fld>
            <a:endParaRPr lang="fr-FR" noProof="0"/>
          </a:p>
        </p:txBody>
      </p:sp>
      <p:sp>
        <p:nvSpPr>
          <p:cNvPr id="4" name="Espace réservé du texte 3">
            <a:extLst>
              <a:ext uri="{FF2B5EF4-FFF2-40B4-BE49-F238E27FC236}">
                <a16:creationId xmlns:a16="http://schemas.microsoft.com/office/drawing/2014/main" id="{5B94F70F-5AC5-90B3-3275-73D5020DE233}"/>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A1CEB85-9460-92EE-16DF-E1A565FD4428}"/>
              </a:ext>
            </a:extLst>
          </p:cNvPr>
          <p:cNvGraphicFramePr>
            <a:graphicFrameLocks noGrp="1"/>
          </p:cNvGraphicFramePr>
          <p:nvPr>
            <p:extLst>
              <p:ext uri="{D42A27DB-BD31-4B8C-83A1-F6EECF244321}">
                <p14:modId xmlns:p14="http://schemas.microsoft.com/office/powerpoint/2010/main" val="2400922367"/>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Échanger des informations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Service informatique d’échange de courriels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Les échanges avec les collégiens ou leurs familles sont impossibles pendant plusieurs jours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l’image vis-à-vis des familles</a:t>
                      </a:r>
                    </a:p>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les missions et services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 venger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5EA1C43D-F8DA-1ABF-F192-AA1451C3F2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5F5156A1-DEFE-0566-27A0-C66E93BE7591}"/>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B5C57FEB-B41C-77C2-5FB4-15B00CAFA11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5118421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A152CD-3D6A-073A-4670-837872D62200}"/>
              </a:ext>
            </a:extLst>
          </p:cNvPr>
          <p:cNvSpPr>
            <a:spLocks noGrp="1"/>
          </p:cNvSpPr>
          <p:nvPr>
            <p:ph type="title"/>
          </p:nvPr>
        </p:nvSpPr>
        <p:spPr/>
        <p:txBody>
          <a:bodyPr>
            <a:normAutofit fontScale="90000"/>
          </a:bodyPr>
          <a:lstStyle/>
          <a:p>
            <a:r>
              <a:rPr lang="fr-FR" dirty="0"/>
              <a:t>Comment estimer la pertinence des sources de risques / objectifs visés ?</a:t>
            </a:r>
          </a:p>
        </p:txBody>
      </p:sp>
      <p:sp>
        <p:nvSpPr>
          <p:cNvPr id="6" name="Espace réservé du pied de page 5">
            <a:extLst>
              <a:ext uri="{FF2B5EF4-FFF2-40B4-BE49-F238E27FC236}">
                <a16:creationId xmlns:a16="http://schemas.microsoft.com/office/drawing/2014/main" id="{E41B5338-7B3F-5AD1-D7F4-8FA1851F0FD4}"/>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0BF63E82-DB34-C5B8-3C45-39F47D9C516D}"/>
              </a:ext>
            </a:extLst>
          </p:cNvPr>
          <p:cNvSpPr>
            <a:spLocks noGrp="1"/>
          </p:cNvSpPr>
          <p:nvPr>
            <p:ph type="sldNum" sz="quarter" idx="12"/>
          </p:nvPr>
        </p:nvSpPr>
        <p:spPr/>
        <p:txBody>
          <a:bodyPr/>
          <a:lstStyle/>
          <a:p>
            <a:pPr rtl="0"/>
            <a:fld id="{294A09A9-5501-47C1-A89A-A340965A2BE2}" type="slidenum">
              <a:rPr lang="fr-FR" noProof="0" smtClean="0"/>
              <a:t>74</a:t>
            </a:fld>
            <a:endParaRPr lang="fr-FR" noProof="0"/>
          </a:p>
        </p:txBody>
      </p:sp>
      <p:sp>
        <p:nvSpPr>
          <p:cNvPr id="5" name="Espace réservé de la date 4">
            <a:extLst>
              <a:ext uri="{FF2B5EF4-FFF2-40B4-BE49-F238E27FC236}">
                <a16:creationId xmlns:a16="http://schemas.microsoft.com/office/drawing/2014/main" id="{19442781-1148-4EA8-A8F5-00D768E50CBB}"/>
              </a:ext>
            </a:extLst>
          </p:cNvPr>
          <p:cNvSpPr>
            <a:spLocks noGrp="1"/>
          </p:cNvSpPr>
          <p:nvPr>
            <p:ph type="dt" sz="half" idx="10"/>
          </p:nvPr>
        </p:nvSpPr>
        <p:spPr/>
        <p:txBody>
          <a:bodyPr/>
          <a:lstStyle/>
          <a:p>
            <a:pPr rtl="0"/>
            <a:r>
              <a:rPr lang="fr-FR" noProof="0"/>
              <a:t>19/11/2025</a:t>
            </a:r>
          </a:p>
        </p:txBody>
      </p:sp>
      <p:sp>
        <p:nvSpPr>
          <p:cNvPr id="8" name="ZoneTexte 7">
            <a:extLst>
              <a:ext uri="{FF2B5EF4-FFF2-40B4-BE49-F238E27FC236}">
                <a16:creationId xmlns:a16="http://schemas.microsoft.com/office/drawing/2014/main" id="{B0879DDD-0C7D-6929-3A2C-98FFFD4383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11" name="Espace réservé du contenu 10">
            <a:extLst>
              <a:ext uri="{FF2B5EF4-FFF2-40B4-BE49-F238E27FC236}">
                <a16:creationId xmlns:a16="http://schemas.microsoft.com/office/drawing/2014/main" id="{B0B81153-B627-E26D-58B5-757D62E27787}"/>
              </a:ext>
            </a:extLst>
          </p:cNvPr>
          <p:cNvGraphicFramePr>
            <a:graphicFrameLocks noGrp="1"/>
          </p:cNvGraphicFramePr>
          <p:nvPr>
            <p:ph idx="1"/>
            <p:extLst>
              <p:ext uri="{D42A27DB-BD31-4B8C-83A1-F6EECF244321}">
                <p14:modId xmlns:p14="http://schemas.microsoft.com/office/powerpoint/2010/main" val="2699772165"/>
              </p:ext>
            </p:extLst>
          </p:nvPr>
        </p:nvGraphicFramePr>
        <p:xfrm>
          <a:off x="838199" y="1825624"/>
          <a:ext cx="10515599" cy="4185029"/>
        </p:xfrm>
        <a:graphic>
          <a:graphicData uri="http://schemas.openxmlformats.org/drawingml/2006/table">
            <a:tbl>
              <a:tblPr>
                <a:tableStyleId>{2D5ABB26-0587-4C30-8999-92F81FD0307C}</a:tableStyleId>
              </a:tblPr>
              <a:tblGrid>
                <a:gridCol w="1670459">
                  <a:extLst>
                    <a:ext uri="{9D8B030D-6E8A-4147-A177-3AD203B41FA5}">
                      <a16:colId xmlns:a16="http://schemas.microsoft.com/office/drawing/2014/main" val="20000"/>
                    </a:ext>
                  </a:extLst>
                </a:gridCol>
                <a:gridCol w="1551140">
                  <a:extLst>
                    <a:ext uri="{9D8B030D-6E8A-4147-A177-3AD203B41FA5}">
                      <a16:colId xmlns:a16="http://schemas.microsoft.com/office/drawing/2014/main" val="20002"/>
                    </a:ext>
                  </a:extLst>
                </a:gridCol>
                <a:gridCol w="1823500">
                  <a:extLst>
                    <a:ext uri="{9D8B030D-6E8A-4147-A177-3AD203B41FA5}">
                      <a16:colId xmlns:a16="http://schemas.microsoft.com/office/drawing/2014/main" val="20003"/>
                    </a:ext>
                  </a:extLst>
                </a:gridCol>
                <a:gridCol w="1823500">
                  <a:extLst>
                    <a:ext uri="{9D8B030D-6E8A-4147-A177-3AD203B41FA5}">
                      <a16:colId xmlns:a16="http://schemas.microsoft.com/office/drawing/2014/main" val="20004"/>
                    </a:ext>
                  </a:extLst>
                </a:gridCol>
                <a:gridCol w="1823500">
                  <a:extLst>
                    <a:ext uri="{9D8B030D-6E8A-4147-A177-3AD203B41FA5}">
                      <a16:colId xmlns:a16="http://schemas.microsoft.com/office/drawing/2014/main" val="20005"/>
                    </a:ext>
                  </a:extLst>
                </a:gridCol>
                <a:gridCol w="1823500">
                  <a:extLst>
                    <a:ext uri="{9D8B030D-6E8A-4147-A177-3AD203B41FA5}">
                      <a16:colId xmlns:a16="http://schemas.microsoft.com/office/drawing/2014/main" val="20006"/>
                    </a:ext>
                  </a:extLst>
                </a:gridCol>
              </a:tblGrid>
              <a:tr h="881059">
                <a:tc rowSpan="2"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300" b="0" i="0" u="none" strike="noStrike" cap="all" dirty="0">
                        <a:solidFill>
                          <a:schemeClr val="tx1"/>
                        </a:solidFill>
                        <a:effectLst/>
                        <a:latin typeface="+mj-lt"/>
                      </a:endParaRPr>
                    </a:p>
                  </a:txBody>
                  <a:tcPr marL="58828" marR="58828"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1" i="0" u="none" strike="noStrike" cap="all" dirty="0">
                        <a:solidFill>
                          <a:schemeClr val="bg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fontAlgn="ctr"/>
                      <a:r>
                        <a:rPr lang="fr-FR" sz="1200" b="1" kern="1200" dirty="0">
                          <a:solidFill>
                            <a:schemeClr val="bg1"/>
                          </a:solidFill>
                          <a:latin typeface="+mj-lt"/>
                        </a:rPr>
                        <a:t>RESSOURCES</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Incluant les ressources financières, le niveau de compétences cyber, l’outillage, le temps dont l’attaquant dispose pour réaliser l’attaque, etc.</a:t>
                      </a:r>
                      <a:endParaRPr lang="fr-FR" sz="1200" b="0" kern="1200" dirty="0">
                        <a:solidFill>
                          <a:schemeClr val="bg1"/>
                        </a:solidFill>
                        <a:latin typeface="+mj-lt"/>
                        <a:ea typeface="+mn-ea"/>
                        <a:cs typeface="Segoe UI" panose="020B0502040204020203" pitchFamily="34" charset="0"/>
                      </a:endParaRPr>
                    </a:p>
                  </a:txBody>
                  <a:tcPr marL="78437" marR="7843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fr-FR"/>
                    </a:p>
                  </a:txBody>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60794">
                <a:tc gridSpan="2"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900" b="1"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900" b="0"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200" b="0" kern="1200" dirty="0">
                          <a:solidFill>
                            <a:schemeClr val="tx1"/>
                          </a:solidFill>
                          <a:latin typeface="+mj-lt"/>
                        </a:rPr>
                        <a:t>Ressources 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significatives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importantes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illimitées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660794">
                <a:tc row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300"/>
                        </a:spcAft>
                        <a:buClrTx/>
                        <a:buSzTx/>
                        <a:buFontTx/>
                        <a:buNone/>
                        <a:tabLst/>
                        <a:defRPr/>
                      </a:pPr>
                      <a:r>
                        <a:rPr lang="fr-FR" sz="1200" b="1" kern="1200" dirty="0">
                          <a:solidFill>
                            <a:schemeClr val="bg1"/>
                          </a:solidFill>
                          <a:latin typeface="+mj-lt"/>
                        </a:rPr>
                        <a:t>MOTIVATION</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Intérêts, éléments qui poussent la source de risque à atteindre son objectif</a:t>
                      </a:r>
                      <a:endParaRPr lang="fr-FR" sz="1200" b="0" kern="1200" dirty="0">
                        <a:solidFill>
                          <a:schemeClr val="bg1"/>
                        </a:solidFill>
                        <a:latin typeface="+mj-lt"/>
                        <a:ea typeface="+mn-ea"/>
                        <a:cs typeface="Segoe UI" panose="020B0502040204020203" pitchFamily="34" charset="0"/>
                      </a:endParaRPr>
                    </a:p>
                  </a:txBody>
                  <a:tcPr marL="144000" marR="14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Fortement</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660794">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Assez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4"/>
                  </a:ext>
                </a:extLst>
              </a:tr>
              <a:tr h="660794">
                <a:tc vMerge="1">
                  <a:txBody>
                    <a:bodyPr/>
                    <a:lstStyle/>
                    <a:p>
                      <a:endParaRPr lang="fr-FR"/>
                    </a:p>
                  </a:txBody>
                  <a:tcPr/>
                </a:tc>
                <a:tc>
                  <a:txBody>
                    <a:bodyPr/>
                    <a:lstStyle/>
                    <a:p>
                      <a:pPr marL="0" algn="ctr" defTabSz="914400" rtl="0" eaLnBrk="1" fontAlgn="ctr" latinLnBrk="0" hangingPunct="1"/>
                      <a:r>
                        <a:rPr lang="fr-FR" sz="1200" b="0" kern="1200" dirty="0">
                          <a:solidFill>
                            <a:schemeClr val="tx1"/>
                          </a:solidFill>
                          <a:latin typeface="+mj-lt"/>
                        </a:rPr>
                        <a:t>Peu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algn="ctr" defTabSz="914400" rtl="0" eaLnBrk="1" fontAlgn="ctr" latinLnBrk="0" hangingPunct="1"/>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5"/>
                  </a:ext>
                </a:extLst>
              </a:tr>
              <a:tr h="660794">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algn="ctr" defTabSz="914400" rtl="0" eaLnBrk="1" fontAlgn="ctr" latinLnBrk="0" hangingPunct="1"/>
                      <a:r>
                        <a:rPr lang="fr-FR" sz="1200" b="0" kern="1200" dirty="0">
                          <a:solidFill>
                            <a:schemeClr val="tx1"/>
                          </a:solidFill>
                          <a:latin typeface="+mj-lt"/>
                        </a:rPr>
                        <a:t>Très peu</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8744572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24E41-CB3C-0CD3-380C-DE56C8B78A3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FE6D937-9BCA-1C2F-3151-50C7763E609F}"/>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49AD172F-75AB-9FA1-CD8A-8F6ED17CC055}"/>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E58B4950-C398-2C8B-FECB-BB5B3E02162A}"/>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A3420564-B72A-F86B-3A97-A38C3B7ED2C7}"/>
              </a:ext>
            </a:extLst>
          </p:cNvPr>
          <p:cNvSpPr>
            <a:spLocks noGrp="1"/>
          </p:cNvSpPr>
          <p:nvPr>
            <p:ph type="sldNum" sz="quarter" idx="12"/>
          </p:nvPr>
        </p:nvSpPr>
        <p:spPr/>
        <p:txBody>
          <a:bodyPr/>
          <a:lstStyle/>
          <a:p>
            <a:pPr rtl="0"/>
            <a:fld id="{294A09A9-5501-47C1-A89A-A340965A2BE2}" type="slidenum">
              <a:rPr lang="fr-FR" noProof="0" smtClean="0"/>
              <a:t>75</a:t>
            </a:fld>
            <a:endParaRPr lang="fr-FR" noProof="0"/>
          </a:p>
        </p:txBody>
      </p:sp>
      <p:sp>
        <p:nvSpPr>
          <p:cNvPr id="3" name="Espace réservé du texte 2">
            <a:extLst>
              <a:ext uri="{FF2B5EF4-FFF2-40B4-BE49-F238E27FC236}">
                <a16:creationId xmlns:a16="http://schemas.microsoft.com/office/drawing/2014/main" id="{999A019A-6A79-5B48-4E4B-14757223DA0C}"/>
              </a:ext>
            </a:extLst>
          </p:cNvPr>
          <p:cNvSpPr>
            <a:spLocks noGrp="1"/>
          </p:cNvSpPr>
          <p:nvPr>
            <p:ph type="body" sz="quarter" idx="13"/>
          </p:nvPr>
        </p:nvSpPr>
        <p:spPr/>
        <p:txBody>
          <a:bodyPr/>
          <a:lstStyle/>
          <a:p>
            <a:r>
              <a:rPr lang="fr-FR" dirty="0"/>
              <a:t>Analysez et estimez les principales sources de risques</a:t>
            </a:r>
          </a:p>
        </p:txBody>
      </p:sp>
      <p:graphicFrame>
        <p:nvGraphicFramePr>
          <p:cNvPr id="7" name="Tableau 6">
            <a:extLst>
              <a:ext uri="{FF2B5EF4-FFF2-40B4-BE49-F238E27FC236}">
                <a16:creationId xmlns:a16="http://schemas.microsoft.com/office/drawing/2014/main" id="{24DCE69C-A62E-A085-2A80-DFC62E4AF853}"/>
              </a:ext>
            </a:extLst>
          </p:cNvPr>
          <p:cNvGraphicFramePr>
            <a:graphicFrameLocks noGrp="1"/>
          </p:cNvGraphicFramePr>
          <p:nvPr>
            <p:extLst>
              <p:ext uri="{D42A27DB-BD31-4B8C-83A1-F6EECF244321}">
                <p14:modId xmlns:p14="http://schemas.microsoft.com/office/powerpoint/2010/main" val="328883030"/>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pic>
        <p:nvPicPr>
          <p:cNvPr id="11" name="Image 10">
            <a:extLst>
              <a:ext uri="{FF2B5EF4-FFF2-40B4-BE49-F238E27FC236}">
                <a16:creationId xmlns:a16="http://schemas.microsoft.com/office/drawing/2014/main" id="{542DBEED-B8CC-3EE1-03A0-EDA7E0730F18}"/>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07A0049E-2480-79FA-EFEA-E83E4F8F34E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554469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CDD58-5B14-5D9E-EA90-D56A2BA86E5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15B2B44-FD1B-7C44-D320-A311C4D6533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AB2C3B6E-C57E-D5E6-35B0-EBAA9512FE94}"/>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85232252-5962-57E2-F3A6-6E622F9ABE6B}"/>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B4850AF9-D498-4FCD-6658-0F95ABA34AD9}"/>
              </a:ext>
            </a:extLst>
          </p:cNvPr>
          <p:cNvSpPr>
            <a:spLocks noGrp="1"/>
          </p:cNvSpPr>
          <p:nvPr>
            <p:ph type="sldNum" sz="quarter" idx="12"/>
          </p:nvPr>
        </p:nvSpPr>
        <p:spPr/>
        <p:txBody>
          <a:bodyPr/>
          <a:lstStyle/>
          <a:p>
            <a:pPr rtl="0"/>
            <a:fld id="{294A09A9-5501-47C1-A89A-A340965A2BE2}" type="slidenum">
              <a:rPr lang="fr-FR" noProof="0" smtClean="0"/>
              <a:t>76</a:t>
            </a:fld>
            <a:endParaRPr lang="fr-FR" noProof="0"/>
          </a:p>
        </p:txBody>
      </p:sp>
      <p:sp>
        <p:nvSpPr>
          <p:cNvPr id="3" name="Espace réservé du texte 2">
            <a:extLst>
              <a:ext uri="{FF2B5EF4-FFF2-40B4-BE49-F238E27FC236}">
                <a16:creationId xmlns:a16="http://schemas.microsoft.com/office/drawing/2014/main" id="{223D38B8-2A54-CD97-2081-F6982E79D786}"/>
              </a:ext>
            </a:extLst>
          </p:cNvPr>
          <p:cNvSpPr>
            <a:spLocks noGrp="1"/>
          </p:cNvSpPr>
          <p:nvPr>
            <p:ph type="body" sz="quarter" idx="13"/>
          </p:nvPr>
        </p:nvSpPr>
        <p:spPr/>
        <p:txBody>
          <a:bodyPr/>
          <a:lstStyle/>
          <a:p>
            <a:r>
              <a:rPr lang="fr-FR" dirty="0"/>
              <a:t>À l’issue, on a une liste hiérarchisée des sources de risques</a:t>
            </a:r>
          </a:p>
        </p:txBody>
      </p:sp>
      <p:graphicFrame>
        <p:nvGraphicFramePr>
          <p:cNvPr id="7" name="Tableau 6">
            <a:extLst>
              <a:ext uri="{FF2B5EF4-FFF2-40B4-BE49-F238E27FC236}">
                <a16:creationId xmlns:a16="http://schemas.microsoft.com/office/drawing/2014/main" id="{7673B2A5-B030-CF16-47D7-DDC5E83D6183}"/>
              </a:ext>
            </a:extLst>
          </p:cNvPr>
          <p:cNvGraphicFramePr>
            <a:graphicFrameLocks noGrp="1"/>
          </p:cNvGraphicFramePr>
          <p:nvPr>
            <p:extLst>
              <p:ext uri="{D42A27DB-BD31-4B8C-83A1-F6EECF244321}">
                <p14:modId xmlns:p14="http://schemas.microsoft.com/office/powerpoint/2010/main" val="834265891"/>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Moyennement 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Saboter la campagne nationale de vaccination</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Assez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Plutôt</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Concurrent</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Voler des informations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Fortement</a:t>
                      </a:r>
                    </a:p>
                    <a:p>
                      <a:pPr algn="ctr" fontAlgn="ctr"/>
                      <a:r>
                        <a:rPr lang="fr-FR" sz="1200" b="0" kern="1200" dirty="0">
                          <a:solidFill>
                            <a:schemeClr val="tx1"/>
                          </a:solidFill>
                        </a:rPr>
                        <a:t>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Ressources importantes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Très</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pertinent</a:t>
                      </a: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Cyber-terroriste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Altérer la composition des vaccins à des fins de bioterrorisme</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limitées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Peu</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4"/>
                  </a:ext>
                </a:extLst>
              </a:tr>
            </a:tbl>
          </a:graphicData>
        </a:graphic>
      </p:graphicFrame>
      <p:sp>
        <p:nvSpPr>
          <p:cNvPr id="8" name="Organigramme : Alternative 7">
            <a:extLst>
              <a:ext uri="{FF2B5EF4-FFF2-40B4-BE49-F238E27FC236}">
                <a16:creationId xmlns:a16="http://schemas.microsoft.com/office/drawing/2014/main" id="{33C571ED-ADE3-E6A7-8BD9-776BA3AC78BA}"/>
              </a:ext>
            </a:extLst>
          </p:cNvPr>
          <p:cNvSpPr/>
          <p:nvPr/>
        </p:nvSpPr>
        <p:spPr>
          <a:xfrm>
            <a:off x="2174238" y="53921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contexte, les couples sources de risques / objectifs visés « très pertinents » et « plutôt pertinents » seront retenus pour la suite de l’étude.</a:t>
            </a:r>
          </a:p>
        </p:txBody>
      </p:sp>
      <p:pic>
        <p:nvPicPr>
          <p:cNvPr id="9" name="Image 8">
            <a:extLst>
              <a:ext uri="{FF2B5EF4-FFF2-40B4-BE49-F238E27FC236}">
                <a16:creationId xmlns:a16="http://schemas.microsoft.com/office/drawing/2014/main" id="{1346E87D-CB51-990D-33E3-3E044781DFCE}"/>
              </a:ext>
            </a:extLst>
          </p:cNvPr>
          <p:cNvPicPr>
            <a:picLocks noChangeAspect="1"/>
          </p:cNvPicPr>
          <p:nvPr/>
        </p:nvPicPr>
        <p:blipFill>
          <a:blip r:embed="rId2"/>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A94D700F-8981-F4DD-4F7F-AFDB271DF31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5802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27A6A4-DE9D-A4A5-51A7-E57330C37301}"/>
              </a:ext>
            </a:extLst>
          </p:cNvPr>
          <p:cNvSpPr>
            <a:spLocks noGrp="1"/>
          </p:cNvSpPr>
          <p:nvPr>
            <p:ph type="title"/>
          </p:nvPr>
        </p:nvSpPr>
        <p:spPr/>
        <p:txBody>
          <a:bodyPr>
            <a:normAutofit fontScale="90000"/>
          </a:bodyPr>
          <a:lstStyle/>
          <a:p>
            <a:r>
              <a:rPr lang="fr-FR" dirty="0"/>
              <a:t>Il faut ensuite « raccrocher » les composants…</a:t>
            </a:r>
          </a:p>
        </p:txBody>
      </p:sp>
      <p:sp>
        <p:nvSpPr>
          <p:cNvPr id="4" name="Espace réservé de la date 3">
            <a:extLst>
              <a:ext uri="{FF2B5EF4-FFF2-40B4-BE49-F238E27FC236}">
                <a16:creationId xmlns:a16="http://schemas.microsoft.com/office/drawing/2014/main" id="{74CEC361-8148-0319-54BD-FBA59E9C3FB6}"/>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CF3F535A-EA8E-9F27-1F44-0A2D0BAD1C4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FB8850C-E679-6C57-D132-C94583F9D94D}"/>
              </a:ext>
            </a:extLst>
          </p:cNvPr>
          <p:cNvSpPr>
            <a:spLocks noGrp="1"/>
          </p:cNvSpPr>
          <p:nvPr>
            <p:ph type="sldNum" sz="quarter" idx="12"/>
          </p:nvPr>
        </p:nvSpPr>
        <p:spPr/>
        <p:txBody>
          <a:bodyPr/>
          <a:lstStyle/>
          <a:p>
            <a:fld id="{294A09A9-5501-47C1-A89A-A340965A2BE2}" type="slidenum">
              <a:rPr lang="fr-FR" smtClean="0"/>
              <a:pPr/>
              <a:t>77</a:t>
            </a:fld>
            <a:endParaRPr lang="fr-FR"/>
          </a:p>
        </p:txBody>
      </p:sp>
      <p:graphicFrame>
        <p:nvGraphicFramePr>
          <p:cNvPr id="7" name="Tableau 6">
            <a:extLst>
              <a:ext uri="{FF2B5EF4-FFF2-40B4-BE49-F238E27FC236}">
                <a16:creationId xmlns:a16="http://schemas.microsoft.com/office/drawing/2014/main" id="{8C61B26F-D4FD-0985-DA2E-A2B91683439A}"/>
              </a:ext>
            </a:extLst>
          </p:cNvPr>
          <p:cNvGraphicFramePr>
            <a:graphicFrameLocks noGrp="1"/>
          </p:cNvGraphicFramePr>
          <p:nvPr>
            <p:extLst>
              <p:ext uri="{D42A27DB-BD31-4B8C-83A1-F6EECF244321}">
                <p14:modId xmlns:p14="http://schemas.microsoft.com/office/powerpoint/2010/main" val="757321350"/>
              </p:ext>
            </p:extLst>
          </p:nvPr>
        </p:nvGraphicFramePr>
        <p:xfrm>
          <a:off x="7137555" y="1560065"/>
          <a:ext cx="3854296" cy="2155654"/>
        </p:xfrm>
        <a:graphic>
          <a:graphicData uri="http://schemas.openxmlformats.org/drawingml/2006/table">
            <a:tbl>
              <a:tblPr/>
              <a:tblGrid>
                <a:gridCol w="1571869">
                  <a:extLst>
                    <a:ext uri="{9D8B030D-6E8A-4147-A177-3AD203B41FA5}">
                      <a16:colId xmlns:a16="http://schemas.microsoft.com/office/drawing/2014/main" val="20000"/>
                    </a:ext>
                  </a:extLst>
                </a:gridCol>
                <a:gridCol w="2282427">
                  <a:extLst>
                    <a:ext uri="{9D8B030D-6E8A-4147-A177-3AD203B41FA5}">
                      <a16:colId xmlns:a16="http://schemas.microsoft.com/office/drawing/2014/main" val="20001"/>
                    </a:ext>
                  </a:extLst>
                </a:gridCol>
              </a:tblGrid>
              <a:tr h="480000">
                <a:tc grid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dirty="0">
                          <a:solidFill>
                            <a:schemeClr val="bg1"/>
                          </a:solidFill>
                          <a:latin typeface="+mj-lt"/>
                          <a:ea typeface="Verdana" charset="0"/>
                          <a:cs typeface="Segoe UI" panose="020B0502040204020203" pitchFamily="34" charset="0"/>
                        </a:rPr>
                        <a:t>Sources de risques / objectifs visés les plus pertinents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5" marR="40505"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20329190"/>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Sources</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de risque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Objectif</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visé</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Concurrent</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Voler des informations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Hacktiviste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Saboter la campagne</a:t>
                      </a:r>
                      <a:br>
                        <a:rPr lang="fr-FR" sz="1200" b="0" kern="1200" dirty="0">
                          <a:solidFill>
                            <a:schemeClr val="tx1"/>
                          </a:solidFill>
                          <a:latin typeface="+mj-lt"/>
                          <a:ea typeface="+mn-ea"/>
                          <a:cs typeface="Segoe UI" panose="020B0502040204020203" pitchFamily="34" charset="0"/>
                        </a:rPr>
                      </a:br>
                      <a:r>
                        <a:rPr lang="fr-FR" sz="1200" b="0" kern="1200" dirty="0">
                          <a:solidFill>
                            <a:schemeClr val="tx1"/>
                          </a:solidFill>
                          <a:latin typeface="+mj-lt"/>
                          <a:ea typeface="+mn-ea"/>
                          <a:cs typeface="Segoe UI" panose="020B0502040204020203" pitchFamily="34" charset="0"/>
                        </a:rPr>
                        <a:t>nationale de vaccination</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8" name="Tableau 7">
            <a:extLst>
              <a:ext uri="{FF2B5EF4-FFF2-40B4-BE49-F238E27FC236}">
                <a16:creationId xmlns:a16="http://schemas.microsoft.com/office/drawing/2014/main" id="{263B307E-5EF0-F1B7-DB11-1FB59C35CF16}"/>
              </a:ext>
            </a:extLst>
          </p:cNvPr>
          <p:cNvGraphicFramePr>
            <a:graphicFrameLocks noGrp="1"/>
          </p:cNvGraphicFramePr>
          <p:nvPr>
            <p:extLst>
              <p:ext uri="{D42A27DB-BD31-4B8C-83A1-F6EECF244321}">
                <p14:modId xmlns:p14="http://schemas.microsoft.com/office/powerpoint/2010/main" val="1003726110"/>
              </p:ext>
            </p:extLst>
          </p:nvPr>
        </p:nvGraphicFramePr>
        <p:xfrm>
          <a:off x="1678519" y="1560066"/>
          <a:ext cx="4272000" cy="4080873"/>
        </p:xfrm>
        <a:graphic>
          <a:graphicData uri="http://schemas.openxmlformats.org/drawingml/2006/table">
            <a:tbl>
              <a:tblPr/>
              <a:tblGrid>
                <a:gridCol w="960000">
                  <a:extLst>
                    <a:ext uri="{9D8B030D-6E8A-4147-A177-3AD203B41FA5}">
                      <a16:colId xmlns:a16="http://schemas.microsoft.com/office/drawing/2014/main" val="20000"/>
                    </a:ext>
                  </a:extLst>
                </a:gridCol>
                <a:gridCol w="2544000">
                  <a:extLst>
                    <a:ext uri="{9D8B030D-6E8A-4147-A177-3AD203B41FA5}">
                      <a16:colId xmlns:a16="http://schemas.microsoft.com/office/drawing/2014/main" val="20001"/>
                    </a:ext>
                  </a:extLst>
                </a:gridCol>
                <a:gridCol w="768000">
                  <a:extLst>
                    <a:ext uri="{9D8B030D-6E8A-4147-A177-3AD203B41FA5}">
                      <a16:colId xmlns:a16="http://schemas.microsoft.com/office/drawing/2014/main" val="20002"/>
                    </a:ext>
                  </a:extLst>
                </a:gridCol>
              </a:tblGrid>
              <a:tr h="480873">
                <a:tc gridSpan="3">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kern="1200" dirty="0">
                          <a:solidFill>
                            <a:schemeClr val="bg1"/>
                          </a:solidFill>
                          <a:latin typeface="+mj-lt"/>
                          <a:ea typeface="Verdana" charset="0"/>
                          <a:cs typeface="Segoe UI" panose="020B0502040204020203" pitchFamily="34" charset="0"/>
                        </a:rPr>
                        <a:t>Événements redoutés les plus graves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3052906257"/>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bl>
          </a:graphicData>
        </a:graphic>
      </p:graphicFrame>
      <p:sp>
        <p:nvSpPr>
          <p:cNvPr id="9" name="Forme libre 36">
            <a:extLst>
              <a:ext uri="{FF2B5EF4-FFF2-40B4-BE49-F238E27FC236}">
                <a16:creationId xmlns:a16="http://schemas.microsoft.com/office/drawing/2014/main" id="{76D2A20C-F763-A293-C60F-C75C121E63C8}"/>
              </a:ext>
            </a:extLst>
          </p:cNvPr>
          <p:cNvSpPr/>
          <p:nvPr/>
        </p:nvSpPr>
        <p:spPr>
          <a:xfrm>
            <a:off x="5963686" y="2824454"/>
            <a:ext cx="1162493" cy="2457303"/>
          </a:xfrm>
          <a:custGeom>
            <a:avLst/>
            <a:gdLst>
              <a:gd name="connsiteX0" fmla="*/ 0 w 878959"/>
              <a:gd name="connsiteY0" fmla="*/ 1842977 h 1842977"/>
              <a:gd name="connsiteX1" fmla="*/ 496186 w 878959"/>
              <a:gd name="connsiteY1" fmla="*/ 1842977 h 1842977"/>
              <a:gd name="connsiteX2" fmla="*/ 496186 w 878959"/>
              <a:gd name="connsiteY2" fmla="*/ 0 h 1842977"/>
              <a:gd name="connsiteX3" fmla="*/ 878959 w 878959"/>
              <a:gd name="connsiteY3" fmla="*/ 0 h 1842977"/>
            </a:gdLst>
            <a:ahLst/>
            <a:cxnLst>
              <a:cxn ang="0">
                <a:pos x="connsiteX0" y="connsiteY0"/>
              </a:cxn>
              <a:cxn ang="0">
                <a:pos x="connsiteX1" y="connsiteY1"/>
              </a:cxn>
              <a:cxn ang="0">
                <a:pos x="connsiteX2" y="connsiteY2"/>
              </a:cxn>
              <a:cxn ang="0">
                <a:pos x="connsiteX3" y="connsiteY3"/>
              </a:cxn>
            </a:cxnLst>
            <a:rect l="l" t="t" r="r" b="b"/>
            <a:pathLst>
              <a:path w="878959" h="1842977">
                <a:moveTo>
                  <a:pt x="0" y="1842977"/>
                </a:moveTo>
                <a:lnTo>
                  <a:pt x="496186" y="1842977"/>
                </a:lnTo>
                <a:lnTo>
                  <a:pt x="496186" y="0"/>
                </a:lnTo>
                <a:lnTo>
                  <a:pt x="878959" y="0"/>
                </a:lnTo>
              </a:path>
            </a:pathLst>
          </a:custGeom>
          <a:ln>
            <a:headEnd type="arrow" w="med" len="med"/>
            <a:tailEnd type="arrow" w="med" len="med"/>
          </a:ln>
        </p:spPr>
        <p:style>
          <a:lnRef idx="2">
            <a:schemeClr val="accent6"/>
          </a:lnRef>
          <a:fillRef idx="0">
            <a:schemeClr val="accent6"/>
          </a:fillRef>
          <a:effectRef idx="1">
            <a:schemeClr val="accent6"/>
          </a:effectRef>
          <a:fontRef idx="minor">
            <a:schemeClr val="tx1"/>
          </a:fontRef>
        </p:style>
        <p:txBody>
          <a:bodyPr rtlCol="0" anchor="ctr"/>
          <a:lstStyle/>
          <a:p>
            <a:pPr algn="ctr"/>
            <a:endParaRPr lang="fr-FR" sz="2400"/>
          </a:p>
        </p:txBody>
      </p:sp>
      <p:cxnSp>
        <p:nvCxnSpPr>
          <p:cNvPr id="10" name="Connecteur droit avec flèche 9">
            <a:extLst>
              <a:ext uri="{FF2B5EF4-FFF2-40B4-BE49-F238E27FC236}">
                <a16:creationId xmlns:a16="http://schemas.microsoft.com/office/drawing/2014/main" id="{6441BBDE-78A8-30B0-8E20-48C37E0F43F8}"/>
              </a:ext>
            </a:extLst>
          </p:cNvPr>
          <p:cNvCxnSpPr/>
          <p:nvPr/>
        </p:nvCxnSpPr>
        <p:spPr>
          <a:xfrm>
            <a:off x="5950519" y="3543797"/>
            <a:ext cx="1187036" cy="0"/>
          </a:xfrm>
          <a:prstGeom prst="straightConnector1">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11" name="Forme libre 41">
            <a:extLst>
              <a:ext uri="{FF2B5EF4-FFF2-40B4-BE49-F238E27FC236}">
                <a16:creationId xmlns:a16="http://schemas.microsoft.com/office/drawing/2014/main" id="{9465463C-453F-3CEF-2084-496A5FD4444E}"/>
              </a:ext>
            </a:extLst>
          </p:cNvPr>
          <p:cNvSpPr/>
          <p:nvPr/>
        </p:nvSpPr>
        <p:spPr>
          <a:xfrm>
            <a:off x="5963685" y="3004026"/>
            <a:ext cx="396948" cy="1531089"/>
          </a:xfrm>
          <a:custGeom>
            <a:avLst/>
            <a:gdLst>
              <a:gd name="connsiteX0" fmla="*/ 0 w 368595"/>
              <a:gd name="connsiteY0" fmla="*/ 0 h 1240465"/>
              <a:gd name="connsiteX1" fmla="*/ 368595 w 368595"/>
              <a:gd name="connsiteY1" fmla="*/ 0 h 1240465"/>
              <a:gd name="connsiteX2" fmla="*/ 368595 w 368595"/>
              <a:gd name="connsiteY2" fmla="*/ 1240465 h 1240465"/>
              <a:gd name="connsiteX3" fmla="*/ 0 w 368595"/>
              <a:gd name="connsiteY3" fmla="*/ 1240465 h 1240465"/>
            </a:gdLst>
            <a:ahLst/>
            <a:cxnLst>
              <a:cxn ang="0">
                <a:pos x="connsiteX0" y="connsiteY0"/>
              </a:cxn>
              <a:cxn ang="0">
                <a:pos x="connsiteX1" y="connsiteY1"/>
              </a:cxn>
              <a:cxn ang="0">
                <a:pos x="connsiteX2" y="connsiteY2"/>
              </a:cxn>
              <a:cxn ang="0">
                <a:pos x="connsiteX3" y="connsiteY3"/>
              </a:cxn>
            </a:cxnLst>
            <a:rect l="l" t="t" r="r" b="b"/>
            <a:pathLst>
              <a:path w="368595" h="1240465">
                <a:moveTo>
                  <a:pt x="0" y="0"/>
                </a:moveTo>
                <a:lnTo>
                  <a:pt x="368595" y="0"/>
                </a:lnTo>
                <a:lnTo>
                  <a:pt x="368595" y="1240465"/>
                </a:lnTo>
                <a:lnTo>
                  <a:pt x="0" y="1240465"/>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fr-FR" sz="2400"/>
          </a:p>
        </p:txBody>
      </p:sp>
      <p:pic>
        <p:nvPicPr>
          <p:cNvPr id="12" name="Image 11">
            <a:extLst>
              <a:ext uri="{FF2B5EF4-FFF2-40B4-BE49-F238E27FC236}">
                <a16:creationId xmlns:a16="http://schemas.microsoft.com/office/drawing/2014/main" id="{88C4867A-EA9F-8E63-3410-DC1355F4FC2B}"/>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72096E2-F26F-FE35-1D98-76F2F200301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2837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500"/>
                                        <p:tgtEl>
                                          <p:spTgt spid="9"/>
                                        </p:tgtEl>
                                      </p:cBhvr>
                                    </p:animEffect>
                                  </p:childTnLst>
                                </p:cTn>
                              </p:par>
                              <p:par>
                                <p:cTn id="16" presetID="22" presetClass="entr" presetSubtype="2"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right)">
                                      <p:cBhvr>
                                        <p:cTn id="18" dur="500"/>
                                        <p:tgtEl>
                                          <p:spTgt spid="10"/>
                                        </p:tgtEl>
                                      </p:cBhvr>
                                    </p:animEffect>
                                  </p:childTnLst>
                                </p:cTn>
                              </p:par>
                              <p:par>
                                <p:cTn id="19" presetID="22" presetClass="entr" presetSubtype="2"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right)">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DA03-8A02-B779-8363-F1D96E26739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D590521-FCD6-963E-6813-CEB21C7EA5B6}"/>
              </a:ext>
            </a:extLst>
          </p:cNvPr>
          <p:cNvSpPr>
            <a:spLocks noGrp="1"/>
          </p:cNvSpPr>
          <p:nvPr>
            <p:ph type="title"/>
          </p:nvPr>
        </p:nvSpPr>
        <p:spPr/>
        <p:txBody>
          <a:bodyPr>
            <a:normAutofit fontScale="90000"/>
          </a:bodyPr>
          <a:lstStyle/>
          <a:p>
            <a:r>
              <a:rPr lang="fr-FR" dirty="0"/>
              <a:t>Autre technique</a:t>
            </a:r>
          </a:p>
        </p:txBody>
      </p:sp>
      <p:sp>
        <p:nvSpPr>
          <p:cNvPr id="4" name="Espace réservé de la date 3">
            <a:extLst>
              <a:ext uri="{FF2B5EF4-FFF2-40B4-BE49-F238E27FC236}">
                <a16:creationId xmlns:a16="http://schemas.microsoft.com/office/drawing/2014/main" id="{D915E226-A47F-5DCB-6208-8C6FD2B7309A}"/>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032365B5-32A5-8F2A-0FE4-59100746BA0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B26C796-45B4-7A6E-DAC7-716B9DA45463}"/>
              </a:ext>
            </a:extLst>
          </p:cNvPr>
          <p:cNvSpPr>
            <a:spLocks noGrp="1"/>
          </p:cNvSpPr>
          <p:nvPr>
            <p:ph type="sldNum" sz="quarter" idx="12"/>
          </p:nvPr>
        </p:nvSpPr>
        <p:spPr/>
        <p:txBody>
          <a:bodyPr/>
          <a:lstStyle/>
          <a:p>
            <a:fld id="{294A09A9-5501-47C1-A89A-A340965A2BE2}" type="slidenum">
              <a:rPr lang="fr-FR" smtClean="0"/>
              <a:pPr/>
              <a:t>78</a:t>
            </a:fld>
            <a:endParaRPr lang="fr-FR"/>
          </a:p>
        </p:txBody>
      </p:sp>
      <p:sp>
        <p:nvSpPr>
          <p:cNvPr id="9" name="Espace réservé du texte 8">
            <a:extLst>
              <a:ext uri="{FF2B5EF4-FFF2-40B4-BE49-F238E27FC236}">
                <a16:creationId xmlns:a16="http://schemas.microsoft.com/office/drawing/2014/main" id="{847F1A4D-20EC-83F0-1A84-2F7CC571B047}"/>
              </a:ext>
            </a:extLst>
          </p:cNvPr>
          <p:cNvSpPr>
            <a:spLocks noGrp="1"/>
          </p:cNvSpPr>
          <p:nvPr>
            <p:ph type="body" sz="quarter" idx="13"/>
          </p:nvPr>
        </p:nvSpPr>
        <p:spPr/>
        <p:txBody>
          <a:bodyPr/>
          <a:lstStyle/>
          <a:p>
            <a:r>
              <a:rPr lang="fr-FR" dirty="0"/>
              <a:t>Analyse directe par événement redouté</a:t>
            </a:r>
          </a:p>
        </p:txBody>
      </p:sp>
      <p:graphicFrame>
        <p:nvGraphicFramePr>
          <p:cNvPr id="8" name="Tableau 7">
            <a:extLst>
              <a:ext uri="{FF2B5EF4-FFF2-40B4-BE49-F238E27FC236}">
                <a16:creationId xmlns:a16="http://schemas.microsoft.com/office/drawing/2014/main" id="{91379E05-9D44-961D-E265-5751608AFF53}"/>
              </a:ext>
            </a:extLst>
          </p:cNvPr>
          <p:cNvGraphicFramePr>
            <a:graphicFrameLocks noGrp="1"/>
          </p:cNvGraphicFramePr>
          <p:nvPr>
            <p:extLst>
              <p:ext uri="{D42A27DB-BD31-4B8C-83A1-F6EECF244321}">
                <p14:modId xmlns:p14="http://schemas.microsoft.com/office/powerpoint/2010/main" val="937837484"/>
              </p:ext>
            </p:extLst>
          </p:nvPr>
        </p:nvGraphicFramePr>
        <p:xfrm>
          <a:off x="1678519" y="2286000"/>
          <a:ext cx="9294280" cy="3442028"/>
        </p:xfrm>
        <a:graphic>
          <a:graphicData uri="http://schemas.openxmlformats.org/drawingml/2006/table">
            <a:tbl>
              <a:tblPr/>
              <a:tblGrid>
                <a:gridCol w="1206507">
                  <a:extLst>
                    <a:ext uri="{9D8B030D-6E8A-4147-A177-3AD203B41FA5}">
                      <a16:colId xmlns:a16="http://schemas.microsoft.com/office/drawing/2014/main" val="20000"/>
                    </a:ext>
                  </a:extLst>
                </a:gridCol>
                <a:gridCol w="4032609">
                  <a:extLst>
                    <a:ext uri="{9D8B030D-6E8A-4147-A177-3AD203B41FA5}">
                      <a16:colId xmlns:a16="http://schemas.microsoft.com/office/drawing/2014/main" val="20001"/>
                    </a:ext>
                  </a:extLst>
                </a:gridCol>
                <a:gridCol w="785191">
                  <a:extLst>
                    <a:ext uri="{9D8B030D-6E8A-4147-A177-3AD203B41FA5}">
                      <a16:colId xmlns:a16="http://schemas.microsoft.com/office/drawing/2014/main" val="20002"/>
                    </a:ext>
                  </a:extLst>
                </a:gridCol>
                <a:gridCol w="1272209">
                  <a:extLst>
                    <a:ext uri="{9D8B030D-6E8A-4147-A177-3AD203B41FA5}">
                      <a16:colId xmlns:a16="http://schemas.microsoft.com/office/drawing/2014/main" val="3038214331"/>
                    </a:ext>
                  </a:extLst>
                </a:gridCol>
                <a:gridCol w="1997764">
                  <a:extLst>
                    <a:ext uri="{9D8B030D-6E8A-4147-A177-3AD203B41FA5}">
                      <a16:colId xmlns:a16="http://schemas.microsoft.com/office/drawing/2014/main" val="584493237"/>
                    </a:ext>
                  </a:extLst>
                </a:gridCol>
              </a:tblGrid>
              <a:tr h="32202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 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Source de risques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Objectifs visés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Concurrent</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Voler des informations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pic>
        <p:nvPicPr>
          <p:cNvPr id="3" name="Image 2">
            <a:extLst>
              <a:ext uri="{FF2B5EF4-FFF2-40B4-BE49-F238E27FC236}">
                <a16:creationId xmlns:a16="http://schemas.microsoft.com/office/drawing/2014/main" id="{5BEFC7A9-937B-BDAE-9BF2-11222BD8C923}"/>
              </a:ext>
            </a:extLst>
          </p:cNvPr>
          <p:cNvPicPr>
            <a:picLocks noChangeAspect="1"/>
          </p:cNvPicPr>
          <p:nvPr/>
        </p:nvPicPr>
        <p:blipFill>
          <a:blip r:embed="rId2"/>
          <a:stretch>
            <a:fillRect/>
          </a:stretch>
        </p:blipFill>
        <p:spPr>
          <a:xfrm>
            <a:off x="11112000" y="0"/>
            <a:ext cx="1080000" cy="1080000"/>
          </a:xfrm>
          <a:prstGeom prst="rect">
            <a:avLst/>
          </a:prstGeom>
        </p:spPr>
      </p:pic>
      <p:sp>
        <p:nvSpPr>
          <p:cNvPr id="7" name="ZoneTexte 6">
            <a:extLst>
              <a:ext uri="{FF2B5EF4-FFF2-40B4-BE49-F238E27FC236}">
                <a16:creationId xmlns:a16="http://schemas.microsoft.com/office/drawing/2014/main" id="{1D8459A5-BB9A-80F5-7727-FF11B274866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0425140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C12A9-B5D2-58C9-A8CA-F8C378BB134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E81D035-2530-1A6B-EACF-D95C3AE3A63F}"/>
              </a:ext>
            </a:extLst>
          </p:cNvPr>
          <p:cNvSpPr>
            <a:spLocks noGrp="1"/>
          </p:cNvSpPr>
          <p:nvPr>
            <p:ph type="title"/>
          </p:nvPr>
        </p:nvSpPr>
        <p:spPr/>
        <p:txBody>
          <a:bodyPr>
            <a:normAutofit fontScale="90000"/>
          </a:bodyPr>
          <a:lstStyle/>
          <a:p>
            <a:r>
              <a:rPr lang="fr-FR" dirty="0"/>
              <a:t>Mesures</a:t>
            </a:r>
          </a:p>
        </p:txBody>
      </p:sp>
      <p:sp>
        <p:nvSpPr>
          <p:cNvPr id="3" name="Espace réservé du contenu 2">
            <a:extLst>
              <a:ext uri="{FF2B5EF4-FFF2-40B4-BE49-F238E27FC236}">
                <a16:creationId xmlns:a16="http://schemas.microsoft.com/office/drawing/2014/main" id="{15C2FEC7-492C-3C48-F3F1-33BA1F39A12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mesures en place</a:t>
            </a:r>
          </a:p>
          <a:p>
            <a:pPr lvl="2"/>
            <a:r>
              <a:rPr lang="fr-FR" dirty="0"/>
              <a:t>Vérifier qu’elles sont au niveau des sources de risques, les renforcer sinon</a:t>
            </a:r>
          </a:p>
          <a:p>
            <a:pPr lvl="2"/>
            <a:r>
              <a:rPr lang="fr-FR" dirty="0"/>
              <a:t>Détection et protection face aux attaques connues de sources de risques retenues</a:t>
            </a:r>
          </a:p>
          <a:p>
            <a:pPr lvl="1"/>
            <a:r>
              <a:rPr lang="fr-FR" dirty="0"/>
              <a:t>Agir sur les sources de risques / objectifs visés</a:t>
            </a:r>
          </a:p>
          <a:p>
            <a:pPr lvl="2"/>
            <a:r>
              <a:rPr lang="fr-FR" dirty="0"/>
              <a:t>Communiquer pour tenter de dissuader</a:t>
            </a:r>
          </a:p>
        </p:txBody>
      </p:sp>
      <p:sp>
        <p:nvSpPr>
          <p:cNvPr id="5" name="Espace réservé du pied de page 4">
            <a:extLst>
              <a:ext uri="{FF2B5EF4-FFF2-40B4-BE49-F238E27FC236}">
                <a16:creationId xmlns:a16="http://schemas.microsoft.com/office/drawing/2014/main" id="{98E09B0C-5305-929C-77D2-B745C8BF5C63}"/>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1E345C6-0FD8-2261-2C54-0DD765101E1C}"/>
              </a:ext>
            </a:extLst>
          </p:cNvPr>
          <p:cNvSpPr>
            <a:spLocks noGrp="1"/>
          </p:cNvSpPr>
          <p:nvPr>
            <p:ph type="sldNum" sz="quarter" idx="12"/>
          </p:nvPr>
        </p:nvSpPr>
        <p:spPr/>
        <p:txBody>
          <a:bodyPr/>
          <a:lstStyle/>
          <a:p>
            <a:pPr rtl="0"/>
            <a:fld id="{294A09A9-5501-47C1-A89A-A340965A2BE2}" type="slidenum">
              <a:rPr lang="fr-FR" noProof="0" smtClean="0"/>
              <a:t>79</a:t>
            </a:fld>
            <a:endParaRPr lang="fr-FR" noProof="0"/>
          </a:p>
        </p:txBody>
      </p:sp>
      <p:sp>
        <p:nvSpPr>
          <p:cNvPr id="4" name="Espace réservé de la date 3">
            <a:extLst>
              <a:ext uri="{FF2B5EF4-FFF2-40B4-BE49-F238E27FC236}">
                <a16:creationId xmlns:a16="http://schemas.microsoft.com/office/drawing/2014/main" id="{F9563309-F61C-66C8-6C90-A90DEDD30919}"/>
              </a:ext>
            </a:extLst>
          </p:cNvPr>
          <p:cNvSpPr>
            <a:spLocks noGrp="1"/>
          </p:cNvSpPr>
          <p:nvPr>
            <p:ph type="dt" sz="half" idx="10"/>
          </p:nvPr>
        </p:nvSpPr>
        <p:spPr/>
        <p:txBody>
          <a:bodyPr/>
          <a:lstStyle/>
          <a:p>
            <a:pPr rtl="0"/>
            <a:r>
              <a:rPr lang="fr-FR" noProof="0"/>
              <a:t>19/11/2025</a:t>
            </a:r>
          </a:p>
        </p:txBody>
      </p:sp>
      <p:sp>
        <p:nvSpPr>
          <p:cNvPr id="10" name="Espace réservé du texte 9">
            <a:extLst>
              <a:ext uri="{FF2B5EF4-FFF2-40B4-BE49-F238E27FC236}">
                <a16:creationId xmlns:a16="http://schemas.microsoft.com/office/drawing/2014/main" id="{10F340A1-35D8-9CA5-E345-BD461AAF8BA8}"/>
              </a:ext>
            </a:extLst>
          </p:cNvPr>
          <p:cNvSpPr>
            <a:spLocks noGrp="1"/>
          </p:cNvSpPr>
          <p:nvPr>
            <p:ph type="body" sz="quarter" idx="13"/>
          </p:nvPr>
        </p:nvSpPr>
        <p:spPr/>
        <p:txBody>
          <a:bodyPr/>
          <a:lstStyle/>
          <a:p>
            <a:r>
              <a:rPr lang="fr-FR" dirty="0"/>
              <a:t>Peut-on déterminer des mesures sur les sources de risques ?</a:t>
            </a:r>
          </a:p>
        </p:txBody>
      </p:sp>
      <p:pic>
        <p:nvPicPr>
          <p:cNvPr id="7" name="Image 6">
            <a:extLst>
              <a:ext uri="{FF2B5EF4-FFF2-40B4-BE49-F238E27FC236}">
                <a16:creationId xmlns:a16="http://schemas.microsoft.com/office/drawing/2014/main" id="{2713BA44-713F-6758-88D4-43FCE022F388}"/>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BB88E2D5-E6A2-B623-FF9A-910421ED7963}"/>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5B71F07F-9AC3-9BE3-8FB8-D5C03B53F0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963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A65D2-126F-3301-9FCD-891A617F989F}"/>
            </a:ext>
          </a:extLst>
        </p:cNvPr>
        <p:cNvGrpSpPr/>
        <p:nvPr/>
      </p:nvGrpSpPr>
      <p:grpSpPr>
        <a:xfrm>
          <a:off x="0" y="0"/>
          <a:ext cx="0" cy="0"/>
          <a:chOff x="0" y="0"/>
          <a:chExt cx="0" cy="0"/>
        </a:xfrm>
      </p:grpSpPr>
      <p:sp>
        <p:nvSpPr>
          <p:cNvPr id="169" name="Titre 168">
            <a:extLst>
              <a:ext uri="{FF2B5EF4-FFF2-40B4-BE49-F238E27FC236}">
                <a16:creationId xmlns:a16="http://schemas.microsoft.com/office/drawing/2014/main" id="{1B382991-A30E-C223-C5BB-B7FA733385E2}"/>
              </a:ext>
            </a:extLst>
          </p:cNvPr>
          <p:cNvSpPr>
            <a:spLocks noGrp="1"/>
          </p:cNvSpPr>
          <p:nvPr>
            <p:ph type="title"/>
          </p:nvPr>
        </p:nvSpPr>
        <p:spPr/>
        <p:txBody>
          <a:bodyPr>
            <a:normAutofit fontScale="90000"/>
          </a:bodyPr>
          <a:lstStyle/>
          <a:p>
            <a:r>
              <a:rPr lang="fr-FR" dirty="0"/>
              <a:t>Outil 08 – Analyser les parties prenantes</a:t>
            </a:r>
          </a:p>
        </p:txBody>
      </p:sp>
      <p:sp>
        <p:nvSpPr>
          <p:cNvPr id="4" name="Espace réservé de la date 3">
            <a:extLst>
              <a:ext uri="{FF2B5EF4-FFF2-40B4-BE49-F238E27FC236}">
                <a16:creationId xmlns:a16="http://schemas.microsoft.com/office/drawing/2014/main" id="{0639223D-7E51-1B23-18CA-C87537A36A5C}"/>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64BEAC82-6553-3F88-D11B-0771B65C9864}"/>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E94C8D50-FD95-1C18-7DA2-69BEFB8CECA3}"/>
              </a:ext>
            </a:extLst>
          </p:cNvPr>
          <p:cNvSpPr>
            <a:spLocks noGrp="1"/>
          </p:cNvSpPr>
          <p:nvPr>
            <p:ph type="sldNum" sz="quarter" idx="12"/>
          </p:nvPr>
        </p:nvSpPr>
        <p:spPr/>
        <p:txBody>
          <a:bodyPr/>
          <a:lstStyle/>
          <a:p>
            <a:pPr rtl="0"/>
            <a:fld id="{294A09A9-5501-47C1-A89A-A340965A2BE2}" type="slidenum">
              <a:rPr lang="fr-FR" noProof="0" smtClean="0"/>
              <a:t>80</a:t>
            </a:fld>
            <a:endParaRPr lang="fr-FR" noProof="0"/>
          </a:p>
        </p:txBody>
      </p:sp>
      <p:sp>
        <p:nvSpPr>
          <p:cNvPr id="8" name="Forme libre 35">
            <a:extLst>
              <a:ext uri="{FF2B5EF4-FFF2-40B4-BE49-F238E27FC236}">
                <a16:creationId xmlns:a16="http://schemas.microsoft.com/office/drawing/2014/main" id="{CC26CCB6-0322-BFF2-2901-EA28B81699BF}"/>
              </a:ext>
            </a:extLst>
          </p:cNvPr>
          <p:cNvSpPr/>
          <p:nvPr/>
        </p:nvSpPr>
        <p:spPr>
          <a:xfrm>
            <a:off x="3896177" y="1963241"/>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Forme libre 37">
            <a:extLst>
              <a:ext uri="{FF2B5EF4-FFF2-40B4-BE49-F238E27FC236}">
                <a16:creationId xmlns:a16="http://schemas.microsoft.com/office/drawing/2014/main" id="{F9C022CD-D378-89FB-C5F4-1CC75E7DFC5F}"/>
              </a:ext>
            </a:extLst>
          </p:cNvPr>
          <p:cNvSpPr/>
          <p:nvPr/>
        </p:nvSpPr>
        <p:spPr>
          <a:xfrm flipV="1">
            <a:off x="3896177" y="2575165"/>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Ellipse 9">
            <a:extLst>
              <a:ext uri="{FF2B5EF4-FFF2-40B4-BE49-F238E27FC236}">
                <a16:creationId xmlns:a16="http://schemas.microsoft.com/office/drawing/2014/main" id="{68472A5E-A19A-835E-0888-39AB0601410D}"/>
              </a:ext>
            </a:extLst>
          </p:cNvPr>
          <p:cNvSpPr/>
          <p:nvPr/>
        </p:nvSpPr>
        <p:spPr>
          <a:xfrm>
            <a:off x="4160177" y="2317203"/>
            <a:ext cx="240000" cy="240000"/>
          </a:xfrm>
          <a:prstGeom prst="ellipse">
            <a:avLst/>
          </a:prstGeom>
          <a:solidFill>
            <a:schemeClr val="bg1"/>
          </a:solidFill>
          <a:ln w="28575" cap="flat" cmpd="sng" algn="ctr">
            <a:solidFill>
              <a:srgbClr val="FF0000"/>
            </a:solidFill>
            <a:prstDash val="solid"/>
          </a:ln>
          <a:effectLst/>
        </p:spPr>
        <p:txBody>
          <a:bodyPr lIns="121889" tIns="60945" rIns="121889" bIns="60945" rtlCol="0" anchor="ctr"/>
          <a:lstStyle/>
          <a:p>
            <a:pPr algn="ctr"/>
            <a:r>
              <a:rPr lang="fr-FR" sz="1333" b="1" dirty="0">
                <a:solidFill>
                  <a:srgbClr val="FF0000"/>
                </a:solidFill>
                <a:latin typeface="Segoe UI" panose="020B0502040204020203" pitchFamily="34" charset="0"/>
                <a:cs typeface="Segoe UI" panose="020B0502040204020203" pitchFamily="34" charset="0"/>
              </a:rPr>
              <a:t>X</a:t>
            </a:r>
          </a:p>
        </p:txBody>
      </p:sp>
      <p:sp>
        <p:nvSpPr>
          <p:cNvPr id="11" name="Rectangle à coins arrondis 35">
            <a:extLst>
              <a:ext uri="{FF2B5EF4-FFF2-40B4-BE49-F238E27FC236}">
                <a16:creationId xmlns:a16="http://schemas.microsoft.com/office/drawing/2014/main" id="{D874D575-8F0C-9ED3-EA71-B015343D0DAC}"/>
              </a:ext>
            </a:extLst>
          </p:cNvPr>
          <p:cNvSpPr/>
          <p:nvPr/>
        </p:nvSpPr>
        <p:spPr>
          <a:xfrm>
            <a:off x="1464308" y="1434681"/>
            <a:ext cx="2543385" cy="2064000"/>
          </a:xfrm>
          <a:prstGeom prst="rect">
            <a:avLst/>
          </a:prstGeom>
          <a:solidFill>
            <a:schemeClr val="bg1"/>
          </a:solidFill>
          <a:ln w="28575" cap="flat" cmpd="sng" algn="ctr">
            <a:solidFill>
              <a:srgbClr val="FF000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Dépendance</a:t>
            </a:r>
          </a:p>
          <a:p>
            <a:pPr lvl="0" algn="ctr">
              <a:defRPr/>
            </a:pPr>
            <a:r>
              <a:rPr lang="fr-FR" sz="1333" dirty="0">
                <a:solidFill>
                  <a:srgbClr val="252525"/>
                </a:solidFill>
                <a:latin typeface="Segoe UI" panose="020B0502040204020203" pitchFamily="34" charset="0"/>
                <a:cs typeface="Segoe UI" panose="020B0502040204020203" pitchFamily="34" charset="0"/>
              </a:rPr>
              <a:t>La relation avec cette partie prenante est-elle vitale pour mon activité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Pénétration</a:t>
            </a:r>
          </a:p>
          <a:p>
            <a:pPr lvl="0" algn="ctr">
              <a:defRPr/>
            </a:pPr>
            <a:r>
              <a:rPr lang="fr-FR" sz="1333" dirty="0">
                <a:solidFill>
                  <a:srgbClr val="252525"/>
                </a:solidFill>
                <a:latin typeface="Segoe UI" panose="020B0502040204020203" pitchFamily="34" charset="0"/>
                <a:cs typeface="Segoe UI" panose="020B0502040204020203" pitchFamily="34" charset="0"/>
              </a:rPr>
              <a:t>Dans quelle mesure la partie prenante accède-t-elle à mes ressources internes ?</a:t>
            </a:r>
          </a:p>
        </p:txBody>
      </p:sp>
      <p:sp>
        <p:nvSpPr>
          <p:cNvPr id="12" name="Rectangle à coins arrondis 35">
            <a:extLst>
              <a:ext uri="{FF2B5EF4-FFF2-40B4-BE49-F238E27FC236}">
                <a16:creationId xmlns:a16="http://schemas.microsoft.com/office/drawing/2014/main" id="{122C050A-832F-D33B-E56C-401189BFEA34}"/>
              </a:ext>
            </a:extLst>
          </p:cNvPr>
          <p:cNvSpPr/>
          <p:nvPr/>
        </p:nvSpPr>
        <p:spPr>
          <a:xfrm>
            <a:off x="1464308" y="3530776"/>
            <a:ext cx="2543384" cy="288000"/>
          </a:xfrm>
          <a:prstGeom prst="rect">
            <a:avLst/>
          </a:prstGeom>
          <a:solidFill>
            <a:srgbClr val="0070C0"/>
          </a:solidFill>
          <a:ln>
            <a:solidFill>
              <a:srgbClr val="0070C0"/>
            </a:solidFill>
          </a:ln>
        </p:spPr>
        <p:style>
          <a:lnRef idx="3">
            <a:schemeClr val="lt1"/>
          </a:lnRef>
          <a:fillRef idx="1">
            <a:schemeClr val="accent6"/>
          </a:fillRef>
          <a:effectRef idx="1">
            <a:schemeClr val="accent6"/>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FIABILITÉ CYBER</a:t>
            </a:r>
          </a:p>
        </p:txBody>
      </p:sp>
      <p:sp>
        <p:nvSpPr>
          <p:cNvPr id="13" name="Rectangle à coins arrondis 35">
            <a:extLst>
              <a:ext uri="{FF2B5EF4-FFF2-40B4-BE49-F238E27FC236}">
                <a16:creationId xmlns:a16="http://schemas.microsoft.com/office/drawing/2014/main" id="{DD93546B-C0A1-9193-0011-0AEB8FF05727}"/>
              </a:ext>
            </a:extLst>
          </p:cNvPr>
          <p:cNvSpPr/>
          <p:nvPr/>
        </p:nvSpPr>
        <p:spPr>
          <a:xfrm>
            <a:off x="1464308" y="1147844"/>
            <a:ext cx="2543384" cy="288000"/>
          </a:xfrm>
          <a:prstGeom prst="rect">
            <a:avLst/>
          </a:prstGeom>
          <a:solidFill>
            <a:srgbClr val="FF0000"/>
          </a:solidFill>
          <a:ln>
            <a:solidFill>
              <a:srgbClr val="FF0000"/>
            </a:solidFill>
          </a:ln>
        </p:spPr>
        <p:style>
          <a:lnRef idx="3">
            <a:schemeClr val="lt1"/>
          </a:lnRef>
          <a:fillRef idx="1">
            <a:schemeClr val="accent5"/>
          </a:fillRef>
          <a:effectRef idx="1">
            <a:schemeClr val="accent5"/>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EXPOSITION</a:t>
            </a:r>
          </a:p>
        </p:txBody>
      </p:sp>
      <p:cxnSp>
        <p:nvCxnSpPr>
          <p:cNvPr id="14" name="Connecteur droit 13">
            <a:extLst>
              <a:ext uri="{FF2B5EF4-FFF2-40B4-BE49-F238E27FC236}">
                <a16:creationId xmlns:a16="http://schemas.microsoft.com/office/drawing/2014/main" id="{B16634AE-1FC6-6EFD-43A3-4FB29BAEE848}"/>
              </a:ext>
            </a:extLst>
          </p:cNvPr>
          <p:cNvCxnSpPr>
            <a:stCxn id="11" idx="1"/>
            <a:endCxn id="11" idx="3"/>
          </p:cNvCxnSpPr>
          <p:nvPr/>
        </p:nvCxnSpPr>
        <p:spPr>
          <a:xfrm>
            <a:off x="1464308" y="2466681"/>
            <a:ext cx="254338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C4B5FE-8774-405C-C719-2A8E1B43977F}"/>
              </a:ext>
            </a:extLst>
          </p:cNvPr>
          <p:cNvCxnSpPr/>
          <p:nvPr/>
        </p:nvCxnSpPr>
        <p:spPr>
          <a:xfrm>
            <a:off x="1464308" y="4824325"/>
            <a:ext cx="2543385" cy="0"/>
          </a:xfrm>
          <a:prstGeom prst="line">
            <a:avLst/>
          </a:prstGeom>
          <a:ln w="15875">
            <a:solidFill>
              <a:srgbClr val="00AFAA"/>
            </a:solidFill>
          </a:ln>
        </p:spPr>
        <p:style>
          <a:lnRef idx="1">
            <a:schemeClr val="accent1"/>
          </a:lnRef>
          <a:fillRef idx="0">
            <a:schemeClr val="accent1"/>
          </a:fillRef>
          <a:effectRef idx="0">
            <a:schemeClr val="accent1"/>
          </a:effectRef>
          <a:fontRef idx="minor">
            <a:schemeClr val="tx1"/>
          </a:fontRef>
        </p:style>
      </p:cxnSp>
      <p:sp>
        <p:nvSpPr>
          <p:cNvPr id="16" name="Forme libre 40">
            <a:extLst>
              <a:ext uri="{FF2B5EF4-FFF2-40B4-BE49-F238E27FC236}">
                <a16:creationId xmlns:a16="http://schemas.microsoft.com/office/drawing/2014/main" id="{1832D7ED-3E96-D0FC-CBC3-87D870D0B0C0}"/>
              </a:ext>
            </a:extLst>
          </p:cNvPr>
          <p:cNvSpPr/>
          <p:nvPr/>
        </p:nvSpPr>
        <p:spPr>
          <a:xfrm>
            <a:off x="3896177" y="4333512"/>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Forme libre 41">
            <a:extLst>
              <a:ext uri="{FF2B5EF4-FFF2-40B4-BE49-F238E27FC236}">
                <a16:creationId xmlns:a16="http://schemas.microsoft.com/office/drawing/2014/main" id="{7E758C49-F3B5-EB3A-AF29-03A687753FC1}"/>
              </a:ext>
            </a:extLst>
          </p:cNvPr>
          <p:cNvSpPr/>
          <p:nvPr/>
        </p:nvSpPr>
        <p:spPr>
          <a:xfrm flipV="1">
            <a:off x="3896177" y="4945436"/>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Ellipse 17">
            <a:extLst>
              <a:ext uri="{FF2B5EF4-FFF2-40B4-BE49-F238E27FC236}">
                <a16:creationId xmlns:a16="http://schemas.microsoft.com/office/drawing/2014/main" id="{2A52300A-F065-506A-DC41-3E1DD7342B12}"/>
              </a:ext>
            </a:extLst>
          </p:cNvPr>
          <p:cNvSpPr/>
          <p:nvPr/>
        </p:nvSpPr>
        <p:spPr>
          <a:xfrm>
            <a:off x="4160177" y="4687473"/>
            <a:ext cx="240000" cy="240000"/>
          </a:xfrm>
          <a:prstGeom prst="ellipse">
            <a:avLst/>
          </a:prstGeom>
          <a:solidFill>
            <a:schemeClr val="bg1"/>
          </a:solidFill>
          <a:ln w="28575" cap="flat" cmpd="sng" algn="ctr">
            <a:solidFill>
              <a:srgbClr val="0070C0"/>
            </a:solidFill>
            <a:prstDash val="solid"/>
          </a:ln>
          <a:effectLst/>
        </p:spPr>
        <p:txBody>
          <a:bodyPr lIns="121889" tIns="60945" rIns="121889" bIns="60945" rtlCol="0" anchor="ctr"/>
          <a:lstStyle/>
          <a:p>
            <a:pPr algn="ctr"/>
            <a:r>
              <a:rPr lang="fr-FR" sz="1333" b="1" dirty="0">
                <a:solidFill>
                  <a:srgbClr val="0070C0"/>
                </a:solidFill>
                <a:latin typeface="Segoe UI" panose="020B0502040204020203" pitchFamily="34" charset="0"/>
                <a:cs typeface="Segoe UI" panose="020B0502040204020203" pitchFamily="34" charset="0"/>
              </a:rPr>
              <a:t>X</a:t>
            </a:r>
          </a:p>
        </p:txBody>
      </p:sp>
      <p:sp>
        <p:nvSpPr>
          <p:cNvPr id="19" name="Rectangle à coins arrondis 35">
            <a:extLst>
              <a:ext uri="{FF2B5EF4-FFF2-40B4-BE49-F238E27FC236}">
                <a16:creationId xmlns:a16="http://schemas.microsoft.com/office/drawing/2014/main" id="{0DD78A17-A492-ED62-383F-1F5C53AD5FB4}"/>
              </a:ext>
            </a:extLst>
          </p:cNvPr>
          <p:cNvSpPr/>
          <p:nvPr/>
        </p:nvSpPr>
        <p:spPr>
          <a:xfrm>
            <a:off x="1464308" y="3817613"/>
            <a:ext cx="2543385" cy="2193711"/>
          </a:xfrm>
          <a:prstGeom prst="rect">
            <a:avLst/>
          </a:prstGeom>
          <a:solidFill>
            <a:schemeClr val="bg1"/>
          </a:solidFill>
          <a:ln w="28575" cap="flat" cmpd="sng" algn="ctr">
            <a:solidFill>
              <a:srgbClr val="0070C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Maturité cyber</a:t>
            </a:r>
          </a:p>
          <a:p>
            <a:pPr lvl="0" algn="ctr">
              <a:defRPr/>
            </a:pPr>
            <a:r>
              <a:rPr lang="fr-FR" sz="1333" dirty="0">
                <a:solidFill>
                  <a:srgbClr val="252525"/>
                </a:solidFill>
                <a:latin typeface="Segoe UI" panose="020B0502040204020203" pitchFamily="34" charset="0"/>
                <a:cs typeface="Segoe UI" panose="020B0502040204020203" pitchFamily="34" charset="0"/>
              </a:rPr>
              <a:t>Quelles sont les capacités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de la partie prenante</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en matière de sécurité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Confiance </a:t>
            </a:r>
          </a:p>
          <a:p>
            <a:pPr lvl="0" algn="ctr">
              <a:defRPr/>
            </a:pPr>
            <a:r>
              <a:rPr lang="fr-FR" sz="1333" dirty="0">
                <a:solidFill>
                  <a:srgbClr val="252525"/>
                </a:solidFill>
                <a:latin typeface="Segoe UI" panose="020B0502040204020203" pitchFamily="34" charset="0"/>
                <a:cs typeface="Segoe UI" panose="020B0502040204020203" pitchFamily="34" charset="0"/>
              </a:rPr>
              <a:t>Est-ce que les intentions ou les intérêts de la partie prenante peuvent m’être contraires ?</a:t>
            </a:r>
          </a:p>
        </p:txBody>
      </p:sp>
      <p:cxnSp>
        <p:nvCxnSpPr>
          <p:cNvPr id="20" name="Connecteur droit 19">
            <a:extLst>
              <a:ext uri="{FF2B5EF4-FFF2-40B4-BE49-F238E27FC236}">
                <a16:creationId xmlns:a16="http://schemas.microsoft.com/office/drawing/2014/main" id="{FFE3E6B1-055B-35EA-EF8A-1428345925CF}"/>
              </a:ext>
            </a:extLst>
          </p:cNvPr>
          <p:cNvCxnSpPr/>
          <p:nvPr/>
        </p:nvCxnSpPr>
        <p:spPr>
          <a:xfrm>
            <a:off x="1464308" y="4844387"/>
            <a:ext cx="2543385"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8687247F-077B-2F92-BAB2-4CD4FA1B3A58}"/>
              </a:ext>
            </a:extLst>
          </p:cNvPr>
          <p:cNvSpPr/>
          <p:nvPr/>
        </p:nvSpPr>
        <p:spPr>
          <a:xfrm>
            <a:off x="4432663" y="2731222"/>
            <a:ext cx="2308484" cy="1679180"/>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0CB52C62-DB2B-0C26-DAA6-96A6141FB158}"/>
              </a:ext>
            </a:extLst>
          </p:cNvPr>
          <p:cNvSpPr/>
          <p:nvPr/>
        </p:nvSpPr>
        <p:spPr>
          <a:xfrm>
            <a:off x="4432662" y="3080037"/>
            <a:ext cx="2308484" cy="1045716"/>
          </a:xfrm>
          <a:prstGeom prst="rect">
            <a:avLst/>
          </a:prstGeom>
          <a:noFill/>
          <a:ln w="25400" cap="flat" cmpd="sng" algn="ctr">
            <a:noFill/>
            <a:prstDash val="solid"/>
          </a:ln>
          <a:effectLst/>
        </p:spPr>
        <p:txBody>
          <a:bodyPr rtlCol="0" anchor="t" anchorCtr="0"/>
          <a:lstStyle/>
          <a:p>
            <a:pPr algn="ctr" defTabSz="1219170">
              <a:spcAft>
                <a:spcPts val="800"/>
              </a:spcAft>
              <a:defRPr/>
            </a:pPr>
            <a:r>
              <a:rPr lang="fr-FR" sz="1333" b="1" dirty="0">
                <a:solidFill>
                  <a:schemeClr val="bg1"/>
                </a:solidFill>
                <a:latin typeface="Segoe UI" panose="020B0502040204020203" pitchFamily="34" charset="0"/>
                <a:cs typeface="Segoe UI" panose="020B0502040204020203" pitchFamily="34" charset="0"/>
              </a:rPr>
              <a:t>Dangerosité =</a:t>
            </a:r>
          </a:p>
          <a:p>
            <a:pPr algn="ctr">
              <a:spcAft>
                <a:spcPts val="1067"/>
              </a:spcAft>
              <a:defRPr/>
            </a:pPr>
            <a:r>
              <a:rPr lang="fr-FR" sz="1333" dirty="0">
                <a:solidFill>
                  <a:schemeClr val="bg1"/>
                </a:solidFill>
                <a:latin typeface="Segoe UI" panose="020B0502040204020203" pitchFamily="34" charset="0"/>
                <a:cs typeface="Segoe UI" panose="020B0502040204020203" pitchFamily="34" charset="0"/>
              </a:rPr>
              <a:t>Pénétration x Dépendance</a:t>
            </a:r>
          </a:p>
          <a:p>
            <a:pPr algn="ctr">
              <a:defRPr/>
            </a:pPr>
            <a:r>
              <a:rPr lang="fr-FR" sz="1333" dirty="0">
                <a:solidFill>
                  <a:schemeClr val="bg1"/>
                </a:solidFill>
                <a:latin typeface="Segoe UI" panose="020B0502040204020203" pitchFamily="34" charset="0"/>
                <a:cs typeface="Segoe UI" panose="020B0502040204020203" pitchFamily="34" charset="0"/>
              </a:rPr>
              <a:t>Maturité cyber x Confiance</a:t>
            </a:r>
          </a:p>
        </p:txBody>
      </p:sp>
      <p:sp>
        <p:nvSpPr>
          <p:cNvPr id="23" name="Forme libre 47">
            <a:extLst>
              <a:ext uri="{FF2B5EF4-FFF2-40B4-BE49-F238E27FC236}">
                <a16:creationId xmlns:a16="http://schemas.microsoft.com/office/drawing/2014/main" id="{B54ECB1E-F442-E43D-911D-4A322166A5CD}"/>
              </a:ext>
            </a:extLst>
          </p:cNvPr>
          <p:cNvSpPr/>
          <p:nvPr/>
        </p:nvSpPr>
        <p:spPr>
          <a:xfrm>
            <a:off x="4414996" y="2395222"/>
            <a:ext cx="1185329"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Forme libre 48">
            <a:extLst>
              <a:ext uri="{FF2B5EF4-FFF2-40B4-BE49-F238E27FC236}">
                <a16:creationId xmlns:a16="http://schemas.microsoft.com/office/drawing/2014/main" id="{DC440413-F67D-7DF1-5124-0EDB7DFE0DF2}"/>
              </a:ext>
            </a:extLst>
          </p:cNvPr>
          <p:cNvSpPr/>
          <p:nvPr/>
        </p:nvSpPr>
        <p:spPr>
          <a:xfrm flipV="1">
            <a:off x="4414996" y="4410398"/>
            <a:ext cx="1185329" cy="384452"/>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5" name="Connecteur droit 24">
            <a:extLst>
              <a:ext uri="{FF2B5EF4-FFF2-40B4-BE49-F238E27FC236}">
                <a16:creationId xmlns:a16="http://schemas.microsoft.com/office/drawing/2014/main" id="{1EE8097A-0739-B8F9-91C3-F951AE3EB5DB}"/>
              </a:ext>
            </a:extLst>
          </p:cNvPr>
          <p:cNvCxnSpPr>
            <a:cxnSpLocks/>
          </p:cNvCxnSpPr>
          <p:nvPr/>
        </p:nvCxnSpPr>
        <p:spPr>
          <a:xfrm>
            <a:off x="4614672" y="3716505"/>
            <a:ext cx="192512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6" name="Groupe 25">
            <a:extLst>
              <a:ext uri="{FF2B5EF4-FFF2-40B4-BE49-F238E27FC236}">
                <a16:creationId xmlns:a16="http://schemas.microsoft.com/office/drawing/2014/main" id="{2C432DC3-D9AB-8FF5-AE93-9A547D0CDEC6}"/>
              </a:ext>
            </a:extLst>
          </p:cNvPr>
          <p:cNvGrpSpPr/>
          <p:nvPr/>
        </p:nvGrpSpPr>
        <p:grpSpPr>
          <a:xfrm>
            <a:off x="10746448" y="5064191"/>
            <a:ext cx="1341773" cy="1018250"/>
            <a:chOff x="4359611" y="3887073"/>
            <a:chExt cx="1006330" cy="763688"/>
          </a:xfrm>
          <a:solidFill>
            <a:schemeClr val="bg1"/>
          </a:solidFill>
        </p:grpSpPr>
        <p:sp>
          <p:nvSpPr>
            <p:cNvPr id="27" name="Ellipse 26">
              <a:extLst>
                <a:ext uri="{FF2B5EF4-FFF2-40B4-BE49-F238E27FC236}">
                  <a16:creationId xmlns:a16="http://schemas.microsoft.com/office/drawing/2014/main" id="{B97B4100-9360-09EF-341F-92BFFC6B5786}"/>
                </a:ext>
              </a:extLst>
            </p:cNvPr>
            <p:cNvSpPr>
              <a:spLocks noChangeAspect="1"/>
            </p:cNvSpPr>
            <p:nvPr/>
          </p:nvSpPr>
          <p:spPr>
            <a:xfrm>
              <a:off x="4359611" y="3910960"/>
              <a:ext cx="180000" cy="180000"/>
            </a:xfrm>
            <a:prstGeom prst="ellipse">
              <a:avLst/>
            </a:prstGeom>
            <a:grpFill/>
            <a:ln w="38100"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28" name="ZoneTexte 27">
              <a:extLst>
                <a:ext uri="{FF2B5EF4-FFF2-40B4-BE49-F238E27FC236}">
                  <a16:creationId xmlns:a16="http://schemas.microsoft.com/office/drawing/2014/main" id="{62353F9D-AD42-3870-4D03-89F4017DC33A}"/>
                </a:ext>
              </a:extLst>
            </p:cNvPr>
            <p:cNvSpPr txBox="1"/>
            <p:nvPr/>
          </p:nvSpPr>
          <p:spPr>
            <a:xfrm>
              <a:off x="4623750" y="3887073"/>
              <a:ext cx="742191" cy="763688"/>
            </a:xfrm>
            <a:prstGeom prst="rect">
              <a:avLst/>
            </a:prstGeom>
            <a:grpFill/>
          </p:spPr>
          <p:txBody>
            <a:bodyPr wrap="none" lIns="0" tIns="0" rIns="0" bIns="0" rtlCol="0">
              <a:noAutofit/>
            </a:bodyPr>
            <a:lstStyle/>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veille</a:t>
              </a:r>
            </a:p>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contrôle</a:t>
              </a:r>
            </a:p>
            <a:p>
              <a:pPr>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danger</a:t>
              </a:r>
            </a:p>
          </p:txBody>
        </p:sp>
        <p:sp>
          <p:nvSpPr>
            <p:cNvPr id="29" name="Ellipse 28">
              <a:extLst>
                <a:ext uri="{FF2B5EF4-FFF2-40B4-BE49-F238E27FC236}">
                  <a16:creationId xmlns:a16="http://schemas.microsoft.com/office/drawing/2014/main" id="{6440581E-EF31-0F13-E493-D11C2BB2F28F}"/>
                </a:ext>
              </a:extLst>
            </p:cNvPr>
            <p:cNvSpPr>
              <a:spLocks noChangeAspect="1"/>
            </p:cNvSpPr>
            <p:nvPr/>
          </p:nvSpPr>
          <p:spPr>
            <a:xfrm>
              <a:off x="4359611" y="4149397"/>
              <a:ext cx="180000" cy="180000"/>
            </a:xfrm>
            <a:prstGeom prst="ellipse">
              <a:avLst/>
            </a:prstGeom>
            <a:grpFill/>
            <a:ln w="38100"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30" name="Ellipse 29">
              <a:extLst>
                <a:ext uri="{FF2B5EF4-FFF2-40B4-BE49-F238E27FC236}">
                  <a16:creationId xmlns:a16="http://schemas.microsoft.com/office/drawing/2014/main" id="{606A0E8A-53EF-1F4C-3EF7-D1070F46BCB3}"/>
                </a:ext>
              </a:extLst>
            </p:cNvPr>
            <p:cNvSpPr>
              <a:spLocks noChangeAspect="1"/>
            </p:cNvSpPr>
            <p:nvPr/>
          </p:nvSpPr>
          <p:spPr>
            <a:xfrm>
              <a:off x="4359611" y="4392777"/>
              <a:ext cx="180000" cy="180000"/>
            </a:xfrm>
            <a:prstGeom prst="ellipse">
              <a:avLst/>
            </a:prstGeom>
            <a:grpFill/>
            <a:ln w="38100"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grpSp>
        <p:nvGrpSpPr>
          <p:cNvPr id="2" name="Groupe 1">
            <a:extLst>
              <a:ext uri="{FF2B5EF4-FFF2-40B4-BE49-F238E27FC236}">
                <a16:creationId xmlns:a16="http://schemas.microsoft.com/office/drawing/2014/main" id="{E3564D83-0C75-0F81-20E9-0FC4650CE1DC}"/>
              </a:ext>
            </a:extLst>
          </p:cNvPr>
          <p:cNvGrpSpPr/>
          <p:nvPr/>
        </p:nvGrpSpPr>
        <p:grpSpPr>
          <a:xfrm>
            <a:off x="6591676" y="990105"/>
            <a:ext cx="4855585" cy="5135999"/>
            <a:chOff x="6591676" y="990105"/>
            <a:chExt cx="4855585" cy="5135999"/>
          </a:xfrm>
        </p:grpSpPr>
        <p:pic>
          <p:nvPicPr>
            <p:cNvPr id="7" name="Image 6">
              <a:extLst>
                <a:ext uri="{FF2B5EF4-FFF2-40B4-BE49-F238E27FC236}">
                  <a16:creationId xmlns:a16="http://schemas.microsoft.com/office/drawing/2014/main" id="{47D488DA-193C-6CEF-5458-C0F797E9F816}"/>
                </a:ext>
              </a:extLst>
            </p:cNvPr>
            <p:cNvPicPr>
              <a:picLocks noChangeAspect="1"/>
            </p:cNvPicPr>
            <p:nvPr/>
          </p:nvPicPr>
          <p:blipFill>
            <a:blip r:embed="rId2"/>
            <a:stretch>
              <a:fillRect/>
            </a:stretch>
          </p:blipFill>
          <p:spPr>
            <a:xfrm>
              <a:off x="6591676" y="990105"/>
              <a:ext cx="4855585" cy="5135999"/>
            </a:xfrm>
            <a:prstGeom prst="rect">
              <a:avLst/>
            </a:prstGeom>
          </p:spPr>
        </p:pic>
        <p:sp>
          <p:nvSpPr>
            <p:cNvPr id="167" name="Rectangle 166">
              <a:extLst>
                <a:ext uri="{FF2B5EF4-FFF2-40B4-BE49-F238E27FC236}">
                  <a16:creationId xmlns:a16="http://schemas.microsoft.com/office/drawing/2014/main" id="{728A53E7-F9F0-F209-19D8-E3B8C9E9BBDE}"/>
                </a:ext>
              </a:extLst>
            </p:cNvPr>
            <p:cNvSpPr/>
            <p:nvPr/>
          </p:nvSpPr>
          <p:spPr>
            <a:xfrm>
              <a:off x="7305155" y="3470487"/>
              <a:ext cx="1440000" cy="144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b="1" i="1" dirty="0">
                  <a:solidFill>
                    <a:schemeClr val="tx1"/>
                  </a:solidFill>
                  <a:latin typeface="Arial" panose="020B0604020202020204" pitchFamily="34" charset="0"/>
                  <a:cs typeface="Arial" panose="020B0604020202020204" pitchFamily="34" charset="0"/>
                </a:rPr>
                <a:t>Dangerosité</a:t>
              </a:r>
              <a:endParaRPr lang="fr-FR" sz="1200" b="1" i="1" dirty="0">
                <a:solidFill>
                  <a:schemeClr val="tx1"/>
                </a:solidFill>
                <a:latin typeface="Arial" panose="020B0604020202020204" pitchFamily="34" charset="0"/>
                <a:cs typeface="Arial" panose="020B0604020202020204" pitchFamily="34" charset="0"/>
              </a:endParaRPr>
            </a:p>
          </p:txBody>
        </p:sp>
      </p:grpSp>
      <p:sp>
        <p:nvSpPr>
          <p:cNvPr id="3" name="ZoneTexte 2">
            <a:extLst>
              <a:ext uri="{FF2B5EF4-FFF2-40B4-BE49-F238E27FC236}">
                <a16:creationId xmlns:a16="http://schemas.microsoft.com/office/drawing/2014/main" id="{1A2A9F6A-4FE7-376B-F41B-4BAB5D9D456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633670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6" grpId="0" animBg="1"/>
      <p:bldP spid="17" grpId="0" animBg="1"/>
      <p:bldP spid="18" grpId="0" animBg="1"/>
      <p:bldP spid="19" grpId="0" animBg="1"/>
      <p:bldP spid="21" grpId="0" animBg="1"/>
      <p:bldP spid="22" grpId="0"/>
      <p:bldP spid="23" grpId="0" animBg="1"/>
      <p:bldP spid="2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A9F4D-CEA5-E8E0-1BF5-22DB847C079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0AB1607-6BE1-DE02-9349-24FA8130FA01}"/>
              </a:ext>
            </a:extLst>
          </p:cNvPr>
          <p:cNvSpPr>
            <a:spLocks noGrp="1"/>
          </p:cNvSpPr>
          <p:nvPr>
            <p:ph type="title"/>
          </p:nvPr>
        </p:nvSpPr>
        <p:spPr>
          <a:xfrm>
            <a:off x="1237674" y="365126"/>
            <a:ext cx="10720362" cy="669348"/>
          </a:xfrm>
        </p:spPr>
        <p:txBody>
          <a:bodyPr>
            <a:normAutofit fontScale="90000"/>
          </a:bodyPr>
          <a:lstStyle/>
          <a:p>
            <a:r>
              <a:rPr lang="fr-FR" sz="4000" dirty="0"/>
              <a:t>Comment estimer la dangerosité des parties prenantes ?</a:t>
            </a:r>
            <a:endParaRPr lang="fr-FR" dirty="0"/>
          </a:p>
        </p:txBody>
      </p:sp>
      <p:sp>
        <p:nvSpPr>
          <p:cNvPr id="6" name="Espace réservé du pied de page 5">
            <a:extLst>
              <a:ext uri="{FF2B5EF4-FFF2-40B4-BE49-F238E27FC236}">
                <a16:creationId xmlns:a16="http://schemas.microsoft.com/office/drawing/2014/main" id="{98797F03-666A-B71E-812D-CA0BA7AF0D5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6894F30B-CD7C-6426-24EA-F6B92C703696}"/>
              </a:ext>
            </a:extLst>
          </p:cNvPr>
          <p:cNvSpPr>
            <a:spLocks noGrp="1"/>
          </p:cNvSpPr>
          <p:nvPr>
            <p:ph type="sldNum" sz="quarter" idx="12"/>
          </p:nvPr>
        </p:nvSpPr>
        <p:spPr/>
        <p:txBody>
          <a:bodyPr/>
          <a:lstStyle/>
          <a:p>
            <a:pPr rtl="0"/>
            <a:fld id="{294A09A9-5501-47C1-A89A-A340965A2BE2}" type="slidenum">
              <a:rPr lang="fr-FR" noProof="0" smtClean="0"/>
              <a:t>81</a:t>
            </a:fld>
            <a:endParaRPr lang="fr-FR" noProof="0"/>
          </a:p>
        </p:txBody>
      </p:sp>
      <p:sp>
        <p:nvSpPr>
          <p:cNvPr id="5" name="Espace réservé de la date 4">
            <a:extLst>
              <a:ext uri="{FF2B5EF4-FFF2-40B4-BE49-F238E27FC236}">
                <a16:creationId xmlns:a16="http://schemas.microsoft.com/office/drawing/2014/main" id="{2E10BB3F-66B7-6A36-4885-9D74C836A45A}"/>
              </a:ext>
            </a:extLst>
          </p:cNvPr>
          <p:cNvSpPr>
            <a:spLocks noGrp="1"/>
          </p:cNvSpPr>
          <p:nvPr>
            <p:ph type="dt" sz="half" idx="10"/>
          </p:nvPr>
        </p:nvSpPr>
        <p:spPr/>
        <p:txBody>
          <a:bodyPr/>
          <a:lstStyle/>
          <a:p>
            <a:pPr rtl="0"/>
            <a:r>
              <a:rPr lang="fr-FR" noProof="0"/>
              <a:t>19/11/2025</a:t>
            </a:r>
          </a:p>
        </p:txBody>
      </p:sp>
      <p:sp>
        <p:nvSpPr>
          <p:cNvPr id="10" name="Espace réservé du texte 9">
            <a:extLst>
              <a:ext uri="{FF2B5EF4-FFF2-40B4-BE49-F238E27FC236}">
                <a16:creationId xmlns:a16="http://schemas.microsoft.com/office/drawing/2014/main" id="{4A45D998-5F98-4503-4A0E-FED4D3FF3CBF}"/>
              </a:ext>
            </a:extLst>
          </p:cNvPr>
          <p:cNvSpPr>
            <a:spLocks noGrp="1"/>
          </p:cNvSpPr>
          <p:nvPr>
            <p:ph type="body" sz="quarter" idx="13"/>
          </p:nvPr>
        </p:nvSpPr>
        <p:spPr/>
        <p:txBody>
          <a:bodyPr/>
          <a:lstStyle/>
          <a:p>
            <a:r>
              <a:rPr lang="fr-FR" dirty="0"/>
              <a:t>Exemple d’échelle</a:t>
            </a:r>
          </a:p>
        </p:txBody>
      </p:sp>
      <p:graphicFrame>
        <p:nvGraphicFramePr>
          <p:cNvPr id="3" name="Tableau 2">
            <a:extLst>
              <a:ext uri="{FF2B5EF4-FFF2-40B4-BE49-F238E27FC236}">
                <a16:creationId xmlns:a16="http://schemas.microsoft.com/office/drawing/2014/main" id="{5AA649E4-34AB-5A7C-DD3C-3ACEF5298C3C}"/>
              </a:ext>
            </a:extLst>
          </p:cNvPr>
          <p:cNvGraphicFramePr>
            <a:graphicFrameLocks noGrp="1"/>
          </p:cNvGraphicFramePr>
          <p:nvPr>
            <p:extLst>
              <p:ext uri="{D42A27DB-BD31-4B8C-83A1-F6EECF244321}">
                <p14:modId xmlns:p14="http://schemas.microsoft.com/office/powerpoint/2010/main" val="516641500"/>
              </p:ext>
            </p:extLst>
          </p:nvPr>
        </p:nvGraphicFramePr>
        <p:xfrm>
          <a:off x="978801" y="1998436"/>
          <a:ext cx="10720362" cy="4008731"/>
        </p:xfrm>
        <a:graphic>
          <a:graphicData uri="http://schemas.openxmlformats.org/drawingml/2006/table">
            <a:tbl>
              <a:tblPr firstRow="1" bandRow="1"/>
              <a:tblGrid>
                <a:gridCol w="1118171">
                  <a:extLst>
                    <a:ext uri="{9D8B030D-6E8A-4147-A177-3AD203B41FA5}">
                      <a16:colId xmlns:a16="http://schemas.microsoft.com/office/drawing/2014/main" val="20000"/>
                    </a:ext>
                  </a:extLst>
                </a:gridCol>
                <a:gridCol w="1844864">
                  <a:extLst>
                    <a:ext uri="{9D8B030D-6E8A-4147-A177-3AD203B41FA5}">
                      <a16:colId xmlns:a16="http://schemas.microsoft.com/office/drawing/2014/main" val="20001"/>
                    </a:ext>
                  </a:extLst>
                </a:gridCol>
                <a:gridCol w="3215472">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798655">
                  <a:extLst>
                    <a:ext uri="{9D8B030D-6E8A-4147-A177-3AD203B41FA5}">
                      <a16:colId xmlns:a16="http://schemas.microsoft.com/office/drawing/2014/main" val="20004"/>
                    </a:ext>
                  </a:extLst>
                </a:gridCol>
              </a:tblGrid>
              <a:tr h="351131">
                <a:tc>
                  <a:txBody>
                    <a:bodyPr/>
                    <a:lstStyle/>
                    <a:p>
                      <a:pPr algn="ctr"/>
                      <a:r>
                        <a:rPr lang="fr-FR" sz="1200" b="0" dirty="0">
                          <a:solidFill>
                            <a:schemeClr val="bg1"/>
                          </a:solidFill>
                          <a:latin typeface="+mj-lt"/>
                        </a:rPr>
                        <a:t>Niveau</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Dépendance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Pénétration</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Maturité cyber</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Confiance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37491">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1. Minimale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de lien avec le SI de la partie prenante pour réaliser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d’accès ou accès avec des privilèges de type utilisateur à des terminaux utilisateurs (poste de travail, ordiphone,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Des règles d’hygiène sont appliquées ponctuellement et non formalisées. La capacité de réaction sur incident est incertaine.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ne sont pas connues.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30420">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2. Faible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utile à la réalisation de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terminaux utilisateurs (parc informatique, flotte de terminaux mobiles, etc.) ou accès physique aux bureaux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règles d’hygiène et la réglementation sont prises en compte, sans intégration dans une politique globale. La sécurité numérique est assurée selon un mode réactif.</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considérées comme neutres.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59598">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3. Importante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mais non exclusif (possible substitution).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serveurs  « métier » (serveur de fichiers, bases de données, serveur web, serveur d’application,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Une politique globale est appliquée en matière de sécurité numérique. Celle-ci est assurée selon un mode réactif, avec une recherche de centralisation et d’anticipation sur certains risques.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connues et probablement positives.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088978">
                <a:tc>
                  <a:txBody>
                    <a:bodyPr/>
                    <a:lstStyle/>
                    <a:p>
                      <a:pPr algn="ctr"/>
                      <a:r>
                        <a:rPr lang="fr-FR" sz="1200" b="0" i="0" u="none" strike="noStrike" kern="1200" dirty="0">
                          <a:solidFill>
                            <a:schemeClr val="bg1"/>
                          </a:solidFill>
                          <a:effectLst/>
                          <a:latin typeface="+mj-lt"/>
                          <a:ea typeface="+mn-ea"/>
                          <a:cs typeface="Segoe UI" panose="020B0502040204020203" pitchFamily="34" charset="0"/>
                        </a:rPr>
                        <a:t>4. Maximale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et unique (pas de substitution possible).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équipements d’infrastructure (annuaires d’entreprise, DNS, DHCP, </a:t>
                      </a:r>
                      <a:r>
                        <a:rPr lang="fr-FR" sz="1200" b="0" i="1" u="none" strike="noStrike" kern="1200" dirty="0" err="1">
                          <a:solidFill>
                            <a:srgbClr val="252525"/>
                          </a:solidFill>
                          <a:effectLst/>
                          <a:latin typeface="+mj-lt"/>
                          <a:ea typeface="+mn-ea"/>
                          <a:cs typeface="Segoe UI" panose="020B0502040204020203" pitchFamily="34" charset="0"/>
                        </a:rPr>
                        <a:t>switchs</a:t>
                      </a:r>
                      <a:r>
                        <a:rPr lang="fr-FR" sz="1200" b="0" i="0" u="none" strike="noStrike" kern="1200" dirty="0">
                          <a:solidFill>
                            <a:srgbClr val="252525"/>
                          </a:solidFill>
                          <a:effectLst/>
                          <a:latin typeface="+mj-lt"/>
                          <a:ea typeface="+mn-ea"/>
                          <a:cs typeface="Segoe UI" panose="020B0502040204020203" pitchFamily="34" charset="0"/>
                        </a:rPr>
                        <a:t>, pare-feu, hyperviseurs, baies de stockage, etc.) ou accès physique aux salles serveurs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La partie prenante met en œuvre une politique de management du risque. La politique est intégrée et prend pleinement en compte une dimension proactive.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parfaitement connues et pleinement compatibles avec celles de l’organisation étudiée.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
        <p:nvSpPr>
          <p:cNvPr id="8" name="ZoneTexte 7">
            <a:extLst>
              <a:ext uri="{FF2B5EF4-FFF2-40B4-BE49-F238E27FC236}">
                <a16:creationId xmlns:a16="http://schemas.microsoft.com/office/drawing/2014/main" id="{2FC5F8D0-5044-882C-4F03-0EDDF11BEDE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37722023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9C2208-6FB4-93FE-A686-759A18E68FA9}"/>
              </a:ext>
            </a:extLst>
          </p:cNvPr>
          <p:cNvSpPr>
            <a:spLocks noGrp="1"/>
          </p:cNvSpPr>
          <p:nvPr>
            <p:ph type="title"/>
          </p:nvPr>
        </p:nvSpPr>
        <p:spPr/>
        <p:txBody>
          <a:bodyPr>
            <a:normAutofit fontScale="90000"/>
          </a:bodyPr>
          <a:lstStyle/>
          <a:p>
            <a:r>
              <a:rPr lang="fr-FR" dirty="0"/>
              <a:t>Exemple</a:t>
            </a:r>
            <a:endParaRPr lang="fr-FR" sz="6600" dirty="0"/>
          </a:p>
        </p:txBody>
      </p:sp>
      <p:sp>
        <p:nvSpPr>
          <p:cNvPr id="5" name="Espace réservé du pied de page 4">
            <a:extLst>
              <a:ext uri="{FF2B5EF4-FFF2-40B4-BE49-F238E27FC236}">
                <a16:creationId xmlns:a16="http://schemas.microsoft.com/office/drawing/2014/main" id="{0B785131-149F-6E32-F6C5-0928BC9BCB3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6B98E77-69B2-7EE5-A217-FAD766120B15}"/>
              </a:ext>
            </a:extLst>
          </p:cNvPr>
          <p:cNvSpPr>
            <a:spLocks noGrp="1"/>
          </p:cNvSpPr>
          <p:nvPr>
            <p:ph type="sldNum" sz="quarter" idx="12"/>
          </p:nvPr>
        </p:nvSpPr>
        <p:spPr/>
        <p:txBody>
          <a:bodyPr/>
          <a:lstStyle/>
          <a:p>
            <a:fld id="{294A09A9-5501-47C1-A89A-A340965A2BE2}" type="slidenum">
              <a:rPr lang="fr-FR" smtClean="0"/>
              <a:pPr/>
              <a:t>82</a:t>
            </a:fld>
            <a:endParaRPr lang="fr-FR"/>
          </a:p>
        </p:txBody>
      </p:sp>
      <p:sp>
        <p:nvSpPr>
          <p:cNvPr id="4" name="Espace réservé de la date 3">
            <a:extLst>
              <a:ext uri="{FF2B5EF4-FFF2-40B4-BE49-F238E27FC236}">
                <a16:creationId xmlns:a16="http://schemas.microsoft.com/office/drawing/2014/main" id="{42C98680-EECE-738D-F063-446D5084EAAA}"/>
              </a:ext>
            </a:extLst>
          </p:cNvPr>
          <p:cNvSpPr>
            <a:spLocks noGrp="1"/>
          </p:cNvSpPr>
          <p:nvPr>
            <p:ph type="dt" sz="half" idx="10"/>
          </p:nvPr>
        </p:nvSpPr>
        <p:spPr/>
        <p:txBody>
          <a:bodyPr/>
          <a:lstStyle/>
          <a:p>
            <a:r>
              <a:rPr lang="fr-FR"/>
              <a:t>19/11/2025</a:t>
            </a:r>
            <a:endParaRPr lang="fr-FR" dirty="0"/>
          </a:p>
        </p:txBody>
      </p:sp>
      <p:graphicFrame>
        <p:nvGraphicFramePr>
          <p:cNvPr id="7" name="Tableau 6">
            <a:extLst>
              <a:ext uri="{FF2B5EF4-FFF2-40B4-BE49-F238E27FC236}">
                <a16:creationId xmlns:a16="http://schemas.microsoft.com/office/drawing/2014/main" id="{73E6C219-4AC5-51A4-ECA7-811350A9A06F}"/>
              </a:ext>
            </a:extLst>
          </p:cNvPr>
          <p:cNvGraphicFramePr>
            <a:graphicFrameLocks noGrp="1"/>
          </p:cNvGraphicFramePr>
          <p:nvPr>
            <p:extLst>
              <p:ext uri="{D42A27DB-BD31-4B8C-83A1-F6EECF244321}">
                <p14:modId xmlns:p14="http://schemas.microsoft.com/office/powerpoint/2010/main" val="2720695962"/>
              </p:ext>
            </p:extLst>
          </p:nvPr>
        </p:nvGraphicFramePr>
        <p:xfrm>
          <a:off x="1237674" y="1399600"/>
          <a:ext cx="9737650" cy="4363204"/>
        </p:xfrm>
        <a:graphic>
          <a:graphicData uri="http://schemas.openxmlformats.org/drawingml/2006/table">
            <a:tbl>
              <a:tblPr firstRow="1" bandRow="1">
                <a:tableStyleId>{5C22544A-7EE6-4342-B048-85BDC9FD1C3A}</a:tableStyleId>
              </a:tblPr>
              <a:tblGrid>
                <a:gridCol w="1574884">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79152">
                  <a:extLst>
                    <a:ext uri="{9D8B030D-6E8A-4147-A177-3AD203B41FA5}">
                      <a16:colId xmlns:a16="http://schemas.microsoft.com/office/drawing/2014/main" val="20005"/>
                    </a:ext>
                  </a:extLst>
                </a:gridCol>
              </a:tblGrid>
              <a:tr h="284993">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Parties prenantes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Professeur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(3x1) / (1x4)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0,75</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1"/>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Administration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Compilation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 Faible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Accès privilégié pour gérer les informations de l’élève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a:t>
                      </a:r>
                      <a:r>
                        <a:rPr lang="fr-FR" sz="1500" b="1" i="0" u="none" strike="noStrike" kern="1200" dirty="0">
                          <a:solidFill>
                            <a:schemeClr val="tx1"/>
                          </a:solidFill>
                          <a:effectLst/>
                          <a:latin typeface="+mn-lt"/>
                          <a:ea typeface="+mn-ea"/>
                          <a:cs typeface="Segoe UI" panose="020B0502040204020203" pitchFamily="34" charset="0"/>
                        </a:rPr>
                        <a:t>. Faible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 suivi une formation et une sensibilisation obligatoire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(4x2) / (2x4)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n-lt"/>
                          <a:ea typeface="+mn-ea"/>
                          <a:cs typeface="Segoe UI" panose="020B0502040204020203" pitchFamily="34" charset="0"/>
                        </a:rPr>
                        <a:t>1.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3"/>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Parents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4"/>
                  </a:ext>
                </a:extLst>
              </a:tr>
            </a:tbl>
          </a:graphicData>
        </a:graphic>
      </p:graphicFrame>
      <p:pic>
        <p:nvPicPr>
          <p:cNvPr id="8" name="Image 7">
            <a:extLst>
              <a:ext uri="{FF2B5EF4-FFF2-40B4-BE49-F238E27FC236}">
                <a16:creationId xmlns:a16="http://schemas.microsoft.com/office/drawing/2014/main" id="{9EFD7779-B46A-023C-8271-5299929D8D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5204A0CB-C38F-A4FA-96BC-922885EA4FB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688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14575-8EB6-BC69-032A-961283EFD2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B1FE7AE-8FF8-A383-788B-0559D60A706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198BECD9-6B7F-3018-75F8-393EFD715B3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C5B61BF-F5E3-3268-9F94-34B4C2263DC2}"/>
              </a:ext>
            </a:extLst>
          </p:cNvPr>
          <p:cNvSpPr>
            <a:spLocks noGrp="1"/>
          </p:cNvSpPr>
          <p:nvPr>
            <p:ph type="sldNum" sz="quarter" idx="12"/>
          </p:nvPr>
        </p:nvSpPr>
        <p:spPr/>
        <p:txBody>
          <a:bodyPr/>
          <a:lstStyle/>
          <a:p>
            <a:pPr rtl="0"/>
            <a:fld id="{294A09A9-5501-47C1-A89A-A340965A2BE2}" type="slidenum">
              <a:rPr lang="fr-FR" noProof="0" smtClean="0"/>
              <a:t>83</a:t>
            </a:fld>
            <a:endParaRPr lang="fr-FR" noProof="0"/>
          </a:p>
        </p:txBody>
      </p:sp>
      <p:sp>
        <p:nvSpPr>
          <p:cNvPr id="4" name="Espace réservé de la date 3">
            <a:extLst>
              <a:ext uri="{FF2B5EF4-FFF2-40B4-BE49-F238E27FC236}">
                <a16:creationId xmlns:a16="http://schemas.microsoft.com/office/drawing/2014/main" id="{9593C614-A167-BB32-40D8-7614D75938DC}"/>
              </a:ext>
            </a:extLst>
          </p:cNvPr>
          <p:cNvSpPr>
            <a:spLocks noGrp="1"/>
          </p:cNvSpPr>
          <p:nvPr>
            <p:ph type="dt" sz="half" idx="10"/>
          </p:nvPr>
        </p:nvSpPr>
        <p:spPr/>
        <p:txBody>
          <a:bodyPr/>
          <a:lstStyle/>
          <a:p>
            <a:pPr rtl="0"/>
            <a:r>
              <a:rPr lang="fr-FR" noProof="0"/>
              <a:t>19/11/2025</a:t>
            </a:r>
          </a:p>
        </p:txBody>
      </p:sp>
      <p:sp>
        <p:nvSpPr>
          <p:cNvPr id="11" name="Espace réservé du texte 10">
            <a:extLst>
              <a:ext uri="{FF2B5EF4-FFF2-40B4-BE49-F238E27FC236}">
                <a16:creationId xmlns:a16="http://schemas.microsoft.com/office/drawing/2014/main" id="{CB7B3341-A259-4F2F-40DE-A03895F5C951}"/>
              </a:ext>
            </a:extLst>
          </p:cNvPr>
          <p:cNvSpPr>
            <a:spLocks noGrp="1"/>
          </p:cNvSpPr>
          <p:nvPr>
            <p:ph type="body" sz="quarter" idx="13"/>
          </p:nvPr>
        </p:nvSpPr>
        <p:spPr/>
        <p:txBody>
          <a:bodyPr/>
          <a:lstStyle/>
          <a:p>
            <a:r>
              <a:rPr lang="fr-FR" dirty="0"/>
              <a:t>Estimez les critères et calculez la dangerosité des parties prenantes</a:t>
            </a:r>
          </a:p>
        </p:txBody>
      </p:sp>
      <p:graphicFrame>
        <p:nvGraphicFramePr>
          <p:cNvPr id="8" name="Tableau 7">
            <a:extLst>
              <a:ext uri="{FF2B5EF4-FFF2-40B4-BE49-F238E27FC236}">
                <a16:creationId xmlns:a16="http://schemas.microsoft.com/office/drawing/2014/main" id="{45A902E0-E612-BE54-2DB7-F5BAB9B2D362}"/>
              </a:ext>
            </a:extLst>
          </p:cNvPr>
          <p:cNvGraphicFramePr>
            <a:graphicFrameLocks noGrp="1"/>
          </p:cNvGraphicFramePr>
          <p:nvPr>
            <p:extLst>
              <p:ext uri="{D42A27DB-BD31-4B8C-83A1-F6EECF244321}">
                <p14:modId xmlns:p14="http://schemas.microsoft.com/office/powerpoint/2010/main" val="2755805801"/>
              </p:ext>
            </p:extLst>
          </p:nvPr>
        </p:nvGraphicFramePr>
        <p:xfrm>
          <a:off x="912000" y="2061972"/>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bg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3D2EC623-7C27-5B7C-6F66-4CC28E856D69}"/>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5155000-0ECB-BD95-5FB8-6D6C8824F75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936944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873D4-D8B8-8362-792D-51BB59E5BAD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AAE9E7-2A39-5556-1DD5-89612DCC409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1425502D-98C6-2C1A-F8B3-0DF7D9DD2E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1BD3245-433E-87F1-673F-FBEA40EDE3CC}"/>
              </a:ext>
            </a:extLst>
          </p:cNvPr>
          <p:cNvSpPr>
            <a:spLocks noGrp="1"/>
          </p:cNvSpPr>
          <p:nvPr>
            <p:ph type="sldNum" sz="quarter" idx="12"/>
          </p:nvPr>
        </p:nvSpPr>
        <p:spPr/>
        <p:txBody>
          <a:bodyPr/>
          <a:lstStyle/>
          <a:p>
            <a:pPr rtl="0"/>
            <a:fld id="{294A09A9-5501-47C1-A89A-A340965A2BE2}" type="slidenum">
              <a:rPr lang="fr-FR" noProof="0" smtClean="0"/>
              <a:t>84</a:t>
            </a:fld>
            <a:endParaRPr lang="fr-FR" noProof="0"/>
          </a:p>
        </p:txBody>
      </p:sp>
      <p:sp>
        <p:nvSpPr>
          <p:cNvPr id="4" name="Espace réservé de la date 3">
            <a:extLst>
              <a:ext uri="{FF2B5EF4-FFF2-40B4-BE49-F238E27FC236}">
                <a16:creationId xmlns:a16="http://schemas.microsoft.com/office/drawing/2014/main" id="{3EEB0FE5-F8C1-F8AD-474E-3551DD3237EA}"/>
              </a:ext>
            </a:extLst>
          </p:cNvPr>
          <p:cNvSpPr>
            <a:spLocks noGrp="1"/>
          </p:cNvSpPr>
          <p:nvPr>
            <p:ph type="dt" sz="half" idx="10"/>
          </p:nvPr>
        </p:nvSpPr>
        <p:spPr/>
        <p:txBody>
          <a:bodyPr/>
          <a:lstStyle/>
          <a:p>
            <a:pPr rtl="0"/>
            <a:r>
              <a:rPr lang="fr-FR" noProof="0"/>
              <a:t>19/11/2025</a:t>
            </a:r>
            <a:endParaRPr lang="fr-FR" noProof="0" dirty="0"/>
          </a:p>
        </p:txBody>
      </p:sp>
      <p:sp>
        <p:nvSpPr>
          <p:cNvPr id="11" name="Espace réservé du texte 10">
            <a:extLst>
              <a:ext uri="{FF2B5EF4-FFF2-40B4-BE49-F238E27FC236}">
                <a16:creationId xmlns:a16="http://schemas.microsoft.com/office/drawing/2014/main" id="{7485FBA8-7411-8AD5-F0C3-4889FE6DA42C}"/>
              </a:ext>
            </a:extLst>
          </p:cNvPr>
          <p:cNvSpPr>
            <a:spLocks noGrp="1"/>
          </p:cNvSpPr>
          <p:nvPr>
            <p:ph type="body" sz="quarter" idx="13"/>
          </p:nvPr>
        </p:nvSpPr>
        <p:spPr/>
        <p:txBody>
          <a:bodyPr/>
          <a:lstStyle/>
          <a:p>
            <a:r>
              <a:rPr lang="fr-FR" dirty="0"/>
              <a:t>À l’issue, on a une liste hiérarchisée de parties prenantes</a:t>
            </a:r>
          </a:p>
        </p:txBody>
      </p:sp>
      <p:graphicFrame>
        <p:nvGraphicFramePr>
          <p:cNvPr id="8" name="Tableau 7">
            <a:extLst>
              <a:ext uri="{FF2B5EF4-FFF2-40B4-BE49-F238E27FC236}">
                <a16:creationId xmlns:a16="http://schemas.microsoft.com/office/drawing/2014/main" id="{3059799B-6050-2DA0-3E2B-D031707B2374}"/>
              </a:ext>
            </a:extLst>
          </p:cNvPr>
          <p:cNvGraphicFramePr>
            <a:graphicFrameLocks noGrp="1"/>
          </p:cNvGraphicFramePr>
          <p:nvPr>
            <p:extLst>
              <p:ext uri="{D42A27DB-BD31-4B8C-83A1-F6EECF244321}">
                <p14:modId xmlns:p14="http://schemas.microsoft.com/office/powerpoint/2010/main" val="4250611832"/>
              </p:ext>
            </p:extLst>
          </p:nvPr>
        </p:nvGraphicFramePr>
        <p:xfrm>
          <a:off x="1024128" y="2025396"/>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782A3D70-A73B-A41D-6D6A-95CCF12207A8}"/>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32F44906-49A2-BFD7-8F7F-F30D454403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07682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89705-B420-DDF9-417C-BA2A9825155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556619-D518-11BA-9920-AD32F3401EC8}"/>
              </a:ext>
            </a:extLst>
          </p:cNvPr>
          <p:cNvSpPr>
            <a:spLocks noGrp="1"/>
          </p:cNvSpPr>
          <p:nvPr>
            <p:ph type="title"/>
          </p:nvPr>
        </p:nvSpPr>
        <p:spPr/>
        <p:txBody>
          <a:bodyPr>
            <a:normAutofit fontScale="90000"/>
          </a:bodyPr>
          <a:lstStyle/>
          <a:p>
            <a:r>
              <a:rPr lang="fr-FR" dirty="0"/>
              <a:t>Correction (suite)</a:t>
            </a:r>
          </a:p>
        </p:txBody>
      </p:sp>
      <p:sp>
        <p:nvSpPr>
          <p:cNvPr id="4" name="Espace réservé de la date 3">
            <a:extLst>
              <a:ext uri="{FF2B5EF4-FFF2-40B4-BE49-F238E27FC236}">
                <a16:creationId xmlns:a16="http://schemas.microsoft.com/office/drawing/2014/main" id="{4BDBAE75-BC59-2E6A-9C89-B82AA72A8636}"/>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55390C74-A09B-1FE5-6C42-603120494D7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4EC0B11-5DF2-00B9-4E5A-B5C59A066B87}"/>
              </a:ext>
            </a:extLst>
          </p:cNvPr>
          <p:cNvSpPr>
            <a:spLocks noGrp="1"/>
          </p:cNvSpPr>
          <p:nvPr>
            <p:ph type="sldNum" sz="quarter" idx="12"/>
          </p:nvPr>
        </p:nvSpPr>
        <p:spPr/>
        <p:txBody>
          <a:bodyPr/>
          <a:lstStyle/>
          <a:p>
            <a:fld id="{294A09A9-5501-47C1-A89A-A340965A2BE2}" type="slidenum">
              <a:rPr lang="fr-FR" smtClean="0"/>
              <a:pPr/>
              <a:t>85</a:t>
            </a:fld>
            <a:endParaRPr lang="fr-FR" dirty="0"/>
          </a:p>
        </p:txBody>
      </p:sp>
      <p:pic>
        <p:nvPicPr>
          <p:cNvPr id="7" name="Image 6">
            <a:extLst>
              <a:ext uri="{FF2B5EF4-FFF2-40B4-BE49-F238E27FC236}">
                <a16:creationId xmlns:a16="http://schemas.microsoft.com/office/drawing/2014/main" id="{E38A46E9-FC60-EC3F-B92F-5B9897CC737B}"/>
              </a:ext>
            </a:extLst>
          </p:cNvPr>
          <p:cNvPicPr>
            <a:picLocks noChangeAspect="1"/>
          </p:cNvPicPr>
          <p:nvPr/>
        </p:nvPicPr>
        <p:blipFill>
          <a:blip r:embed="rId2"/>
          <a:stretch>
            <a:fillRect/>
          </a:stretch>
        </p:blipFill>
        <p:spPr>
          <a:xfrm>
            <a:off x="3396288" y="1080930"/>
            <a:ext cx="6630763" cy="4896000"/>
          </a:xfrm>
          <a:prstGeom prst="rect">
            <a:avLst/>
          </a:prstGeom>
        </p:spPr>
      </p:pic>
      <p:sp>
        <p:nvSpPr>
          <p:cNvPr id="8" name="Ellipse 7">
            <a:extLst>
              <a:ext uri="{FF2B5EF4-FFF2-40B4-BE49-F238E27FC236}">
                <a16:creationId xmlns:a16="http://schemas.microsoft.com/office/drawing/2014/main" id="{38D103D1-4F3B-4806-7D9A-04313840C078}"/>
              </a:ext>
            </a:extLst>
          </p:cNvPr>
          <p:cNvSpPr>
            <a:spLocks noChangeAspect="1"/>
          </p:cNvSpPr>
          <p:nvPr/>
        </p:nvSpPr>
        <p:spPr>
          <a:xfrm>
            <a:off x="4947999" y="3836896"/>
            <a:ext cx="336000" cy="336000"/>
          </a:xfrm>
          <a:prstGeom prst="ellipse">
            <a:avLst/>
          </a:prstGeom>
          <a:solidFill>
            <a:srgbClr val="FFD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Rectangle 8">
            <a:extLst>
              <a:ext uri="{FF2B5EF4-FFF2-40B4-BE49-F238E27FC236}">
                <a16:creationId xmlns:a16="http://schemas.microsoft.com/office/drawing/2014/main" id="{AF172A57-7CAE-D094-F14D-295BE1261FCA}"/>
              </a:ext>
            </a:extLst>
          </p:cNvPr>
          <p:cNvSpPr/>
          <p:nvPr/>
        </p:nvSpPr>
        <p:spPr>
          <a:xfrm>
            <a:off x="9076598" y="1695143"/>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P1 – Universités</a:t>
            </a:r>
          </a:p>
        </p:txBody>
      </p:sp>
      <p:sp>
        <p:nvSpPr>
          <p:cNvPr id="10" name="Rectangle 9">
            <a:extLst>
              <a:ext uri="{FF2B5EF4-FFF2-40B4-BE49-F238E27FC236}">
                <a16:creationId xmlns:a16="http://schemas.microsoft.com/office/drawing/2014/main" id="{6D3257E3-04F5-86C2-A51D-3B718D23AF4E}"/>
              </a:ext>
            </a:extLst>
          </p:cNvPr>
          <p:cNvSpPr/>
          <p:nvPr/>
        </p:nvSpPr>
        <p:spPr>
          <a:xfrm>
            <a:off x="431801" y="216906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C2 • Pharmacies</a:t>
            </a:r>
          </a:p>
        </p:txBody>
      </p:sp>
      <p:sp>
        <p:nvSpPr>
          <p:cNvPr id="11" name="Rectangle 10">
            <a:extLst>
              <a:ext uri="{FF2B5EF4-FFF2-40B4-BE49-F238E27FC236}">
                <a16:creationId xmlns:a16="http://schemas.microsoft.com/office/drawing/2014/main" id="{A5812075-900D-ACB3-7EDC-EA5224ED0972}"/>
              </a:ext>
            </a:extLst>
          </p:cNvPr>
          <p:cNvSpPr/>
          <p:nvPr/>
        </p:nvSpPr>
        <p:spPr>
          <a:xfrm>
            <a:off x="431801" y="278830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C3 • Dépositaires &amp;</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Grossistes répartiteurs</a:t>
            </a:r>
          </a:p>
        </p:txBody>
      </p:sp>
      <p:cxnSp>
        <p:nvCxnSpPr>
          <p:cNvPr id="12" name="Connecteur droit avec flèche 11">
            <a:extLst>
              <a:ext uri="{FF2B5EF4-FFF2-40B4-BE49-F238E27FC236}">
                <a16:creationId xmlns:a16="http://schemas.microsoft.com/office/drawing/2014/main" id="{7EA701AC-7488-8DA3-E009-8A98109679A9}"/>
              </a:ext>
            </a:extLst>
          </p:cNvPr>
          <p:cNvCxnSpPr>
            <a:cxnSpLocks/>
          </p:cNvCxnSpPr>
          <p:nvPr/>
        </p:nvCxnSpPr>
        <p:spPr>
          <a:xfrm>
            <a:off x="3254062" y="4027355"/>
            <a:ext cx="1597857" cy="0"/>
          </a:xfrm>
          <a:prstGeom prst="straightConnector1">
            <a:avLst/>
          </a:prstGeom>
          <a:noFill/>
          <a:ln w="12700">
            <a:solidFill>
              <a:srgbClr val="FFD7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EF3C9228-7BC1-1540-077B-0E8B6158448A}"/>
              </a:ext>
            </a:extLst>
          </p:cNvPr>
          <p:cNvSpPr/>
          <p:nvPr/>
        </p:nvSpPr>
        <p:spPr>
          <a:xfrm>
            <a:off x="431801" y="3843098"/>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F3 • Prestataire  informatique</a:t>
            </a:r>
          </a:p>
        </p:txBody>
      </p:sp>
      <p:sp>
        <p:nvSpPr>
          <p:cNvPr id="14" name="Rectangle 13">
            <a:extLst>
              <a:ext uri="{FF2B5EF4-FFF2-40B4-BE49-F238E27FC236}">
                <a16:creationId xmlns:a16="http://schemas.microsoft.com/office/drawing/2014/main" id="{F4E837AD-571E-166E-F1D8-281E4F79BE2E}"/>
              </a:ext>
            </a:extLst>
          </p:cNvPr>
          <p:cNvSpPr/>
          <p:nvPr/>
        </p:nvSpPr>
        <p:spPr>
          <a:xfrm>
            <a:off x="431801" y="4398790"/>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F2 • Fournisseurs de matériel</a:t>
            </a:r>
          </a:p>
        </p:txBody>
      </p:sp>
      <p:sp>
        <p:nvSpPr>
          <p:cNvPr id="15" name="Rectangle 14">
            <a:extLst>
              <a:ext uri="{FF2B5EF4-FFF2-40B4-BE49-F238E27FC236}">
                <a16:creationId xmlns:a16="http://schemas.microsoft.com/office/drawing/2014/main" id="{97F36C3F-FC68-AB44-10C0-EEC310239210}"/>
              </a:ext>
            </a:extLst>
          </p:cNvPr>
          <p:cNvSpPr/>
          <p:nvPr/>
        </p:nvSpPr>
        <p:spPr>
          <a:xfrm>
            <a:off x="431801" y="493788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F1 • Fournisseurs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industriels chimistes</a:t>
            </a:r>
          </a:p>
        </p:txBody>
      </p:sp>
      <p:sp>
        <p:nvSpPr>
          <p:cNvPr id="16" name="Rectangle 15">
            <a:extLst>
              <a:ext uri="{FF2B5EF4-FFF2-40B4-BE49-F238E27FC236}">
                <a16:creationId xmlns:a16="http://schemas.microsoft.com/office/drawing/2014/main" id="{7CC5F467-DEE5-94F1-13B7-89293864E5B0}"/>
              </a:ext>
            </a:extLst>
          </p:cNvPr>
          <p:cNvSpPr/>
          <p:nvPr/>
        </p:nvSpPr>
        <p:spPr>
          <a:xfrm>
            <a:off x="431801" y="161337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C1 • Etablissements de santé</a:t>
            </a:r>
          </a:p>
        </p:txBody>
      </p:sp>
      <p:sp>
        <p:nvSpPr>
          <p:cNvPr id="17" name="Rectangle 16">
            <a:extLst>
              <a:ext uri="{FF2B5EF4-FFF2-40B4-BE49-F238E27FC236}">
                <a16:creationId xmlns:a16="http://schemas.microsoft.com/office/drawing/2014/main" id="{2BF9A86E-E44C-CB1F-035A-49743F802C08}"/>
              </a:ext>
            </a:extLst>
          </p:cNvPr>
          <p:cNvSpPr/>
          <p:nvPr/>
        </p:nvSpPr>
        <p:spPr>
          <a:xfrm>
            <a:off x="9076598" y="216789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P2 – Régulateurs</a:t>
            </a:r>
          </a:p>
        </p:txBody>
      </p:sp>
      <p:sp>
        <p:nvSpPr>
          <p:cNvPr id="18" name="Rectangle 17">
            <a:extLst>
              <a:ext uri="{FF2B5EF4-FFF2-40B4-BE49-F238E27FC236}">
                <a16:creationId xmlns:a16="http://schemas.microsoft.com/office/drawing/2014/main" id="{61517ECF-C9BA-F10F-C76A-25BB4C32E7C3}"/>
              </a:ext>
            </a:extLst>
          </p:cNvPr>
          <p:cNvSpPr/>
          <p:nvPr/>
        </p:nvSpPr>
        <p:spPr>
          <a:xfrm>
            <a:off x="9076598" y="281481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P3 – Laboratoires</a:t>
            </a:r>
          </a:p>
        </p:txBody>
      </p:sp>
      <p:sp>
        <p:nvSpPr>
          <p:cNvPr id="19" name="Rectangle : coins arrondis 18">
            <a:extLst>
              <a:ext uri="{FF2B5EF4-FFF2-40B4-BE49-F238E27FC236}">
                <a16:creationId xmlns:a16="http://schemas.microsoft.com/office/drawing/2014/main" id="{566A420C-E910-E0DE-111F-6A942E8D0F64}"/>
              </a:ext>
            </a:extLst>
          </p:cNvPr>
          <p:cNvSpPr/>
          <p:nvPr/>
        </p:nvSpPr>
        <p:spPr>
          <a:xfrm>
            <a:off x="1699329"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CLIENTS</a:t>
            </a:r>
          </a:p>
        </p:txBody>
      </p:sp>
      <p:sp>
        <p:nvSpPr>
          <p:cNvPr id="20" name="Rectangle : coins arrondis 19">
            <a:extLst>
              <a:ext uri="{FF2B5EF4-FFF2-40B4-BE49-F238E27FC236}">
                <a16:creationId xmlns:a16="http://schemas.microsoft.com/office/drawing/2014/main" id="{3FBD2D70-D857-0DBE-7E25-8ACA6CE2391C}"/>
              </a:ext>
            </a:extLst>
          </p:cNvPr>
          <p:cNvSpPr/>
          <p:nvPr/>
        </p:nvSpPr>
        <p:spPr>
          <a:xfrm>
            <a:off x="9076597"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PARTENAIRES</a:t>
            </a:r>
          </a:p>
        </p:txBody>
      </p:sp>
      <p:sp>
        <p:nvSpPr>
          <p:cNvPr id="21" name="Rectangle : coins arrondis 20">
            <a:extLst>
              <a:ext uri="{FF2B5EF4-FFF2-40B4-BE49-F238E27FC236}">
                <a16:creationId xmlns:a16="http://schemas.microsoft.com/office/drawing/2014/main" id="{751C144E-9C84-A05B-6401-AFDEE878CB17}"/>
              </a:ext>
            </a:extLst>
          </p:cNvPr>
          <p:cNvSpPr/>
          <p:nvPr/>
        </p:nvSpPr>
        <p:spPr>
          <a:xfrm>
            <a:off x="1703917" y="3407547"/>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PRESTATAIRES</a:t>
            </a:r>
          </a:p>
        </p:txBody>
      </p:sp>
      <p:grpSp>
        <p:nvGrpSpPr>
          <p:cNvPr id="38" name="Groupe 37">
            <a:extLst>
              <a:ext uri="{FF2B5EF4-FFF2-40B4-BE49-F238E27FC236}">
                <a16:creationId xmlns:a16="http://schemas.microsoft.com/office/drawing/2014/main" id="{0CD5BF57-7EF5-456C-A865-9677F35E2FE7}"/>
              </a:ext>
            </a:extLst>
          </p:cNvPr>
          <p:cNvGrpSpPr/>
          <p:nvPr/>
        </p:nvGrpSpPr>
        <p:grpSpPr>
          <a:xfrm>
            <a:off x="738604" y="5410976"/>
            <a:ext cx="4108864" cy="444245"/>
            <a:chOff x="255319" y="4386548"/>
            <a:chExt cx="3081648" cy="333184"/>
          </a:xfrm>
        </p:grpSpPr>
        <p:sp>
          <p:nvSpPr>
            <p:cNvPr id="39" name="Rectangle 38">
              <a:extLst>
                <a:ext uri="{FF2B5EF4-FFF2-40B4-BE49-F238E27FC236}">
                  <a16:creationId xmlns:a16="http://schemas.microsoft.com/office/drawing/2014/main" id="{710E9B06-0F9C-28E1-D036-620C454567D0}"/>
                </a:ext>
              </a:extLst>
            </p:cNvPr>
            <p:cNvSpPr/>
            <p:nvPr/>
          </p:nvSpPr>
          <p:spPr>
            <a:xfrm>
              <a:off x="255319" y="4386548"/>
              <a:ext cx="3081648" cy="333184"/>
            </a:xfrm>
            <a:prstGeom prst="rect">
              <a:avLst/>
            </a:prstGeom>
            <a:solidFill>
              <a:schemeClr val="bg1"/>
            </a:solid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grpSp>
          <p:nvGrpSpPr>
            <p:cNvPr id="40" name="Groupe 39">
              <a:extLst>
                <a:ext uri="{FF2B5EF4-FFF2-40B4-BE49-F238E27FC236}">
                  <a16:creationId xmlns:a16="http://schemas.microsoft.com/office/drawing/2014/main" id="{B9770191-B1BA-CD43-3FA4-527C9A1F201F}"/>
                </a:ext>
              </a:extLst>
            </p:cNvPr>
            <p:cNvGrpSpPr/>
            <p:nvPr/>
          </p:nvGrpSpPr>
          <p:grpSpPr>
            <a:xfrm>
              <a:off x="355800" y="4463252"/>
              <a:ext cx="2915390" cy="180000"/>
              <a:chOff x="1655372" y="5328242"/>
              <a:chExt cx="2915390" cy="180000"/>
            </a:xfrm>
          </p:grpSpPr>
          <p:sp>
            <p:nvSpPr>
              <p:cNvPr id="41" name="ZoneTexte 40">
                <a:extLst>
                  <a:ext uri="{FF2B5EF4-FFF2-40B4-BE49-F238E27FC236}">
                    <a16:creationId xmlns:a16="http://schemas.microsoft.com/office/drawing/2014/main" id="{E718732C-314E-B1DF-5B59-81B609B9C72C}"/>
                  </a:ext>
                </a:extLst>
              </p:cNvPr>
              <p:cNvSpPr txBox="1"/>
              <p:nvPr/>
            </p:nvSpPr>
            <p:spPr>
              <a:xfrm>
                <a:off x="3877062" y="5346056"/>
                <a:ext cx="693700"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danger</a:t>
                </a:r>
              </a:p>
            </p:txBody>
          </p:sp>
          <p:sp>
            <p:nvSpPr>
              <p:cNvPr id="42" name="Ellipse 41">
                <a:extLst>
                  <a:ext uri="{FF2B5EF4-FFF2-40B4-BE49-F238E27FC236}">
                    <a16:creationId xmlns:a16="http://schemas.microsoft.com/office/drawing/2014/main" id="{80813EE2-5EFE-D011-5C10-73113CACF4A1}"/>
                  </a:ext>
                </a:extLst>
              </p:cNvPr>
              <p:cNvSpPr>
                <a:spLocks noChangeAspect="1"/>
              </p:cNvSpPr>
              <p:nvPr/>
            </p:nvSpPr>
            <p:spPr>
              <a:xfrm>
                <a:off x="1655372" y="5328242"/>
                <a:ext cx="180000" cy="180000"/>
              </a:xfrm>
              <a:prstGeom prst="ellipse">
                <a:avLst/>
              </a:prstGeom>
              <a:noFill/>
              <a:ln w="41275"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3" name="ZoneTexte 42">
                <a:extLst>
                  <a:ext uri="{FF2B5EF4-FFF2-40B4-BE49-F238E27FC236}">
                    <a16:creationId xmlns:a16="http://schemas.microsoft.com/office/drawing/2014/main" id="{E52CFA8B-0B23-45ED-B7CC-1DB1EA0E800E}"/>
                  </a:ext>
                </a:extLst>
              </p:cNvPr>
              <p:cNvSpPr txBox="1"/>
              <p:nvPr/>
            </p:nvSpPr>
            <p:spPr>
              <a:xfrm>
                <a:off x="1897092" y="5346056"/>
                <a:ext cx="611947"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veille</a:t>
                </a:r>
              </a:p>
            </p:txBody>
          </p:sp>
          <p:sp>
            <p:nvSpPr>
              <p:cNvPr id="44" name="ZoneTexte 43">
                <a:extLst>
                  <a:ext uri="{FF2B5EF4-FFF2-40B4-BE49-F238E27FC236}">
                    <a16:creationId xmlns:a16="http://schemas.microsoft.com/office/drawing/2014/main" id="{E81A8EBE-D10D-0130-D2B4-B130A19F60B5}"/>
                  </a:ext>
                </a:extLst>
              </p:cNvPr>
              <p:cNvSpPr txBox="1"/>
              <p:nvPr/>
            </p:nvSpPr>
            <p:spPr>
              <a:xfrm>
                <a:off x="2819554" y="5346056"/>
                <a:ext cx="742992"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contrôle</a:t>
                </a:r>
              </a:p>
            </p:txBody>
          </p:sp>
          <p:sp>
            <p:nvSpPr>
              <p:cNvPr id="45" name="Ellipse 44">
                <a:extLst>
                  <a:ext uri="{FF2B5EF4-FFF2-40B4-BE49-F238E27FC236}">
                    <a16:creationId xmlns:a16="http://schemas.microsoft.com/office/drawing/2014/main" id="{427462D4-5DC7-78A8-F25C-15C607575ECA}"/>
                  </a:ext>
                </a:extLst>
              </p:cNvPr>
              <p:cNvSpPr>
                <a:spLocks noChangeAspect="1"/>
              </p:cNvSpPr>
              <p:nvPr/>
            </p:nvSpPr>
            <p:spPr>
              <a:xfrm>
                <a:off x="2581643" y="5328242"/>
                <a:ext cx="180000" cy="180000"/>
              </a:xfrm>
              <a:prstGeom prst="ellipse">
                <a:avLst/>
              </a:prstGeom>
              <a:noFill/>
              <a:ln w="41275"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6" name="Ellipse 45">
                <a:extLst>
                  <a:ext uri="{FF2B5EF4-FFF2-40B4-BE49-F238E27FC236}">
                    <a16:creationId xmlns:a16="http://schemas.microsoft.com/office/drawing/2014/main" id="{A17D000F-A717-3CEE-50AB-DC22D66FED35}"/>
                  </a:ext>
                </a:extLst>
              </p:cNvPr>
              <p:cNvSpPr>
                <a:spLocks noChangeAspect="1"/>
              </p:cNvSpPr>
              <p:nvPr/>
            </p:nvSpPr>
            <p:spPr>
              <a:xfrm>
                <a:off x="3620729" y="5328242"/>
                <a:ext cx="180000" cy="180000"/>
              </a:xfrm>
              <a:prstGeom prst="ellipse">
                <a:avLst/>
              </a:prstGeom>
              <a:noFill/>
              <a:ln w="41275"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grpSp>
      <p:sp>
        <p:nvSpPr>
          <p:cNvPr id="48" name="Ellipse 47">
            <a:extLst>
              <a:ext uri="{FF2B5EF4-FFF2-40B4-BE49-F238E27FC236}">
                <a16:creationId xmlns:a16="http://schemas.microsoft.com/office/drawing/2014/main" id="{2BA74E01-DF73-C136-B614-B410ADE18B29}"/>
              </a:ext>
            </a:extLst>
          </p:cNvPr>
          <p:cNvSpPr>
            <a:spLocks noChangeAspect="1"/>
          </p:cNvSpPr>
          <p:nvPr/>
        </p:nvSpPr>
        <p:spPr>
          <a:xfrm>
            <a:off x="4855840" y="1676086"/>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9" name="Ellipse 48">
            <a:extLst>
              <a:ext uri="{FF2B5EF4-FFF2-40B4-BE49-F238E27FC236}">
                <a16:creationId xmlns:a16="http://schemas.microsoft.com/office/drawing/2014/main" id="{B3E90244-B86E-742B-6EAE-620D9022D472}"/>
              </a:ext>
            </a:extLst>
          </p:cNvPr>
          <p:cNvSpPr>
            <a:spLocks noChangeAspect="1"/>
          </p:cNvSpPr>
          <p:nvPr/>
        </p:nvSpPr>
        <p:spPr>
          <a:xfrm>
            <a:off x="4275261" y="2244066"/>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0" name="Ellipse 49">
            <a:extLst>
              <a:ext uri="{FF2B5EF4-FFF2-40B4-BE49-F238E27FC236}">
                <a16:creationId xmlns:a16="http://schemas.microsoft.com/office/drawing/2014/main" id="{C9BCC55F-BC5F-DACC-E90C-B5E976782E7C}"/>
              </a:ext>
            </a:extLst>
          </p:cNvPr>
          <p:cNvSpPr>
            <a:spLocks noChangeAspect="1"/>
          </p:cNvSpPr>
          <p:nvPr/>
        </p:nvSpPr>
        <p:spPr>
          <a:xfrm>
            <a:off x="3993543" y="284936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1" name="Connecteur droit avec flèche 50">
            <a:extLst>
              <a:ext uri="{FF2B5EF4-FFF2-40B4-BE49-F238E27FC236}">
                <a16:creationId xmlns:a16="http://schemas.microsoft.com/office/drawing/2014/main" id="{FA522D8D-B0D8-1AEC-5B9D-6D5B5CF054C4}"/>
              </a:ext>
            </a:extLst>
          </p:cNvPr>
          <p:cNvCxnSpPr>
            <a:cxnSpLocks/>
          </p:cNvCxnSpPr>
          <p:nvPr/>
        </p:nvCxnSpPr>
        <p:spPr>
          <a:xfrm>
            <a:off x="3254062" y="2347583"/>
            <a:ext cx="94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2" name="Connecteur droit avec flèche 51">
            <a:extLst>
              <a:ext uri="{FF2B5EF4-FFF2-40B4-BE49-F238E27FC236}">
                <a16:creationId xmlns:a16="http://schemas.microsoft.com/office/drawing/2014/main" id="{CF3E391B-131A-34BE-AEC6-380FEBA94A99}"/>
              </a:ext>
            </a:extLst>
          </p:cNvPr>
          <p:cNvCxnSpPr>
            <a:cxnSpLocks/>
          </p:cNvCxnSpPr>
          <p:nvPr/>
        </p:nvCxnSpPr>
        <p:spPr>
          <a:xfrm>
            <a:off x="3254062" y="2972563"/>
            <a:ext cx="70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5E9C6590-AE4B-0C6E-AFFF-468A8A2199EB}"/>
              </a:ext>
            </a:extLst>
          </p:cNvPr>
          <p:cNvCxnSpPr>
            <a:cxnSpLocks/>
          </p:cNvCxnSpPr>
          <p:nvPr/>
        </p:nvCxnSpPr>
        <p:spPr>
          <a:xfrm>
            <a:off x="3254062" y="1797631"/>
            <a:ext cx="1597857"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4" name="Ellipse 53">
            <a:extLst>
              <a:ext uri="{FF2B5EF4-FFF2-40B4-BE49-F238E27FC236}">
                <a16:creationId xmlns:a16="http://schemas.microsoft.com/office/drawing/2014/main" id="{BB074288-1570-4DC3-8D86-C2EDDAAFABCD}"/>
              </a:ext>
            </a:extLst>
          </p:cNvPr>
          <p:cNvSpPr>
            <a:spLocks noChangeAspect="1"/>
          </p:cNvSpPr>
          <p:nvPr/>
        </p:nvSpPr>
        <p:spPr>
          <a:xfrm>
            <a:off x="4887368" y="4409606"/>
            <a:ext cx="334176" cy="33600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5" name="Ellipse 54">
            <a:extLst>
              <a:ext uri="{FF2B5EF4-FFF2-40B4-BE49-F238E27FC236}">
                <a16:creationId xmlns:a16="http://schemas.microsoft.com/office/drawing/2014/main" id="{85090ABC-C00F-CC5E-FA27-005D18F75EA1}"/>
              </a:ext>
            </a:extLst>
          </p:cNvPr>
          <p:cNvSpPr>
            <a:spLocks noChangeAspect="1"/>
          </p:cNvSpPr>
          <p:nvPr/>
        </p:nvSpPr>
        <p:spPr>
          <a:xfrm>
            <a:off x="5325973" y="499764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6" name="Connecteur droit avec flèche 55">
            <a:extLst>
              <a:ext uri="{FF2B5EF4-FFF2-40B4-BE49-F238E27FC236}">
                <a16:creationId xmlns:a16="http://schemas.microsoft.com/office/drawing/2014/main" id="{263C1AA1-F94B-B1D4-E7C4-A997AF28F1E7}"/>
              </a:ext>
            </a:extLst>
          </p:cNvPr>
          <p:cNvCxnSpPr>
            <a:cxnSpLocks/>
          </p:cNvCxnSpPr>
          <p:nvPr/>
        </p:nvCxnSpPr>
        <p:spPr>
          <a:xfrm>
            <a:off x="3254062" y="4583047"/>
            <a:ext cx="1597857"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7" name="Connecteur droit avec flèche 56">
            <a:extLst>
              <a:ext uri="{FF2B5EF4-FFF2-40B4-BE49-F238E27FC236}">
                <a16:creationId xmlns:a16="http://schemas.microsoft.com/office/drawing/2014/main" id="{58381199-BDD1-D742-8E5F-4D61AF056A71}"/>
              </a:ext>
            </a:extLst>
          </p:cNvPr>
          <p:cNvCxnSpPr>
            <a:cxnSpLocks/>
          </p:cNvCxnSpPr>
          <p:nvPr/>
        </p:nvCxnSpPr>
        <p:spPr>
          <a:xfrm>
            <a:off x="3254062" y="5122142"/>
            <a:ext cx="2071404"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8" name="Ellipse 57">
            <a:extLst>
              <a:ext uri="{FF2B5EF4-FFF2-40B4-BE49-F238E27FC236}">
                <a16:creationId xmlns:a16="http://schemas.microsoft.com/office/drawing/2014/main" id="{32526AC9-A4CE-F306-B48F-36E74196117F}"/>
              </a:ext>
            </a:extLst>
          </p:cNvPr>
          <p:cNvSpPr>
            <a:spLocks noChangeAspect="1"/>
          </p:cNvSpPr>
          <p:nvPr/>
        </p:nvSpPr>
        <p:spPr>
          <a:xfrm>
            <a:off x="6981804" y="1809024"/>
            <a:ext cx="190957" cy="19200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9" name="Ellipse 58">
            <a:extLst>
              <a:ext uri="{FF2B5EF4-FFF2-40B4-BE49-F238E27FC236}">
                <a16:creationId xmlns:a16="http://schemas.microsoft.com/office/drawing/2014/main" id="{1AA42D45-13D4-0E16-9B12-EC51A6F870F2}"/>
              </a:ext>
            </a:extLst>
          </p:cNvPr>
          <p:cNvSpPr>
            <a:spLocks noChangeAspect="1"/>
          </p:cNvSpPr>
          <p:nvPr/>
        </p:nvSpPr>
        <p:spPr>
          <a:xfrm>
            <a:off x="7953350" y="2270912"/>
            <a:ext cx="190957" cy="192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0" name="Ellipse 59">
            <a:extLst>
              <a:ext uri="{FF2B5EF4-FFF2-40B4-BE49-F238E27FC236}">
                <a16:creationId xmlns:a16="http://schemas.microsoft.com/office/drawing/2014/main" id="{D25664F6-E986-33B6-DF8C-325168A425EE}"/>
              </a:ext>
            </a:extLst>
          </p:cNvPr>
          <p:cNvSpPr>
            <a:spLocks noChangeAspect="1"/>
          </p:cNvSpPr>
          <p:nvPr/>
        </p:nvSpPr>
        <p:spPr>
          <a:xfrm>
            <a:off x="7222209" y="2908022"/>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61" name="Connecteur droit avec flèche 60">
            <a:extLst>
              <a:ext uri="{FF2B5EF4-FFF2-40B4-BE49-F238E27FC236}">
                <a16:creationId xmlns:a16="http://schemas.microsoft.com/office/drawing/2014/main" id="{E846C728-545D-D245-A515-152EEE438729}"/>
              </a:ext>
            </a:extLst>
          </p:cNvPr>
          <p:cNvCxnSpPr>
            <a:cxnSpLocks/>
          </p:cNvCxnSpPr>
          <p:nvPr/>
        </p:nvCxnSpPr>
        <p:spPr>
          <a:xfrm flipH="1">
            <a:off x="7214234" y="1886435"/>
            <a:ext cx="1752124"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2" name="Connecteur droit avec flèche 61">
            <a:extLst>
              <a:ext uri="{FF2B5EF4-FFF2-40B4-BE49-F238E27FC236}">
                <a16:creationId xmlns:a16="http://schemas.microsoft.com/office/drawing/2014/main" id="{312E8022-F691-507E-CA73-6C3E5D66770E}"/>
              </a:ext>
            </a:extLst>
          </p:cNvPr>
          <p:cNvCxnSpPr>
            <a:cxnSpLocks/>
          </p:cNvCxnSpPr>
          <p:nvPr/>
        </p:nvCxnSpPr>
        <p:spPr>
          <a:xfrm flipH="1">
            <a:off x="8144307" y="2359186"/>
            <a:ext cx="822051" cy="0"/>
          </a:xfrm>
          <a:prstGeom prst="straightConnector1">
            <a:avLst/>
          </a:prstGeom>
          <a:noFill/>
          <a:ln w="12700">
            <a:solidFill>
              <a:srgbClr val="00AFAA"/>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3" name="Connecteur droit avec flèche 62">
            <a:extLst>
              <a:ext uri="{FF2B5EF4-FFF2-40B4-BE49-F238E27FC236}">
                <a16:creationId xmlns:a16="http://schemas.microsoft.com/office/drawing/2014/main" id="{0F1CBD3B-646B-CAB3-DCF8-25768D54DBFE}"/>
              </a:ext>
            </a:extLst>
          </p:cNvPr>
          <p:cNvCxnSpPr>
            <a:cxnSpLocks/>
          </p:cNvCxnSpPr>
          <p:nvPr/>
        </p:nvCxnSpPr>
        <p:spPr>
          <a:xfrm flipH="1">
            <a:off x="7462210" y="3006108"/>
            <a:ext cx="1504148"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grpSp>
        <p:nvGrpSpPr>
          <p:cNvPr id="68" name="Groupe 67">
            <a:extLst>
              <a:ext uri="{FF2B5EF4-FFF2-40B4-BE49-F238E27FC236}">
                <a16:creationId xmlns:a16="http://schemas.microsoft.com/office/drawing/2014/main" id="{38271317-4202-E1E6-AB5B-ACDE1F200C81}"/>
              </a:ext>
            </a:extLst>
          </p:cNvPr>
          <p:cNvGrpSpPr/>
          <p:nvPr/>
        </p:nvGrpSpPr>
        <p:grpSpPr>
          <a:xfrm>
            <a:off x="9683545" y="4126702"/>
            <a:ext cx="2388584" cy="2220479"/>
            <a:chOff x="9683545" y="4126702"/>
            <a:chExt cx="2388584" cy="2220479"/>
          </a:xfrm>
        </p:grpSpPr>
        <p:grpSp>
          <p:nvGrpSpPr>
            <p:cNvPr id="22" name="Groupe 21">
              <a:extLst>
                <a:ext uri="{FF2B5EF4-FFF2-40B4-BE49-F238E27FC236}">
                  <a16:creationId xmlns:a16="http://schemas.microsoft.com/office/drawing/2014/main" id="{73A016EF-2E30-45DB-7E0A-C751F8D93676}"/>
                </a:ext>
              </a:extLst>
            </p:cNvPr>
            <p:cNvGrpSpPr/>
            <p:nvPr/>
          </p:nvGrpSpPr>
          <p:grpSpPr>
            <a:xfrm>
              <a:off x="9739049" y="4173124"/>
              <a:ext cx="2333080" cy="2012915"/>
              <a:chOff x="7070340" y="3266076"/>
              <a:chExt cx="1749810" cy="1509686"/>
            </a:xfrm>
          </p:grpSpPr>
          <p:sp>
            <p:nvSpPr>
              <p:cNvPr id="23" name="Ellipse 22">
                <a:extLst>
                  <a:ext uri="{FF2B5EF4-FFF2-40B4-BE49-F238E27FC236}">
                    <a16:creationId xmlns:a16="http://schemas.microsoft.com/office/drawing/2014/main" id="{0AE60BDB-6491-1BEE-E85C-4BEA5CAF48FA}"/>
                  </a:ext>
                </a:extLst>
              </p:cNvPr>
              <p:cNvSpPr/>
              <p:nvPr/>
            </p:nvSpPr>
            <p:spPr>
              <a:xfrm>
                <a:off x="7651453" y="3672111"/>
                <a:ext cx="198000" cy="19705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4" name="Ellipse 23">
                <a:extLst>
                  <a:ext uri="{FF2B5EF4-FFF2-40B4-BE49-F238E27FC236}">
                    <a16:creationId xmlns:a16="http://schemas.microsoft.com/office/drawing/2014/main" id="{428BB90B-1F11-ED10-1F23-39B65C5CB08C}"/>
                  </a:ext>
                </a:extLst>
              </p:cNvPr>
              <p:cNvSpPr>
                <a:spLocks noChangeAspect="1"/>
              </p:cNvSpPr>
              <p:nvPr/>
            </p:nvSpPr>
            <p:spPr>
              <a:xfrm>
                <a:off x="7927546" y="3623585"/>
                <a:ext cx="251557" cy="252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5" name="Ellipse 24">
                <a:extLst>
                  <a:ext uri="{FF2B5EF4-FFF2-40B4-BE49-F238E27FC236}">
                    <a16:creationId xmlns:a16="http://schemas.microsoft.com/office/drawing/2014/main" id="{66F7B3EE-2336-6F85-5DE5-1B94A7720C33}"/>
                  </a:ext>
                </a:extLst>
              </p:cNvPr>
              <p:cNvSpPr/>
              <p:nvPr/>
            </p:nvSpPr>
            <p:spPr>
              <a:xfrm>
                <a:off x="7422647" y="3736679"/>
                <a:ext cx="129600" cy="13112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6" name="Ellipse 25">
                <a:extLst>
                  <a:ext uri="{FF2B5EF4-FFF2-40B4-BE49-F238E27FC236}">
                    <a16:creationId xmlns:a16="http://schemas.microsoft.com/office/drawing/2014/main" id="{27D5F355-A94E-1159-1739-A17008FBF4E9}"/>
                  </a:ext>
                </a:extLst>
              </p:cNvPr>
              <p:cNvSpPr/>
              <p:nvPr/>
            </p:nvSpPr>
            <p:spPr>
              <a:xfrm>
                <a:off x="7212315" y="3773845"/>
                <a:ext cx="97200" cy="9834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7" name="ZoneTexte 26">
                <a:extLst>
                  <a:ext uri="{FF2B5EF4-FFF2-40B4-BE49-F238E27FC236}">
                    <a16:creationId xmlns:a16="http://schemas.microsoft.com/office/drawing/2014/main" id="{307EC503-3566-79DF-EB1F-5B0EA16EFCB1}"/>
                  </a:ext>
                </a:extLst>
              </p:cNvPr>
              <p:cNvSpPr txBox="1"/>
              <p:nvPr/>
            </p:nvSpPr>
            <p:spPr>
              <a:xfrm>
                <a:off x="7081293" y="3906153"/>
                <a:ext cx="366440"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&lt;3</a:t>
                </a:r>
              </a:p>
            </p:txBody>
          </p:sp>
          <p:sp>
            <p:nvSpPr>
              <p:cNvPr id="28" name="ZoneTexte 27">
                <a:extLst>
                  <a:ext uri="{FF2B5EF4-FFF2-40B4-BE49-F238E27FC236}">
                    <a16:creationId xmlns:a16="http://schemas.microsoft.com/office/drawing/2014/main" id="{66CB1C20-7347-5992-3D1D-F42F0252AB06}"/>
                  </a:ext>
                </a:extLst>
              </p:cNvPr>
              <p:cNvSpPr txBox="1"/>
              <p:nvPr/>
            </p:nvSpPr>
            <p:spPr>
              <a:xfrm>
                <a:off x="7273058" y="3906153"/>
                <a:ext cx="443114"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3-6</a:t>
                </a:r>
              </a:p>
            </p:txBody>
          </p:sp>
          <p:sp>
            <p:nvSpPr>
              <p:cNvPr id="29" name="ZoneTexte 28">
                <a:extLst>
                  <a:ext uri="{FF2B5EF4-FFF2-40B4-BE49-F238E27FC236}">
                    <a16:creationId xmlns:a16="http://schemas.microsoft.com/office/drawing/2014/main" id="{56FE7795-19C1-27EF-2842-4F7781065BFA}"/>
                  </a:ext>
                </a:extLst>
              </p:cNvPr>
              <p:cNvSpPr txBox="1"/>
              <p:nvPr/>
            </p:nvSpPr>
            <p:spPr>
              <a:xfrm>
                <a:off x="7579905" y="3906153"/>
                <a:ext cx="406835"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7-9</a:t>
                </a:r>
              </a:p>
            </p:txBody>
          </p:sp>
          <p:sp>
            <p:nvSpPr>
              <p:cNvPr id="30" name="ZoneTexte 29">
                <a:extLst>
                  <a:ext uri="{FF2B5EF4-FFF2-40B4-BE49-F238E27FC236}">
                    <a16:creationId xmlns:a16="http://schemas.microsoft.com/office/drawing/2014/main" id="{F5989328-0BC0-5381-7E12-791BE4851535}"/>
                  </a:ext>
                </a:extLst>
              </p:cNvPr>
              <p:cNvSpPr txBox="1"/>
              <p:nvPr/>
            </p:nvSpPr>
            <p:spPr>
              <a:xfrm>
                <a:off x="7883818" y="3906153"/>
                <a:ext cx="403777"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&gt;9</a:t>
                </a:r>
              </a:p>
            </p:txBody>
          </p:sp>
          <p:sp>
            <p:nvSpPr>
              <p:cNvPr id="31" name="ZoneTexte 30">
                <a:extLst>
                  <a:ext uri="{FF2B5EF4-FFF2-40B4-BE49-F238E27FC236}">
                    <a16:creationId xmlns:a16="http://schemas.microsoft.com/office/drawing/2014/main" id="{9C3245D6-00C9-CF29-5FB7-FD7AD0AE711A}"/>
                  </a:ext>
                </a:extLst>
              </p:cNvPr>
              <p:cNvSpPr txBox="1"/>
              <p:nvPr/>
            </p:nvSpPr>
            <p:spPr>
              <a:xfrm>
                <a:off x="7070340" y="3266076"/>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EXPOSITION</a:t>
                </a: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Dépendance x Pénétration</a:t>
                </a:r>
              </a:p>
            </p:txBody>
          </p:sp>
          <p:sp>
            <p:nvSpPr>
              <p:cNvPr id="32" name="Ellipse 31">
                <a:extLst>
                  <a:ext uri="{FF2B5EF4-FFF2-40B4-BE49-F238E27FC236}">
                    <a16:creationId xmlns:a16="http://schemas.microsoft.com/office/drawing/2014/main" id="{E8E299F7-0695-8443-32CA-CBAEE6E5ACCF}"/>
                  </a:ext>
                </a:extLst>
              </p:cNvPr>
              <p:cNvSpPr>
                <a:spLocks noChangeAspect="1"/>
              </p:cNvSpPr>
              <p:nvPr/>
            </p:nvSpPr>
            <p:spPr>
              <a:xfrm>
                <a:off x="7502105" y="4488062"/>
                <a:ext cx="144000" cy="144000"/>
              </a:xfrm>
              <a:prstGeom prst="ellipse">
                <a:avLst/>
              </a:prstGeom>
              <a:solidFill>
                <a:srgbClr val="FFD7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33" name="ZoneTexte 32">
                <a:extLst>
                  <a:ext uri="{FF2B5EF4-FFF2-40B4-BE49-F238E27FC236}">
                    <a16:creationId xmlns:a16="http://schemas.microsoft.com/office/drawing/2014/main" id="{36CE2D27-4CC8-9C2F-13B4-F33F57F56217}"/>
                  </a:ext>
                </a:extLst>
              </p:cNvPr>
              <p:cNvSpPr txBox="1"/>
              <p:nvPr/>
            </p:nvSpPr>
            <p:spPr>
              <a:xfrm>
                <a:off x="7097574" y="4667762"/>
                <a:ext cx="328397"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&lt;4</a:t>
                </a:r>
              </a:p>
            </p:txBody>
          </p:sp>
          <p:sp>
            <p:nvSpPr>
              <p:cNvPr id="34" name="ZoneTexte 33">
                <a:extLst>
                  <a:ext uri="{FF2B5EF4-FFF2-40B4-BE49-F238E27FC236}">
                    <a16:creationId xmlns:a16="http://schemas.microsoft.com/office/drawing/2014/main" id="{3E012B3D-744C-B086-1E2B-A0212CC057E6}"/>
                  </a:ext>
                </a:extLst>
              </p:cNvPr>
              <p:cNvSpPr txBox="1"/>
              <p:nvPr/>
            </p:nvSpPr>
            <p:spPr>
              <a:xfrm>
                <a:off x="7330956" y="4667762"/>
                <a:ext cx="455202"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4-5</a:t>
                </a:r>
              </a:p>
            </p:txBody>
          </p:sp>
          <p:sp>
            <p:nvSpPr>
              <p:cNvPr id="35" name="ZoneTexte 34">
                <a:extLst>
                  <a:ext uri="{FF2B5EF4-FFF2-40B4-BE49-F238E27FC236}">
                    <a16:creationId xmlns:a16="http://schemas.microsoft.com/office/drawing/2014/main" id="{F6104D68-0D16-B426-D020-6247E2593849}"/>
                  </a:ext>
                </a:extLst>
              </p:cNvPr>
              <p:cNvSpPr txBox="1"/>
              <p:nvPr/>
            </p:nvSpPr>
            <p:spPr>
              <a:xfrm>
                <a:off x="7707175" y="4667762"/>
                <a:ext cx="256092"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6-7</a:t>
                </a:r>
              </a:p>
            </p:txBody>
          </p:sp>
          <p:sp>
            <p:nvSpPr>
              <p:cNvPr id="36" name="ZoneTexte 35">
                <a:extLst>
                  <a:ext uri="{FF2B5EF4-FFF2-40B4-BE49-F238E27FC236}">
                    <a16:creationId xmlns:a16="http://schemas.microsoft.com/office/drawing/2014/main" id="{41F6A5F6-96CC-CB6E-95E7-5CD0A4EF925F}"/>
                  </a:ext>
                </a:extLst>
              </p:cNvPr>
              <p:cNvSpPr txBox="1"/>
              <p:nvPr/>
            </p:nvSpPr>
            <p:spPr>
              <a:xfrm>
                <a:off x="7924366" y="4667762"/>
                <a:ext cx="378925"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&gt;7</a:t>
                </a:r>
              </a:p>
            </p:txBody>
          </p:sp>
          <p:sp>
            <p:nvSpPr>
              <p:cNvPr id="37" name="ZoneTexte 36">
                <a:extLst>
                  <a:ext uri="{FF2B5EF4-FFF2-40B4-BE49-F238E27FC236}">
                    <a16:creationId xmlns:a16="http://schemas.microsoft.com/office/drawing/2014/main" id="{0A19D612-F976-8E45-C7C3-8ED0509F34E6}"/>
                  </a:ext>
                </a:extLst>
              </p:cNvPr>
              <p:cNvSpPr txBox="1"/>
              <p:nvPr/>
            </p:nvSpPr>
            <p:spPr>
              <a:xfrm>
                <a:off x="7070340" y="4160802"/>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FIABILITE CYBER</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Maturité cyber x Confiance</a:t>
                </a:r>
              </a:p>
            </p:txBody>
          </p:sp>
        </p:grpSp>
        <p:sp>
          <p:nvSpPr>
            <p:cNvPr id="47" name="Rectangle 46">
              <a:extLst>
                <a:ext uri="{FF2B5EF4-FFF2-40B4-BE49-F238E27FC236}">
                  <a16:creationId xmlns:a16="http://schemas.microsoft.com/office/drawing/2014/main" id="{324F017F-EA20-7506-95D1-694ED787D82F}"/>
                </a:ext>
              </a:extLst>
            </p:cNvPr>
            <p:cNvSpPr/>
            <p:nvPr/>
          </p:nvSpPr>
          <p:spPr>
            <a:xfrm>
              <a:off x="9683545" y="4126702"/>
              <a:ext cx="2067252" cy="2220479"/>
            </a:xfrm>
            <a:prstGeom prst="rect">
              <a:avLst/>
            </a:prstGeom>
            <a:no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4" name="Ellipse 63">
              <a:extLst>
                <a:ext uri="{FF2B5EF4-FFF2-40B4-BE49-F238E27FC236}">
                  <a16:creationId xmlns:a16="http://schemas.microsoft.com/office/drawing/2014/main" id="{3661A6B0-E152-00EB-BAC6-7E529AB43B9A}"/>
                </a:ext>
              </a:extLst>
            </p:cNvPr>
            <p:cNvSpPr>
              <a:spLocks noChangeAspect="1"/>
            </p:cNvSpPr>
            <p:nvPr/>
          </p:nvSpPr>
          <p:spPr>
            <a:xfrm>
              <a:off x="9947119" y="5804492"/>
              <a:ext cx="192000" cy="192000"/>
            </a:xfrm>
            <a:prstGeom prst="ellipse">
              <a:avLst/>
            </a:prstGeom>
            <a:solidFill>
              <a:srgbClr val="C000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5" name="Ellipse 64">
              <a:extLst>
                <a:ext uri="{FF2B5EF4-FFF2-40B4-BE49-F238E27FC236}">
                  <a16:creationId xmlns:a16="http://schemas.microsoft.com/office/drawing/2014/main" id="{272E9785-DE66-C453-E917-E4A6B5BB2DB2}"/>
                </a:ext>
              </a:extLst>
            </p:cNvPr>
            <p:cNvSpPr>
              <a:spLocks noChangeAspect="1"/>
            </p:cNvSpPr>
            <p:nvPr/>
          </p:nvSpPr>
          <p:spPr>
            <a:xfrm>
              <a:off x="10693359" y="5804492"/>
              <a:ext cx="192000" cy="192000"/>
            </a:xfrm>
            <a:prstGeom prst="ellipse">
              <a:avLst/>
            </a:prstGeom>
            <a:solidFill>
              <a:schemeClr val="tx2">
                <a:lumMod val="60000"/>
                <a:lumOff val="40000"/>
              </a:schemeClr>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6" name="Ellipse 65">
              <a:extLst>
                <a:ext uri="{FF2B5EF4-FFF2-40B4-BE49-F238E27FC236}">
                  <a16:creationId xmlns:a16="http://schemas.microsoft.com/office/drawing/2014/main" id="{FE1FFEC2-18CE-6889-7F8B-E080F0948544}"/>
                </a:ext>
              </a:extLst>
            </p:cNvPr>
            <p:cNvSpPr>
              <a:spLocks noChangeAspect="1"/>
            </p:cNvSpPr>
            <p:nvPr/>
          </p:nvSpPr>
          <p:spPr>
            <a:xfrm>
              <a:off x="11066477" y="5804492"/>
              <a:ext cx="192000" cy="192000"/>
            </a:xfrm>
            <a:prstGeom prst="ellipse">
              <a:avLst/>
            </a:prstGeom>
            <a:solidFill>
              <a:srgbClr val="00B05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grpSp>
      <p:pic>
        <p:nvPicPr>
          <p:cNvPr id="3" name="Image 2">
            <a:extLst>
              <a:ext uri="{FF2B5EF4-FFF2-40B4-BE49-F238E27FC236}">
                <a16:creationId xmlns:a16="http://schemas.microsoft.com/office/drawing/2014/main" id="{66E21800-75BF-4F3E-7393-52DEB5AC9D16}"/>
              </a:ext>
            </a:extLst>
          </p:cNvPr>
          <p:cNvPicPr>
            <a:picLocks noChangeAspect="1"/>
          </p:cNvPicPr>
          <p:nvPr/>
        </p:nvPicPr>
        <p:blipFill>
          <a:blip r:embed="rId3"/>
          <a:stretch>
            <a:fillRect/>
          </a:stretch>
        </p:blipFill>
        <p:spPr>
          <a:xfrm>
            <a:off x="11112000" y="0"/>
            <a:ext cx="1080000" cy="1080000"/>
          </a:xfrm>
          <a:prstGeom prst="rect">
            <a:avLst/>
          </a:prstGeom>
        </p:spPr>
      </p:pic>
      <p:sp>
        <p:nvSpPr>
          <p:cNvPr id="67" name="ZoneTexte 66">
            <a:extLst>
              <a:ext uri="{FF2B5EF4-FFF2-40B4-BE49-F238E27FC236}">
                <a16:creationId xmlns:a16="http://schemas.microsoft.com/office/drawing/2014/main" id="{9A176A92-5626-2A46-7BEB-E3BA5B48BCD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
        <p:nvSpPr>
          <p:cNvPr id="69" name="ZoneTexte 68">
            <a:extLst>
              <a:ext uri="{FF2B5EF4-FFF2-40B4-BE49-F238E27FC236}">
                <a16:creationId xmlns:a16="http://schemas.microsoft.com/office/drawing/2014/main" id="{A82958C9-6AA8-B41C-8005-2042548495E2}"/>
              </a:ext>
            </a:extLst>
          </p:cNvPr>
          <p:cNvSpPr txBox="1"/>
          <p:nvPr/>
        </p:nvSpPr>
        <p:spPr>
          <a:xfrm>
            <a:off x="8660882" y="3536820"/>
            <a:ext cx="1397067" cy="307777"/>
          </a:xfrm>
          <a:prstGeom prst="rect">
            <a:avLst/>
          </a:prstGeom>
          <a:solidFill>
            <a:schemeClr val="bg1"/>
          </a:solidFill>
        </p:spPr>
        <p:txBody>
          <a:bodyPr wrap="square" rtlCol="0">
            <a:spAutoFit/>
          </a:bodyPr>
          <a:lstStyle/>
          <a:p>
            <a:r>
              <a:rPr lang="fr-FR" sz="1400" i="1" dirty="0">
                <a:solidFill>
                  <a:schemeClr val="bg1">
                    <a:lumMod val="65000"/>
                  </a:schemeClr>
                </a:solidFill>
              </a:rPr>
              <a:t>Dangerosité</a:t>
            </a:r>
          </a:p>
        </p:txBody>
      </p:sp>
    </p:spTree>
    <p:extLst>
      <p:ext uri="{BB962C8B-B14F-4D97-AF65-F5344CB8AC3E}">
        <p14:creationId xmlns:p14="http://schemas.microsoft.com/office/powerpoint/2010/main" val="178067492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163B7C-0A14-20E3-BEB3-E654D6E24CF6}"/>
              </a:ext>
            </a:extLst>
          </p:cNvPr>
          <p:cNvSpPr>
            <a:spLocks noGrp="1"/>
          </p:cNvSpPr>
          <p:nvPr>
            <p:ph type="title"/>
          </p:nvPr>
        </p:nvSpPr>
        <p:spPr/>
        <p:txBody>
          <a:bodyPr>
            <a:normAutofit fontScale="90000"/>
          </a:bodyPr>
          <a:lstStyle/>
          <a:p>
            <a:r>
              <a:rPr lang="fr-FR" dirty="0"/>
              <a:t>Outil 09 – Analyser les scénarios stratégiques</a:t>
            </a:r>
          </a:p>
        </p:txBody>
      </p:sp>
      <p:sp>
        <p:nvSpPr>
          <p:cNvPr id="4" name="Espace réservé de la date 3">
            <a:extLst>
              <a:ext uri="{FF2B5EF4-FFF2-40B4-BE49-F238E27FC236}">
                <a16:creationId xmlns:a16="http://schemas.microsoft.com/office/drawing/2014/main" id="{EFCBDF67-72FD-FF98-848B-05B448FC43E4}"/>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7780C966-1F38-130A-104B-7721C09DDE6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CA7E2D0B-FD29-D1DD-2DCC-C605EFA034EF}"/>
              </a:ext>
            </a:extLst>
          </p:cNvPr>
          <p:cNvSpPr>
            <a:spLocks noGrp="1"/>
          </p:cNvSpPr>
          <p:nvPr>
            <p:ph type="sldNum" sz="quarter" idx="12"/>
          </p:nvPr>
        </p:nvSpPr>
        <p:spPr/>
        <p:txBody>
          <a:bodyPr/>
          <a:lstStyle/>
          <a:p>
            <a:fld id="{294A09A9-5501-47C1-A89A-A340965A2BE2}" type="slidenum">
              <a:rPr lang="fr-FR" smtClean="0"/>
              <a:pPr/>
              <a:t>86</a:t>
            </a:fld>
            <a:endParaRPr lang="fr-FR"/>
          </a:p>
        </p:txBody>
      </p:sp>
      <p:sp>
        <p:nvSpPr>
          <p:cNvPr id="3" name="Espace réservé du texte 2">
            <a:extLst>
              <a:ext uri="{FF2B5EF4-FFF2-40B4-BE49-F238E27FC236}">
                <a16:creationId xmlns:a16="http://schemas.microsoft.com/office/drawing/2014/main" id="{C4CCAA26-F056-7835-F29A-FAB748D430B4}"/>
              </a:ext>
            </a:extLst>
          </p:cNvPr>
          <p:cNvSpPr>
            <a:spLocks noGrp="1"/>
          </p:cNvSpPr>
          <p:nvPr>
            <p:ph type="body" sz="quarter" idx="13"/>
          </p:nvPr>
        </p:nvSpPr>
        <p:spPr/>
        <p:txBody>
          <a:bodyPr/>
          <a:lstStyle/>
          <a:p>
            <a:r>
              <a:rPr lang="fr-FR" dirty="0"/>
              <a:t>Quels chemins dans l’écosystème ?</a:t>
            </a:r>
          </a:p>
        </p:txBody>
      </p:sp>
      <p:pic>
        <p:nvPicPr>
          <p:cNvPr id="7" name="Image 6">
            <a:extLst>
              <a:ext uri="{FF2B5EF4-FFF2-40B4-BE49-F238E27FC236}">
                <a16:creationId xmlns:a16="http://schemas.microsoft.com/office/drawing/2014/main" id="{5964DF83-15A1-2ED6-8007-F9DDD214DA46}"/>
              </a:ext>
            </a:extLst>
          </p:cNvPr>
          <p:cNvPicPr>
            <a:picLocks noChangeAspect="1"/>
          </p:cNvPicPr>
          <p:nvPr/>
        </p:nvPicPr>
        <p:blipFill>
          <a:blip r:embed="rId2"/>
          <a:stretch>
            <a:fillRect/>
          </a:stretch>
        </p:blipFill>
        <p:spPr>
          <a:xfrm>
            <a:off x="4762827" y="1235423"/>
            <a:ext cx="5029965" cy="5029965"/>
          </a:xfrm>
          <a:prstGeom prst="rect">
            <a:avLst/>
          </a:prstGeom>
        </p:spPr>
      </p:pic>
      <p:pic>
        <p:nvPicPr>
          <p:cNvPr id="8" name="Image 7">
            <a:extLst>
              <a:ext uri="{FF2B5EF4-FFF2-40B4-BE49-F238E27FC236}">
                <a16:creationId xmlns:a16="http://schemas.microsoft.com/office/drawing/2014/main" id="{972F6E40-A32C-502C-1899-C62C77D9924C}"/>
              </a:ext>
            </a:extLst>
          </p:cNvPr>
          <p:cNvPicPr>
            <a:picLocks noChangeAspect="1"/>
          </p:cNvPicPr>
          <p:nvPr/>
        </p:nvPicPr>
        <p:blipFill>
          <a:blip r:embed="rId3"/>
          <a:stretch>
            <a:fillRect/>
          </a:stretch>
        </p:blipFill>
        <p:spPr>
          <a:xfrm>
            <a:off x="5595091" y="2067687"/>
            <a:ext cx="3365437" cy="3365437"/>
          </a:xfrm>
          <a:prstGeom prst="rect">
            <a:avLst/>
          </a:prstGeom>
        </p:spPr>
      </p:pic>
      <p:sp>
        <p:nvSpPr>
          <p:cNvPr id="9" name="Rectangle à coins arrondis 4">
            <a:extLst>
              <a:ext uri="{FF2B5EF4-FFF2-40B4-BE49-F238E27FC236}">
                <a16:creationId xmlns:a16="http://schemas.microsoft.com/office/drawing/2014/main" id="{76B43752-F3CE-ABCA-B7E6-11B8497A44EE}"/>
              </a:ext>
            </a:extLst>
          </p:cNvPr>
          <p:cNvSpPr/>
          <p:nvPr/>
        </p:nvSpPr>
        <p:spPr>
          <a:xfrm>
            <a:off x="5298540" y="1768379"/>
            <a:ext cx="684456"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0" name="Rectangle à coins arrondis 4">
            <a:extLst>
              <a:ext uri="{FF2B5EF4-FFF2-40B4-BE49-F238E27FC236}">
                <a16:creationId xmlns:a16="http://schemas.microsoft.com/office/drawing/2014/main" id="{2D791F04-A7CD-D232-1C27-C6A0512FA758}"/>
              </a:ext>
            </a:extLst>
          </p:cNvPr>
          <p:cNvSpPr/>
          <p:nvPr/>
        </p:nvSpPr>
        <p:spPr>
          <a:xfrm>
            <a:off x="5918237" y="3509034"/>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1" name="Rectangle à coins arrondis 4">
            <a:extLst>
              <a:ext uri="{FF2B5EF4-FFF2-40B4-BE49-F238E27FC236}">
                <a16:creationId xmlns:a16="http://schemas.microsoft.com/office/drawing/2014/main" id="{AF29538D-E06E-A4BC-D124-09B2F0A8EC43}"/>
              </a:ext>
            </a:extLst>
          </p:cNvPr>
          <p:cNvSpPr/>
          <p:nvPr/>
        </p:nvSpPr>
        <p:spPr>
          <a:xfrm>
            <a:off x="5036681" y="4233931"/>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2" name="Rectangle à coins arrondis 4">
            <a:extLst>
              <a:ext uri="{FF2B5EF4-FFF2-40B4-BE49-F238E27FC236}">
                <a16:creationId xmlns:a16="http://schemas.microsoft.com/office/drawing/2014/main" id="{D3AB223B-07F6-EB1E-7E10-1D3101192BC7}"/>
              </a:ext>
            </a:extLst>
          </p:cNvPr>
          <p:cNvSpPr/>
          <p:nvPr/>
        </p:nvSpPr>
        <p:spPr>
          <a:xfrm>
            <a:off x="8174866" y="4171491"/>
            <a:ext cx="672473"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3" name="Rectangle à coins arrondis 4">
            <a:extLst>
              <a:ext uri="{FF2B5EF4-FFF2-40B4-BE49-F238E27FC236}">
                <a16:creationId xmlns:a16="http://schemas.microsoft.com/office/drawing/2014/main" id="{A6279623-E29B-90FF-68AC-D1E6EB45D2D1}"/>
              </a:ext>
            </a:extLst>
          </p:cNvPr>
          <p:cNvSpPr/>
          <p:nvPr/>
        </p:nvSpPr>
        <p:spPr>
          <a:xfrm>
            <a:off x="8911674" y="4840032"/>
            <a:ext cx="722991"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4" name="Rectangle à coins arrondis 4">
            <a:extLst>
              <a:ext uri="{FF2B5EF4-FFF2-40B4-BE49-F238E27FC236}">
                <a16:creationId xmlns:a16="http://schemas.microsoft.com/office/drawing/2014/main" id="{0489EBE9-6598-F710-1227-C6313FA84385}"/>
              </a:ext>
            </a:extLst>
          </p:cNvPr>
          <p:cNvSpPr/>
          <p:nvPr/>
        </p:nvSpPr>
        <p:spPr>
          <a:xfrm>
            <a:off x="8951218" y="2529416"/>
            <a:ext cx="6834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5" name="Rectangle à coins arrondis 4">
            <a:extLst>
              <a:ext uri="{FF2B5EF4-FFF2-40B4-BE49-F238E27FC236}">
                <a16:creationId xmlns:a16="http://schemas.microsoft.com/office/drawing/2014/main" id="{1EC31929-5018-A53C-4896-6EA669ECAF9F}"/>
              </a:ext>
            </a:extLst>
          </p:cNvPr>
          <p:cNvSpPr/>
          <p:nvPr/>
        </p:nvSpPr>
        <p:spPr>
          <a:xfrm>
            <a:off x="6151977" y="5753687"/>
            <a:ext cx="22197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b="1" dirty="0">
                <a:solidFill>
                  <a:srgbClr val="252525"/>
                </a:solidFill>
                <a:latin typeface="Segoe UI" panose="020B0502040204020203" pitchFamily="34" charset="0"/>
                <a:cs typeface="Segoe UI" panose="020B0502040204020203" pitchFamily="34" charset="0"/>
              </a:rPr>
              <a:t>ÉCOSYSTÈME</a:t>
            </a:r>
          </a:p>
        </p:txBody>
      </p:sp>
      <p:sp>
        <p:nvSpPr>
          <p:cNvPr id="16" name="Rectangle 15">
            <a:extLst>
              <a:ext uri="{FF2B5EF4-FFF2-40B4-BE49-F238E27FC236}">
                <a16:creationId xmlns:a16="http://schemas.microsoft.com/office/drawing/2014/main" id="{3E3DAF98-7591-9722-65D4-AE78AF356A4F}"/>
              </a:ext>
            </a:extLst>
          </p:cNvPr>
          <p:cNvSpPr/>
          <p:nvPr/>
        </p:nvSpPr>
        <p:spPr bwMode="auto">
          <a:xfrm>
            <a:off x="2154300" y="3389052"/>
            <a:ext cx="2112235" cy="779771"/>
          </a:xfrm>
          <a:prstGeom prst="rect">
            <a:avLst/>
          </a:prstGeom>
          <a:noFill/>
          <a:ln w="9525" cap="flat" cmpd="sng" algn="ctr">
            <a:noFill/>
            <a:prstDash val="solid"/>
          </a:ln>
          <a:effectLst/>
        </p:spPr>
        <p:txBody>
          <a:bodyPr lIns="0" tIns="0" rIns="0" bIns="0" anchor="t"/>
          <a:lstStyle/>
          <a:p>
            <a:pPr>
              <a:defRPr/>
            </a:pPr>
            <a:r>
              <a:rPr lang="fr-FR" sz="1067" b="1" i="1" dirty="0">
                <a:solidFill>
                  <a:srgbClr val="252525"/>
                </a:solidFill>
                <a:latin typeface="Segoe UI" panose="020B0502040204020203" pitchFamily="34" charset="0"/>
                <a:cs typeface="Segoe UI" panose="020B0502040204020203" pitchFamily="34" charset="0"/>
              </a:rPr>
              <a:t>Légende</a:t>
            </a:r>
          </a:p>
          <a:p>
            <a:pPr>
              <a:spcAft>
                <a:spcPts val="400"/>
              </a:spcAft>
              <a:defRPr/>
            </a:pPr>
            <a:endParaRPr lang="fr-FR" sz="1067" b="1" i="1" dirty="0">
              <a:solidFill>
                <a:srgbClr val="252525"/>
              </a:solidFill>
              <a:latin typeface="Segoe UI" panose="020B0502040204020203" pitchFamily="34" charset="0"/>
              <a:cs typeface="Segoe UI" panose="020B0502040204020203" pitchFamily="34" charset="0"/>
            </a:endParaRPr>
          </a:p>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directement reliée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au système (1</a:t>
            </a:r>
            <a:r>
              <a:rPr lang="fr-FR" sz="1067" i="1" baseline="30000" dirty="0">
                <a:solidFill>
                  <a:srgbClr val="252525"/>
                </a:solidFill>
                <a:latin typeface="Segoe UI" panose="020B0502040204020203" pitchFamily="34" charset="0"/>
                <a:cs typeface="Segoe UI" panose="020B0502040204020203" pitchFamily="34" charset="0"/>
              </a:rPr>
              <a:t>er</a:t>
            </a:r>
            <a:r>
              <a:rPr lang="fr-FR" sz="1067" i="1" dirty="0">
                <a:solidFill>
                  <a:srgbClr val="252525"/>
                </a:solidFill>
                <a:latin typeface="Segoe UI" panose="020B0502040204020203" pitchFamily="34" charset="0"/>
                <a:cs typeface="Segoe UI" panose="020B0502040204020203" pitchFamily="34" charset="0"/>
              </a:rPr>
              <a:t> niveau de relation)</a:t>
            </a:r>
          </a:p>
        </p:txBody>
      </p:sp>
      <p:pic>
        <p:nvPicPr>
          <p:cNvPr id="17" name="Image 16">
            <a:extLst>
              <a:ext uri="{FF2B5EF4-FFF2-40B4-BE49-F238E27FC236}">
                <a16:creationId xmlns:a16="http://schemas.microsoft.com/office/drawing/2014/main" id="{606CE113-D2D4-3C4C-D78A-9B9688C35E7C}"/>
              </a:ext>
            </a:extLst>
          </p:cNvPr>
          <p:cNvPicPr>
            <a:picLocks noChangeAspect="1"/>
          </p:cNvPicPr>
          <p:nvPr/>
        </p:nvPicPr>
        <p:blipFill>
          <a:blip r:embed="rId4"/>
          <a:stretch>
            <a:fillRect/>
          </a:stretch>
        </p:blipFill>
        <p:spPr>
          <a:xfrm>
            <a:off x="1587164" y="4298713"/>
            <a:ext cx="480000" cy="480000"/>
          </a:xfrm>
          <a:prstGeom prst="rect">
            <a:avLst/>
          </a:prstGeom>
        </p:spPr>
      </p:pic>
      <p:pic>
        <p:nvPicPr>
          <p:cNvPr id="18" name="Image 17">
            <a:extLst>
              <a:ext uri="{FF2B5EF4-FFF2-40B4-BE49-F238E27FC236}">
                <a16:creationId xmlns:a16="http://schemas.microsoft.com/office/drawing/2014/main" id="{D0CE420D-95BD-ED4A-5524-19D8BC4F3781}"/>
              </a:ext>
            </a:extLst>
          </p:cNvPr>
          <p:cNvPicPr>
            <a:picLocks noChangeAspect="1"/>
          </p:cNvPicPr>
          <p:nvPr/>
        </p:nvPicPr>
        <p:blipFill>
          <a:blip r:embed="rId5"/>
          <a:stretch>
            <a:fillRect/>
          </a:stretch>
        </p:blipFill>
        <p:spPr>
          <a:xfrm>
            <a:off x="1587164" y="3688823"/>
            <a:ext cx="505263" cy="480000"/>
          </a:xfrm>
          <a:prstGeom prst="rect">
            <a:avLst/>
          </a:prstGeom>
        </p:spPr>
      </p:pic>
      <p:pic>
        <p:nvPicPr>
          <p:cNvPr id="19" name="Image 18">
            <a:extLst>
              <a:ext uri="{FF2B5EF4-FFF2-40B4-BE49-F238E27FC236}">
                <a16:creationId xmlns:a16="http://schemas.microsoft.com/office/drawing/2014/main" id="{84EC06E0-6CB2-9425-8044-A3208C55FF28}"/>
              </a:ext>
            </a:extLst>
          </p:cNvPr>
          <p:cNvPicPr>
            <a:picLocks noChangeAspect="1"/>
          </p:cNvPicPr>
          <p:nvPr/>
        </p:nvPicPr>
        <p:blipFill>
          <a:blip r:embed="rId6"/>
          <a:stretch>
            <a:fillRect/>
          </a:stretch>
        </p:blipFill>
        <p:spPr>
          <a:xfrm>
            <a:off x="4240621" y="2077587"/>
            <a:ext cx="720000" cy="720000"/>
          </a:xfrm>
          <a:prstGeom prst="rect">
            <a:avLst/>
          </a:prstGeom>
        </p:spPr>
      </p:pic>
      <p:pic>
        <p:nvPicPr>
          <p:cNvPr id="20" name="Image 19">
            <a:extLst>
              <a:ext uri="{FF2B5EF4-FFF2-40B4-BE49-F238E27FC236}">
                <a16:creationId xmlns:a16="http://schemas.microsoft.com/office/drawing/2014/main" id="{83F61318-E5BB-D91E-66C8-A1D4889EC625}"/>
              </a:ext>
            </a:extLst>
          </p:cNvPr>
          <p:cNvPicPr>
            <a:picLocks noChangeAspect="1"/>
          </p:cNvPicPr>
          <p:nvPr/>
        </p:nvPicPr>
        <p:blipFill>
          <a:blip r:embed="rId6"/>
          <a:stretch>
            <a:fillRect/>
          </a:stretch>
        </p:blipFill>
        <p:spPr>
          <a:xfrm>
            <a:off x="9989865" y="3845592"/>
            <a:ext cx="720000" cy="720000"/>
          </a:xfrm>
          <a:prstGeom prst="rect">
            <a:avLst/>
          </a:prstGeom>
        </p:spPr>
      </p:pic>
      <p:pic>
        <p:nvPicPr>
          <p:cNvPr id="21" name="Image 20">
            <a:extLst>
              <a:ext uri="{FF2B5EF4-FFF2-40B4-BE49-F238E27FC236}">
                <a16:creationId xmlns:a16="http://schemas.microsoft.com/office/drawing/2014/main" id="{3D0B9CE2-503A-BA3E-694F-05621F6B0510}"/>
              </a:ext>
            </a:extLst>
          </p:cNvPr>
          <p:cNvPicPr>
            <a:picLocks noChangeAspect="1"/>
          </p:cNvPicPr>
          <p:nvPr/>
        </p:nvPicPr>
        <p:blipFill>
          <a:blip r:embed="rId7"/>
          <a:stretch>
            <a:fillRect/>
          </a:stretch>
        </p:blipFill>
        <p:spPr>
          <a:xfrm>
            <a:off x="5318349" y="2040391"/>
            <a:ext cx="720000" cy="720000"/>
          </a:xfrm>
          <a:prstGeom prst="rect">
            <a:avLst/>
          </a:prstGeom>
        </p:spPr>
      </p:pic>
      <p:pic>
        <p:nvPicPr>
          <p:cNvPr id="22" name="Image 21">
            <a:extLst>
              <a:ext uri="{FF2B5EF4-FFF2-40B4-BE49-F238E27FC236}">
                <a16:creationId xmlns:a16="http://schemas.microsoft.com/office/drawing/2014/main" id="{32094D6D-1BA3-6051-F405-A6C10504A017}"/>
              </a:ext>
            </a:extLst>
          </p:cNvPr>
          <p:cNvPicPr>
            <a:picLocks noChangeAspect="1"/>
          </p:cNvPicPr>
          <p:nvPr/>
        </p:nvPicPr>
        <p:blipFill>
          <a:blip r:embed="rId7"/>
          <a:stretch>
            <a:fillRect/>
          </a:stretch>
        </p:blipFill>
        <p:spPr>
          <a:xfrm>
            <a:off x="8924176" y="2811736"/>
            <a:ext cx="720000" cy="720000"/>
          </a:xfrm>
          <a:prstGeom prst="rect">
            <a:avLst/>
          </a:prstGeom>
        </p:spPr>
      </p:pic>
      <p:pic>
        <p:nvPicPr>
          <p:cNvPr id="23" name="Image 22">
            <a:extLst>
              <a:ext uri="{FF2B5EF4-FFF2-40B4-BE49-F238E27FC236}">
                <a16:creationId xmlns:a16="http://schemas.microsoft.com/office/drawing/2014/main" id="{8E314BC6-3C4C-20C8-AF81-551A1310BAA9}"/>
              </a:ext>
            </a:extLst>
          </p:cNvPr>
          <p:cNvPicPr>
            <a:picLocks noChangeAspect="1"/>
          </p:cNvPicPr>
          <p:nvPr/>
        </p:nvPicPr>
        <p:blipFill>
          <a:blip r:embed="rId7"/>
          <a:stretch>
            <a:fillRect/>
          </a:stretch>
        </p:blipFill>
        <p:spPr>
          <a:xfrm>
            <a:off x="8884197" y="4090675"/>
            <a:ext cx="720000" cy="720000"/>
          </a:xfrm>
          <a:prstGeom prst="rect">
            <a:avLst/>
          </a:prstGeom>
        </p:spPr>
      </p:pic>
      <p:pic>
        <p:nvPicPr>
          <p:cNvPr id="24" name="Image 23">
            <a:extLst>
              <a:ext uri="{FF2B5EF4-FFF2-40B4-BE49-F238E27FC236}">
                <a16:creationId xmlns:a16="http://schemas.microsoft.com/office/drawing/2014/main" id="{81F63B98-B6A5-D35C-3C56-C5A927A4D782}"/>
              </a:ext>
            </a:extLst>
          </p:cNvPr>
          <p:cNvPicPr>
            <a:picLocks noChangeAspect="1"/>
          </p:cNvPicPr>
          <p:nvPr/>
        </p:nvPicPr>
        <p:blipFill>
          <a:blip r:embed="rId8"/>
          <a:stretch>
            <a:fillRect/>
          </a:stretch>
        </p:blipFill>
        <p:spPr>
          <a:xfrm>
            <a:off x="5805582" y="4005723"/>
            <a:ext cx="720000" cy="720000"/>
          </a:xfrm>
          <a:prstGeom prst="rect">
            <a:avLst/>
          </a:prstGeom>
        </p:spPr>
      </p:pic>
      <p:pic>
        <p:nvPicPr>
          <p:cNvPr id="25" name="Image 24">
            <a:extLst>
              <a:ext uri="{FF2B5EF4-FFF2-40B4-BE49-F238E27FC236}">
                <a16:creationId xmlns:a16="http://schemas.microsoft.com/office/drawing/2014/main" id="{FC0C59F3-CA68-E72D-AAB7-0E378F757C0F}"/>
              </a:ext>
            </a:extLst>
          </p:cNvPr>
          <p:cNvPicPr>
            <a:picLocks noChangeAspect="1"/>
          </p:cNvPicPr>
          <p:nvPr/>
        </p:nvPicPr>
        <p:blipFill>
          <a:blip r:embed="rId8"/>
          <a:stretch>
            <a:fillRect/>
          </a:stretch>
        </p:blipFill>
        <p:spPr>
          <a:xfrm>
            <a:off x="8132218" y="3427443"/>
            <a:ext cx="720000" cy="720000"/>
          </a:xfrm>
          <a:prstGeom prst="rect">
            <a:avLst/>
          </a:prstGeom>
        </p:spPr>
      </p:pic>
      <p:pic>
        <p:nvPicPr>
          <p:cNvPr id="26" name="Image 25">
            <a:extLst>
              <a:ext uri="{FF2B5EF4-FFF2-40B4-BE49-F238E27FC236}">
                <a16:creationId xmlns:a16="http://schemas.microsoft.com/office/drawing/2014/main" id="{4221BA11-8F34-1B9C-6F65-949E6DDA073B}"/>
              </a:ext>
            </a:extLst>
          </p:cNvPr>
          <p:cNvPicPr>
            <a:picLocks noChangeAspect="1"/>
          </p:cNvPicPr>
          <p:nvPr/>
        </p:nvPicPr>
        <p:blipFill>
          <a:blip r:embed="rId9"/>
          <a:stretch>
            <a:fillRect/>
          </a:stretch>
        </p:blipFill>
        <p:spPr>
          <a:xfrm>
            <a:off x="10208445" y="2380976"/>
            <a:ext cx="833221" cy="833221"/>
          </a:xfrm>
          <a:prstGeom prst="rect">
            <a:avLst/>
          </a:prstGeom>
        </p:spPr>
      </p:pic>
      <p:pic>
        <p:nvPicPr>
          <p:cNvPr id="27" name="Image 26">
            <a:extLst>
              <a:ext uri="{FF2B5EF4-FFF2-40B4-BE49-F238E27FC236}">
                <a16:creationId xmlns:a16="http://schemas.microsoft.com/office/drawing/2014/main" id="{4B58B2D1-A6AE-C5D9-6E21-650810EE7D7C}"/>
              </a:ext>
            </a:extLst>
          </p:cNvPr>
          <p:cNvPicPr>
            <a:picLocks noChangeAspect="1"/>
          </p:cNvPicPr>
          <p:nvPr/>
        </p:nvPicPr>
        <p:blipFill>
          <a:blip r:embed="rId9"/>
          <a:stretch>
            <a:fillRect/>
          </a:stretch>
        </p:blipFill>
        <p:spPr>
          <a:xfrm>
            <a:off x="4633444" y="5447079"/>
            <a:ext cx="833221" cy="833221"/>
          </a:xfrm>
          <a:prstGeom prst="rect">
            <a:avLst/>
          </a:prstGeom>
        </p:spPr>
      </p:pic>
      <p:pic>
        <p:nvPicPr>
          <p:cNvPr id="28" name="Image 27">
            <a:extLst>
              <a:ext uri="{FF2B5EF4-FFF2-40B4-BE49-F238E27FC236}">
                <a16:creationId xmlns:a16="http://schemas.microsoft.com/office/drawing/2014/main" id="{721864E5-5D2B-5E25-490A-86C99C8CFC79}"/>
              </a:ext>
            </a:extLst>
          </p:cNvPr>
          <p:cNvPicPr>
            <a:picLocks noChangeAspect="1"/>
          </p:cNvPicPr>
          <p:nvPr/>
        </p:nvPicPr>
        <p:blipFill>
          <a:blip r:embed="rId10"/>
          <a:stretch>
            <a:fillRect/>
          </a:stretch>
        </p:blipFill>
        <p:spPr>
          <a:xfrm>
            <a:off x="4950201" y="2394296"/>
            <a:ext cx="329689" cy="86585"/>
          </a:xfrm>
          <a:prstGeom prst="rect">
            <a:avLst/>
          </a:prstGeom>
        </p:spPr>
      </p:pic>
      <p:pic>
        <p:nvPicPr>
          <p:cNvPr id="29" name="Image 28">
            <a:extLst>
              <a:ext uri="{FF2B5EF4-FFF2-40B4-BE49-F238E27FC236}">
                <a16:creationId xmlns:a16="http://schemas.microsoft.com/office/drawing/2014/main" id="{335CCD50-BA86-8E6F-40AC-B2A69440825F}"/>
              </a:ext>
            </a:extLst>
          </p:cNvPr>
          <p:cNvPicPr>
            <a:picLocks noChangeAspect="1"/>
          </p:cNvPicPr>
          <p:nvPr/>
        </p:nvPicPr>
        <p:blipFill>
          <a:blip r:embed="rId11"/>
          <a:stretch>
            <a:fillRect/>
          </a:stretch>
        </p:blipFill>
        <p:spPr>
          <a:xfrm>
            <a:off x="5866990" y="2719709"/>
            <a:ext cx="188855" cy="175036"/>
          </a:xfrm>
          <a:prstGeom prst="rect">
            <a:avLst/>
          </a:prstGeom>
        </p:spPr>
      </p:pic>
      <p:pic>
        <p:nvPicPr>
          <p:cNvPr id="30" name="Image 29">
            <a:extLst>
              <a:ext uri="{FF2B5EF4-FFF2-40B4-BE49-F238E27FC236}">
                <a16:creationId xmlns:a16="http://schemas.microsoft.com/office/drawing/2014/main" id="{B496547C-BC6F-DFEE-CE5D-75956BE964FB}"/>
              </a:ext>
            </a:extLst>
          </p:cNvPr>
          <p:cNvPicPr>
            <a:picLocks noChangeAspect="1"/>
          </p:cNvPicPr>
          <p:nvPr/>
        </p:nvPicPr>
        <p:blipFill>
          <a:blip r:embed="rId12"/>
          <a:stretch>
            <a:fillRect/>
          </a:stretch>
        </p:blipFill>
        <p:spPr>
          <a:xfrm>
            <a:off x="9535473" y="3446927"/>
            <a:ext cx="523037" cy="533568"/>
          </a:xfrm>
          <a:prstGeom prst="rect">
            <a:avLst/>
          </a:prstGeom>
        </p:spPr>
      </p:pic>
      <p:sp>
        <p:nvSpPr>
          <p:cNvPr id="31" name="Rectangle à coins arrondis 4">
            <a:extLst>
              <a:ext uri="{FF2B5EF4-FFF2-40B4-BE49-F238E27FC236}">
                <a16:creationId xmlns:a16="http://schemas.microsoft.com/office/drawing/2014/main" id="{7E466565-D3E6-F212-87CD-72CCFFDB63A7}"/>
              </a:ext>
            </a:extLst>
          </p:cNvPr>
          <p:cNvSpPr/>
          <p:nvPr/>
        </p:nvSpPr>
        <p:spPr>
          <a:xfrm>
            <a:off x="4008049" y="5583107"/>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sp>
        <p:nvSpPr>
          <p:cNvPr id="32" name="Rectangle à coins arrondis 4">
            <a:extLst>
              <a:ext uri="{FF2B5EF4-FFF2-40B4-BE49-F238E27FC236}">
                <a16:creationId xmlns:a16="http://schemas.microsoft.com/office/drawing/2014/main" id="{11E42524-9279-894C-9267-A7F43CFA1989}"/>
              </a:ext>
            </a:extLst>
          </p:cNvPr>
          <p:cNvSpPr/>
          <p:nvPr/>
        </p:nvSpPr>
        <p:spPr>
          <a:xfrm>
            <a:off x="10915261" y="2544799"/>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pic>
        <p:nvPicPr>
          <p:cNvPr id="33" name="Image 32">
            <a:extLst>
              <a:ext uri="{FF2B5EF4-FFF2-40B4-BE49-F238E27FC236}">
                <a16:creationId xmlns:a16="http://schemas.microsoft.com/office/drawing/2014/main" id="{BEC30002-5361-3C37-0F12-788FB74432CC}"/>
              </a:ext>
            </a:extLst>
          </p:cNvPr>
          <p:cNvPicPr>
            <a:picLocks noChangeAspect="1"/>
          </p:cNvPicPr>
          <p:nvPr/>
        </p:nvPicPr>
        <p:blipFill>
          <a:blip r:embed="rId13"/>
          <a:stretch>
            <a:fillRect/>
          </a:stretch>
        </p:blipFill>
        <p:spPr>
          <a:xfrm>
            <a:off x="6585660" y="2943957"/>
            <a:ext cx="1384300" cy="1612900"/>
          </a:xfrm>
          <a:prstGeom prst="rect">
            <a:avLst/>
          </a:prstGeom>
        </p:spPr>
      </p:pic>
      <p:sp>
        <p:nvSpPr>
          <p:cNvPr id="34" name="Rectangle à coins arrondis 4">
            <a:extLst>
              <a:ext uri="{FF2B5EF4-FFF2-40B4-BE49-F238E27FC236}">
                <a16:creationId xmlns:a16="http://schemas.microsoft.com/office/drawing/2014/main" id="{4F28F4B6-9F93-344F-BD3A-5983B81DB532}"/>
              </a:ext>
            </a:extLst>
          </p:cNvPr>
          <p:cNvSpPr/>
          <p:nvPr/>
        </p:nvSpPr>
        <p:spPr>
          <a:xfrm>
            <a:off x="6638342" y="4069787"/>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933" b="1" dirty="0">
                <a:solidFill>
                  <a:srgbClr val="252525"/>
                </a:solidFill>
                <a:latin typeface="Segoe UI" panose="020B0502040204020203" pitchFamily="34" charset="0"/>
                <a:cs typeface="Segoe UI" panose="020B0502040204020203" pitchFamily="34" charset="0"/>
              </a:rPr>
              <a:t>OBJET DE L’ÉTUDE</a:t>
            </a:r>
          </a:p>
        </p:txBody>
      </p:sp>
      <p:sp>
        <p:nvSpPr>
          <p:cNvPr id="35" name="Rectangle à coins arrondis 4">
            <a:extLst>
              <a:ext uri="{FF2B5EF4-FFF2-40B4-BE49-F238E27FC236}">
                <a16:creationId xmlns:a16="http://schemas.microsoft.com/office/drawing/2014/main" id="{82629880-010D-18CC-375E-E3EE4EE2CAE8}"/>
              </a:ext>
            </a:extLst>
          </p:cNvPr>
          <p:cNvSpPr/>
          <p:nvPr/>
        </p:nvSpPr>
        <p:spPr>
          <a:xfrm>
            <a:off x="6638342" y="3810564"/>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dirty="0">
                <a:solidFill>
                  <a:srgbClr val="252525"/>
                </a:solidFill>
                <a:latin typeface="Segoe UI" panose="020B0502040204020203" pitchFamily="34" charset="0"/>
                <a:cs typeface="Segoe UI" panose="020B0502040204020203" pitchFamily="34" charset="0"/>
              </a:rPr>
              <a:t>Valeurs métier</a:t>
            </a:r>
          </a:p>
          <a:p>
            <a:pPr algn="ctr">
              <a:lnSpc>
                <a:spcPts val="1067"/>
              </a:lnSpc>
            </a:pPr>
            <a:r>
              <a:rPr lang="fr-FR" sz="1067" dirty="0">
                <a:solidFill>
                  <a:srgbClr val="252525"/>
                </a:solidFill>
                <a:latin typeface="Segoe UI" panose="020B0502040204020203" pitchFamily="34" charset="0"/>
                <a:cs typeface="Segoe UI" panose="020B0502040204020203" pitchFamily="34" charset="0"/>
              </a:rPr>
              <a:t>Biens supports</a:t>
            </a:r>
          </a:p>
        </p:txBody>
      </p:sp>
      <p:pic>
        <p:nvPicPr>
          <p:cNvPr id="36" name="Image 35">
            <a:extLst>
              <a:ext uri="{FF2B5EF4-FFF2-40B4-BE49-F238E27FC236}">
                <a16:creationId xmlns:a16="http://schemas.microsoft.com/office/drawing/2014/main" id="{252AB2E5-6057-2923-8773-6D7DDB1C8A3A}"/>
              </a:ext>
            </a:extLst>
          </p:cNvPr>
          <p:cNvPicPr>
            <a:picLocks noChangeAspect="1"/>
          </p:cNvPicPr>
          <p:nvPr/>
        </p:nvPicPr>
        <p:blipFill>
          <a:blip r:embed="rId14"/>
          <a:stretch>
            <a:fillRect/>
          </a:stretch>
        </p:blipFill>
        <p:spPr>
          <a:xfrm>
            <a:off x="6557490" y="3335619"/>
            <a:ext cx="161704" cy="149872"/>
          </a:xfrm>
          <a:prstGeom prst="rect">
            <a:avLst/>
          </a:prstGeom>
        </p:spPr>
      </p:pic>
      <p:pic>
        <p:nvPicPr>
          <p:cNvPr id="37" name="Image 36">
            <a:extLst>
              <a:ext uri="{FF2B5EF4-FFF2-40B4-BE49-F238E27FC236}">
                <a16:creationId xmlns:a16="http://schemas.microsoft.com/office/drawing/2014/main" id="{F3A179D3-BED4-9CE6-7136-CD20886BA9CD}"/>
              </a:ext>
            </a:extLst>
          </p:cNvPr>
          <p:cNvPicPr>
            <a:picLocks noChangeAspect="1"/>
          </p:cNvPicPr>
          <p:nvPr/>
        </p:nvPicPr>
        <p:blipFill>
          <a:blip r:embed="rId15"/>
          <a:stretch>
            <a:fillRect/>
          </a:stretch>
        </p:blipFill>
        <p:spPr>
          <a:xfrm>
            <a:off x="6482131" y="4108270"/>
            <a:ext cx="169631" cy="131935"/>
          </a:xfrm>
          <a:prstGeom prst="rect">
            <a:avLst/>
          </a:prstGeom>
        </p:spPr>
      </p:pic>
      <p:sp>
        <p:nvSpPr>
          <p:cNvPr id="38" name="Rectangle 37">
            <a:extLst>
              <a:ext uri="{FF2B5EF4-FFF2-40B4-BE49-F238E27FC236}">
                <a16:creationId xmlns:a16="http://schemas.microsoft.com/office/drawing/2014/main" id="{D7698480-7E46-6315-B6A6-DC1507F30046}"/>
              </a:ext>
            </a:extLst>
          </p:cNvPr>
          <p:cNvSpPr/>
          <p:nvPr/>
        </p:nvSpPr>
        <p:spPr bwMode="auto">
          <a:xfrm>
            <a:off x="2157336" y="4298713"/>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(2</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a:t>
            </a:r>
            <a:endParaRPr lang="en-GB" sz="1067" i="1" dirty="0">
              <a:solidFill>
                <a:srgbClr val="252525"/>
              </a:solidFill>
              <a:latin typeface="Segoe UI" panose="020B0502040204020203" pitchFamily="34" charset="0"/>
              <a:cs typeface="Segoe UI" panose="020B0502040204020203" pitchFamily="34" charset="0"/>
            </a:endParaRPr>
          </a:p>
        </p:txBody>
      </p:sp>
      <p:pic>
        <p:nvPicPr>
          <p:cNvPr id="39" name="Image 38">
            <a:extLst>
              <a:ext uri="{FF2B5EF4-FFF2-40B4-BE49-F238E27FC236}">
                <a16:creationId xmlns:a16="http://schemas.microsoft.com/office/drawing/2014/main" id="{A4FACCEB-B048-0E61-1D5F-2B807B7B0663}"/>
              </a:ext>
            </a:extLst>
          </p:cNvPr>
          <p:cNvPicPr>
            <a:picLocks noChangeAspect="1"/>
          </p:cNvPicPr>
          <p:nvPr/>
        </p:nvPicPr>
        <p:blipFill>
          <a:blip r:embed="rId8"/>
          <a:stretch>
            <a:fillRect/>
          </a:stretch>
        </p:blipFill>
        <p:spPr>
          <a:xfrm>
            <a:off x="5918342" y="2783285"/>
            <a:ext cx="720000" cy="720000"/>
          </a:xfrm>
          <a:prstGeom prst="rect">
            <a:avLst/>
          </a:prstGeom>
        </p:spPr>
      </p:pic>
      <p:pic>
        <p:nvPicPr>
          <p:cNvPr id="40" name="Image 39">
            <a:extLst>
              <a:ext uri="{FF2B5EF4-FFF2-40B4-BE49-F238E27FC236}">
                <a16:creationId xmlns:a16="http://schemas.microsoft.com/office/drawing/2014/main" id="{06F126C4-51B7-7263-95D1-65454F900879}"/>
              </a:ext>
            </a:extLst>
          </p:cNvPr>
          <p:cNvPicPr>
            <a:picLocks noChangeAspect="1"/>
          </p:cNvPicPr>
          <p:nvPr/>
        </p:nvPicPr>
        <p:blipFill>
          <a:blip r:embed="rId15"/>
          <a:stretch>
            <a:fillRect/>
          </a:stretch>
        </p:blipFill>
        <p:spPr>
          <a:xfrm rot="1933674">
            <a:off x="7983123" y="3785475"/>
            <a:ext cx="169631" cy="131935"/>
          </a:xfrm>
          <a:prstGeom prst="rect">
            <a:avLst/>
          </a:prstGeom>
        </p:spPr>
      </p:pic>
      <p:pic>
        <p:nvPicPr>
          <p:cNvPr id="41" name="Image 40">
            <a:extLst>
              <a:ext uri="{FF2B5EF4-FFF2-40B4-BE49-F238E27FC236}">
                <a16:creationId xmlns:a16="http://schemas.microsoft.com/office/drawing/2014/main" id="{FDE90BDB-801F-30E9-CC8C-1FCE2497772B}"/>
              </a:ext>
            </a:extLst>
          </p:cNvPr>
          <p:cNvPicPr>
            <a:picLocks noChangeAspect="1"/>
          </p:cNvPicPr>
          <p:nvPr/>
        </p:nvPicPr>
        <p:blipFill>
          <a:blip r:embed="rId11"/>
          <a:stretch>
            <a:fillRect/>
          </a:stretch>
        </p:blipFill>
        <p:spPr>
          <a:xfrm rot="16836322">
            <a:off x="8786434" y="3406812"/>
            <a:ext cx="231000" cy="214097"/>
          </a:xfrm>
          <a:prstGeom prst="rect">
            <a:avLst/>
          </a:prstGeom>
        </p:spPr>
      </p:pic>
      <p:pic>
        <p:nvPicPr>
          <p:cNvPr id="42" name="Image 41">
            <a:extLst>
              <a:ext uri="{FF2B5EF4-FFF2-40B4-BE49-F238E27FC236}">
                <a16:creationId xmlns:a16="http://schemas.microsoft.com/office/drawing/2014/main" id="{F536F3A8-F315-6EFC-E270-501C7F662C9B}"/>
              </a:ext>
            </a:extLst>
          </p:cNvPr>
          <p:cNvPicPr>
            <a:picLocks noChangeAspect="1"/>
          </p:cNvPicPr>
          <p:nvPr/>
        </p:nvPicPr>
        <p:blipFill>
          <a:blip r:embed="rId11"/>
          <a:stretch>
            <a:fillRect/>
          </a:stretch>
        </p:blipFill>
        <p:spPr>
          <a:xfrm rot="4763678" flipV="1">
            <a:off x="8760264" y="4001221"/>
            <a:ext cx="231000" cy="214097"/>
          </a:xfrm>
          <a:prstGeom prst="rect">
            <a:avLst/>
          </a:prstGeom>
        </p:spPr>
      </p:pic>
      <p:cxnSp>
        <p:nvCxnSpPr>
          <p:cNvPr id="43" name="Connecteur droit avec flèche 42">
            <a:extLst>
              <a:ext uri="{FF2B5EF4-FFF2-40B4-BE49-F238E27FC236}">
                <a16:creationId xmlns:a16="http://schemas.microsoft.com/office/drawing/2014/main" id="{B09153A9-C923-48DA-15CC-90A217C14191}"/>
              </a:ext>
            </a:extLst>
          </p:cNvPr>
          <p:cNvCxnSpPr>
            <a:cxnSpLocks/>
          </p:cNvCxnSpPr>
          <p:nvPr/>
        </p:nvCxnSpPr>
        <p:spPr>
          <a:xfrm flipV="1">
            <a:off x="5327695" y="4425936"/>
            <a:ext cx="1566343" cy="1312840"/>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4" name="Connecteur droit avec flèche 43">
            <a:extLst>
              <a:ext uri="{FF2B5EF4-FFF2-40B4-BE49-F238E27FC236}">
                <a16:creationId xmlns:a16="http://schemas.microsoft.com/office/drawing/2014/main" id="{FCB870F3-E933-771F-C154-E944FAE4D4DA}"/>
              </a:ext>
            </a:extLst>
          </p:cNvPr>
          <p:cNvCxnSpPr>
            <a:cxnSpLocks/>
          </p:cNvCxnSpPr>
          <p:nvPr/>
        </p:nvCxnSpPr>
        <p:spPr>
          <a:xfrm flipV="1">
            <a:off x="5154591" y="4590081"/>
            <a:ext cx="763645" cy="954156"/>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5" name="Connecteur droit avec flèche 44">
            <a:extLst>
              <a:ext uri="{FF2B5EF4-FFF2-40B4-BE49-F238E27FC236}">
                <a16:creationId xmlns:a16="http://schemas.microsoft.com/office/drawing/2014/main" id="{7A9C0C1F-A74F-4343-4EE9-C56490506EA9}"/>
              </a:ext>
            </a:extLst>
          </p:cNvPr>
          <p:cNvCxnSpPr>
            <a:cxnSpLocks/>
            <a:stCxn id="22" idx="3"/>
          </p:cNvCxnSpPr>
          <p:nvPr/>
        </p:nvCxnSpPr>
        <p:spPr>
          <a:xfrm flipV="1">
            <a:off x="9644177" y="2942258"/>
            <a:ext cx="705689" cy="229479"/>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6" name="Connecteur droit avec flèche 45">
            <a:extLst>
              <a:ext uri="{FF2B5EF4-FFF2-40B4-BE49-F238E27FC236}">
                <a16:creationId xmlns:a16="http://schemas.microsoft.com/office/drawing/2014/main" id="{02423444-2619-39CE-E381-F149B08A54A3}"/>
              </a:ext>
            </a:extLst>
          </p:cNvPr>
          <p:cNvCxnSpPr>
            <a:cxnSpLocks/>
            <a:stCxn id="20" idx="0"/>
          </p:cNvCxnSpPr>
          <p:nvPr/>
        </p:nvCxnSpPr>
        <p:spPr>
          <a:xfrm flipV="1">
            <a:off x="10349866" y="3076626"/>
            <a:ext cx="157700" cy="768967"/>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pic>
        <p:nvPicPr>
          <p:cNvPr id="47" name="Image 46">
            <a:extLst>
              <a:ext uri="{FF2B5EF4-FFF2-40B4-BE49-F238E27FC236}">
                <a16:creationId xmlns:a16="http://schemas.microsoft.com/office/drawing/2014/main" id="{4CEE6332-033F-4342-9BFC-718935D38FEF}"/>
              </a:ext>
            </a:extLst>
          </p:cNvPr>
          <p:cNvPicPr>
            <a:picLocks noChangeAspect="1"/>
          </p:cNvPicPr>
          <p:nvPr/>
        </p:nvPicPr>
        <p:blipFill>
          <a:blip r:embed="rId6"/>
          <a:stretch>
            <a:fillRect/>
          </a:stretch>
        </p:blipFill>
        <p:spPr>
          <a:xfrm>
            <a:off x="1592117" y="4908604"/>
            <a:ext cx="500309" cy="500309"/>
          </a:xfrm>
          <a:prstGeom prst="rect">
            <a:avLst/>
          </a:prstGeom>
        </p:spPr>
      </p:pic>
      <p:sp>
        <p:nvSpPr>
          <p:cNvPr id="48" name="Rectangle 47">
            <a:extLst>
              <a:ext uri="{FF2B5EF4-FFF2-40B4-BE49-F238E27FC236}">
                <a16:creationId xmlns:a16="http://schemas.microsoft.com/office/drawing/2014/main" id="{C9B6FAD0-0FBE-1B8B-7A25-26B5DCA5D26B}"/>
              </a:ext>
            </a:extLst>
          </p:cNvPr>
          <p:cNvSpPr/>
          <p:nvPr/>
        </p:nvSpPr>
        <p:spPr bwMode="auto">
          <a:xfrm>
            <a:off x="2154300" y="4854477"/>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(3</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 ou plus)</a:t>
            </a:r>
            <a:endParaRPr lang="en-GB" sz="1067" i="1" dirty="0">
              <a:solidFill>
                <a:srgbClr val="252525"/>
              </a:solidFill>
              <a:latin typeface="Segoe UI" panose="020B0502040204020203" pitchFamily="34" charset="0"/>
              <a:cs typeface="Segoe UI" panose="020B0502040204020203" pitchFamily="34" charset="0"/>
            </a:endParaRPr>
          </a:p>
        </p:txBody>
      </p:sp>
      <p:sp>
        <p:nvSpPr>
          <p:cNvPr id="50" name="ZoneTexte 49">
            <a:extLst>
              <a:ext uri="{FF2B5EF4-FFF2-40B4-BE49-F238E27FC236}">
                <a16:creationId xmlns:a16="http://schemas.microsoft.com/office/drawing/2014/main" id="{F7EDE251-D94A-2BAC-133E-E06ED8F6C7B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43628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5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wipe(left)">
                                      <p:cBhvr>
                                        <p:cTn id="32" dur="500"/>
                                        <p:tgtEl>
                                          <p:spTgt spid="36"/>
                                        </p:tgtEl>
                                      </p:cBhvr>
                                    </p:animEffect>
                                  </p:childTnLst>
                                </p:cTn>
                              </p:par>
                              <p:par>
                                <p:cTn id="33" presetID="22" presetClass="entr" presetSubtype="8" fill="hold" nodeType="with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wipe(left)">
                                      <p:cBhvr>
                                        <p:cTn id="35" dur="500"/>
                                        <p:tgtEl>
                                          <p:spTgt spid="37"/>
                                        </p:tgtEl>
                                      </p:cBhvr>
                                    </p:animEffect>
                                  </p:childTnLst>
                                </p:cTn>
                              </p:par>
                              <p:par>
                                <p:cTn id="36" presetID="22" presetClass="entr" presetSubtype="2" fill="hold"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wipe(right)">
                                      <p:cBhvr>
                                        <p:cTn id="38" dur="500"/>
                                        <p:tgtEl>
                                          <p:spTgt spid="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5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5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500"/>
                                        <p:tgtEl>
                                          <p:spTgt spid="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childTnLst>
                          </p:cTn>
                        </p:par>
                        <p:par>
                          <p:cTn id="65" fill="hold">
                            <p:stCondLst>
                              <p:cond delay="500"/>
                            </p:stCondLst>
                            <p:childTnLst>
                              <p:par>
                                <p:cTn id="66" presetID="22" presetClass="entr" presetSubtype="2" fill="hold" nodeType="afterEffect">
                                  <p:stCondLst>
                                    <p:cond delay="0"/>
                                  </p:stCondLst>
                                  <p:childTnLst>
                                    <p:set>
                                      <p:cBhvr>
                                        <p:cTn id="67" dur="1" fill="hold">
                                          <p:stCondLst>
                                            <p:cond delay="0"/>
                                          </p:stCondLst>
                                        </p:cTn>
                                        <p:tgtEl>
                                          <p:spTgt spid="42"/>
                                        </p:tgtEl>
                                        <p:attrNameLst>
                                          <p:attrName>style.visibility</p:attrName>
                                        </p:attrNameLst>
                                      </p:cBhvr>
                                      <p:to>
                                        <p:strVal val="visible"/>
                                      </p:to>
                                    </p:set>
                                    <p:animEffect transition="in" filter="wipe(right)">
                                      <p:cBhvr>
                                        <p:cTn id="68" dur="500"/>
                                        <p:tgtEl>
                                          <p:spTgt spid="42"/>
                                        </p:tgtEl>
                                      </p:cBhvr>
                                    </p:animEffect>
                                  </p:childTnLst>
                                </p:cTn>
                              </p:par>
                              <p:par>
                                <p:cTn id="69" presetID="22" presetClass="entr" presetSubtype="2" fill="hold" nodeType="with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right)">
                                      <p:cBhvr>
                                        <p:cTn id="71" dur="50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childTnLst>
                                </p:cTn>
                              </p:par>
                              <p:par>
                                <p:cTn id="80" presetID="10"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50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500"/>
                                        <p:tgtEl>
                                          <p:spTgt spid="48"/>
                                        </p:tgtEl>
                                      </p:cBhvr>
                                    </p:animEffect>
                                  </p:childTnLst>
                                </p:cTn>
                              </p:par>
                            </p:childTnLst>
                          </p:cTn>
                        </p:par>
                        <p:par>
                          <p:cTn id="89" fill="hold">
                            <p:stCondLst>
                              <p:cond delay="500"/>
                            </p:stCondLst>
                            <p:childTnLst>
                              <p:par>
                                <p:cTn id="90" presetID="16" presetClass="entr" presetSubtype="37" fill="hold" nodeType="after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barn(outVertical)">
                                      <p:cBhvr>
                                        <p:cTn id="92" dur="500"/>
                                        <p:tgtEl>
                                          <p:spTgt spid="30"/>
                                        </p:tgtEl>
                                      </p:cBhvr>
                                    </p:animEffect>
                                  </p:childTnLst>
                                </p:cTn>
                              </p:par>
                              <p:par>
                                <p:cTn id="93" presetID="16" presetClass="entr" presetSubtype="37" fill="hold"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barn(outVertical)">
                                      <p:cBhvr>
                                        <p:cTn id="95" dur="5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500"/>
                                        <p:tgtEl>
                                          <p:spTgt spid="32"/>
                                        </p:tgtEl>
                                      </p:cBhvr>
                                    </p:animEffect>
                                  </p:childTnLst>
                                </p:cTn>
                              </p:par>
                              <p:par>
                                <p:cTn id="101" presetID="10" presetClass="entr" presetSubtype="0" fill="hold"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500"/>
                                        <p:tgtEl>
                                          <p:spTgt spid="2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500"/>
                                        <p:tgtEl>
                                          <p:spTgt spid="31"/>
                                        </p:tgtEl>
                                      </p:cBhvr>
                                    </p:animEffect>
                                  </p:childTnLst>
                                </p:cTn>
                              </p:par>
                              <p:par>
                                <p:cTn id="107" presetID="10" presetClass="entr" presetSubtype="0" fill="hold" nodeType="with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6" presetClass="entr" presetSubtype="37" fill="hold" nodeType="click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barn(outVertical)">
                                      <p:cBhvr>
                                        <p:cTn id="114" dur="500"/>
                                        <p:tgtEl>
                                          <p:spTgt spid="43"/>
                                        </p:tgtEl>
                                      </p:cBhvr>
                                    </p:animEffect>
                                  </p:childTnLst>
                                </p:cTn>
                              </p:par>
                            </p:childTnLst>
                          </p:cTn>
                        </p:par>
                        <p:par>
                          <p:cTn id="115" fill="hold">
                            <p:stCondLst>
                              <p:cond delay="500"/>
                            </p:stCondLst>
                            <p:childTnLst>
                              <p:par>
                                <p:cTn id="116" presetID="16" presetClass="entr" presetSubtype="37" fill="hold" nodeType="afterEffect">
                                  <p:stCondLst>
                                    <p:cond delay="1000"/>
                                  </p:stCondLst>
                                  <p:childTnLst>
                                    <p:set>
                                      <p:cBhvr>
                                        <p:cTn id="117" dur="1" fill="hold">
                                          <p:stCondLst>
                                            <p:cond delay="0"/>
                                          </p:stCondLst>
                                        </p:cTn>
                                        <p:tgtEl>
                                          <p:spTgt spid="44"/>
                                        </p:tgtEl>
                                        <p:attrNameLst>
                                          <p:attrName>style.visibility</p:attrName>
                                        </p:attrNameLst>
                                      </p:cBhvr>
                                      <p:to>
                                        <p:strVal val="visible"/>
                                      </p:to>
                                    </p:set>
                                    <p:animEffect transition="in" filter="barn(outVertical)">
                                      <p:cBhvr>
                                        <p:cTn id="118" dur="500"/>
                                        <p:tgtEl>
                                          <p:spTgt spid="44"/>
                                        </p:tgtEl>
                                      </p:cBhvr>
                                    </p:animEffect>
                                  </p:childTnLst>
                                </p:cTn>
                              </p:par>
                            </p:childTnLst>
                          </p:cTn>
                        </p:par>
                        <p:par>
                          <p:cTn id="119" fill="hold">
                            <p:stCondLst>
                              <p:cond delay="2000"/>
                            </p:stCondLst>
                            <p:childTnLst>
                              <p:par>
                                <p:cTn id="120" presetID="16" presetClass="entr" presetSubtype="37" fill="hold" nodeType="afterEffect">
                                  <p:stCondLst>
                                    <p:cond delay="1000"/>
                                  </p:stCondLst>
                                  <p:childTnLst>
                                    <p:set>
                                      <p:cBhvr>
                                        <p:cTn id="121" dur="1" fill="hold">
                                          <p:stCondLst>
                                            <p:cond delay="0"/>
                                          </p:stCondLst>
                                        </p:cTn>
                                        <p:tgtEl>
                                          <p:spTgt spid="45"/>
                                        </p:tgtEl>
                                        <p:attrNameLst>
                                          <p:attrName>style.visibility</p:attrName>
                                        </p:attrNameLst>
                                      </p:cBhvr>
                                      <p:to>
                                        <p:strVal val="visible"/>
                                      </p:to>
                                    </p:set>
                                    <p:animEffect transition="in" filter="barn(outVertical)">
                                      <p:cBhvr>
                                        <p:cTn id="122" dur="500"/>
                                        <p:tgtEl>
                                          <p:spTgt spid="45"/>
                                        </p:tgtEl>
                                      </p:cBhvr>
                                    </p:animEffect>
                                  </p:childTnLst>
                                </p:cTn>
                              </p:par>
                            </p:childTnLst>
                          </p:cTn>
                        </p:par>
                        <p:par>
                          <p:cTn id="123" fill="hold">
                            <p:stCondLst>
                              <p:cond delay="3500"/>
                            </p:stCondLst>
                            <p:childTnLst>
                              <p:par>
                                <p:cTn id="124" presetID="16" presetClass="entr" presetSubtype="42" fill="hold" nodeType="afterEffect">
                                  <p:stCondLst>
                                    <p:cond delay="1000"/>
                                  </p:stCondLst>
                                  <p:childTnLst>
                                    <p:set>
                                      <p:cBhvr>
                                        <p:cTn id="125" dur="1" fill="hold">
                                          <p:stCondLst>
                                            <p:cond delay="0"/>
                                          </p:stCondLst>
                                        </p:cTn>
                                        <p:tgtEl>
                                          <p:spTgt spid="46"/>
                                        </p:tgtEl>
                                        <p:attrNameLst>
                                          <p:attrName>style.visibility</p:attrName>
                                        </p:attrNameLst>
                                      </p:cBhvr>
                                      <p:to>
                                        <p:strVal val="visible"/>
                                      </p:to>
                                    </p:set>
                                    <p:animEffect transition="in" filter="barn(outHorizontal)">
                                      <p:cBhvr>
                                        <p:cTn id="126"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P spid="14" grpId="0"/>
      <p:bldP spid="16" grpId="0"/>
      <p:bldP spid="31" grpId="0"/>
      <p:bldP spid="32" grpId="0"/>
      <p:bldP spid="38" grpId="0"/>
      <p:bldP spid="48"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35ED4E-3EE4-E266-7D35-4214D3DE623C}"/>
              </a:ext>
            </a:extLst>
          </p:cNvPr>
          <p:cNvSpPr>
            <a:spLocks noGrp="1"/>
          </p:cNvSpPr>
          <p:nvPr>
            <p:ph type="title"/>
          </p:nvPr>
        </p:nvSpPr>
        <p:spPr/>
        <p:txBody>
          <a:bodyPr>
            <a:normAutofit fontScale="90000"/>
          </a:bodyPr>
          <a:lstStyle/>
          <a:p>
            <a:r>
              <a:rPr lang="fr-FR" dirty="0"/>
              <a:t>La démarche</a:t>
            </a:r>
          </a:p>
        </p:txBody>
      </p:sp>
      <p:sp>
        <p:nvSpPr>
          <p:cNvPr id="58" name="Espace réservé du contenu 57">
            <a:extLst>
              <a:ext uri="{FF2B5EF4-FFF2-40B4-BE49-F238E27FC236}">
                <a16:creationId xmlns:a16="http://schemas.microsoft.com/office/drawing/2014/main" id="{D525CAA0-E79A-23A1-D73A-38093443BF96}"/>
              </a:ext>
            </a:extLst>
          </p:cNvPr>
          <p:cNvSpPr>
            <a:spLocks noGrp="1"/>
          </p:cNvSpPr>
          <p:nvPr>
            <p:ph idx="1"/>
          </p:nvPr>
        </p:nvSpPr>
        <p:spPr>
          <a:xfrm>
            <a:off x="838200" y="1825625"/>
            <a:ext cx="6577576" cy="4351338"/>
          </a:xfrm>
        </p:spPr>
        <p:txBody>
          <a:bodyPr>
            <a:normAutofit fontScale="92500" lnSpcReduction="20000"/>
          </a:bodyPr>
          <a:lstStyle/>
          <a:p>
            <a:r>
              <a:rPr lang="fr-FR" dirty="0"/>
              <a:t>Pour chaque source de risques, on crée un scénario stratégique :</a:t>
            </a:r>
          </a:p>
          <a:p>
            <a:pPr lvl="1"/>
            <a:r>
              <a:rPr lang="fr-FR" dirty="0"/>
              <a:t>Quel est son objectif visé ?</a:t>
            </a:r>
          </a:p>
          <a:p>
            <a:pPr lvl="1"/>
            <a:r>
              <a:rPr lang="fr-FR" dirty="0"/>
              <a:t>Pour l’atteindre, la source de risque peut-elle :</a:t>
            </a:r>
          </a:p>
          <a:p>
            <a:pPr lvl="2"/>
            <a:r>
              <a:rPr lang="fr-FR" dirty="0"/>
              <a:t>s’attaquer directement à l’objet de l’étude ?</a:t>
            </a:r>
          </a:p>
          <a:p>
            <a:pPr lvl="2"/>
            <a:r>
              <a:rPr lang="fr-FR" dirty="0"/>
              <a:t>s’attaquer à une partie prenante qui détient une partie des valeurs métier ?</a:t>
            </a:r>
          </a:p>
          <a:p>
            <a:pPr lvl="2"/>
            <a:r>
              <a:rPr lang="fr-FR" dirty="0"/>
              <a:t>passer par une ou plusieurs parties prenantes pour s’attaquer à l’objet de l’étude ?</a:t>
            </a:r>
          </a:p>
          <a:p>
            <a:pPr lvl="1"/>
            <a:r>
              <a:rPr lang="fr-FR" dirty="0"/>
              <a:t>On ajoute autant de chemins d’attaques que de cas envisagés</a:t>
            </a:r>
          </a:p>
          <a:p>
            <a:pPr lvl="1"/>
            <a:r>
              <a:rPr lang="fr-FR" dirty="0"/>
              <a:t>Quels sont les événements redoutés concernés ?</a:t>
            </a:r>
          </a:p>
          <a:p>
            <a:r>
              <a:rPr lang="fr-FR" dirty="0"/>
              <a:t>On peut utilement scinder ou fusionner ou regrouper des scénarios stratégiques</a:t>
            </a:r>
          </a:p>
        </p:txBody>
      </p:sp>
      <p:sp>
        <p:nvSpPr>
          <p:cNvPr id="5" name="Espace réservé du pied de page 4">
            <a:extLst>
              <a:ext uri="{FF2B5EF4-FFF2-40B4-BE49-F238E27FC236}">
                <a16:creationId xmlns:a16="http://schemas.microsoft.com/office/drawing/2014/main" id="{C86513DD-7B7E-6AD8-5A79-77BEF20FED7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2F47133-87D6-F269-4772-436317246AB2}"/>
              </a:ext>
            </a:extLst>
          </p:cNvPr>
          <p:cNvSpPr>
            <a:spLocks noGrp="1"/>
          </p:cNvSpPr>
          <p:nvPr>
            <p:ph type="sldNum" sz="quarter" idx="12"/>
          </p:nvPr>
        </p:nvSpPr>
        <p:spPr/>
        <p:txBody>
          <a:bodyPr/>
          <a:lstStyle/>
          <a:p>
            <a:pPr rtl="0"/>
            <a:fld id="{294A09A9-5501-47C1-A89A-A340965A2BE2}" type="slidenum">
              <a:rPr lang="fr-FR" noProof="0" smtClean="0"/>
              <a:t>87</a:t>
            </a:fld>
            <a:endParaRPr lang="fr-FR" noProof="0"/>
          </a:p>
        </p:txBody>
      </p:sp>
      <p:sp>
        <p:nvSpPr>
          <p:cNvPr id="4" name="Espace réservé de la date 3">
            <a:extLst>
              <a:ext uri="{FF2B5EF4-FFF2-40B4-BE49-F238E27FC236}">
                <a16:creationId xmlns:a16="http://schemas.microsoft.com/office/drawing/2014/main" id="{1871E24A-6F0C-836B-6189-0C884F3F3B24}"/>
              </a:ext>
            </a:extLst>
          </p:cNvPr>
          <p:cNvSpPr>
            <a:spLocks noGrp="1"/>
          </p:cNvSpPr>
          <p:nvPr>
            <p:ph type="dt" sz="half" idx="10"/>
          </p:nvPr>
        </p:nvSpPr>
        <p:spPr/>
        <p:txBody>
          <a:bodyPr/>
          <a:lstStyle/>
          <a:p>
            <a:pPr rtl="0"/>
            <a:r>
              <a:rPr lang="fr-FR" noProof="0"/>
              <a:t>19/11/2025</a:t>
            </a:r>
            <a:endParaRPr lang="fr-FR" noProof="0" dirty="0"/>
          </a:p>
        </p:txBody>
      </p:sp>
      <p:pic>
        <p:nvPicPr>
          <p:cNvPr id="19" name="Image 18">
            <a:extLst>
              <a:ext uri="{FF2B5EF4-FFF2-40B4-BE49-F238E27FC236}">
                <a16:creationId xmlns:a16="http://schemas.microsoft.com/office/drawing/2014/main" id="{39F1E264-99FC-8E5B-0EF8-48F5C0E1362A}"/>
              </a:ext>
            </a:extLst>
          </p:cNvPr>
          <p:cNvPicPr>
            <a:picLocks noChangeAspect="1"/>
          </p:cNvPicPr>
          <p:nvPr/>
        </p:nvPicPr>
        <p:blipFill>
          <a:blip r:embed="rId2"/>
          <a:stretch>
            <a:fillRect/>
          </a:stretch>
        </p:blipFill>
        <p:spPr>
          <a:xfrm>
            <a:off x="7518387" y="735417"/>
            <a:ext cx="720000" cy="720000"/>
          </a:xfrm>
          <a:prstGeom prst="rect">
            <a:avLst/>
          </a:prstGeom>
        </p:spPr>
      </p:pic>
      <p:grpSp>
        <p:nvGrpSpPr>
          <p:cNvPr id="80" name="Groupe 79">
            <a:extLst>
              <a:ext uri="{FF2B5EF4-FFF2-40B4-BE49-F238E27FC236}">
                <a16:creationId xmlns:a16="http://schemas.microsoft.com/office/drawing/2014/main" id="{1DF008F2-DA08-0D9A-7446-4BACF05D837A}"/>
              </a:ext>
            </a:extLst>
          </p:cNvPr>
          <p:cNvGrpSpPr/>
          <p:nvPr/>
        </p:nvGrpSpPr>
        <p:grpSpPr>
          <a:xfrm>
            <a:off x="7878387" y="1455417"/>
            <a:ext cx="2518442" cy="2429910"/>
            <a:chOff x="7411006" y="1934565"/>
            <a:chExt cx="2518442" cy="2429910"/>
          </a:xfrm>
        </p:grpSpPr>
        <p:cxnSp>
          <p:nvCxnSpPr>
            <p:cNvPr id="30" name="Connecteur : en angle 29">
              <a:extLst>
                <a:ext uri="{FF2B5EF4-FFF2-40B4-BE49-F238E27FC236}">
                  <a16:creationId xmlns:a16="http://schemas.microsoft.com/office/drawing/2014/main" id="{1EE4B0B6-1BED-629C-4655-9B53F8837EA6}"/>
                </a:ext>
              </a:extLst>
            </p:cNvPr>
            <p:cNvCxnSpPr>
              <a:cxnSpLocks/>
              <a:stCxn id="19" idx="2"/>
              <a:endCxn id="33" idx="0"/>
            </p:cNvCxnSpPr>
            <p:nvPr/>
          </p:nvCxnSpPr>
          <p:spPr>
            <a:xfrm rot="16200000" flipH="1">
              <a:off x="8062315" y="1283256"/>
              <a:ext cx="855824" cy="215844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33" name="Image 32">
              <a:extLst>
                <a:ext uri="{FF2B5EF4-FFF2-40B4-BE49-F238E27FC236}">
                  <a16:creationId xmlns:a16="http://schemas.microsoft.com/office/drawing/2014/main" id="{EEB8BF45-2314-BA20-64BD-628638B48FFE}"/>
                </a:ext>
              </a:extLst>
            </p:cNvPr>
            <p:cNvPicPr>
              <a:picLocks noChangeAspect="1"/>
            </p:cNvPicPr>
            <p:nvPr/>
          </p:nvPicPr>
          <p:blipFill>
            <a:blip r:embed="rId3"/>
            <a:stretch>
              <a:fillRect/>
            </a:stretch>
          </p:blipFill>
          <p:spPr>
            <a:xfrm>
              <a:off x="9209448" y="2790389"/>
              <a:ext cx="720000" cy="720000"/>
            </a:xfrm>
            <a:prstGeom prst="rect">
              <a:avLst/>
            </a:prstGeom>
          </p:spPr>
        </p:pic>
        <p:cxnSp>
          <p:nvCxnSpPr>
            <p:cNvPr id="36" name="Connecteur : en angle 35">
              <a:extLst>
                <a:ext uri="{FF2B5EF4-FFF2-40B4-BE49-F238E27FC236}">
                  <a16:creationId xmlns:a16="http://schemas.microsoft.com/office/drawing/2014/main" id="{B07E2E1C-936B-A416-A04A-C25716847BF5}"/>
                </a:ext>
              </a:extLst>
            </p:cNvPr>
            <p:cNvCxnSpPr>
              <a:cxnSpLocks/>
              <a:stCxn id="33" idx="2"/>
              <a:endCxn id="22" idx="3"/>
            </p:cNvCxnSpPr>
            <p:nvPr/>
          </p:nvCxnSpPr>
          <p:spPr>
            <a:xfrm rot="5400000">
              <a:off x="8243184" y="3038211"/>
              <a:ext cx="854087" cy="179844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grpSp>
      <p:grpSp>
        <p:nvGrpSpPr>
          <p:cNvPr id="81" name="Groupe 80">
            <a:extLst>
              <a:ext uri="{FF2B5EF4-FFF2-40B4-BE49-F238E27FC236}">
                <a16:creationId xmlns:a16="http://schemas.microsoft.com/office/drawing/2014/main" id="{F835E7E6-B551-FF66-29F5-550D5FB7ED3E}"/>
              </a:ext>
            </a:extLst>
          </p:cNvPr>
          <p:cNvGrpSpPr/>
          <p:nvPr/>
        </p:nvGrpSpPr>
        <p:grpSpPr>
          <a:xfrm>
            <a:off x="7878387" y="1455417"/>
            <a:ext cx="3597662" cy="1575824"/>
            <a:chOff x="7411006" y="1934565"/>
            <a:chExt cx="3597662" cy="1575824"/>
          </a:xfrm>
        </p:grpSpPr>
        <p:pic>
          <p:nvPicPr>
            <p:cNvPr id="40" name="Image 39">
              <a:extLst>
                <a:ext uri="{FF2B5EF4-FFF2-40B4-BE49-F238E27FC236}">
                  <a16:creationId xmlns:a16="http://schemas.microsoft.com/office/drawing/2014/main" id="{1C8F078B-8AF5-EEFC-2CA8-ADC718E2F5A7}"/>
                </a:ext>
              </a:extLst>
            </p:cNvPr>
            <p:cNvPicPr>
              <a:picLocks noChangeAspect="1"/>
            </p:cNvPicPr>
            <p:nvPr/>
          </p:nvPicPr>
          <p:blipFill>
            <a:blip r:embed="rId3"/>
            <a:stretch>
              <a:fillRect/>
            </a:stretch>
          </p:blipFill>
          <p:spPr>
            <a:xfrm>
              <a:off x="10288668" y="2790389"/>
              <a:ext cx="720000" cy="720000"/>
            </a:xfrm>
            <a:prstGeom prst="rect">
              <a:avLst/>
            </a:prstGeom>
          </p:spPr>
        </p:pic>
        <p:cxnSp>
          <p:nvCxnSpPr>
            <p:cNvPr id="41" name="Connecteur : en angle 40">
              <a:extLst>
                <a:ext uri="{FF2B5EF4-FFF2-40B4-BE49-F238E27FC236}">
                  <a16:creationId xmlns:a16="http://schemas.microsoft.com/office/drawing/2014/main" id="{53D73E6A-B6B8-ECC2-080A-EBE442CDD27D}"/>
                </a:ext>
              </a:extLst>
            </p:cNvPr>
            <p:cNvCxnSpPr>
              <a:cxnSpLocks/>
              <a:stCxn id="19" idx="2"/>
              <a:endCxn id="40" idx="0"/>
            </p:cNvCxnSpPr>
            <p:nvPr/>
          </p:nvCxnSpPr>
          <p:spPr>
            <a:xfrm rot="16200000" flipH="1">
              <a:off x="8601925" y="743646"/>
              <a:ext cx="855824" cy="323766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5" name="Connecteur : en angle 25">
              <a:extLst>
                <a:ext uri="{FF2B5EF4-FFF2-40B4-BE49-F238E27FC236}">
                  <a16:creationId xmlns:a16="http://schemas.microsoft.com/office/drawing/2014/main" id="{213A3A38-2D97-87C4-8838-76D8ABC0492E}"/>
                </a:ext>
              </a:extLst>
            </p:cNvPr>
            <p:cNvCxnSpPr>
              <a:cxnSpLocks/>
              <a:stCxn id="40" idx="1"/>
              <a:endCxn id="33" idx="3"/>
            </p:cNvCxnSpPr>
            <p:nvPr/>
          </p:nvCxnSpPr>
          <p:spPr>
            <a:xfrm flipH="1">
              <a:off x="9929448" y="3150389"/>
              <a:ext cx="35922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pic>
        <p:nvPicPr>
          <p:cNvPr id="48" name="Image 47">
            <a:extLst>
              <a:ext uri="{FF2B5EF4-FFF2-40B4-BE49-F238E27FC236}">
                <a16:creationId xmlns:a16="http://schemas.microsoft.com/office/drawing/2014/main" id="{E7029B78-B59C-23F1-157E-C086988495D5}"/>
              </a:ext>
            </a:extLst>
          </p:cNvPr>
          <p:cNvPicPr>
            <a:picLocks noChangeAspect="1"/>
          </p:cNvPicPr>
          <p:nvPr/>
        </p:nvPicPr>
        <p:blipFill>
          <a:blip r:embed="rId4"/>
          <a:stretch>
            <a:fillRect/>
          </a:stretch>
        </p:blipFill>
        <p:spPr>
          <a:xfrm>
            <a:off x="7518387" y="5040845"/>
            <a:ext cx="720000" cy="720000"/>
          </a:xfrm>
          <a:prstGeom prst="rect">
            <a:avLst/>
          </a:prstGeom>
        </p:spPr>
      </p:pic>
      <p:grpSp>
        <p:nvGrpSpPr>
          <p:cNvPr id="73" name="Groupe 72">
            <a:extLst>
              <a:ext uri="{FF2B5EF4-FFF2-40B4-BE49-F238E27FC236}">
                <a16:creationId xmlns:a16="http://schemas.microsoft.com/office/drawing/2014/main" id="{4CB48583-09B1-75E3-3517-E4B5DFC2A8BB}"/>
              </a:ext>
            </a:extLst>
          </p:cNvPr>
          <p:cNvGrpSpPr/>
          <p:nvPr/>
        </p:nvGrpSpPr>
        <p:grpSpPr>
          <a:xfrm>
            <a:off x="7518387" y="1455417"/>
            <a:ext cx="720000" cy="3585428"/>
            <a:chOff x="7051006" y="1934565"/>
            <a:chExt cx="720000" cy="3585428"/>
          </a:xfrm>
        </p:grpSpPr>
        <p:pic>
          <p:nvPicPr>
            <p:cNvPr id="22" name="Graphique 21" descr="Diamant avec un remplissage uni">
              <a:extLst>
                <a:ext uri="{FF2B5EF4-FFF2-40B4-BE49-F238E27FC236}">
                  <a16:creationId xmlns:a16="http://schemas.microsoft.com/office/drawing/2014/main" id="{4CA2E062-1577-781F-B608-E4AB7ECDD7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51006" y="4004476"/>
              <a:ext cx="720000" cy="720000"/>
            </a:xfrm>
            <a:prstGeom prst="rect">
              <a:avLst/>
            </a:prstGeom>
          </p:spPr>
        </p:pic>
        <p:cxnSp>
          <p:nvCxnSpPr>
            <p:cNvPr id="26" name="Connecteur : en angle 25">
              <a:extLst>
                <a:ext uri="{FF2B5EF4-FFF2-40B4-BE49-F238E27FC236}">
                  <a16:creationId xmlns:a16="http://schemas.microsoft.com/office/drawing/2014/main" id="{E9D9E0F6-ABF9-6F6A-D756-7EB40912F215}"/>
                </a:ext>
              </a:extLst>
            </p:cNvPr>
            <p:cNvCxnSpPr>
              <a:cxnSpLocks/>
              <a:stCxn id="19" idx="2"/>
              <a:endCxn id="22" idx="0"/>
            </p:cNvCxnSpPr>
            <p:nvPr/>
          </p:nvCxnSpPr>
          <p:spPr>
            <a:xfrm>
              <a:off x="7411006" y="1934565"/>
              <a:ext cx="0" cy="206991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Connecteur : en angle 25">
              <a:extLst>
                <a:ext uri="{FF2B5EF4-FFF2-40B4-BE49-F238E27FC236}">
                  <a16:creationId xmlns:a16="http://schemas.microsoft.com/office/drawing/2014/main" id="{1248D8BA-EEA3-DCA2-436E-783BC1A84968}"/>
                </a:ext>
              </a:extLst>
            </p:cNvPr>
            <p:cNvCxnSpPr>
              <a:cxnSpLocks/>
              <a:stCxn id="22" idx="2"/>
              <a:endCxn id="48" idx="0"/>
            </p:cNvCxnSpPr>
            <p:nvPr/>
          </p:nvCxnSpPr>
          <p:spPr>
            <a:xfrm>
              <a:off x="7411006" y="4724476"/>
              <a:ext cx="0" cy="79551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82" name="Groupe 81">
            <a:extLst>
              <a:ext uri="{FF2B5EF4-FFF2-40B4-BE49-F238E27FC236}">
                <a16:creationId xmlns:a16="http://schemas.microsoft.com/office/drawing/2014/main" id="{78781FE8-ED02-1F05-06AA-A90151C271E8}"/>
              </a:ext>
            </a:extLst>
          </p:cNvPr>
          <p:cNvGrpSpPr/>
          <p:nvPr/>
        </p:nvGrpSpPr>
        <p:grpSpPr>
          <a:xfrm>
            <a:off x="7878387" y="3408137"/>
            <a:ext cx="2811886" cy="2333958"/>
            <a:chOff x="7411006" y="3887285"/>
            <a:chExt cx="2811886" cy="2333958"/>
          </a:xfrm>
        </p:grpSpPr>
        <p:pic>
          <p:nvPicPr>
            <p:cNvPr id="23" name="Image 22" descr="noun_Danger_228845.png">
              <a:extLst>
                <a:ext uri="{FF2B5EF4-FFF2-40B4-BE49-F238E27FC236}">
                  <a16:creationId xmlns:a16="http://schemas.microsoft.com/office/drawing/2014/main" id="{66EB56C3-7711-36C9-FB27-643224FB9EF9}"/>
                </a:ext>
              </a:extLst>
            </p:cNvPr>
            <p:cNvPicPr>
              <a:picLocks noChangeAspect="1"/>
            </p:cNvPicPr>
            <p:nvPr/>
          </p:nvPicPr>
          <p:blipFill>
            <a:blip r:embed="rId7" cstate="print"/>
            <a:srcRect l="9184" t="5382" r="8981" b="19633"/>
            <a:stretch>
              <a:fillRect/>
            </a:stretch>
          </p:blipFill>
          <p:spPr>
            <a:xfrm>
              <a:off x="9437121" y="5501243"/>
              <a:ext cx="785771" cy="720000"/>
            </a:xfrm>
            <a:prstGeom prst="rect">
              <a:avLst/>
            </a:prstGeom>
          </p:spPr>
        </p:pic>
        <p:cxnSp>
          <p:nvCxnSpPr>
            <p:cNvPr id="61" name="Connecteur : en angle 25">
              <a:extLst>
                <a:ext uri="{FF2B5EF4-FFF2-40B4-BE49-F238E27FC236}">
                  <a16:creationId xmlns:a16="http://schemas.microsoft.com/office/drawing/2014/main" id="{CEFD50B7-E3B3-75B1-32C7-DF58818872C6}"/>
                </a:ext>
              </a:extLst>
            </p:cNvPr>
            <p:cNvCxnSpPr>
              <a:cxnSpLocks/>
              <a:stCxn id="56" idx="2"/>
              <a:endCxn id="23" idx="0"/>
            </p:cNvCxnSpPr>
            <p:nvPr/>
          </p:nvCxnSpPr>
          <p:spPr>
            <a:xfrm>
              <a:off x="8746841" y="3887285"/>
              <a:ext cx="1083166" cy="1613958"/>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pic>
          <p:nvPicPr>
            <p:cNvPr id="65" name="Image 64" descr="noun_Danger_228845.png">
              <a:extLst>
                <a:ext uri="{FF2B5EF4-FFF2-40B4-BE49-F238E27FC236}">
                  <a16:creationId xmlns:a16="http://schemas.microsoft.com/office/drawing/2014/main" id="{53BD5530-22C2-5E6F-DC44-AE2D8E33ADDB}"/>
                </a:ext>
              </a:extLst>
            </p:cNvPr>
            <p:cNvPicPr>
              <a:picLocks noChangeAspect="1"/>
            </p:cNvPicPr>
            <p:nvPr/>
          </p:nvPicPr>
          <p:blipFill>
            <a:blip r:embed="rId7" cstate="print"/>
            <a:srcRect l="9184" t="5382" r="8981" b="19633"/>
            <a:stretch>
              <a:fillRect/>
            </a:stretch>
          </p:blipFill>
          <p:spPr>
            <a:xfrm>
              <a:off x="8490227" y="5501243"/>
              <a:ext cx="785771" cy="720000"/>
            </a:xfrm>
            <a:prstGeom prst="rect">
              <a:avLst/>
            </a:prstGeom>
          </p:spPr>
        </p:pic>
        <p:cxnSp>
          <p:nvCxnSpPr>
            <p:cNvPr id="66" name="Connecteur : en angle 25">
              <a:extLst>
                <a:ext uri="{FF2B5EF4-FFF2-40B4-BE49-F238E27FC236}">
                  <a16:creationId xmlns:a16="http://schemas.microsoft.com/office/drawing/2014/main" id="{33D4E3FD-74AD-EF2A-FF2E-0E5017B5193B}"/>
                </a:ext>
              </a:extLst>
            </p:cNvPr>
            <p:cNvCxnSpPr>
              <a:cxnSpLocks/>
              <a:stCxn id="22" idx="2"/>
              <a:endCxn id="65" idx="0"/>
            </p:cNvCxnSpPr>
            <p:nvPr/>
          </p:nvCxnSpPr>
          <p:spPr>
            <a:xfrm>
              <a:off x="7411006" y="4724476"/>
              <a:ext cx="1472107" cy="776767"/>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grpSp>
        <p:nvGrpSpPr>
          <p:cNvPr id="79" name="Groupe 78">
            <a:extLst>
              <a:ext uri="{FF2B5EF4-FFF2-40B4-BE49-F238E27FC236}">
                <a16:creationId xmlns:a16="http://schemas.microsoft.com/office/drawing/2014/main" id="{2123ADB6-0B48-4873-88D5-0D29D037B707}"/>
              </a:ext>
            </a:extLst>
          </p:cNvPr>
          <p:cNvGrpSpPr/>
          <p:nvPr/>
        </p:nvGrpSpPr>
        <p:grpSpPr>
          <a:xfrm>
            <a:off x="7878386" y="1455417"/>
            <a:ext cx="1695836" cy="3585429"/>
            <a:chOff x="7411005" y="1934565"/>
            <a:chExt cx="1695836" cy="3585429"/>
          </a:xfrm>
        </p:grpSpPr>
        <p:pic>
          <p:nvPicPr>
            <p:cNvPr id="18" name="Image 17">
              <a:extLst>
                <a:ext uri="{FF2B5EF4-FFF2-40B4-BE49-F238E27FC236}">
                  <a16:creationId xmlns:a16="http://schemas.microsoft.com/office/drawing/2014/main" id="{2558E9FB-724D-65D4-FDC6-D9DA04884112}"/>
                </a:ext>
              </a:extLst>
            </p:cNvPr>
            <p:cNvPicPr>
              <a:picLocks noChangeAspect="1"/>
            </p:cNvPicPr>
            <p:nvPr/>
          </p:nvPicPr>
          <p:blipFill>
            <a:blip r:embed="rId3"/>
            <a:stretch>
              <a:fillRect/>
            </a:stretch>
          </p:blipFill>
          <p:spPr>
            <a:xfrm>
              <a:off x="8130227" y="2790389"/>
              <a:ext cx="720000" cy="720000"/>
            </a:xfrm>
            <a:prstGeom prst="rect">
              <a:avLst/>
            </a:prstGeom>
          </p:spPr>
        </p:pic>
        <p:cxnSp>
          <p:nvCxnSpPr>
            <p:cNvPr id="27" name="Connecteur : en angle 26">
              <a:extLst>
                <a:ext uri="{FF2B5EF4-FFF2-40B4-BE49-F238E27FC236}">
                  <a16:creationId xmlns:a16="http://schemas.microsoft.com/office/drawing/2014/main" id="{35757731-B8A8-F774-4F84-389B4431BFE0}"/>
                </a:ext>
              </a:extLst>
            </p:cNvPr>
            <p:cNvCxnSpPr>
              <a:cxnSpLocks/>
              <a:stCxn id="19" idx="2"/>
              <a:endCxn id="18" idx="0"/>
            </p:cNvCxnSpPr>
            <p:nvPr/>
          </p:nvCxnSpPr>
          <p:spPr>
            <a:xfrm rot="16200000" flipH="1">
              <a:off x="7522704" y="1822866"/>
              <a:ext cx="855824" cy="107922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56" name="Graphique 55" descr="Diamant avec un remplissage uni">
              <a:extLst>
                <a:ext uri="{FF2B5EF4-FFF2-40B4-BE49-F238E27FC236}">
                  <a16:creationId xmlns:a16="http://schemas.microsoft.com/office/drawing/2014/main" id="{BC04F6EE-C450-D7A8-B905-ED881B32335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86841" y="3167285"/>
              <a:ext cx="720000" cy="720000"/>
            </a:xfrm>
            <a:prstGeom prst="rect">
              <a:avLst/>
            </a:prstGeom>
          </p:spPr>
        </p:pic>
        <p:cxnSp>
          <p:nvCxnSpPr>
            <p:cNvPr id="75" name="Connecteur : en angle 74">
              <a:extLst>
                <a:ext uri="{FF2B5EF4-FFF2-40B4-BE49-F238E27FC236}">
                  <a16:creationId xmlns:a16="http://schemas.microsoft.com/office/drawing/2014/main" id="{0E37F8DD-08F2-D4EF-082B-C435517EDC23}"/>
                </a:ext>
              </a:extLst>
            </p:cNvPr>
            <p:cNvCxnSpPr>
              <a:cxnSpLocks/>
              <a:stCxn id="56" idx="2"/>
              <a:endCxn id="48" idx="0"/>
            </p:cNvCxnSpPr>
            <p:nvPr/>
          </p:nvCxnSpPr>
          <p:spPr>
            <a:xfrm rot="5400000">
              <a:off x="7262570" y="4035722"/>
              <a:ext cx="1632708" cy="1335835"/>
            </a:xfrm>
            <a:prstGeom prst="bentConnector3">
              <a:avLst>
                <a:gd name="adj1" fmla="val 70925"/>
              </a:avLst>
            </a:prstGeom>
            <a:ln>
              <a:tailEnd type="triangle"/>
            </a:ln>
          </p:spPr>
          <p:style>
            <a:lnRef idx="2">
              <a:schemeClr val="dk1"/>
            </a:lnRef>
            <a:fillRef idx="0">
              <a:schemeClr val="dk1"/>
            </a:fillRef>
            <a:effectRef idx="1">
              <a:schemeClr val="dk1"/>
            </a:effectRef>
            <a:fontRef idx="minor">
              <a:schemeClr val="tx1"/>
            </a:fontRef>
          </p:style>
        </p:cxnSp>
      </p:grpSp>
      <p:sp>
        <p:nvSpPr>
          <p:cNvPr id="3" name="ZoneTexte 2">
            <a:extLst>
              <a:ext uri="{FF2B5EF4-FFF2-40B4-BE49-F238E27FC236}">
                <a16:creationId xmlns:a16="http://schemas.microsoft.com/office/drawing/2014/main" id="{396D4B6D-0BAF-EE18-49B7-85A25E8F7D4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67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73"/>
                                        </p:tgtEl>
                                        <p:attrNameLst>
                                          <p:attrName>style.visibility</p:attrName>
                                        </p:attrNameLst>
                                      </p:cBhvr>
                                      <p:to>
                                        <p:strVal val="visible"/>
                                      </p:to>
                                    </p:set>
                                    <p:animEffect transition="in" filter="wipe(up)">
                                      <p:cBhvr>
                                        <p:cTn id="15" dur="500"/>
                                        <p:tgtEl>
                                          <p:spTgt spid="73"/>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79"/>
                                        </p:tgtEl>
                                        <p:attrNameLst>
                                          <p:attrName>style.visibility</p:attrName>
                                        </p:attrNameLst>
                                      </p:cBhvr>
                                      <p:to>
                                        <p:strVal val="visible"/>
                                      </p:to>
                                    </p:set>
                                    <p:animEffect transition="in" filter="wipe(up)">
                                      <p:cBhvr>
                                        <p:cTn id="20" dur="500"/>
                                        <p:tgtEl>
                                          <p:spTgt spid="79"/>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80"/>
                                        </p:tgtEl>
                                        <p:attrNameLst>
                                          <p:attrName>style.visibility</p:attrName>
                                        </p:attrNameLst>
                                      </p:cBhvr>
                                      <p:to>
                                        <p:strVal val="visible"/>
                                      </p:to>
                                    </p:set>
                                    <p:animEffect transition="in" filter="wipe(up)">
                                      <p:cBhvr>
                                        <p:cTn id="25" dur="500"/>
                                        <p:tgtEl>
                                          <p:spTgt spid="8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81"/>
                                        </p:tgtEl>
                                        <p:attrNameLst>
                                          <p:attrName>style.visibility</p:attrName>
                                        </p:attrNameLst>
                                      </p:cBhvr>
                                      <p:to>
                                        <p:strVal val="visible"/>
                                      </p:to>
                                    </p:set>
                                    <p:animEffect transition="in" filter="wipe(up)">
                                      <p:cBhvr>
                                        <p:cTn id="30" dur="500"/>
                                        <p:tgtEl>
                                          <p:spTgt spid="8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set>
                                      <p:cBhvr>
                                        <p:cTn id="34" dur="1" fill="hold">
                                          <p:stCondLst>
                                            <p:cond delay="0"/>
                                          </p:stCondLst>
                                        </p:cTn>
                                        <p:tgtEl>
                                          <p:spTgt spid="82"/>
                                        </p:tgtEl>
                                        <p:attrNameLst>
                                          <p:attrName>style.visibility</p:attrName>
                                        </p:attrNameLst>
                                      </p:cBhvr>
                                      <p:to>
                                        <p:strVal val="visible"/>
                                      </p:to>
                                    </p:set>
                                    <p:animEffect transition="in" filter="wipe(up)">
                                      <p:cBhvr>
                                        <p:cTn id="35"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F4A4E-E83B-0585-1350-40043A9C462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61D0BC7-B535-E9FF-292E-49A871F81B7A}"/>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2402883-D316-968D-861B-CF14B082F5EE}"/>
              </a:ext>
            </a:extLst>
          </p:cNvPr>
          <p:cNvSpPr>
            <a:spLocks noGrp="1"/>
          </p:cNvSpPr>
          <p:nvPr>
            <p:ph type="dt" sz="half" idx="10"/>
          </p:nvPr>
        </p:nvSpPr>
        <p:spPr/>
        <p:txBody>
          <a:bodyPr/>
          <a:lstStyle/>
          <a:p>
            <a:pPr rtl="0"/>
            <a:r>
              <a:rPr lang="fr-FR" noProof="0"/>
              <a:t>19/11/2025</a:t>
            </a:r>
            <a:endParaRPr lang="fr-FR" noProof="0" dirty="0"/>
          </a:p>
        </p:txBody>
      </p:sp>
      <p:sp>
        <p:nvSpPr>
          <p:cNvPr id="5" name="Espace réservé du pied de page 4">
            <a:extLst>
              <a:ext uri="{FF2B5EF4-FFF2-40B4-BE49-F238E27FC236}">
                <a16:creationId xmlns:a16="http://schemas.microsoft.com/office/drawing/2014/main" id="{E741BE5B-B656-E3B5-6BB3-9F1D113E127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40FDC19-EECE-F8F6-04C7-38F40252F99C}"/>
              </a:ext>
            </a:extLst>
          </p:cNvPr>
          <p:cNvSpPr>
            <a:spLocks noGrp="1"/>
          </p:cNvSpPr>
          <p:nvPr>
            <p:ph type="sldNum" sz="quarter" idx="12"/>
          </p:nvPr>
        </p:nvSpPr>
        <p:spPr/>
        <p:txBody>
          <a:bodyPr/>
          <a:lstStyle/>
          <a:p>
            <a:pPr rtl="0"/>
            <a:fld id="{294A09A9-5501-47C1-A89A-A340965A2BE2}" type="slidenum">
              <a:rPr lang="fr-FR" noProof="0" smtClean="0"/>
              <a:t>88</a:t>
            </a:fld>
            <a:endParaRPr lang="fr-FR" noProof="0"/>
          </a:p>
        </p:txBody>
      </p:sp>
      <p:sp>
        <p:nvSpPr>
          <p:cNvPr id="8" name="Rectangle 7">
            <a:extLst>
              <a:ext uri="{FF2B5EF4-FFF2-40B4-BE49-F238E27FC236}">
                <a16:creationId xmlns:a16="http://schemas.microsoft.com/office/drawing/2014/main" id="{A4EFA501-F874-A223-A18F-02CE682699FB}"/>
              </a:ext>
            </a:extLst>
          </p:cNvPr>
          <p:cNvSpPr/>
          <p:nvPr/>
        </p:nvSpPr>
        <p:spPr>
          <a:xfrm>
            <a:off x="2736001" y="1503620"/>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267"/>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Élève</a:t>
            </a:r>
          </a:p>
          <a:p>
            <a:pPr>
              <a:spcAft>
                <a:spcPts val="267"/>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Modifier ses notes</a:t>
            </a:r>
          </a:p>
          <a:p>
            <a:pPr>
              <a:spcAft>
                <a:spcPts val="267"/>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Les résultats scolaires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d’un ou plusieurs collégiens sont erronés</a:t>
            </a:r>
          </a:p>
        </p:txBody>
      </p:sp>
      <p:sp>
        <p:nvSpPr>
          <p:cNvPr id="9" name="Rectangle 8">
            <a:extLst>
              <a:ext uri="{FF2B5EF4-FFF2-40B4-BE49-F238E27FC236}">
                <a16:creationId xmlns:a16="http://schemas.microsoft.com/office/drawing/2014/main" id="{8543BBBF-9C8E-4206-945A-05912EBD1102}"/>
              </a:ext>
            </a:extLst>
          </p:cNvPr>
          <p:cNvSpPr/>
          <p:nvPr/>
        </p:nvSpPr>
        <p:spPr>
          <a:xfrm>
            <a:off x="1871135" y="2885434"/>
            <a:ext cx="2755795" cy="321472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defRPr/>
            </a:pPr>
            <a:r>
              <a:rPr lang="fr-FR" sz="1600" b="1" dirty="0">
                <a:solidFill>
                  <a:srgbClr val="252525"/>
                </a:solidFill>
                <a:latin typeface="+mj-lt"/>
                <a:cs typeface="Segoe UI" panose="020B0502040204020203" pitchFamily="34" charset="0"/>
              </a:rPr>
              <a:t>Source de risque</a:t>
            </a:r>
            <a:endParaRPr lang="fr-FR" sz="1600" dirty="0">
              <a:solidFill>
                <a:srgbClr val="252525"/>
              </a:solidFill>
              <a:latin typeface="+mj-lt"/>
              <a:cs typeface="Segoe UI" panose="020B0502040204020203" pitchFamily="34" charset="0"/>
            </a:endParaRPr>
          </a:p>
        </p:txBody>
      </p:sp>
      <p:sp>
        <p:nvSpPr>
          <p:cNvPr id="10" name="Rectangle 9">
            <a:extLst>
              <a:ext uri="{FF2B5EF4-FFF2-40B4-BE49-F238E27FC236}">
                <a16:creationId xmlns:a16="http://schemas.microsoft.com/office/drawing/2014/main" id="{CF9FB687-ACBC-302D-EEF9-B1D27BDDBD5B}"/>
              </a:ext>
            </a:extLst>
          </p:cNvPr>
          <p:cNvSpPr/>
          <p:nvPr/>
        </p:nvSpPr>
        <p:spPr>
          <a:xfrm>
            <a:off x="4935319" y="2885434"/>
            <a:ext cx="2755795" cy="321472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11" name="Rectangle 10">
            <a:extLst>
              <a:ext uri="{FF2B5EF4-FFF2-40B4-BE49-F238E27FC236}">
                <a16:creationId xmlns:a16="http://schemas.microsoft.com/office/drawing/2014/main" id="{3BEC4C77-B40F-270D-3805-22DB7CECA87A}"/>
              </a:ext>
            </a:extLst>
          </p:cNvPr>
          <p:cNvSpPr/>
          <p:nvPr/>
        </p:nvSpPr>
        <p:spPr>
          <a:xfrm>
            <a:off x="8000761" y="2885434"/>
            <a:ext cx="2755795" cy="321472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SI du collège</a:t>
            </a:r>
          </a:p>
        </p:txBody>
      </p:sp>
      <p:cxnSp>
        <p:nvCxnSpPr>
          <p:cNvPr id="12" name="Connecteur droit avec flèche 11">
            <a:extLst>
              <a:ext uri="{FF2B5EF4-FFF2-40B4-BE49-F238E27FC236}">
                <a16:creationId xmlns:a16="http://schemas.microsoft.com/office/drawing/2014/main" id="{200F6A3B-5BEE-8CFB-FCDB-D15912268440}"/>
              </a:ext>
            </a:extLst>
          </p:cNvPr>
          <p:cNvCxnSpPr>
            <a:cxnSpLocks/>
          </p:cNvCxnSpPr>
          <p:nvPr/>
        </p:nvCxnSpPr>
        <p:spPr>
          <a:xfrm>
            <a:off x="4027050" y="4946244"/>
            <a:ext cx="1388269"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3" name="Forme libre 20">
            <a:extLst>
              <a:ext uri="{FF2B5EF4-FFF2-40B4-BE49-F238E27FC236}">
                <a16:creationId xmlns:a16="http://schemas.microsoft.com/office/drawing/2014/main" id="{E37EDF9D-805E-F5DE-77C9-53123CE69DAE}"/>
              </a:ext>
            </a:extLst>
          </p:cNvPr>
          <p:cNvSpPr/>
          <p:nvPr/>
        </p:nvSpPr>
        <p:spPr>
          <a:xfrm>
            <a:off x="3264450" y="3402297"/>
            <a:ext cx="6162764"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Ellipse 13">
            <a:extLst>
              <a:ext uri="{FF2B5EF4-FFF2-40B4-BE49-F238E27FC236}">
                <a16:creationId xmlns:a16="http://schemas.microsoft.com/office/drawing/2014/main" id="{58BA63E2-8CEC-A964-7503-4927E52CDB5C}"/>
              </a:ext>
            </a:extLst>
          </p:cNvPr>
          <p:cNvSpPr>
            <a:spLocks noChangeAspect="1"/>
          </p:cNvSpPr>
          <p:nvPr/>
        </p:nvSpPr>
        <p:spPr>
          <a:xfrm>
            <a:off x="4541124" y="3155099"/>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sp>
        <p:nvSpPr>
          <p:cNvPr id="15" name="Ellipse 14">
            <a:extLst>
              <a:ext uri="{FF2B5EF4-FFF2-40B4-BE49-F238E27FC236}">
                <a16:creationId xmlns:a16="http://schemas.microsoft.com/office/drawing/2014/main" id="{A3E5AFAB-6A98-FFB2-2917-053DB050DEDA}"/>
              </a:ext>
            </a:extLst>
          </p:cNvPr>
          <p:cNvSpPr>
            <a:spLocks noChangeAspect="1"/>
          </p:cNvSpPr>
          <p:nvPr/>
        </p:nvSpPr>
        <p:spPr>
          <a:xfrm>
            <a:off x="4551212" y="470667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pic>
        <p:nvPicPr>
          <p:cNvPr id="16" name="Image 15">
            <a:extLst>
              <a:ext uri="{FF2B5EF4-FFF2-40B4-BE49-F238E27FC236}">
                <a16:creationId xmlns:a16="http://schemas.microsoft.com/office/drawing/2014/main" id="{0587A194-609F-0B31-701B-8F133E61B7F4}"/>
              </a:ext>
            </a:extLst>
          </p:cNvPr>
          <p:cNvPicPr>
            <a:picLocks noChangeAspect="1"/>
          </p:cNvPicPr>
          <p:nvPr/>
        </p:nvPicPr>
        <p:blipFill>
          <a:blip r:embed="rId2"/>
          <a:stretch>
            <a:fillRect/>
          </a:stretch>
        </p:blipFill>
        <p:spPr>
          <a:xfrm>
            <a:off x="2548558" y="3771968"/>
            <a:ext cx="1432239" cy="1709057"/>
          </a:xfrm>
          <a:prstGeom prst="rect">
            <a:avLst/>
          </a:prstGeom>
        </p:spPr>
      </p:pic>
      <p:sp>
        <p:nvSpPr>
          <p:cNvPr id="17" name="Rectangle : coins arrondis 16">
            <a:extLst>
              <a:ext uri="{FF2B5EF4-FFF2-40B4-BE49-F238E27FC236}">
                <a16:creationId xmlns:a16="http://schemas.microsoft.com/office/drawing/2014/main" id="{AC026C4D-CDB9-ACBB-2A37-E67ADE20BE80}"/>
              </a:ext>
            </a:extLst>
          </p:cNvPr>
          <p:cNvSpPr/>
          <p:nvPr/>
        </p:nvSpPr>
        <p:spPr>
          <a:xfrm>
            <a:off x="2334632" y="5623169"/>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cxnSp>
        <p:nvCxnSpPr>
          <p:cNvPr id="18" name="Connecteur droit 17">
            <a:extLst>
              <a:ext uri="{FF2B5EF4-FFF2-40B4-BE49-F238E27FC236}">
                <a16:creationId xmlns:a16="http://schemas.microsoft.com/office/drawing/2014/main" id="{F8EE34BB-49CC-0B8C-ECBA-7759C3E2347D}"/>
              </a:ext>
            </a:extLst>
          </p:cNvPr>
          <p:cNvCxnSpPr>
            <a:cxnSpLocks/>
          </p:cNvCxnSpPr>
          <p:nvPr/>
        </p:nvCxnSpPr>
        <p:spPr>
          <a:xfrm>
            <a:off x="7161545" y="1503622"/>
            <a:ext cx="0" cy="1199999"/>
          </a:xfrm>
          <a:prstGeom prst="line">
            <a:avLst/>
          </a:prstGeom>
          <a:ln/>
        </p:spPr>
        <p:style>
          <a:lnRef idx="2">
            <a:schemeClr val="dk1"/>
          </a:lnRef>
          <a:fillRef idx="1">
            <a:schemeClr val="lt1"/>
          </a:fillRef>
          <a:effectRef idx="0">
            <a:schemeClr val="dk1"/>
          </a:effectRef>
          <a:fontRef idx="minor">
            <a:schemeClr val="dk1"/>
          </a:fontRef>
        </p:style>
      </p:cxnSp>
      <p:sp>
        <p:nvSpPr>
          <p:cNvPr id="19" name="Rectangle 18">
            <a:extLst>
              <a:ext uri="{FF2B5EF4-FFF2-40B4-BE49-F238E27FC236}">
                <a16:creationId xmlns:a16="http://schemas.microsoft.com/office/drawing/2014/main" id="{8BDCC56F-6991-2F3D-21AB-3DF132876EE2}"/>
              </a:ext>
            </a:extLst>
          </p:cNvPr>
          <p:cNvSpPr/>
          <p:nvPr/>
        </p:nvSpPr>
        <p:spPr>
          <a:xfrm>
            <a:off x="6296680" y="352831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333" i="1" dirty="0">
                <a:solidFill>
                  <a:srgbClr val="252525"/>
                </a:solidFill>
                <a:latin typeface="+mj-lt"/>
                <a:cs typeface="Segoe UI" panose="020B0502040204020203" pitchFamily="34" charset="0"/>
              </a:rPr>
              <a:t>Identifiants</a:t>
            </a:r>
          </a:p>
        </p:txBody>
      </p:sp>
      <p:pic>
        <p:nvPicPr>
          <p:cNvPr id="20" name="Image 19">
            <a:extLst>
              <a:ext uri="{FF2B5EF4-FFF2-40B4-BE49-F238E27FC236}">
                <a16:creationId xmlns:a16="http://schemas.microsoft.com/office/drawing/2014/main" id="{AC93457D-1442-342E-9213-76EC9FD109C6}"/>
              </a:ext>
            </a:extLst>
          </p:cNvPr>
          <p:cNvPicPr>
            <a:picLocks noChangeAspect="1"/>
          </p:cNvPicPr>
          <p:nvPr/>
        </p:nvPicPr>
        <p:blipFill>
          <a:blip r:embed="rId3"/>
          <a:stretch>
            <a:fillRect/>
          </a:stretch>
        </p:blipFill>
        <p:spPr>
          <a:xfrm>
            <a:off x="5361181" y="3814998"/>
            <a:ext cx="1942489" cy="1659945"/>
          </a:xfrm>
          <a:prstGeom prst="rect">
            <a:avLst/>
          </a:prstGeom>
        </p:spPr>
      </p:pic>
      <p:cxnSp>
        <p:nvCxnSpPr>
          <p:cNvPr id="21" name="Connecteur droit avec flèche 20">
            <a:extLst>
              <a:ext uri="{FF2B5EF4-FFF2-40B4-BE49-F238E27FC236}">
                <a16:creationId xmlns:a16="http://schemas.microsoft.com/office/drawing/2014/main" id="{B3FF441C-872C-5446-A732-AF29CFF5CD26}"/>
              </a:ext>
            </a:extLst>
          </p:cNvPr>
          <p:cNvCxnSpPr>
            <a:cxnSpLocks/>
          </p:cNvCxnSpPr>
          <p:nvPr/>
        </p:nvCxnSpPr>
        <p:spPr>
          <a:xfrm>
            <a:off x="6540427" y="4946244"/>
            <a:ext cx="2178903"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22" name="Image 21">
            <a:extLst>
              <a:ext uri="{FF2B5EF4-FFF2-40B4-BE49-F238E27FC236}">
                <a16:creationId xmlns:a16="http://schemas.microsoft.com/office/drawing/2014/main" id="{FD344352-82AC-4FAF-6FC9-B6C5783934FB}"/>
              </a:ext>
            </a:extLst>
          </p:cNvPr>
          <p:cNvPicPr>
            <a:picLocks noChangeAspect="1"/>
          </p:cNvPicPr>
          <p:nvPr/>
        </p:nvPicPr>
        <p:blipFill>
          <a:blip r:embed="rId4"/>
          <a:stretch>
            <a:fillRect/>
          </a:stretch>
        </p:blipFill>
        <p:spPr>
          <a:xfrm>
            <a:off x="8719330" y="3775485"/>
            <a:ext cx="1445013" cy="1759148"/>
          </a:xfrm>
          <a:prstGeom prst="rect">
            <a:avLst/>
          </a:prstGeom>
        </p:spPr>
      </p:pic>
      <p:sp>
        <p:nvSpPr>
          <p:cNvPr id="23" name="Rectangle : coins arrondis 22">
            <a:extLst>
              <a:ext uri="{FF2B5EF4-FFF2-40B4-BE49-F238E27FC236}">
                <a16:creationId xmlns:a16="http://schemas.microsoft.com/office/drawing/2014/main" id="{43C51592-16CB-31BD-D11E-7130F32D1947}"/>
              </a:ext>
            </a:extLst>
          </p:cNvPr>
          <p:cNvSpPr/>
          <p:nvPr/>
        </p:nvSpPr>
        <p:spPr>
          <a:xfrm>
            <a:off x="5398816" y="5623169"/>
            <a:ext cx="18288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24" name="Rectangle : coins arrondis 23">
            <a:extLst>
              <a:ext uri="{FF2B5EF4-FFF2-40B4-BE49-F238E27FC236}">
                <a16:creationId xmlns:a16="http://schemas.microsoft.com/office/drawing/2014/main" id="{771788C3-95A9-C609-E3C6-CD410DB87EA8}"/>
              </a:ext>
            </a:extLst>
          </p:cNvPr>
          <p:cNvSpPr/>
          <p:nvPr/>
        </p:nvSpPr>
        <p:spPr>
          <a:xfrm>
            <a:off x="8464259" y="5623169"/>
            <a:ext cx="1828800"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Notes de l’élève</a:t>
            </a:r>
          </a:p>
        </p:txBody>
      </p:sp>
      <p:sp>
        <p:nvSpPr>
          <p:cNvPr id="25" name="Rectangle 24">
            <a:extLst>
              <a:ext uri="{FF2B5EF4-FFF2-40B4-BE49-F238E27FC236}">
                <a16:creationId xmlns:a16="http://schemas.microsoft.com/office/drawing/2014/main" id="{3FE0C88A-FD64-309C-6F42-7CFE47A6A5CB}"/>
              </a:ext>
            </a:extLst>
          </p:cNvPr>
          <p:cNvSpPr/>
          <p:nvPr/>
        </p:nvSpPr>
        <p:spPr>
          <a:xfrm>
            <a:off x="7444225" y="2111011"/>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26" name="Image 25">
            <a:extLst>
              <a:ext uri="{FF2B5EF4-FFF2-40B4-BE49-F238E27FC236}">
                <a16:creationId xmlns:a16="http://schemas.microsoft.com/office/drawing/2014/main" id="{E019C047-F7D1-1FC0-3E0D-DD6D5FE01F0A}"/>
              </a:ext>
            </a:extLst>
          </p:cNvPr>
          <p:cNvPicPr>
            <a:picLocks noChangeAspect="1"/>
          </p:cNvPicPr>
          <p:nvPr/>
        </p:nvPicPr>
        <p:blipFill>
          <a:blip r:embed="rId5"/>
          <a:stretch>
            <a:fillRect/>
          </a:stretch>
        </p:blipFill>
        <p:spPr>
          <a:xfrm>
            <a:off x="7442999" y="1587605"/>
            <a:ext cx="999575" cy="552396"/>
          </a:xfrm>
          <a:prstGeom prst="rect">
            <a:avLst/>
          </a:prstGeom>
        </p:spPr>
      </p:pic>
      <p:sp>
        <p:nvSpPr>
          <p:cNvPr id="27" name="Organigramme : Alternative 26">
            <a:extLst>
              <a:ext uri="{FF2B5EF4-FFF2-40B4-BE49-F238E27FC236}">
                <a16:creationId xmlns:a16="http://schemas.microsoft.com/office/drawing/2014/main" id="{2470487B-90BB-1528-6A76-58BCDDA6D98C}"/>
              </a:ext>
            </a:extLst>
          </p:cNvPr>
          <p:cNvSpPr/>
          <p:nvPr/>
        </p:nvSpPr>
        <p:spPr>
          <a:xfrm>
            <a:off x="8915741" y="1527295"/>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2 chaînes d’attaque</a:t>
            </a:r>
          </a:p>
        </p:txBody>
      </p:sp>
      <p:pic>
        <p:nvPicPr>
          <p:cNvPr id="28" name="Image 27">
            <a:extLst>
              <a:ext uri="{FF2B5EF4-FFF2-40B4-BE49-F238E27FC236}">
                <a16:creationId xmlns:a16="http://schemas.microsoft.com/office/drawing/2014/main" id="{15FB7E26-37F4-E615-9280-9FEE700CEC9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9ECB8C69-B8AA-CEF1-B4ED-80B71A4A140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2676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9" grpId="0"/>
      <p:bldP spid="23" grpId="0" animBg="1"/>
      <p:bldP spid="24" grpId="0" animBg="1"/>
      <p:bldP spid="27"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313F5-2246-6624-E5FA-D38CFFB75F0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6DD837A-751D-01CA-A3DF-A29A60E7ACCF}"/>
              </a:ext>
            </a:extLst>
          </p:cNvPr>
          <p:cNvSpPr>
            <a:spLocks noGrp="1"/>
          </p:cNvSpPr>
          <p:nvPr>
            <p:ph type="title"/>
          </p:nvPr>
        </p:nvSpPr>
        <p:spPr/>
        <p:txBody>
          <a:bodyPr>
            <a:normAutofit fontScale="90000"/>
          </a:bodyPr>
          <a:lstStyle/>
          <a:p>
            <a:r>
              <a:rPr lang="fr-FR" dirty="0"/>
              <a:t>Exercice collégial</a:t>
            </a:r>
          </a:p>
        </p:txBody>
      </p:sp>
      <p:sp>
        <p:nvSpPr>
          <p:cNvPr id="4" name="Espace réservé de la date 3">
            <a:extLst>
              <a:ext uri="{FF2B5EF4-FFF2-40B4-BE49-F238E27FC236}">
                <a16:creationId xmlns:a16="http://schemas.microsoft.com/office/drawing/2014/main" id="{5F156F55-5A23-1B77-3D4F-27583C1E45C2}"/>
              </a:ext>
            </a:extLst>
          </p:cNvPr>
          <p:cNvSpPr>
            <a:spLocks noGrp="1"/>
          </p:cNvSpPr>
          <p:nvPr>
            <p:ph type="dt" sz="half" idx="10"/>
          </p:nvPr>
        </p:nvSpPr>
        <p:spPr/>
        <p:txBody>
          <a:bodyPr/>
          <a:lstStyle/>
          <a:p>
            <a:pPr rtl="0"/>
            <a:r>
              <a:rPr lang="fr-FR" noProof="0"/>
              <a:t>19/11/2025</a:t>
            </a:r>
            <a:endParaRPr lang="fr-FR" noProof="0" dirty="0"/>
          </a:p>
        </p:txBody>
      </p:sp>
      <p:sp>
        <p:nvSpPr>
          <p:cNvPr id="5" name="Espace réservé du pied de page 4">
            <a:extLst>
              <a:ext uri="{FF2B5EF4-FFF2-40B4-BE49-F238E27FC236}">
                <a16:creationId xmlns:a16="http://schemas.microsoft.com/office/drawing/2014/main" id="{C5438AC4-573A-BFFA-D8BD-7A178DE255C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D1F7A0D-5CE5-4276-AA52-DF2ACAAC8007}"/>
              </a:ext>
            </a:extLst>
          </p:cNvPr>
          <p:cNvSpPr>
            <a:spLocks noGrp="1"/>
          </p:cNvSpPr>
          <p:nvPr>
            <p:ph type="sldNum" sz="quarter" idx="12"/>
          </p:nvPr>
        </p:nvSpPr>
        <p:spPr/>
        <p:txBody>
          <a:bodyPr/>
          <a:lstStyle/>
          <a:p>
            <a:pPr rtl="0"/>
            <a:fld id="{294A09A9-5501-47C1-A89A-A340965A2BE2}" type="slidenum">
              <a:rPr lang="fr-FR" noProof="0" smtClean="0"/>
              <a:t>89</a:t>
            </a:fld>
            <a:endParaRPr lang="fr-FR" noProof="0"/>
          </a:p>
        </p:txBody>
      </p:sp>
      <p:sp>
        <p:nvSpPr>
          <p:cNvPr id="9" name="Espace réservé du texte 8">
            <a:extLst>
              <a:ext uri="{FF2B5EF4-FFF2-40B4-BE49-F238E27FC236}">
                <a16:creationId xmlns:a16="http://schemas.microsoft.com/office/drawing/2014/main" id="{0D19386D-6F43-BC32-7861-17829E0C8C97}"/>
              </a:ext>
            </a:extLst>
          </p:cNvPr>
          <p:cNvSpPr>
            <a:spLocks noGrp="1"/>
          </p:cNvSpPr>
          <p:nvPr>
            <p:ph type="body" sz="quarter" idx="13"/>
          </p:nvPr>
        </p:nvSpPr>
        <p:spPr/>
        <p:txBody>
          <a:bodyPr/>
          <a:lstStyle/>
          <a:p>
            <a:r>
              <a:rPr lang="fr-FR" dirty="0"/>
              <a:t>Analysez les chemins d’attaques de la source de risques</a:t>
            </a:r>
          </a:p>
        </p:txBody>
      </p:sp>
      <p:sp>
        <p:nvSpPr>
          <p:cNvPr id="3" name="Rectangle 2">
            <a:extLst>
              <a:ext uri="{FF2B5EF4-FFF2-40B4-BE49-F238E27FC236}">
                <a16:creationId xmlns:a16="http://schemas.microsoft.com/office/drawing/2014/main" id="{82561657-AA0E-87D7-7F32-39264593BC8B}"/>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2618C9C4-2967-96CE-8821-7CB5F67EE164}"/>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BECBD5B6-E8C1-7F1A-1469-C8C2AC15B5B4}"/>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pic>
        <p:nvPicPr>
          <p:cNvPr id="32" name="Image 31">
            <a:extLst>
              <a:ext uri="{FF2B5EF4-FFF2-40B4-BE49-F238E27FC236}">
                <a16:creationId xmlns:a16="http://schemas.microsoft.com/office/drawing/2014/main" id="{739797B1-2F99-0FFD-FE74-C76920252709}"/>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8" name="Rectangle : coins arrondis 37">
            <a:extLst>
              <a:ext uri="{FF2B5EF4-FFF2-40B4-BE49-F238E27FC236}">
                <a16:creationId xmlns:a16="http://schemas.microsoft.com/office/drawing/2014/main" id="{2DBCEB32-3501-0376-69F9-533CE5CF9B3F}"/>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804D3319-C76A-1265-A07B-F21914131038}"/>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E4C8F7A3-238D-0682-B542-6AE7CB7112B0}"/>
              </a:ext>
            </a:extLst>
          </p:cNvPr>
          <p:cNvPicPr>
            <a:picLocks noChangeAspect="1"/>
          </p:cNvPicPr>
          <p:nvPr/>
        </p:nvPicPr>
        <p:blipFill>
          <a:blip r:embed="rId3"/>
          <a:stretch>
            <a:fillRect/>
          </a:stretch>
        </p:blipFill>
        <p:spPr>
          <a:xfrm>
            <a:off x="8768853" y="3710048"/>
            <a:ext cx="1322708" cy="1233336"/>
          </a:xfrm>
          <a:prstGeom prst="rect">
            <a:avLst/>
          </a:prstGeom>
        </p:spPr>
      </p:pic>
      <p:sp>
        <p:nvSpPr>
          <p:cNvPr id="48" name="Rectangle 47">
            <a:extLst>
              <a:ext uri="{FF2B5EF4-FFF2-40B4-BE49-F238E27FC236}">
                <a16:creationId xmlns:a16="http://schemas.microsoft.com/office/drawing/2014/main" id="{4CF3F8A1-694C-2312-90A9-064AEE27E02B}"/>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1B3DC357-ABA4-FCA7-89C3-E6962AAEF035}"/>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211767F3-6875-E5B9-10E0-E831243FE636}"/>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5BE25564-95BE-8F4A-BE93-9ACBF78DB74B}"/>
              </a:ext>
            </a:extLst>
          </p:cNvPr>
          <p:cNvPicPr>
            <a:picLocks noChangeAspect="1"/>
          </p:cNvPicPr>
          <p:nvPr/>
        </p:nvPicPr>
        <p:blipFill>
          <a:blip r:embed="rId4"/>
          <a:stretch>
            <a:fillRect/>
          </a:stretch>
        </p:blipFill>
        <p:spPr>
          <a:xfrm>
            <a:off x="7423449" y="1600342"/>
            <a:ext cx="999575" cy="552396"/>
          </a:xfrm>
          <a:prstGeom prst="rect">
            <a:avLst/>
          </a:prstGeom>
        </p:spPr>
      </p:pic>
      <p:pic>
        <p:nvPicPr>
          <p:cNvPr id="54" name="Image 53">
            <a:extLst>
              <a:ext uri="{FF2B5EF4-FFF2-40B4-BE49-F238E27FC236}">
                <a16:creationId xmlns:a16="http://schemas.microsoft.com/office/drawing/2014/main" id="{CE06C219-545E-0642-5862-4CC72D747598}"/>
              </a:ext>
            </a:extLst>
          </p:cNvPr>
          <p:cNvPicPr>
            <a:picLocks noChangeAspect="1"/>
          </p:cNvPicPr>
          <p:nvPr/>
        </p:nvPicPr>
        <p:blipFill>
          <a:blip r:embed="rId5"/>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19999AF-7A7A-4BBE-6EFC-773E108212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89408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500"/>
                                        <p:tgtEl>
                                          <p:spTgt spid="39"/>
                                        </p:tgtEl>
                                      </p:cBhvr>
                                    </p:animEffect>
                                  </p:childTnLst>
                                </p:cTn>
                              </p:par>
                              <p:par>
                                <p:cTn id="22" presetID="10" presetClass="entr" presetSubtype="0" fill="hold" nodeType="withEffect">
                                  <p:stCondLst>
                                    <p:cond delay="0"/>
                                  </p:stCondLst>
                                  <p:childTnLst>
                                    <p:set>
                                      <p:cBhvr>
                                        <p:cTn id="23" dur="1" fill="hold">
                                          <p:stCondLst>
                                            <p:cond delay="0"/>
                                          </p:stCondLst>
                                        </p:cTn>
                                        <p:tgtEl>
                                          <p:spTgt spid="45"/>
                                        </p:tgtEl>
                                        <p:attrNameLst>
                                          <p:attrName>style.visibility</p:attrName>
                                        </p:attrNameLst>
                                      </p:cBhvr>
                                      <p:to>
                                        <p:strVal val="visible"/>
                                      </p:to>
                                    </p:set>
                                    <p:animEffect transition="in" filter="fade">
                                      <p:cBhvr>
                                        <p:cTn id="24" dur="500"/>
                                        <p:tgtEl>
                                          <p:spTgt spid="4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38" grpId="0" animBg="1"/>
      <p:bldP spid="39"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3B611-8416-328C-B83D-10017D7823D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5A149B-001A-6C0D-CE61-9B9C05C048AB}"/>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14C676B6-6645-9C67-9451-B2AF00DE9D26}"/>
              </a:ext>
            </a:extLst>
          </p:cNvPr>
          <p:cNvSpPr>
            <a:spLocks noGrp="1"/>
          </p:cNvSpPr>
          <p:nvPr>
            <p:ph type="dt" sz="half" idx="10"/>
          </p:nvPr>
        </p:nvSpPr>
        <p:spPr/>
        <p:txBody>
          <a:bodyPr/>
          <a:lstStyle/>
          <a:p>
            <a:pPr rtl="0"/>
            <a:r>
              <a:rPr lang="fr-FR" noProof="0"/>
              <a:t>19/11/2025</a:t>
            </a:r>
            <a:endParaRPr lang="fr-FR" noProof="0" dirty="0"/>
          </a:p>
        </p:txBody>
      </p:sp>
      <p:sp>
        <p:nvSpPr>
          <p:cNvPr id="5" name="Espace réservé du pied de page 4">
            <a:extLst>
              <a:ext uri="{FF2B5EF4-FFF2-40B4-BE49-F238E27FC236}">
                <a16:creationId xmlns:a16="http://schemas.microsoft.com/office/drawing/2014/main" id="{CD6C48F3-638A-ADA0-B173-93879BB82EF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55D3DD5-F644-7CFB-C6DC-1255B114ADF4}"/>
              </a:ext>
            </a:extLst>
          </p:cNvPr>
          <p:cNvSpPr>
            <a:spLocks noGrp="1"/>
          </p:cNvSpPr>
          <p:nvPr>
            <p:ph type="sldNum" sz="quarter" idx="12"/>
          </p:nvPr>
        </p:nvSpPr>
        <p:spPr/>
        <p:txBody>
          <a:bodyPr/>
          <a:lstStyle/>
          <a:p>
            <a:pPr rtl="0"/>
            <a:fld id="{294A09A9-5501-47C1-A89A-A340965A2BE2}" type="slidenum">
              <a:rPr lang="fr-FR" noProof="0" smtClean="0"/>
              <a:t>90</a:t>
            </a:fld>
            <a:endParaRPr lang="fr-FR" noProof="0"/>
          </a:p>
        </p:txBody>
      </p:sp>
      <p:sp>
        <p:nvSpPr>
          <p:cNvPr id="3" name="Rectangle 2">
            <a:extLst>
              <a:ext uri="{FF2B5EF4-FFF2-40B4-BE49-F238E27FC236}">
                <a16:creationId xmlns:a16="http://schemas.microsoft.com/office/drawing/2014/main" id="{EFD43319-CD7D-BD44-F366-F48366D4A435}"/>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8D9D556F-E51B-B9E8-E196-4FF0F29C3B56}"/>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3B46D668-60C7-CF1A-756F-A2E7CB5CFFEB}"/>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grpSp>
        <p:nvGrpSpPr>
          <p:cNvPr id="8" name="Groupe 7">
            <a:extLst>
              <a:ext uri="{FF2B5EF4-FFF2-40B4-BE49-F238E27FC236}">
                <a16:creationId xmlns:a16="http://schemas.microsoft.com/office/drawing/2014/main" id="{9C13FE24-764C-B50B-6357-AF6E2DB0733C}"/>
              </a:ext>
            </a:extLst>
          </p:cNvPr>
          <p:cNvGrpSpPr/>
          <p:nvPr/>
        </p:nvGrpSpPr>
        <p:grpSpPr>
          <a:xfrm>
            <a:off x="3264451" y="3064708"/>
            <a:ext cx="6110211" cy="585466"/>
            <a:chOff x="3264451" y="3186628"/>
            <a:chExt cx="6110211" cy="585466"/>
          </a:xfrm>
        </p:grpSpPr>
        <p:sp>
          <p:nvSpPr>
            <p:cNvPr id="30" name="Forme libre 20">
              <a:extLst>
                <a:ext uri="{FF2B5EF4-FFF2-40B4-BE49-F238E27FC236}">
                  <a16:creationId xmlns:a16="http://schemas.microsoft.com/office/drawing/2014/main" id="{14829A76-05CD-B124-AE1F-038060800318}"/>
                </a:ext>
              </a:extLst>
            </p:cNvPr>
            <p:cNvSpPr/>
            <p:nvPr/>
          </p:nvSpPr>
          <p:spPr>
            <a:xfrm>
              <a:off x="3264451" y="3433827"/>
              <a:ext cx="6110211"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1" name="Ellipse 30">
              <a:extLst>
                <a:ext uri="{FF2B5EF4-FFF2-40B4-BE49-F238E27FC236}">
                  <a16:creationId xmlns:a16="http://schemas.microsoft.com/office/drawing/2014/main" id="{C7EC2717-3FAF-5458-7A17-0C6732FEA698}"/>
                </a:ext>
              </a:extLst>
            </p:cNvPr>
            <p:cNvSpPr>
              <a:spLocks noChangeAspect="1"/>
            </p:cNvSpPr>
            <p:nvPr/>
          </p:nvSpPr>
          <p:spPr>
            <a:xfrm>
              <a:off x="4541124" y="318662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grpSp>
      <p:pic>
        <p:nvPicPr>
          <p:cNvPr id="32" name="Image 31">
            <a:extLst>
              <a:ext uri="{FF2B5EF4-FFF2-40B4-BE49-F238E27FC236}">
                <a16:creationId xmlns:a16="http://schemas.microsoft.com/office/drawing/2014/main" id="{B51EA99B-C82A-D706-867D-6935A3468C6E}"/>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3" name="Rectangle 32">
            <a:extLst>
              <a:ext uri="{FF2B5EF4-FFF2-40B4-BE49-F238E27FC236}">
                <a16:creationId xmlns:a16="http://schemas.microsoft.com/office/drawing/2014/main" id="{B7BE111E-3148-8544-5B65-B536444EDD73}"/>
              </a:ext>
            </a:extLst>
          </p:cNvPr>
          <p:cNvSpPr/>
          <p:nvPr/>
        </p:nvSpPr>
        <p:spPr>
          <a:xfrm>
            <a:off x="1871133" y="5271227"/>
            <a:ext cx="2755795" cy="338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600" dirty="0">
              <a:solidFill>
                <a:srgbClr val="252525"/>
              </a:solidFill>
              <a:latin typeface="Segoe UI" panose="020B0502040204020203" pitchFamily="34" charset="0"/>
              <a:cs typeface="Segoe UI" panose="020B0502040204020203" pitchFamily="34" charset="0"/>
            </a:endParaRPr>
          </a:p>
        </p:txBody>
      </p:sp>
      <p:sp>
        <p:nvSpPr>
          <p:cNvPr id="34" name="Rectangle 33">
            <a:extLst>
              <a:ext uri="{FF2B5EF4-FFF2-40B4-BE49-F238E27FC236}">
                <a16:creationId xmlns:a16="http://schemas.microsoft.com/office/drawing/2014/main" id="{C2193CA1-0B39-2482-BC9B-8A8020C0BFE2}"/>
              </a:ext>
            </a:extLst>
          </p:cNvPr>
          <p:cNvSpPr/>
          <p:nvPr/>
        </p:nvSpPr>
        <p:spPr>
          <a:xfrm>
            <a:off x="8015058" y="5116927"/>
            <a:ext cx="2734215" cy="42178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467" dirty="0">
              <a:solidFill>
                <a:schemeClr val="bg1"/>
              </a:solidFill>
              <a:latin typeface="Segoe UI" panose="020B0502040204020203" pitchFamily="34"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14B0FB17-3ADF-722A-67DA-C7E3913192EB}"/>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BF244117-0D90-8E65-CCF0-6CF977B17CC4}"/>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6EA23CDB-6368-AD19-CDCA-FF43AF8EB2AE}"/>
              </a:ext>
            </a:extLst>
          </p:cNvPr>
          <p:cNvPicPr>
            <a:picLocks noChangeAspect="1"/>
          </p:cNvPicPr>
          <p:nvPr/>
        </p:nvPicPr>
        <p:blipFill>
          <a:blip r:embed="rId3"/>
          <a:stretch>
            <a:fillRect/>
          </a:stretch>
        </p:blipFill>
        <p:spPr>
          <a:xfrm>
            <a:off x="8768853" y="3710048"/>
            <a:ext cx="1322708" cy="1233336"/>
          </a:xfrm>
          <a:prstGeom prst="rect">
            <a:avLst/>
          </a:prstGeom>
        </p:spPr>
      </p:pic>
      <p:grpSp>
        <p:nvGrpSpPr>
          <p:cNvPr id="9" name="Groupe 8">
            <a:extLst>
              <a:ext uri="{FF2B5EF4-FFF2-40B4-BE49-F238E27FC236}">
                <a16:creationId xmlns:a16="http://schemas.microsoft.com/office/drawing/2014/main" id="{163681B7-D908-B00C-3E66-8D9E3FE1CC16}"/>
              </a:ext>
            </a:extLst>
          </p:cNvPr>
          <p:cNvGrpSpPr/>
          <p:nvPr/>
        </p:nvGrpSpPr>
        <p:grpSpPr>
          <a:xfrm>
            <a:off x="3682314" y="3433014"/>
            <a:ext cx="3804055" cy="1521605"/>
            <a:chOff x="3682314" y="3554934"/>
            <a:chExt cx="3804055" cy="1521605"/>
          </a:xfrm>
        </p:grpSpPr>
        <p:cxnSp>
          <p:nvCxnSpPr>
            <p:cNvPr id="29" name="Connecteur droit avec flèche 28">
              <a:extLst>
                <a:ext uri="{FF2B5EF4-FFF2-40B4-BE49-F238E27FC236}">
                  <a16:creationId xmlns:a16="http://schemas.microsoft.com/office/drawing/2014/main" id="{2CF1C561-C80B-1C8F-076F-B1662F13F388}"/>
                </a:ext>
              </a:extLst>
            </p:cNvPr>
            <p:cNvCxnSpPr>
              <a:cxnSpLocks/>
            </p:cNvCxnSpPr>
            <p:nvPr/>
          </p:nvCxnSpPr>
          <p:spPr>
            <a:xfrm>
              <a:off x="3682314" y="4369620"/>
              <a:ext cx="2150076"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35" name="Image 34">
              <a:extLst>
                <a:ext uri="{FF2B5EF4-FFF2-40B4-BE49-F238E27FC236}">
                  <a16:creationId xmlns:a16="http://schemas.microsoft.com/office/drawing/2014/main" id="{7F78ED1D-2727-DAEA-D014-26CB1DC9B35D}"/>
                </a:ext>
              </a:extLst>
            </p:cNvPr>
            <p:cNvPicPr>
              <a:picLocks noChangeAspect="1"/>
            </p:cNvPicPr>
            <p:nvPr/>
          </p:nvPicPr>
          <p:blipFill>
            <a:blip r:embed="rId4"/>
            <a:stretch>
              <a:fillRect/>
            </a:stretch>
          </p:blipFill>
          <p:spPr>
            <a:xfrm>
              <a:off x="5589548" y="3625509"/>
              <a:ext cx="815445" cy="1054112"/>
            </a:xfrm>
            <a:prstGeom prst="rect">
              <a:avLst/>
            </a:prstGeom>
          </p:spPr>
        </p:pic>
        <p:pic>
          <p:nvPicPr>
            <p:cNvPr id="37" name="Image 36">
              <a:extLst>
                <a:ext uri="{FF2B5EF4-FFF2-40B4-BE49-F238E27FC236}">
                  <a16:creationId xmlns:a16="http://schemas.microsoft.com/office/drawing/2014/main" id="{69A29666-72CE-7C36-3975-E0FC8AB1131A}"/>
                </a:ext>
              </a:extLst>
            </p:cNvPr>
            <p:cNvPicPr>
              <a:picLocks noChangeAspect="1"/>
            </p:cNvPicPr>
            <p:nvPr/>
          </p:nvPicPr>
          <p:blipFill>
            <a:blip r:embed="rId5"/>
            <a:stretch>
              <a:fillRect/>
            </a:stretch>
          </p:blipFill>
          <p:spPr>
            <a:xfrm>
              <a:off x="6523113" y="3554934"/>
              <a:ext cx="926276" cy="510039"/>
            </a:xfrm>
            <a:prstGeom prst="rect">
              <a:avLst/>
            </a:prstGeom>
          </p:spPr>
        </p:pic>
        <p:sp>
          <p:nvSpPr>
            <p:cNvPr id="43" name="Rectangle : coins arrondis 42">
              <a:extLst>
                <a:ext uri="{FF2B5EF4-FFF2-40B4-BE49-F238E27FC236}">
                  <a16:creationId xmlns:a16="http://schemas.microsoft.com/office/drawing/2014/main" id="{05B74FC4-EE8D-04B2-C6AD-1E6FFCD0E589}"/>
                </a:ext>
              </a:extLst>
            </p:cNvPr>
            <p:cNvSpPr/>
            <p:nvPr/>
          </p:nvSpPr>
          <p:spPr>
            <a:xfrm>
              <a:off x="5353216" y="4738272"/>
              <a:ext cx="19200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Laboratoire (P3)</a:t>
              </a:r>
            </a:p>
          </p:txBody>
        </p:sp>
        <p:sp>
          <p:nvSpPr>
            <p:cNvPr id="44" name="Rectangle 43">
              <a:extLst>
                <a:ext uri="{FF2B5EF4-FFF2-40B4-BE49-F238E27FC236}">
                  <a16:creationId xmlns:a16="http://schemas.microsoft.com/office/drawing/2014/main" id="{EF22E2DD-4783-C267-9B62-AF4B4E532D5F}"/>
                </a:ext>
              </a:extLst>
            </p:cNvPr>
            <p:cNvSpPr/>
            <p:nvPr/>
          </p:nvSpPr>
          <p:spPr>
            <a:xfrm>
              <a:off x="6486129" y="419493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200" i="1" dirty="0">
                  <a:solidFill>
                    <a:srgbClr val="252525"/>
                  </a:solidFill>
                  <a:latin typeface="+mj-lt"/>
                  <a:cs typeface="Segoe UI" panose="020B0502040204020203" pitchFamily="34" charset="0"/>
                </a:rPr>
                <a:t>Une partie des informations de R&amp;D</a:t>
              </a:r>
            </a:p>
          </p:txBody>
        </p:sp>
        <p:sp>
          <p:nvSpPr>
            <p:cNvPr id="46" name="Ellipse 45">
              <a:extLst>
                <a:ext uri="{FF2B5EF4-FFF2-40B4-BE49-F238E27FC236}">
                  <a16:creationId xmlns:a16="http://schemas.microsoft.com/office/drawing/2014/main" id="{BC30AB59-0119-BDA4-98E3-E4EF23B4BD17}"/>
                </a:ext>
              </a:extLst>
            </p:cNvPr>
            <p:cNvSpPr>
              <a:spLocks noChangeAspect="1"/>
            </p:cNvSpPr>
            <p:nvPr/>
          </p:nvSpPr>
          <p:spPr>
            <a:xfrm>
              <a:off x="4551212" y="4130054"/>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grpSp>
      <p:grpSp>
        <p:nvGrpSpPr>
          <p:cNvPr id="10" name="Groupe 9">
            <a:extLst>
              <a:ext uri="{FF2B5EF4-FFF2-40B4-BE49-F238E27FC236}">
                <a16:creationId xmlns:a16="http://schemas.microsoft.com/office/drawing/2014/main" id="{084B76B9-19A7-49B9-2996-BF9702672736}"/>
              </a:ext>
            </a:extLst>
          </p:cNvPr>
          <p:cNvGrpSpPr/>
          <p:nvPr/>
        </p:nvGrpSpPr>
        <p:grpSpPr>
          <a:xfrm>
            <a:off x="3264451" y="5151535"/>
            <a:ext cx="6118363" cy="1104624"/>
            <a:chOff x="3264451" y="5273455"/>
            <a:chExt cx="6118363" cy="1104624"/>
          </a:xfrm>
        </p:grpSpPr>
        <p:pic>
          <p:nvPicPr>
            <p:cNvPr id="36" name="Image 35">
              <a:extLst>
                <a:ext uri="{FF2B5EF4-FFF2-40B4-BE49-F238E27FC236}">
                  <a16:creationId xmlns:a16="http://schemas.microsoft.com/office/drawing/2014/main" id="{AF7BCA2C-FFF4-4B15-BECC-959A8B45A8BF}"/>
                </a:ext>
              </a:extLst>
            </p:cNvPr>
            <p:cNvPicPr>
              <a:picLocks noChangeAspect="1"/>
            </p:cNvPicPr>
            <p:nvPr/>
          </p:nvPicPr>
          <p:blipFill>
            <a:blip r:embed="rId6"/>
            <a:stretch>
              <a:fillRect/>
            </a:stretch>
          </p:blipFill>
          <p:spPr>
            <a:xfrm>
              <a:off x="5960541" y="5273455"/>
              <a:ext cx="705353" cy="542131"/>
            </a:xfrm>
            <a:prstGeom prst="rect">
              <a:avLst/>
            </a:prstGeom>
          </p:spPr>
        </p:pic>
        <p:sp>
          <p:nvSpPr>
            <p:cNvPr id="40" name="Rectangle : coins arrondis 39">
              <a:extLst>
                <a:ext uri="{FF2B5EF4-FFF2-40B4-BE49-F238E27FC236}">
                  <a16:creationId xmlns:a16="http://schemas.microsoft.com/office/drawing/2014/main" id="{7D8F7D65-B8B1-C599-2E40-9D93B036D530}"/>
                </a:ext>
              </a:extLst>
            </p:cNvPr>
            <p:cNvSpPr/>
            <p:nvPr/>
          </p:nvSpPr>
          <p:spPr>
            <a:xfrm>
              <a:off x="5304786" y="5862406"/>
              <a:ext cx="2016861" cy="515673"/>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Prestataire</a:t>
              </a:r>
            </a:p>
            <a:p>
              <a:pPr algn="ctr"/>
              <a:r>
                <a:rPr lang="fr-FR" sz="1400" dirty="0">
                  <a:solidFill>
                    <a:schemeClr val="bg1"/>
                  </a:solidFill>
                  <a:latin typeface="+mj-lt"/>
                  <a:cs typeface="Segoe UI" panose="020B0502040204020203" pitchFamily="34" charset="0"/>
                </a:rPr>
                <a:t>informatique (F3)</a:t>
              </a:r>
            </a:p>
          </p:txBody>
        </p:sp>
        <p:sp>
          <p:nvSpPr>
            <p:cNvPr id="41" name="Forme libre 45">
              <a:extLst>
                <a:ext uri="{FF2B5EF4-FFF2-40B4-BE49-F238E27FC236}">
                  <a16:creationId xmlns:a16="http://schemas.microsoft.com/office/drawing/2014/main" id="{B47EAEAC-E5EC-A453-67A7-D569499FB375}"/>
                </a:ext>
              </a:extLst>
            </p:cNvPr>
            <p:cNvSpPr/>
            <p:nvPr/>
          </p:nvSpPr>
          <p:spPr>
            <a:xfrm>
              <a:off x="7322427" y="5451122"/>
              <a:ext cx="2060387" cy="683220"/>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2" name="Forme libre 46">
              <a:extLst>
                <a:ext uri="{FF2B5EF4-FFF2-40B4-BE49-F238E27FC236}">
                  <a16:creationId xmlns:a16="http://schemas.microsoft.com/office/drawing/2014/main" id="{E06F3758-E027-68E8-74B3-A08F32944098}"/>
                </a:ext>
              </a:extLst>
            </p:cNvPr>
            <p:cNvSpPr/>
            <p:nvPr/>
          </p:nvSpPr>
          <p:spPr>
            <a:xfrm flipH="1">
              <a:off x="3264451" y="5410807"/>
              <a:ext cx="2048471" cy="701772"/>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7" name="Ellipse 46">
              <a:extLst>
                <a:ext uri="{FF2B5EF4-FFF2-40B4-BE49-F238E27FC236}">
                  <a16:creationId xmlns:a16="http://schemas.microsoft.com/office/drawing/2014/main" id="{EAE5655A-41AA-EA17-1100-696BACB29F02}"/>
                </a:ext>
              </a:extLst>
            </p:cNvPr>
            <p:cNvSpPr>
              <a:spLocks noChangeAspect="1"/>
            </p:cNvSpPr>
            <p:nvPr/>
          </p:nvSpPr>
          <p:spPr>
            <a:xfrm>
              <a:off x="4551212" y="5873012"/>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3</a:t>
              </a:r>
            </a:p>
          </p:txBody>
        </p:sp>
      </p:grpSp>
      <p:sp>
        <p:nvSpPr>
          <p:cNvPr id="48" name="Rectangle 47">
            <a:extLst>
              <a:ext uri="{FF2B5EF4-FFF2-40B4-BE49-F238E27FC236}">
                <a16:creationId xmlns:a16="http://schemas.microsoft.com/office/drawing/2014/main" id="{92A7EEA2-2D6F-B2E4-71EF-C23042152860}"/>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74867575-D868-64A0-D504-D2D7ECD988E9}"/>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485C03AA-5286-98FA-B76D-2DF9785F68BF}"/>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E04F7249-D967-8FB0-2AFD-DC2F281F7776}"/>
              </a:ext>
            </a:extLst>
          </p:cNvPr>
          <p:cNvPicPr>
            <a:picLocks noChangeAspect="1"/>
          </p:cNvPicPr>
          <p:nvPr/>
        </p:nvPicPr>
        <p:blipFill>
          <a:blip r:embed="rId7"/>
          <a:stretch>
            <a:fillRect/>
          </a:stretch>
        </p:blipFill>
        <p:spPr>
          <a:xfrm>
            <a:off x="7423449" y="1600342"/>
            <a:ext cx="999575" cy="552396"/>
          </a:xfrm>
          <a:prstGeom prst="rect">
            <a:avLst/>
          </a:prstGeom>
        </p:spPr>
      </p:pic>
      <p:sp>
        <p:nvSpPr>
          <p:cNvPr id="53" name="Organigramme : Alternative 52">
            <a:extLst>
              <a:ext uri="{FF2B5EF4-FFF2-40B4-BE49-F238E27FC236}">
                <a16:creationId xmlns:a16="http://schemas.microsoft.com/office/drawing/2014/main" id="{8593D476-BB09-F736-EDF0-D9A68B6C162E}"/>
              </a:ext>
            </a:extLst>
          </p:cNvPr>
          <p:cNvSpPr/>
          <p:nvPr/>
        </p:nvSpPr>
        <p:spPr>
          <a:xfrm>
            <a:off x="8915741" y="1540031"/>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3 chemins d’attaque</a:t>
            </a:r>
          </a:p>
        </p:txBody>
      </p:sp>
      <p:pic>
        <p:nvPicPr>
          <p:cNvPr id="54" name="Image 53">
            <a:extLst>
              <a:ext uri="{FF2B5EF4-FFF2-40B4-BE49-F238E27FC236}">
                <a16:creationId xmlns:a16="http://schemas.microsoft.com/office/drawing/2014/main" id="{082DCE01-BDE8-E36C-FD08-B43995DB91C8}"/>
              </a:ext>
            </a:extLst>
          </p:cNvPr>
          <p:cNvPicPr>
            <a:picLocks noChangeAspect="1"/>
          </p:cNvPicPr>
          <p:nvPr/>
        </p:nvPicPr>
        <p:blipFill>
          <a:blip r:embed="rId8"/>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9F157681-0D7E-C68E-FC7A-7A0A9C4BC93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09534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98D8F-8BCA-FBDC-7726-B7711B4896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04E596-A55E-3B7F-D6EB-8FA93266F229}"/>
              </a:ext>
            </a:extLst>
          </p:cNvPr>
          <p:cNvSpPr>
            <a:spLocks noGrp="1"/>
          </p:cNvSpPr>
          <p:nvPr>
            <p:ph type="title"/>
          </p:nvPr>
        </p:nvSpPr>
        <p:spPr/>
        <p:txBody>
          <a:bodyPr>
            <a:normAutofit fontScale="90000"/>
          </a:bodyPr>
          <a:lstStyle/>
          <a:p>
            <a:r>
              <a:rPr lang="fr-FR" sz="4900" dirty="0"/>
              <a:t>Mesures</a:t>
            </a:r>
            <a:endParaRPr lang="fr-FR" dirty="0"/>
          </a:p>
        </p:txBody>
      </p:sp>
      <p:sp>
        <p:nvSpPr>
          <p:cNvPr id="3" name="Espace réservé du contenu 2">
            <a:extLst>
              <a:ext uri="{FF2B5EF4-FFF2-40B4-BE49-F238E27FC236}">
                <a16:creationId xmlns:a16="http://schemas.microsoft.com/office/drawing/2014/main" id="{3F94679F-EEE7-0E39-E407-A88813AB330B}"/>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l’exposition</a:t>
            </a:r>
          </a:p>
          <a:p>
            <a:pPr lvl="2"/>
            <a:r>
              <a:rPr lang="fr-FR" dirty="0"/>
              <a:t>Réduire la dépendance : interroger les choix de partenaires, identifier des substitutions</a:t>
            </a:r>
          </a:p>
          <a:p>
            <a:pPr lvl="2"/>
            <a:r>
              <a:rPr lang="fr-FR" dirty="0"/>
              <a:t>Réduire la pénétration : réduire les droits, réduire les données traitées, internaliser, etc.</a:t>
            </a:r>
          </a:p>
          <a:p>
            <a:pPr lvl="1"/>
            <a:r>
              <a:rPr lang="fr-FR" dirty="0"/>
              <a:t>Agir sur la fiabilité cyber</a:t>
            </a:r>
          </a:p>
          <a:p>
            <a:pPr lvl="2"/>
            <a:r>
              <a:rPr lang="fr-FR" dirty="0"/>
              <a:t>Améliorer la maturité cyber : imposer des règles (ex : clauses types dans les contrats), aider à progresser / vérifier la sécurité (ex : questionnaire, audit, sensibilisation), etc.</a:t>
            </a:r>
          </a:p>
          <a:p>
            <a:pPr lvl="2"/>
            <a:r>
              <a:rPr lang="fr-FR" dirty="0"/>
              <a:t>Améliorer la confiance : demander des garanties (ex : certification), changer de partenaire</a:t>
            </a:r>
          </a:p>
          <a:p>
            <a:pPr lvl="2"/>
            <a:endParaRPr lang="fr-FR" dirty="0"/>
          </a:p>
        </p:txBody>
      </p:sp>
      <p:sp>
        <p:nvSpPr>
          <p:cNvPr id="5" name="Espace réservé du pied de page 4">
            <a:extLst>
              <a:ext uri="{FF2B5EF4-FFF2-40B4-BE49-F238E27FC236}">
                <a16:creationId xmlns:a16="http://schemas.microsoft.com/office/drawing/2014/main" id="{E8CBA0B2-CE0A-E1A7-EFB3-B41534139008}"/>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61731B4-2E0D-37BE-A350-F07B07EB1F52}"/>
              </a:ext>
            </a:extLst>
          </p:cNvPr>
          <p:cNvSpPr>
            <a:spLocks noGrp="1"/>
          </p:cNvSpPr>
          <p:nvPr>
            <p:ph type="sldNum" sz="quarter" idx="12"/>
          </p:nvPr>
        </p:nvSpPr>
        <p:spPr/>
        <p:txBody>
          <a:bodyPr/>
          <a:lstStyle/>
          <a:p>
            <a:pPr rtl="0"/>
            <a:fld id="{294A09A9-5501-47C1-A89A-A340965A2BE2}" type="slidenum">
              <a:rPr lang="fr-FR" noProof="0" smtClean="0"/>
              <a:t>91</a:t>
            </a:fld>
            <a:endParaRPr lang="fr-FR" noProof="0"/>
          </a:p>
        </p:txBody>
      </p:sp>
      <p:sp>
        <p:nvSpPr>
          <p:cNvPr id="4" name="Espace réservé de la date 3">
            <a:extLst>
              <a:ext uri="{FF2B5EF4-FFF2-40B4-BE49-F238E27FC236}">
                <a16:creationId xmlns:a16="http://schemas.microsoft.com/office/drawing/2014/main" id="{531FF7A3-F026-C70E-8C91-97A0ECD8825B}"/>
              </a:ext>
            </a:extLst>
          </p:cNvPr>
          <p:cNvSpPr>
            <a:spLocks noGrp="1"/>
          </p:cNvSpPr>
          <p:nvPr>
            <p:ph type="dt" sz="half" idx="10"/>
          </p:nvPr>
        </p:nvSpPr>
        <p:spPr/>
        <p:txBody>
          <a:bodyPr/>
          <a:lstStyle/>
          <a:p>
            <a:pPr rtl="0"/>
            <a:r>
              <a:rPr lang="fr-FR" noProof="0"/>
              <a:t>19/11/2025</a:t>
            </a:r>
          </a:p>
        </p:txBody>
      </p:sp>
      <p:sp>
        <p:nvSpPr>
          <p:cNvPr id="10" name="Espace réservé du texte 9">
            <a:extLst>
              <a:ext uri="{FF2B5EF4-FFF2-40B4-BE49-F238E27FC236}">
                <a16:creationId xmlns:a16="http://schemas.microsoft.com/office/drawing/2014/main" id="{46416AF7-48FA-0B0D-0630-D93BCCBE0BF3}"/>
              </a:ext>
            </a:extLst>
          </p:cNvPr>
          <p:cNvSpPr>
            <a:spLocks noGrp="1"/>
          </p:cNvSpPr>
          <p:nvPr>
            <p:ph type="body" sz="quarter" idx="13"/>
          </p:nvPr>
        </p:nvSpPr>
        <p:spPr/>
        <p:txBody>
          <a:bodyPr/>
          <a:lstStyle/>
          <a:p>
            <a:r>
              <a:rPr lang="fr-FR" dirty="0"/>
              <a:t>Peut-on déterminer des mesures sur les parties prenantes ?</a:t>
            </a:r>
          </a:p>
        </p:txBody>
      </p:sp>
      <p:pic>
        <p:nvPicPr>
          <p:cNvPr id="7" name="Image 6">
            <a:extLst>
              <a:ext uri="{FF2B5EF4-FFF2-40B4-BE49-F238E27FC236}">
                <a16:creationId xmlns:a16="http://schemas.microsoft.com/office/drawing/2014/main" id="{822BD73C-392E-4C1A-D6E1-65E78B237FD0}"/>
              </a:ext>
            </a:extLst>
          </p:cNvPr>
          <p:cNvPicPr>
            <a:picLocks noChangeAspect="1"/>
          </p:cNvPicPr>
          <p:nvPr/>
        </p:nvPicPr>
        <p:blipFill>
          <a:blip r:embed="rId3">
            <a:extLst>
              <a:ext uri="{BEBA8EAE-BF5A-486C-A8C5-ECC9F3942E4B}">
                <a14:imgProps xmlns:a14="http://schemas.microsoft.com/office/drawing/2010/main">
                  <a14:imgLayer r:embed="rId4">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62ABC658-CFC0-F6A8-4D99-88541E5B21D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935F898F-AC31-282F-BFEB-61B9AB1051D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978239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2690-208A-AE66-277C-AABEF5BFAF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FB30CCA-2EA4-5C1E-73CC-345C4F5DAC2B}"/>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E1856432-1DFE-C814-DC06-80EEC63363DC}"/>
              </a:ext>
            </a:extLst>
          </p:cNvPr>
          <p:cNvSpPr>
            <a:spLocks noGrp="1"/>
          </p:cNvSpPr>
          <p:nvPr>
            <p:ph type="dt" sz="half" idx="10"/>
          </p:nvPr>
        </p:nvSpPr>
        <p:spPr/>
        <p:txBody>
          <a:bodyPr/>
          <a:lstStyle/>
          <a:p>
            <a:pPr rtl="0"/>
            <a:r>
              <a:rPr lang="fr-FR" noProof="0"/>
              <a:t>19/11/2025</a:t>
            </a:r>
            <a:endParaRPr lang="fr-FR" noProof="0" dirty="0"/>
          </a:p>
        </p:txBody>
      </p:sp>
      <p:sp>
        <p:nvSpPr>
          <p:cNvPr id="5" name="Espace réservé du pied de page 4">
            <a:extLst>
              <a:ext uri="{FF2B5EF4-FFF2-40B4-BE49-F238E27FC236}">
                <a16:creationId xmlns:a16="http://schemas.microsoft.com/office/drawing/2014/main" id="{08C82E4F-E118-981C-4439-53D959708B1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8B871583-1A07-2484-F2AC-8F42D58ECE78}"/>
              </a:ext>
            </a:extLst>
          </p:cNvPr>
          <p:cNvSpPr>
            <a:spLocks noGrp="1"/>
          </p:cNvSpPr>
          <p:nvPr>
            <p:ph type="sldNum" sz="quarter" idx="12"/>
          </p:nvPr>
        </p:nvSpPr>
        <p:spPr/>
        <p:txBody>
          <a:bodyPr/>
          <a:lstStyle/>
          <a:p>
            <a:pPr rtl="0"/>
            <a:fld id="{294A09A9-5501-47C1-A89A-A340965A2BE2}" type="slidenum">
              <a:rPr lang="fr-FR" noProof="0" smtClean="0"/>
              <a:t>92</a:t>
            </a:fld>
            <a:endParaRPr lang="fr-FR" noProof="0"/>
          </a:p>
        </p:txBody>
      </p:sp>
      <p:pic>
        <p:nvPicPr>
          <p:cNvPr id="28" name="Image 27">
            <a:extLst>
              <a:ext uri="{FF2B5EF4-FFF2-40B4-BE49-F238E27FC236}">
                <a16:creationId xmlns:a16="http://schemas.microsoft.com/office/drawing/2014/main" id="{0EFA4191-2FD2-F990-FD9D-9B745B53E4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graphicFrame>
        <p:nvGraphicFramePr>
          <p:cNvPr id="3" name="Tableau 2">
            <a:extLst>
              <a:ext uri="{FF2B5EF4-FFF2-40B4-BE49-F238E27FC236}">
                <a16:creationId xmlns:a16="http://schemas.microsoft.com/office/drawing/2014/main" id="{98C4D67A-C4DC-B5B0-6B02-1C1B20056AF7}"/>
              </a:ext>
            </a:extLst>
          </p:cNvPr>
          <p:cNvGraphicFramePr>
            <a:graphicFrameLocks noGrp="1"/>
          </p:cNvGraphicFramePr>
          <p:nvPr>
            <p:extLst>
              <p:ext uri="{D42A27DB-BD31-4B8C-83A1-F6EECF244321}">
                <p14:modId xmlns:p14="http://schemas.microsoft.com/office/powerpoint/2010/main" val="3089358078"/>
              </p:ext>
            </p:extLst>
          </p:nvPr>
        </p:nvGraphicFramePr>
        <p:xfrm>
          <a:off x="1349334" y="1338191"/>
          <a:ext cx="9651121" cy="1722616"/>
        </p:xfrm>
        <a:graphic>
          <a:graphicData uri="http://schemas.openxmlformats.org/drawingml/2006/table">
            <a:tbl>
              <a:tblPr firstRow="1" bandRow="1">
                <a:tableStyleId>{5C22544A-7EE6-4342-B048-85BDC9FD1C3A}</a:tableStyleId>
              </a:tblPr>
              <a:tblGrid>
                <a:gridCol w="1484795">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82712">
                  <a:extLst>
                    <a:ext uri="{9D8B030D-6E8A-4147-A177-3AD203B41FA5}">
                      <a16:colId xmlns:a16="http://schemas.microsoft.com/office/drawing/2014/main" val="20005"/>
                    </a:ext>
                  </a:extLst>
                </a:gridCol>
              </a:tblGrid>
              <a:tr h="570616">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 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graphicFrame>
        <p:nvGraphicFramePr>
          <p:cNvPr id="29" name="Tableau 28">
            <a:extLst>
              <a:ext uri="{FF2B5EF4-FFF2-40B4-BE49-F238E27FC236}">
                <a16:creationId xmlns:a16="http://schemas.microsoft.com/office/drawing/2014/main" id="{912A6899-C04C-E1AD-4041-19AD1B7D63A7}"/>
              </a:ext>
            </a:extLst>
          </p:cNvPr>
          <p:cNvGraphicFramePr>
            <a:graphicFrameLocks noGrp="1"/>
          </p:cNvGraphicFramePr>
          <p:nvPr>
            <p:extLst>
              <p:ext uri="{D42A27DB-BD31-4B8C-83A1-F6EECF244321}">
                <p14:modId xmlns:p14="http://schemas.microsoft.com/office/powerpoint/2010/main" val="3846914608"/>
              </p:ext>
            </p:extLst>
          </p:nvPr>
        </p:nvGraphicFramePr>
        <p:xfrm>
          <a:off x="1349333" y="3751539"/>
          <a:ext cx="9628820" cy="2251285"/>
        </p:xfrm>
        <a:graphic>
          <a:graphicData uri="http://schemas.openxmlformats.org/drawingml/2006/table">
            <a:tbl>
              <a:tblPr firstRow="1" bandRow="1">
                <a:tableStyleId>{5C22544A-7EE6-4342-B048-85BDC9FD1C3A}</a:tableStyleId>
              </a:tblPr>
              <a:tblGrid>
                <a:gridCol w="1139633">
                  <a:extLst>
                    <a:ext uri="{9D8B030D-6E8A-4147-A177-3AD203B41FA5}">
                      <a16:colId xmlns:a16="http://schemas.microsoft.com/office/drawing/2014/main" val="20000"/>
                    </a:ext>
                  </a:extLst>
                </a:gridCol>
                <a:gridCol w="1374709">
                  <a:extLst>
                    <a:ext uri="{9D8B030D-6E8A-4147-A177-3AD203B41FA5}">
                      <a16:colId xmlns:a16="http://schemas.microsoft.com/office/drawing/2014/main" val="20001"/>
                    </a:ext>
                  </a:extLst>
                </a:gridCol>
                <a:gridCol w="4741278">
                  <a:extLst>
                    <a:ext uri="{9D8B030D-6E8A-4147-A177-3AD203B41FA5}">
                      <a16:colId xmlns:a16="http://schemas.microsoft.com/office/drawing/2014/main" val="20002"/>
                    </a:ext>
                  </a:extLst>
                </a:gridCol>
                <a:gridCol w="1146565">
                  <a:extLst>
                    <a:ext uri="{9D8B030D-6E8A-4147-A177-3AD203B41FA5}">
                      <a16:colId xmlns:a16="http://schemas.microsoft.com/office/drawing/2014/main" val="20004"/>
                    </a:ext>
                  </a:extLst>
                </a:gridCol>
                <a:gridCol w="1226635">
                  <a:extLst>
                    <a:ext uri="{9D8B030D-6E8A-4147-A177-3AD203B41FA5}">
                      <a16:colId xmlns:a16="http://schemas.microsoft.com/office/drawing/2014/main" val="20005"/>
                    </a:ext>
                  </a:extLst>
                </a:gridCol>
              </a:tblGrid>
              <a:tr h="621689">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a:t>
                      </a:r>
                    </a:p>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algn="ctr"/>
                      <a:r>
                        <a:rPr lang="fr-FR" sz="1500" b="0" i="0" u="none" strike="noStrike" kern="1200" dirty="0">
                          <a:solidFill>
                            <a:schemeClr val="bg1"/>
                          </a:solidFill>
                          <a:effectLst/>
                          <a:latin typeface="+mj-lt"/>
                          <a:ea typeface="+mn-ea"/>
                          <a:cs typeface="Segoe UI" panose="020B0502040204020203" pitchFamily="34" charset="0"/>
                        </a:rPr>
                        <a:t>Chemin(s) d’attaque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Mesure de sécurité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initiale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résiduelle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629596">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N°2</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l"/>
                      <a:r>
                        <a:rPr lang="fr-FR" sz="1500" b="1" i="0" u="none" strike="noStrike" kern="1200" dirty="0">
                          <a:solidFill>
                            <a:schemeClr val="tx1"/>
                          </a:solidFill>
                          <a:effectLst/>
                          <a:latin typeface="+mj-lt"/>
                          <a:ea typeface="+mn-ea"/>
                          <a:cs typeface="Segoe UI" panose="020B0502040204020203" pitchFamily="34" charset="0"/>
                        </a:rPr>
                        <a:t>Pénétration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➜1</a:t>
                      </a:r>
                      <a:r>
                        <a:rPr lang="fr-FR" sz="1500" b="1" i="0" u="none" strike="noStrike" kern="1200" dirty="0">
                          <a:solidFill>
                            <a:schemeClr val="tx1"/>
                          </a:solidFill>
                          <a:effectLst/>
                          <a:latin typeface="+mj-lt"/>
                          <a:ea typeface="+mn-ea"/>
                          <a:cs typeface="Segoe UI" panose="020B0502040204020203" pitchFamily="34" charset="0"/>
                        </a:rPr>
                        <a:t>) </a:t>
                      </a:r>
                    </a:p>
                    <a:p>
                      <a:pPr algn="l">
                        <a:spcAft>
                          <a:spcPts val="300"/>
                        </a:spcAft>
                      </a:pPr>
                      <a:r>
                        <a:rPr lang="fr-FR" sz="1500" b="0" i="0" u="none" strike="noStrike" kern="1200" dirty="0">
                          <a:solidFill>
                            <a:schemeClr val="tx1"/>
                          </a:solidFill>
                          <a:effectLst/>
                          <a:latin typeface="+mj-lt"/>
                          <a:ea typeface="+mn-ea"/>
                          <a:cs typeface="Segoe UI" panose="020B0502040204020203" pitchFamily="34" charset="0"/>
                        </a:rPr>
                        <a:t>Limiter les droits en édition aux seuls élèves du professeur et dans la matière qu’il enseigne</a:t>
                      </a:r>
                    </a:p>
                    <a:p>
                      <a:pPr algn="l"/>
                      <a:r>
                        <a:rPr lang="fr-FR" sz="1500" b="1" i="0" u="none" strike="noStrike" kern="1200" dirty="0">
                          <a:solidFill>
                            <a:schemeClr val="tx1"/>
                          </a:solidFill>
                          <a:effectLst/>
                          <a:latin typeface="+mj-lt"/>
                          <a:ea typeface="+mn-ea"/>
                          <a:cs typeface="Segoe UI" panose="020B0502040204020203" pitchFamily="34" charset="0"/>
                        </a:rPr>
                        <a:t>Maturité cyber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a:t>
                      </a:r>
                      <a:r>
                        <a:rPr lang="fr-FR" sz="1500" b="1" i="0" u="none" strike="noStrike" kern="1200" dirty="0">
                          <a:solidFill>
                            <a:schemeClr val="tx1"/>
                          </a:solidFill>
                          <a:effectLst/>
                          <a:latin typeface="+mj-lt"/>
                          <a:ea typeface="+mn-ea"/>
                          <a:cs typeface="Segoe UI" panose="020B0502040204020203" pitchFamily="34" charset="0"/>
                        </a:rPr>
                        <a:t>2)</a:t>
                      </a:r>
                      <a:br>
                        <a:rPr lang="fr-FR" sz="1500" b="1" i="0" u="none" strike="noStrike" kern="1200" dirty="0">
                          <a:solidFill>
                            <a:schemeClr val="tx1"/>
                          </a:solidFill>
                          <a:effectLst/>
                          <a:latin typeface="+mj-lt"/>
                          <a:ea typeface="+mn-ea"/>
                          <a:cs typeface="Segoe UI" panose="020B0502040204020203" pitchFamily="34" charset="0"/>
                        </a:rPr>
                      </a:br>
                      <a:r>
                        <a:rPr lang="fr-FR" sz="1500" b="0" i="0" u="none" strike="noStrike" kern="1200" dirty="0">
                          <a:solidFill>
                            <a:schemeClr val="tx1"/>
                          </a:solidFill>
                          <a:effectLst/>
                          <a:latin typeface="+mj-lt"/>
                          <a:ea typeface="+mn-ea"/>
                          <a:cs typeface="Segoe UI" panose="020B0502040204020203" pitchFamily="34" charset="0"/>
                        </a:rPr>
                        <a:t>Sensibiliser régulièrement sur l’hygiène informatique et l’ingénierie sociale</a:t>
                      </a:r>
                    </a:p>
                  </a:txBody>
                  <a:tcPr marL="151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0,375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2" name="Organigramme : Alternative 31">
            <a:extLst>
              <a:ext uri="{FF2B5EF4-FFF2-40B4-BE49-F238E27FC236}">
                <a16:creationId xmlns:a16="http://schemas.microsoft.com/office/drawing/2014/main" id="{62D177CB-2268-A176-E98C-EF34E08D8DD7}"/>
              </a:ext>
            </a:extLst>
          </p:cNvPr>
          <p:cNvSpPr/>
          <p:nvPr/>
        </p:nvSpPr>
        <p:spPr>
          <a:xfrm>
            <a:off x="1349333" y="3163072"/>
            <a:ext cx="9651120" cy="49641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cs typeface="Segoe UI" panose="020B0502040204020203" pitchFamily="34" charset="0"/>
              </a:rPr>
              <a:t>Afin de limiter la criticité du professeur, il conviendrait de baisser son niveau d’exposition (dépendance et/ou pénétration) et/ou d’augmenter son niveau de fiabilité cyber (maturité cyber et/ou confiance).</a:t>
            </a: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8" name="ZoneTexte 7">
            <a:extLst>
              <a:ext uri="{FF2B5EF4-FFF2-40B4-BE49-F238E27FC236}">
                <a16:creationId xmlns:a16="http://schemas.microsoft.com/office/drawing/2014/main" id="{9222D5A1-770F-CDEC-082B-8D2F65A4F7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390841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0CDCB-6F76-9432-7108-F3660F35F93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E5FB8F1-BD6A-1D1C-29C6-6EF1E81C32F7}"/>
              </a:ext>
            </a:extLst>
          </p:cNvPr>
          <p:cNvSpPr>
            <a:spLocks noGrp="1"/>
          </p:cNvSpPr>
          <p:nvPr>
            <p:ph type="title"/>
          </p:nvPr>
        </p:nvSpPr>
        <p:spPr/>
        <p:txBody>
          <a:bodyPr>
            <a:normAutofit fontScale="90000"/>
          </a:bodyPr>
          <a:lstStyle/>
          <a:p>
            <a:r>
              <a:rPr lang="fr-FR" dirty="0"/>
              <a:t>Outil 10 – Analyser les scénarios opérationnels</a:t>
            </a:r>
          </a:p>
        </p:txBody>
      </p:sp>
      <p:sp>
        <p:nvSpPr>
          <p:cNvPr id="10" name="Espace réservé du contenu 9">
            <a:extLst>
              <a:ext uri="{FF2B5EF4-FFF2-40B4-BE49-F238E27FC236}">
                <a16:creationId xmlns:a16="http://schemas.microsoft.com/office/drawing/2014/main" id="{D8530B2A-C8C6-9014-88E4-474B94A1650B}"/>
              </a:ext>
            </a:extLst>
          </p:cNvPr>
          <p:cNvSpPr>
            <a:spLocks noGrp="1"/>
          </p:cNvSpPr>
          <p:nvPr>
            <p:ph sz="half" idx="1"/>
          </p:nvPr>
        </p:nvSpPr>
        <p:spPr>
          <a:xfrm>
            <a:off x="838200" y="1825625"/>
            <a:ext cx="6405880" cy="4351338"/>
          </a:xfrm>
        </p:spPr>
        <p:txBody>
          <a:bodyPr>
            <a:normAutofit fontScale="92500" lnSpcReduction="20000"/>
          </a:bodyPr>
          <a:lstStyle/>
          <a:p>
            <a:pPr marL="0" indent="0">
              <a:buNone/>
            </a:pPr>
            <a:r>
              <a:rPr lang="fr-FR" b="1" dirty="0"/>
              <a:t>Comment construire un scénario opérationnel ?</a:t>
            </a:r>
          </a:p>
          <a:p>
            <a:r>
              <a:rPr lang="fr-FR" dirty="0"/>
              <a:t>Partir de chaque chemin d’attaque de chaque scénario stratégique</a:t>
            </a:r>
          </a:p>
          <a:p>
            <a:r>
              <a:rPr lang="fr-FR" dirty="0"/>
              <a:t>Construire un scénario opérationnel qui permet à la </a:t>
            </a:r>
            <a:r>
              <a:rPr lang="fr-FR" b="1" dirty="0"/>
              <a:t>source de risque </a:t>
            </a:r>
            <a:r>
              <a:rPr lang="fr-FR" dirty="0"/>
              <a:t>d’atteindre son </a:t>
            </a:r>
            <a:r>
              <a:rPr lang="fr-FR" b="1" dirty="0"/>
              <a:t>objectif</a:t>
            </a:r>
            <a:r>
              <a:rPr lang="fr-FR" dirty="0"/>
              <a:t>, en analysant les différentes </a:t>
            </a:r>
            <a:r>
              <a:rPr lang="fr-FR" b="1" dirty="0"/>
              <a:t>chaînes d’attaques</a:t>
            </a:r>
            <a:r>
              <a:rPr lang="fr-FR" dirty="0"/>
              <a:t> possibles</a:t>
            </a:r>
          </a:p>
          <a:p>
            <a:r>
              <a:rPr lang="fr-FR" dirty="0"/>
              <a:t>Enrichir les scénarios opérationnels d’explications sur la manière dont la source de risque va procéder</a:t>
            </a:r>
          </a:p>
          <a:p>
            <a:r>
              <a:rPr lang="fr-FR" dirty="0"/>
              <a:t>Estimer la </a:t>
            </a:r>
            <a:r>
              <a:rPr lang="fr-FR" b="1" dirty="0"/>
              <a:t>vraisemblance</a:t>
            </a:r>
            <a:r>
              <a:rPr lang="fr-FR" dirty="0"/>
              <a:t> du scénario opérationnel</a:t>
            </a:r>
          </a:p>
        </p:txBody>
      </p:sp>
      <p:sp>
        <p:nvSpPr>
          <p:cNvPr id="4" name="Espace réservé de la date 3">
            <a:extLst>
              <a:ext uri="{FF2B5EF4-FFF2-40B4-BE49-F238E27FC236}">
                <a16:creationId xmlns:a16="http://schemas.microsoft.com/office/drawing/2014/main" id="{7C3A81A9-EB47-0EEF-6C64-78CB5F868966}"/>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F2C4A852-19D9-D1B7-9A02-691A3BF7E28F}"/>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A03DD8CC-51AE-1A69-CC6F-5FE0C65FA3FA}"/>
              </a:ext>
            </a:extLst>
          </p:cNvPr>
          <p:cNvSpPr>
            <a:spLocks noGrp="1"/>
          </p:cNvSpPr>
          <p:nvPr>
            <p:ph type="sldNum" sz="quarter" idx="12"/>
          </p:nvPr>
        </p:nvSpPr>
        <p:spPr/>
        <p:txBody>
          <a:bodyPr/>
          <a:lstStyle/>
          <a:p>
            <a:pPr rtl="0"/>
            <a:fld id="{294A09A9-5501-47C1-A89A-A340965A2BE2}" type="slidenum">
              <a:rPr lang="fr-FR" noProof="0" smtClean="0"/>
              <a:t>93</a:t>
            </a:fld>
            <a:endParaRPr lang="fr-FR" noProof="0"/>
          </a:p>
        </p:txBody>
      </p:sp>
      <p:sp>
        <p:nvSpPr>
          <p:cNvPr id="8" name="Espace réservé du texte 7">
            <a:extLst>
              <a:ext uri="{FF2B5EF4-FFF2-40B4-BE49-F238E27FC236}">
                <a16:creationId xmlns:a16="http://schemas.microsoft.com/office/drawing/2014/main" id="{33382660-3A3E-9AD2-30F1-2C5C28D97A5E}"/>
              </a:ext>
            </a:extLst>
          </p:cNvPr>
          <p:cNvSpPr>
            <a:spLocks noGrp="1"/>
          </p:cNvSpPr>
          <p:nvPr>
            <p:ph type="body" sz="quarter" idx="13"/>
          </p:nvPr>
        </p:nvSpPr>
        <p:spPr/>
        <p:txBody>
          <a:bodyPr/>
          <a:lstStyle/>
          <a:p>
            <a:r>
              <a:rPr lang="fr-FR" dirty="0"/>
              <a:t>Comment les scénarios stratégiques peuvent-ils se réaliser ?</a:t>
            </a:r>
          </a:p>
        </p:txBody>
      </p:sp>
      <p:pic>
        <p:nvPicPr>
          <p:cNvPr id="9" name="Image 8">
            <a:extLst>
              <a:ext uri="{FF2B5EF4-FFF2-40B4-BE49-F238E27FC236}">
                <a16:creationId xmlns:a16="http://schemas.microsoft.com/office/drawing/2014/main" id="{0AD855A3-6C82-AFAB-FB44-00BCFCA6A6AE}"/>
              </a:ext>
            </a:extLst>
          </p:cNvPr>
          <p:cNvPicPr>
            <a:picLocks noChangeAspect="1"/>
          </p:cNvPicPr>
          <p:nvPr/>
        </p:nvPicPr>
        <p:blipFill>
          <a:blip r:embed="rId2"/>
          <a:stretch>
            <a:fillRect/>
          </a:stretch>
        </p:blipFill>
        <p:spPr>
          <a:xfrm>
            <a:off x="7565530" y="1716832"/>
            <a:ext cx="3962461" cy="5141168"/>
          </a:xfrm>
          <a:prstGeom prst="rect">
            <a:avLst/>
          </a:prstGeom>
        </p:spPr>
      </p:pic>
      <p:sp>
        <p:nvSpPr>
          <p:cNvPr id="15" name="ZoneTexte 14">
            <a:extLst>
              <a:ext uri="{FF2B5EF4-FFF2-40B4-BE49-F238E27FC236}">
                <a16:creationId xmlns:a16="http://schemas.microsoft.com/office/drawing/2014/main" id="{729E2C31-0374-84E0-E9B5-B15EFDCEE91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822943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69AE41-9310-209A-D1C8-0461BCB54078}"/>
              </a:ext>
            </a:extLst>
          </p:cNvPr>
          <p:cNvSpPr>
            <a:spLocks noGrp="1"/>
          </p:cNvSpPr>
          <p:nvPr>
            <p:ph type="title"/>
          </p:nvPr>
        </p:nvSpPr>
        <p:spPr/>
        <p:txBody>
          <a:bodyPr>
            <a:normAutofit fontScale="90000"/>
          </a:bodyPr>
          <a:lstStyle/>
          <a:p>
            <a:r>
              <a:rPr lang="fr-FR" dirty="0"/>
              <a:t>Le séquencement type d’une attaque</a:t>
            </a:r>
          </a:p>
        </p:txBody>
      </p:sp>
      <p:sp>
        <p:nvSpPr>
          <p:cNvPr id="4" name="Espace réservé de la date 3">
            <a:extLst>
              <a:ext uri="{FF2B5EF4-FFF2-40B4-BE49-F238E27FC236}">
                <a16:creationId xmlns:a16="http://schemas.microsoft.com/office/drawing/2014/main" id="{426058E3-2FA2-9B61-6968-ACB400FF7835}"/>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7415339A-7307-6E8B-CBED-FB5CD533F4E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9FED8C8-B03E-D763-88F4-F73355379651}"/>
              </a:ext>
            </a:extLst>
          </p:cNvPr>
          <p:cNvSpPr>
            <a:spLocks noGrp="1"/>
          </p:cNvSpPr>
          <p:nvPr>
            <p:ph type="sldNum" sz="quarter" idx="12"/>
          </p:nvPr>
        </p:nvSpPr>
        <p:spPr/>
        <p:txBody>
          <a:bodyPr/>
          <a:lstStyle/>
          <a:p>
            <a:fld id="{294A09A9-5501-47C1-A89A-A340965A2BE2}" type="slidenum">
              <a:rPr lang="fr-FR" smtClean="0"/>
              <a:pPr/>
              <a:t>94</a:t>
            </a:fld>
            <a:endParaRPr lang="fr-FR"/>
          </a:p>
        </p:txBody>
      </p:sp>
      <p:sp>
        <p:nvSpPr>
          <p:cNvPr id="20" name="Espace réservé du texte 19">
            <a:extLst>
              <a:ext uri="{FF2B5EF4-FFF2-40B4-BE49-F238E27FC236}">
                <a16:creationId xmlns:a16="http://schemas.microsoft.com/office/drawing/2014/main" id="{6CBBF714-CE6B-D4C7-1067-7DE5160515C2}"/>
              </a:ext>
            </a:extLst>
          </p:cNvPr>
          <p:cNvSpPr>
            <a:spLocks noGrp="1"/>
          </p:cNvSpPr>
          <p:nvPr>
            <p:ph type="body" sz="quarter" idx="13"/>
          </p:nvPr>
        </p:nvSpPr>
        <p:spPr/>
        <p:txBody>
          <a:bodyPr/>
          <a:lstStyle/>
          <a:p>
            <a:r>
              <a:rPr lang="fr-FR" dirty="0"/>
              <a:t>La notion de chaîne d’attaque (</a:t>
            </a:r>
            <a:r>
              <a:rPr lang="fr-FR" i="1" dirty="0" err="1"/>
              <a:t>kill</a:t>
            </a:r>
            <a:r>
              <a:rPr lang="fr-FR" i="1" dirty="0"/>
              <a:t> </a:t>
            </a:r>
            <a:r>
              <a:rPr lang="fr-FR" i="1" dirty="0" err="1"/>
              <a:t>chain</a:t>
            </a:r>
            <a:r>
              <a:rPr lang="fr-FR" dirty="0"/>
              <a:t>)</a:t>
            </a:r>
          </a:p>
        </p:txBody>
      </p:sp>
      <p:sp>
        <p:nvSpPr>
          <p:cNvPr id="7" name="Rectangle 6">
            <a:extLst>
              <a:ext uri="{FF2B5EF4-FFF2-40B4-BE49-F238E27FC236}">
                <a16:creationId xmlns:a16="http://schemas.microsoft.com/office/drawing/2014/main" id="{9DEDA888-49EC-197E-F0D9-AD92E2695D3F}"/>
              </a:ext>
            </a:extLst>
          </p:cNvPr>
          <p:cNvSpPr/>
          <p:nvPr/>
        </p:nvSpPr>
        <p:spPr>
          <a:xfrm>
            <a:off x="6269467"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pPr>
              <a:spcAft>
                <a:spcPts val="400"/>
              </a:spcAft>
            </a:pPr>
            <a:r>
              <a:rPr lang="fr-FR" b="1" dirty="0">
                <a:solidFill>
                  <a:schemeClr val="tx1"/>
                </a:solidFill>
                <a:latin typeface="+mj-lt"/>
                <a:cs typeface="Segoe UI" panose="020B0502040204020203" pitchFamily="34" charset="0"/>
              </a:rPr>
              <a:t>Trouver</a:t>
            </a:r>
          </a:p>
          <a:p>
            <a:r>
              <a:rPr lang="fr-FR" dirty="0">
                <a:solidFill>
                  <a:schemeClr val="tx1"/>
                </a:solidFill>
                <a:latin typeface="+mj-lt"/>
                <a:cs typeface="Segoe UI" panose="020B0502040204020203" pitchFamily="34" charset="0"/>
              </a:rPr>
              <a:t>Ensemble des activités de reconnaissance interne des réseaux et systèmes.</a:t>
            </a:r>
          </a:p>
        </p:txBody>
      </p:sp>
      <p:sp>
        <p:nvSpPr>
          <p:cNvPr id="8" name="Rectangle 7">
            <a:extLst>
              <a:ext uri="{FF2B5EF4-FFF2-40B4-BE49-F238E27FC236}">
                <a16:creationId xmlns:a16="http://schemas.microsoft.com/office/drawing/2014/main" id="{0F343F32-94E2-0F6B-BBD9-2A744D368068}"/>
              </a:ext>
            </a:extLst>
          </p:cNvPr>
          <p:cNvSpPr/>
          <p:nvPr/>
        </p:nvSpPr>
        <p:spPr>
          <a:xfrm>
            <a:off x="3565064"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Rentrer</a:t>
            </a:r>
          </a:p>
          <a:p>
            <a:r>
              <a:rPr lang="fr-FR" dirty="0">
                <a:solidFill>
                  <a:schemeClr val="tx1"/>
                </a:solidFill>
                <a:latin typeface="+mj-lt"/>
                <a:cs typeface="Segoe UI" panose="020B0502040204020203" pitchFamily="34" charset="0"/>
              </a:rPr>
              <a:t>Ensemble des activités menées par l’attaquant pour s’introduire dans le système d’information.</a:t>
            </a:r>
          </a:p>
        </p:txBody>
      </p:sp>
      <p:sp>
        <p:nvSpPr>
          <p:cNvPr id="9" name="Rectangle 8">
            <a:extLst>
              <a:ext uri="{FF2B5EF4-FFF2-40B4-BE49-F238E27FC236}">
                <a16:creationId xmlns:a16="http://schemas.microsoft.com/office/drawing/2014/main" id="{04481074-8F75-C70F-6CBC-FB80611458A4}"/>
              </a:ext>
            </a:extLst>
          </p:cNvPr>
          <p:cNvSpPr/>
          <p:nvPr/>
        </p:nvSpPr>
        <p:spPr>
          <a:xfrm>
            <a:off x="860661"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Connaître</a:t>
            </a:r>
          </a:p>
          <a:p>
            <a:r>
              <a:rPr lang="fr-FR" dirty="0">
                <a:solidFill>
                  <a:schemeClr val="tx1"/>
                </a:solidFill>
                <a:latin typeface="+mj-lt"/>
                <a:cs typeface="Segoe UI" panose="020B0502040204020203" pitchFamily="34" charset="0"/>
              </a:rPr>
              <a:t>Ensemble des activités de ciblage, de reconnaissance et de découverte externe menées par l’attaquant pour préparer son attaque.</a:t>
            </a:r>
          </a:p>
        </p:txBody>
      </p:sp>
      <p:sp>
        <p:nvSpPr>
          <p:cNvPr id="10" name="Rectangle 9">
            <a:extLst>
              <a:ext uri="{FF2B5EF4-FFF2-40B4-BE49-F238E27FC236}">
                <a16:creationId xmlns:a16="http://schemas.microsoft.com/office/drawing/2014/main" id="{7FF20DFA-18DD-F387-C75D-43A89241DF16}"/>
              </a:ext>
            </a:extLst>
          </p:cNvPr>
          <p:cNvSpPr/>
          <p:nvPr/>
        </p:nvSpPr>
        <p:spPr>
          <a:xfrm>
            <a:off x="8973868"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pPr>
              <a:spcAft>
                <a:spcPts val="400"/>
              </a:spcAft>
            </a:pPr>
            <a:r>
              <a:rPr lang="fr-FR" b="1" dirty="0">
                <a:solidFill>
                  <a:schemeClr val="tx1"/>
                </a:solidFill>
                <a:latin typeface="+mj-lt"/>
                <a:cs typeface="Segoe UI" panose="020B0502040204020203" pitchFamily="34" charset="0"/>
              </a:rPr>
              <a:t>Exploiter</a:t>
            </a:r>
          </a:p>
          <a:p>
            <a:r>
              <a:rPr lang="fr-FR" dirty="0">
                <a:solidFill>
                  <a:schemeClr val="tx1"/>
                </a:solidFill>
                <a:latin typeface="+mj-lt"/>
                <a:cs typeface="Segoe UI" panose="020B0502040204020203" pitchFamily="34" charset="0"/>
              </a:rPr>
              <a:t>Ensemble des activités d’exploitation des données et biens supports trouvés dans l’étape précédente.</a:t>
            </a:r>
          </a:p>
        </p:txBody>
      </p:sp>
      <p:pic>
        <p:nvPicPr>
          <p:cNvPr id="11" name="Image 10">
            <a:extLst>
              <a:ext uri="{FF2B5EF4-FFF2-40B4-BE49-F238E27FC236}">
                <a16:creationId xmlns:a16="http://schemas.microsoft.com/office/drawing/2014/main" id="{8125E3F7-3FDB-F4DC-5746-15B5E39C4DEB}"/>
              </a:ext>
            </a:extLst>
          </p:cNvPr>
          <p:cNvPicPr>
            <a:picLocks noChangeAspect="1"/>
          </p:cNvPicPr>
          <p:nvPr/>
        </p:nvPicPr>
        <p:blipFill>
          <a:blip r:embed="rId2"/>
          <a:stretch>
            <a:fillRect/>
          </a:stretch>
        </p:blipFill>
        <p:spPr>
          <a:xfrm>
            <a:off x="1566041" y="1806357"/>
            <a:ext cx="989241" cy="989241"/>
          </a:xfrm>
          <a:prstGeom prst="rect">
            <a:avLst/>
          </a:prstGeom>
        </p:spPr>
      </p:pic>
      <p:pic>
        <p:nvPicPr>
          <p:cNvPr id="12" name="Image 11">
            <a:extLst>
              <a:ext uri="{FF2B5EF4-FFF2-40B4-BE49-F238E27FC236}">
                <a16:creationId xmlns:a16="http://schemas.microsoft.com/office/drawing/2014/main" id="{BD4951B2-A641-722D-90B2-987D5A862270}"/>
              </a:ext>
            </a:extLst>
          </p:cNvPr>
          <p:cNvPicPr>
            <a:picLocks noChangeAspect="1"/>
          </p:cNvPicPr>
          <p:nvPr/>
        </p:nvPicPr>
        <p:blipFill>
          <a:blip r:embed="rId3"/>
          <a:stretch>
            <a:fillRect/>
          </a:stretch>
        </p:blipFill>
        <p:spPr>
          <a:xfrm>
            <a:off x="4079655" y="1962758"/>
            <a:ext cx="1370819" cy="746333"/>
          </a:xfrm>
          <a:prstGeom prst="rect">
            <a:avLst/>
          </a:prstGeom>
        </p:spPr>
      </p:pic>
      <p:pic>
        <p:nvPicPr>
          <p:cNvPr id="13" name="Image 12">
            <a:extLst>
              <a:ext uri="{FF2B5EF4-FFF2-40B4-BE49-F238E27FC236}">
                <a16:creationId xmlns:a16="http://schemas.microsoft.com/office/drawing/2014/main" id="{330D2330-9705-0F5A-705F-256878913E88}"/>
              </a:ext>
            </a:extLst>
          </p:cNvPr>
          <p:cNvPicPr>
            <a:picLocks noChangeAspect="1"/>
          </p:cNvPicPr>
          <p:nvPr/>
        </p:nvPicPr>
        <p:blipFill>
          <a:blip r:embed="rId4"/>
          <a:stretch>
            <a:fillRect/>
          </a:stretch>
        </p:blipFill>
        <p:spPr>
          <a:xfrm>
            <a:off x="6775180" y="1889168"/>
            <a:ext cx="1388573" cy="906429"/>
          </a:xfrm>
          <a:prstGeom prst="rect">
            <a:avLst/>
          </a:prstGeom>
        </p:spPr>
      </p:pic>
      <p:pic>
        <p:nvPicPr>
          <p:cNvPr id="14" name="Image 13">
            <a:extLst>
              <a:ext uri="{FF2B5EF4-FFF2-40B4-BE49-F238E27FC236}">
                <a16:creationId xmlns:a16="http://schemas.microsoft.com/office/drawing/2014/main" id="{0BBE37C2-55E5-188A-E364-3FA7D0772EE6}"/>
              </a:ext>
            </a:extLst>
          </p:cNvPr>
          <p:cNvPicPr>
            <a:picLocks noChangeAspect="1"/>
          </p:cNvPicPr>
          <p:nvPr/>
        </p:nvPicPr>
        <p:blipFill>
          <a:blip r:embed="rId5"/>
          <a:stretch>
            <a:fillRect/>
          </a:stretch>
        </p:blipFill>
        <p:spPr>
          <a:xfrm>
            <a:off x="9688127" y="1568652"/>
            <a:ext cx="897032" cy="1258336"/>
          </a:xfrm>
          <a:prstGeom prst="rect">
            <a:avLst/>
          </a:prstGeom>
        </p:spPr>
      </p:pic>
      <p:cxnSp>
        <p:nvCxnSpPr>
          <p:cNvPr id="15" name="Connecteur droit 14">
            <a:extLst>
              <a:ext uri="{FF2B5EF4-FFF2-40B4-BE49-F238E27FC236}">
                <a16:creationId xmlns:a16="http://schemas.microsoft.com/office/drawing/2014/main" id="{9A7F093C-3A15-123F-CAA5-FE96BC8A7BEE}"/>
              </a:ext>
            </a:extLst>
          </p:cNvPr>
          <p:cNvCxnSpPr>
            <a:cxnSpLocks/>
          </p:cNvCxnSpPr>
          <p:nvPr/>
        </p:nvCxnSpPr>
        <p:spPr>
          <a:xfrm flipH="1">
            <a:off x="324513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6" name="Connecteur droit 15">
            <a:extLst>
              <a:ext uri="{FF2B5EF4-FFF2-40B4-BE49-F238E27FC236}">
                <a16:creationId xmlns:a16="http://schemas.microsoft.com/office/drawing/2014/main" id="{DF4D003D-32EC-7322-C8C6-C6ACBC839000}"/>
              </a:ext>
            </a:extLst>
          </p:cNvPr>
          <p:cNvCxnSpPr>
            <a:cxnSpLocks/>
          </p:cNvCxnSpPr>
          <p:nvPr/>
        </p:nvCxnSpPr>
        <p:spPr>
          <a:xfrm flipH="1">
            <a:off x="596960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7" name="Connecteur droit 16">
            <a:extLst>
              <a:ext uri="{FF2B5EF4-FFF2-40B4-BE49-F238E27FC236}">
                <a16:creationId xmlns:a16="http://schemas.microsoft.com/office/drawing/2014/main" id="{8186BCF3-D656-64EF-D5CC-5B237F0B9B4C}"/>
              </a:ext>
            </a:extLst>
          </p:cNvPr>
          <p:cNvCxnSpPr>
            <a:cxnSpLocks/>
          </p:cNvCxnSpPr>
          <p:nvPr/>
        </p:nvCxnSpPr>
        <p:spPr>
          <a:xfrm flipH="1">
            <a:off x="8666826"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sp>
        <p:nvSpPr>
          <p:cNvPr id="3" name="ZoneTexte 2">
            <a:extLst>
              <a:ext uri="{FF2B5EF4-FFF2-40B4-BE49-F238E27FC236}">
                <a16:creationId xmlns:a16="http://schemas.microsoft.com/office/drawing/2014/main" id="{0BB14F1C-BE75-0138-8125-6B28235FA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632915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A1F24E9-B886-23D7-CDD4-5728A07CE23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7D75D2D-A488-1E33-812B-CB172EAB4164}"/>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D6AF567B-0122-7594-3158-AF055F3BAC32}"/>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904487F-60A7-2F6D-A156-5CCFC2EA2986}"/>
              </a:ext>
            </a:extLst>
          </p:cNvPr>
          <p:cNvSpPr>
            <a:spLocks noGrp="1"/>
          </p:cNvSpPr>
          <p:nvPr>
            <p:ph type="sldNum" sz="quarter" idx="12"/>
          </p:nvPr>
        </p:nvSpPr>
        <p:spPr/>
        <p:txBody>
          <a:bodyPr/>
          <a:lstStyle/>
          <a:p>
            <a:fld id="{294A09A9-5501-47C1-A89A-A340965A2BE2}" type="slidenum">
              <a:rPr lang="fr-FR" smtClean="0"/>
              <a:pPr/>
              <a:t>95</a:t>
            </a:fld>
            <a:endParaRPr lang="fr-FR"/>
          </a:p>
        </p:txBody>
      </p:sp>
      <p:sp>
        <p:nvSpPr>
          <p:cNvPr id="8" name="Rectangle 7">
            <a:extLst>
              <a:ext uri="{FF2B5EF4-FFF2-40B4-BE49-F238E27FC236}">
                <a16:creationId xmlns:a16="http://schemas.microsoft.com/office/drawing/2014/main" id="{6891AEBC-4690-4DB9-DD6B-6F3EE40C2F85}"/>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88E4F2B9-87EE-4ECD-8176-3D2BD0A3AA0C}"/>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B5C70E93-3C2F-5923-2449-4C4B50CCB5C2}"/>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1" name="Rectangle 10">
            <a:extLst>
              <a:ext uri="{FF2B5EF4-FFF2-40B4-BE49-F238E27FC236}">
                <a16:creationId xmlns:a16="http://schemas.microsoft.com/office/drawing/2014/main" id="{FB9EA9E0-A058-3B3E-3197-696A9673055A}"/>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1D5EEA4-27CE-73AF-5B9F-67DE24D5594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32C31A9F-3EE6-A751-4DDB-06FDAEB4809B}"/>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F5193CE1-6165-FE32-4356-0B550ACA183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2CFAE8A7-46D5-FB03-31D9-E7CBDA17D9F1}"/>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FD430486-5927-BB82-F27A-1DD0AEE8185A}"/>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9E6B5EAB-7246-CEB0-06EA-040E0A681C56}"/>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BF52C329-6E61-549C-4D19-5FD158321AAD}"/>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1DCE27CB-C4CF-20CA-06EB-5F5CEF0C3FD9}"/>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05641B48-D2B6-1883-8D4D-2101F73CF43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1A19EB5-6F7F-6643-5972-9E1F9584A58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7D3654A-1600-2725-BB2F-CB55F8601DA2}"/>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5D3A571-424E-5293-2092-109FAC48707C}"/>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Recrutement d’une source, corruption de personnel.</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Les raisons poussant une cible à trahir son entité d’origine – potentiellement à son insu – sont couvertes par quatre grandes catégories, dites « MICE » (</a:t>
            </a:r>
            <a:r>
              <a:rPr lang="fr-FR" sz="1467" i="1" dirty="0">
                <a:solidFill>
                  <a:schemeClr val="tx1"/>
                </a:solidFill>
                <a:latin typeface="+mj-lt"/>
                <a:cs typeface="Segoe UI" panose="020B0502040204020203" pitchFamily="34" charset="0"/>
              </a:rPr>
              <a:t>Money, </a:t>
            </a:r>
            <a:r>
              <a:rPr lang="fr-FR" sz="1467" i="1" dirty="0" err="1">
                <a:solidFill>
                  <a:schemeClr val="tx1"/>
                </a:solidFill>
                <a:latin typeface="+mj-lt"/>
                <a:cs typeface="Segoe UI" panose="020B0502040204020203" pitchFamily="34" charset="0"/>
              </a:rPr>
              <a:t>Ideology</a:t>
            </a:r>
            <a:r>
              <a:rPr lang="fr-FR" sz="1467" i="1" dirty="0">
                <a:solidFill>
                  <a:schemeClr val="tx1"/>
                </a:solidFill>
                <a:latin typeface="+mj-lt"/>
                <a:cs typeface="Segoe UI" panose="020B0502040204020203" pitchFamily="34" charset="0"/>
              </a:rPr>
              <a:t>, Compromission, Ego</a:t>
            </a:r>
            <a:r>
              <a:rPr lang="fr-FR" sz="1467" dirty="0">
                <a:solidFill>
                  <a:schemeClr val="tx1"/>
                </a:solidFill>
                <a:latin typeface="+mj-lt"/>
                <a:cs typeface="Segoe UI" panose="020B0502040204020203" pitchFamily="34" charset="0"/>
              </a:rPr>
              <a:t>).</a:t>
            </a:r>
          </a:p>
        </p:txBody>
      </p:sp>
      <p:pic>
        <p:nvPicPr>
          <p:cNvPr id="24" name="Image 23">
            <a:extLst>
              <a:ext uri="{FF2B5EF4-FFF2-40B4-BE49-F238E27FC236}">
                <a16:creationId xmlns:a16="http://schemas.microsoft.com/office/drawing/2014/main" id="{2620E762-ECCB-B12F-A02E-6400485BFD25}"/>
              </a:ext>
            </a:extLst>
          </p:cNvPr>
          <p:cNvPicPr>
            <a:picLocks noChangeAspect="1"/>
          </p:cNvPicPr>
          <p:nvPr/>
        </p:nvPicPr>
        <p:blipFill>
          <a:blip r:embed="rId7"/>
          <a:stretch>
            <a:fillRect/>
          </a:stretch>
        </p:blipFill>
        <p:spPr>
          <a:xfrm>
            <a:off x="1993712" y="5189245"/>
            <a:ext cx="720000" cy="720000"/>
          </a:xfrm>
          <a:prstGeom prst="rect">
            <a:avLst/>
          </a:prstGeom>
        </p:spPr>
      </p:pic>
      <p:sp>
        <p:nvSpPr>
          <p:cNvPr id="2" name="ZoneTexte 1">
            <a:extLst>
              <a:ext uri="{FF2B5EF4-FFF2-40B4-BE49-F238E27FC236}">
                <a16:creationId xmlns:a16="http://schemas.microsoft.com/office/drawing/2014/main" id="{847B8986-BE6B-322E-A70A-6E058A72A8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72655764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C1145-5C75-4C09-8526-679B10107F1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A1BA83E-5203-2805-EE64-3ACD73C0FD78}"/>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6644724-03E1-34EC-00A9-2E0518A0F508}"/>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E3F517F0-4B17-ADAD-0423-E2C847163D7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3F0FBF9-AB87-5A34-CA49-9C95ED75CD8A}"/>
              </a:ext>
            </a:extLst>
          </p:cNvPr>
          <p:cNvSpPr>
            <a:spLocks noGrp="1"/>
          </p:cNvSpPr>
          <p:nvPr>
            <p:ph type="sldNum" sz="quarter" idx="12"/>
          </p:nvPr>
        </p:nvSpPr>
        <p:spPr/>
        <p:txBody>
          <a:bodyPr/>
          <a:lstStyle/>
          <a:p>
            <a:fld id="{294A09A9-5501-47C1-A89A-A340965A2BE2}" type="slidenum">
              <a:rPr lang="fr-FR" smtClean="0"/>
              <a:pPr/>
              <a:t>96</a:t>
            </a:fld>
            <a:endParaRPr lang="fr-FR"/>
          </a:p>
        </p:txBody>
      </p:sp>
      <p:sp>
        <p:nvSpPr>
          <p:cNvPr id="8" name="Rectangle 7">
            <a:extLst>
              <a:ext uri="{FF2B5EF4-FFF2-40B4-BE49-F238E27FC236}">
                <a16:creationId xmlns:a16="http://schemas.microsoft.com/office/drawing/2014/main" id="{A6C0C1A8-1231-1156-E196-A91647118CE6}"/>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AD4AF0D3-B3CB-3594-7D8F-5705B5F47B4A}"/>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D8B096E0-B2E1-A6F1-1A46-9BBDA50B10B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EFAA0EF5-DF63-2AFD-5B08-59E5B531C51D}"/>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5AB8F3A2-7567-7974-05B5-0DEB0A15887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A55000F8-E02F-2818-69A5-A2D6C61418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61FCABC2-CA14-A68B-0F04-0C569D3C64B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4847EA82-D860-5A02-2BFA-CC8DBB2BD16D}"/>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340716F2-BB45-881B-E4D8-9E70C69BF3E3}"/>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757E191-0F7A-B23D-F7AD-F1F409818530}"/>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60C6E0D7-720A-AE96-6C8F-40CBA01C639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096E9446-B559-48F0-8897-67474AC09F04}"/>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F732E2D0-D3CD-69FF-82A5-C0E83D2F39A3}"/>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879D099-FF79-E61A-9BE6-49A6F59D8C62}"/>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E791057C-6709-908B-0884-86376B5D0B34}"/>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55F7CEC-F24A-3EDF-536B-593F0A67402D}"/>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Les données collectées peuvent être de nature technique ou concerner l’organisation</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de la cible et de son écosystème : </a:t>
            </a:r>
            <a:r>
              <a:rPr lang="fr-FR" sz="1467" i="1" dirty="0">
                <a:solidFill>
                  <a:schemeClr val="tx1"/>
                </a:solidFill>
                <a:latin typeface="+mj-lt"/>
                <a:cs typeface="Segoe UI" panose="020B0502040204020203" pitchFamily="34" charset="0"/>
              </a:rPr>
              <a:t>social engineering</a:t>
            </a:r>
            <a:r>
              <a:rPr lang="fr-FR" sz="1467" dirty="0">
                <a:solidFill>
                  <a:schemeClr val="tx1"/>
                </a:solidFill>
                <a:latin typeface="+mj-lt"/>
                <a:cs typeface="Segoe UI" panose="020B0502040204020203" pitchFamily="34" charset="0"/>
              </a:rPr>
              <a:t>, Internet (scans de sites, forums de discussion), salons professionnels, faux client, faux journaliste, officines ou agences spécialisées (sources non ouvertes), renseignement (interceptions), etc.</a:t>
            </a:r>
          </a:p>
        </p:txBody>
      </p:sp>
      <p:pic>
        <p:nvPicPr>
          <p:cNvPr id="27" name="Image 26">
            <a:extLst>
              <a:ext uri="{FF2B5EF4-FFF2-40B4-BE49-F238E27FC236}">
                <a16:creationId xmlns:a16="http://schemas.microsoft.com/office/drawing/2014/main" id="{6122D20C-B808-4EDD-A8D9-3D095C4A53B2}"/>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8" name="Image 27">
            <a:extLst>
              <a:ext uri="{FF2B5EF4-FFF2-40B4-BE49-F238E27FC236}">
                <a16:creationId xmlns:a16="http://schemas.microsoft.com/office/drawing/2014/main" id="{F106C0EE-92D0-8883-C606-379399BDD631}"/>
              </a:ext>
            </a:extLst>
          </p:cNvPr>
          <p:cNvPicPr>
            <a:picLocks noChangeAspect="1"/>
          </p:cNvPicPr>
          <p:nvPr/>
        </p:nvPicPr>
        <p:blipFill>
          <a:blip r:embed="rId8"/>
          <a:stretch>
            <a:fillRect/>
          </a:stretch>
        </p:blipFill>
        <p:spPr>
          <a:xfrm>
            <a:off x="1993712" y="5180017"/>
            <a:ext cx="720000" cy="725496"/>
          </a:xfrm>
          <a:prstGeom prst="rect">
            <a:avLst/>
          </a:prstGeom>
        </p:spPr>
      </p:pic>
      <p:sp>
        <p:nvSpPr>
          <p:cNvPr id="25" name="ZoneTexte 24">
            <a:extLst>
              <a:ext uri="{FF2B5EF4-FFF2-40B4-BE49-F238E27FC236}">
                <a16:creationId xmlns:a16="http://schemas.microsoft.com/office/drawing/2014/main" id="{A2A0DF1C-379E-C040-BBCE-2CA9332EC02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268839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58247-C986-6464-59FE-6260926F9CDA}"/>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CE085D1-153C-F726-E948-91DDEE0C71D6}"/>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055D9DC4-97ED-3E5B-11A5-20FDC2B48257}"/>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AD87DA76-7FDC-B483-630C-A1DA7EF5A34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FA65314-9F8B-AB08-0203-2B6642F7F561}"/>
              </a:ext>
            </a:extLst>
          </p:cNvPr>
          <p:cNvSpPr>
            <a:spLocks noGrp="1"/>
          </p:cNvSpPr>
          <p:nvPr>
            <p:ph type="sldNum" sz="quarter" idx="12"/>
          </p:nvPr>
        </p:nvSpPr>
        <p:spPr/>
        <p:txBody>
          <a:bodyPr/>
          <a:lstStyle/>
          <a:p>
            <a:fld id="{294A09A9-5501-47C1-A89A-A340965A2BE2}" type="slidenum">
              <a:rPr lang="fr-FR" smtClean="0"/>
              <a:pPr/>
              <a:t>97</a:t>
            </a:fld>
            <a:endParaRPr lang="fr-FR"/>
          </a:p>
        </p:txBody>
      </p:sp>
      <p:sp>
        <p:nvSpPr>
          <p:cNvPr id="8" name="Rectangle 7">
            <a:extLst>
              <a:ext uri="{FF2B5EF4-FFF2-40B4-BE49-F238E27FC236}">
                <a16:creationId xmlns:a16="http://schemas.microsoft.com/office/drawing/2014/main" id="{4CA2D61E-62C9-1523-05BE-AF3B5A4B62A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7826400B-5ADE-B207-9905-6CD4C37498E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p:txBody>
      </p:sp>
      <p:sp>
        <p:nvSpPr>
          <p:cNvPr id="10" name="Rectangle 9">
            <a:extLst>
              <a:ext uri="{FF2B5EF4-FFF2-40B4-BE49-F238E27FC236}">
                <a16:creationId xmlns:a16="http://schemas.microsoft.com/office/drawing/2014/main" id="{8B5C3048-EB34-0D27-E9FE-B2532BCA83D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196E0863-F491-A4D9-7BCB-BDE9E31AE82F}"/>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F68AEE7-8A31-4BC8-BDE7-0851B2F082B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092CCAA1-7462-3E91-D60F-3A47BBE2A5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03237DA7-89E2-DC27-E689-352B0E11F8E8}"/>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A7B434E-B48A-B67C-3210-0C13FC54B72A}"/>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B5198D53-272C-5E96-28AE-8CE5CA34EFD1}"/>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66B61340-A0B3-35B8-5F0D-F0C8DB10349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3AE085BB-2958-E37F-9E9C-23BF35835DE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65C9C5E-4DE7-01AA-07FB-9CDFC524943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B7F2835-D152-65EC-2C5F-F170A4F3407A}"/>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DD8C5CDB-B49C-8AEB-2901-EB5107590D0F}"/>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22B1BC9-1D1E-E1E2-55AD-F1A62A303315}"/>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237FFE5D-26FA-E309-908B-795AAC32FED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Idéalement pour l'attaquant, l'intrusion initiale de l'outil malveillant est réalisée depuis Internet. Les techniques et vecteurs d'intrusion les plus couramment utilises sont : les attaques directes à l'encontre des services exposes sur Internet, les mails d’hameçonnage, les attaques par point d'eau, le piège d'une mise à jour a priori légitime, etc.</a:t>
            </a:r>
          </a:p>
        </p:txBody>
      </p:sp>
      <p:pic>
        <p:nvPicPr>
          <p:cNvPr id="27" name="Image 26">
            <a:extLst>
              <a:ext uri="{FF2B5EF4-FFF2-40B4-BE49-F238E27FC236}">
                <a16:creationId xmlns:a16="http://schemas.microsoft.com/office/drawing/2014/main" id="{CCCDE4B1-4EA3-79DB-9C1F-F2B1F466DCFD}"/>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E23025B8-CC88-CEB4-8A02-7659F17652D3}"/>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3" name="Image 2">
            <a:extLst>
              <a:ext uri="{FF2B5EF4-FFF2-40B4-BE49-F238E27FC236}">
                <a16:creationId xmlns:a16="http://schemas.microsoft.com/office/drawing/2014/main" id="{F829F995-04DC-3497-57F0-0764660B331D}"/>
              </a:ext>
            </a:extLst>
          </p:cNvPr>
          <p:cNvPicPr>
            <a:picLocks noChangeAspect="1"/>
          </p:cNvPicPr>
          <p:nvPr/>
        </p:nvPicPr>
        <p:blipFill>
          <a:blip r:embed="rId9"/>
          <a:stretch>
            <a:fillRect/>
          </a:stretch>
        </p:blipFill>
        <p:spPr>
          <a:xfrm>
            <a:off x="1993712" y="5187221"/>
            <a:ext cx="720000" cy="720000"/>
          </a:xfrm>
          <a:prstGeom prst="rect">
            <a:avLst/>
          </a:prstGeom>
        </p:spPr>
      </p:pic>
      <p:sp>
        <p:nvSpPr>
          <p:cNvPr id="25" name="ZoneTexte 24">
            <a:extLst>
              <a:ext uri="{FF2B5EF4-FFF2-40B4-BE49-F238E27FC236}">
                <a16:creationId xmlns:a16="http://schemas.microsoft.com/office/drawing/2014/main" id="{5F67DE05-B760-5CF8-69BA-2B789B94956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440653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02E1E-3AC4-B3C5-F5BE-B4DB3D5C9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7FF2C84D-013B-7F0A-0C1C-3BC73537398E}"/>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65530442-E1FF-1E0F-5353-02F9659E735A}"/>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EBE912A9-47B2-36D0-F7C4-0E6517569908}"/>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3952003-ACBD-3487-5F92-C420C00A3181}"/>
              </a:ext>
            </a:extLst>
          </p:cNvPr>
          <p:cNvSpPr>
            <a:spLocks noGrp="1"/>
          </p:cNvSpPr>
          <p:nvPr>
            <p:ph type="sldNum" sz="quarter" idx="12"/>
          </p:nvPr>
        </p:nvSpPr>
        <p:spPr/>
        <p:txBody>
          <a:bodyPr/>
          <a:lstStyle/>
          <a:p>
            <a:fld id="{294A09A9-5501-47C1-A89A-A340965A2BE2}" type="slidenum">
              <a:rPr lang="fr-FR" smtClean="0"/>
              <a:pPr/>
              <a:t>98</a:t>
            </a:fld>
            <a:endParaRPr lang="fr-FR"/>
          </a:p>
        </p:txBody>
      </p:sp>
      <p:sp>
        <p:nvSpPr>
          <p:cNvPr id="8" name="Rectangle 7">
            <a:extLst>
              <a:ext uri="{FF2B5EF4-FFF2-40B4-BE49-F238E27FC236}">
                <a16:creationId xmlns:a16="http://schemas.microsoft.com/office/drawing/2014/main" id="{29E119BE-8533-FCD5-8EC4-1AB954FA6727}"/>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C16E3FD0-BFE3-0392-26D0-2A01979E3BF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71FB88CA-3839-B49F-7D8E-7A19F12BA494}"/>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B1A5FA7F-6BD2-3E9B-AAED-DFBDF6FC8DF2}"/>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A446A6BB-93FD-3929-4D25-4F6119366D19}"/>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F322DE3E-1939-DF55-6DEA-5491D2C397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7E3EB114-A8A1-437B-5BEB-83CE0CC3769F}"/>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52D5D14-FF07-2099-9DA9-93F41F31AA3E}"/>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91AB013A-3090-3DFC-DA12-2B733F84B580}"/>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DEF9D634-ACC9-6675-7BED-037FB737F2B3}"/>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797E42DE-3E27-1401-BB5F-F20F54B19426}"/>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7A7B9B6-9FF6-450E-CF1A-D558CCA052ED}"/>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E5989EE9-9582-37D9-CF54-A364EC4978C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FAF96A1-3BEC-3EB2-A907-93F3BC1287D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570108F0-551B-9FAC-D5E2-EE81460A40F9}"/>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3D09EC86-1365-7B93-CDEC-69A0009111CA}"/>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Cette méthode d’intrusion est utilisée pour accéder physiquement à des ressources du système d’information afin de le compromettre. L’intrusion physique est notamment utile à l’attaquant qui souhaite accéder à un système isolé d’Internet (compromission de la machine (exemple : clé USB piégée), intrusion via un réseau sans fil mal sécurisé, etc.).</a:t>
            </a:r>
          </a:p>
        </p:txBody>
      </p:sp>
      <p:pic>
        <p:nvPicPr>
          <p:cNvPr id="27" name="Image 26">
            <a:extLst>
              <a:ext uri="{FF2B5EF4-FFF2-40B4-BE49-F238E27FC236}">
                <a16:creationId xmlns:a16="http://schemas.microsoft.com/office/drawing/2014/main" id="{E6C1C852-EE44-7CB9-DEF5-4BE13DC8F55E}"/>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5E5A2F57-DB1C-6821-57FF-A85F6266BD22}"/>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07FE97CC-D81E-63D7-F789-A4C9A57824B0}"/>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28" name="Image 27">
            <a:extLst>
              <a:ext uri="{FF2B5EF4-FFF2-40B4-BE49-F238E27FC236}">
                <a16:creationId xmlns:a16="http://schemas.microsoft.com/office/drawing/2014/main" id="{0ABC4A81-9D37-77F8-A327-D3B1F60396B8}"/>
              </a:ext>
            </a:extLst>
          </p:cNvPr>
          <p:cNvPicPr>
            <a:picLocks noChangeAspect="1"/>
          </p:cNvPicPr>
          <p:nvPr/>
        </p:nvPicPr>
        <p:blipFill>
          <a:blip r:embed="rId10"/>
          <a:stretch>
            <a:fillRect/>
          </a:stretch>
        </p:blipFill>
        <p:spPr>
          <a:xfrm>
            <a:off x="1993712" y="5187417"/>
            <a:ext cx="720000" cy="720000"/>
          </a:xfrm>
          <a:prstGeom prst="rect">
            <a:avLst/>
          </a:prstGeom>
        </p:spPr>
      </p:pic>
      <p:sp>
        <p:nvSpPr>
          <p:cNvPr id="3" name="ZoneTexte 2">
            <a:extLst>
              <a:ext uri="{FF2B5EF4-FFF2-40B4-BE49-F238E27FC236}">
                <a16:creationId xmlns:a16="http://schemas.microsoft.com/office/drawing/2014/main" id="{2A9F3CE2-9659-5FE7-78EA-91B657A811A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4206094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E9F4-4A23-51E1-892C-F6E1C5CFF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25FD9235-5E95-76E7-6CEE-88108403E983}"/>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C0B1F418-8A68-11E9-8A45-5471CA3BEE98}"/>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62F7D793-819A-27C2-2350-7538DFD1086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727682E-C0B9-C3CC-C301-D26FF2386D4D}"/>
              </a:ext>
            </a:extLst>
          </p:cNvPr>
          <p:cNvSpPr>
            <a:spLocks noGrp="1"/>
          </p:cNvSpPr>
          <p:nvPr>
            <p:ph type="sldNum" sz="quarter" idx="12"/>
          </p:nvPr>
        </p:nvSpPr>
        <p:spPr/>
        <p:txBody>
          <a:bodyPr/>
          <a:lstStyle/>
          <a:p>
            <a:fld id="{294A09A9-5501-47C1-A89A-A340965A2BE2}" type="slidenum">
              <a:rPr lang="fr-FR" smtClean="0"/>
              <a:pPr/>
              <a:t>99</a:t>
            </a:fld>
            <a:endParaRPr lang="fr-FR"/>
          </a:p>
        </p:txBody>
      </p:sp>
      <p:sp>
        <p:nvSpPr>
          <p:cNvPr id="8" name="Rectangle 7">
            <a:extLst>
              <a:ext uri="{FF2B5EF4-FFF2-40B4-BE49-F238E27FC236}">
                <a16:creationId xmlns:a16="http://schemas.microsoft.com/office/drawing/2014/main" id="{CDA78269-E6DE-8D26-5E16-DC9ED93B905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p:txBody>
      </p:sp>
      <p:sp>
        <p:nvSpPr>
          <p:cNvPr id="9" name="Rectangle 8">
            <a:extLst>
              <a:ext uri="{FF2B5EF4-FFF2-40B4-BE49-F238E27FC236}">
                <a16:creationId xmlns:a16="http://schemas.microsoft.com/office/drawing/2014/main" id="{6153BF44-5A00-7F99-FA76-F34827257D5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DC36827-0785-74B7-16C3-D6914C895633}"/>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A9DB7AA5-ACA6-7D2E-0425-0A114F45761C}"/>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84FD6EF-B452-15A8-8785-3BE27E61B4E1}"/>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7CD6D8FF-5E54-3BE1-14BB-5FDDFECFDA46}"/>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D0CB4AE9-33DC-43C9-F55C-0333B944E4D0}"/>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93C58D8-6B5B-2431-F732-75596AAD36C6}"/>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46DB49B5-24E8-070E-F142-0CD50C9EAB4E}"/>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A10D54E1-74D6-55B1-66FC-D156B963187B}"/>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D53862A7-8C69-87BC-9E44-59C845A599C9}"/>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9490E8E8-B0AF-6D9C-A18D-3B5BF2C17C57}"/>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7C125D8-CC46-85BA-92AD-DBECA2B3F10F}"/>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1E8CA3D-32E3-8424-179D-87886FAD2C4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8B0A52CF-A375-85CE-6FFA-1EF3182949F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8F7CFB0-72E7-0BD3-CB1F-83730D3B593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Activités permettant de cartographier l’architecture réseau, identifier les mécanismes de protection et de défense mis en place, recenser les vulnérabilités exploitables, etc. Lors de cette étape, l’attaquant cherche à localiser les services, informations et biens supports, objets de l’attaque.</a:t>
            </a:r>
          </a:p>
        </p:txBody>
      </p:sp>
      <p:pic>
        <p:nvPicPr>
          <p:cNvPr id="27" name="Image 26">
            <a:extLst>
              <a:ext uri="{FF2B5EF4-FFF2-40B4-BE49-F238E27FC236}">
                <a16:creationId xmlns:a16="http://schemas.microsoft.com/office/drawing/2014/main" id="{76828207-A1DB-17A2-3E97-FDF09402F2D4}"/>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C41D3CD-A64F-ACDC-B5E5-D7C8B732A479}"/>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D799B4D3-9246-CEBE-8F07-182B4CC4D306}"/>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9AEDE06A-3638-6364-64D7-7A3D279978FA}"/>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4" name="Image 23">
            <a:extLst>
              <a:ext uri="{FF2B5EF4-FFF2-40B4-BE49-F238E27FC236}">
                <a16:creationId xmlns:a16="http://schemas.microsoft.com/office/drawing/2014/main" id="{22F5C4B8-4685-35B4-EAA8-4B9FF9F35A37}"/>
              </a:ext>
            </a:extLst>
          </p:cNvPr>
          <p:cNvPicPr>
            <a:picLocks noChangeAspect="1"/>
          </p:cNvPicPr>
          <p:nvPr/>
        </p:nvPicPr>
        <p:blipFill>
          <a:blip r:embed="rId11"/>
          <a:stretch>
            <a:fillRect/>
          </a:stretch>
        </p:blipFill>
        <p:spPr>
          <a:xfrm>
            <a:off x="1993712" y="5187417"/>
            <a:ext cx="720000" cy="720000"/>
          </a:xfrm>
          <a:prstGeom prst="rect">
            <a:avLst/>
          </a:prstGeom>
        </p:spPr>
      </p:pic>
      <p:sp>
        <p:nvSpPr>
          <p:cNvPr id="28" name="ZoneTexte 27">
            <a:extLst>
              <a:ext uri="{FF2B5EF4-FFF2-40B4-BE49-F238E27FC236}">
                <a16:creationId xmlns:a16="http://schemas.microsoft.com/office/drawing/2014/main" id="{E8310CC7-AA5D-7455-75A7-B3AED92F8F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7057483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04608-E22C-C918-88A4-0F40E7AF5D80}"/>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B108E8CF-EA1E-D522-034F-44B6E7C1772D}"/>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8842F259-F3BC-1795-283B-D0B2C8AAA3C1}"/>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A65AF85C-40A5-A9B0-689C-788C80A4C60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19CCC34-F4D1-1AC3-5D61-A5AD4DD44588}"/>
              </a:ext>
            </a:extLst>
          </p:cNvPr>
          <p:cNvSpPr>
            <a:spLocks noGrp="1"/>
          </p:cNvSpPr>
          <p:nvPr>
            <p:ph type="sldNum" sz="quarter" idx="12"/>
          </p:nvPr>
        </p:nvSpPr>
        <p:spPr/>
        <p:txBody>
          <a:bodyPr/>
          <a:lstStyle/>
          <a:p>
            <a:fld id="{294A09A9-5501-47C1-A89A-A340965A2BE2}" type="slidenum">
              <a:rPr lang="fr-FR" smtClean="0"/>
              <a:pPr/>
              <a:t>100</a:t>
            </a:fld>
            <a:endParaRPr lang="fr-FR"/>
          </a:p>
        </p:txBody>
      </p:sp>
      <p:sp>
        <p:nvSpPr>
          <p:cNvPr id="8" name="Rectangle 7">
            <a:extLst>
              <a:ext uri="{FF2B5EF4-FFF2-40B4-BE49-F238E27FC236}">
                <a16:creationId xmlns:a16="http://schemas.microsoft.com/office/drawing/2014/main" id="{5EBD6797-79F9-941D-8F4B-29DE1D37B860}"/>
              </a:ext>
            </a:extLst>
          </p:cNvPr>
          <p:cNvSpPr/>
          <p:nvPr/>
        </p:nvSpPr>
        <p:spPr>
          <a:xfrm>
            <a:off x="6269467" y="2156159"/>
            <a:ext cx="2400000" cy="2684061"/>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45FE62BD-583C-3014-954E-99E09E71DFA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431D9152-8365-21E2-7BB3-A7EC3E5BC38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42AB58BE-1103-BC30-4F1B-9B7346ECDEE8}"/>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9D51637-3760-F011-9313-127456B2155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9E8A0C31-B109-E337-383B-274A128385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86908AC6-F391-A0AD-00A3-3459A27AC377}"/>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AA419C0-AF52-DB56-EF27-6538F625B208}"/>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A9A2052E-4DCB-401D-2949-CFF0D4DA1072}"/>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EEC1B7BE-5E6E-348C-DE7C-7A7865E26F6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C37F2BF-1FFC-0E26-E003-E7FE6FED9273}"/>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69688921-7283-8C1F-923A-F949B3AD6E2A}"/>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00D036B-0A8A-1DA1-98C1-10542FB75BA6}"/>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4FE479EE-B0D8-C3D8-1CD1-A6D38A1C4268}"/>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C4949A0-6F39-5265-3BBB-7553BFBE9ABC}"/>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4663E4BF-D54D-FA73-8BE7-A0744FF23049}"/>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Mise en œuvre des techniques de latéralisation et d’élévation de privilèges afin de progresser et de se maintenir dans le système d’information, via l’exploitation les vulnérabilités structurelles internes du système (manque de cloisonnement des réseaux, contrôle d’accès insuffisant, politique d’authentification peu robuste, etc.).</a:t>
            </a:r>
          </a:p>
        </p:txBody>
      </p:sp>
      <p:pic>
        <p:nvPicPr>
          <p:cNvPr id="27" name="Image 26">
            <a:extLst>
              <a:ext uri="{FF2B5EF4-FFF2-40B4-BE49-F238E27FC236}">
                <a16:creationId xmlns:a16="http://schemas.microsoft.com/office/drawing/2014/main" id="{C366BDE5-90A2-93FB-5FCE-B558247A44F0}"/>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0F345EA2-437B-C5FA-54C4-AC5EADDF6BE7}"/>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9E826AC-822A-9279-497D-3D65E2225BCB}"/>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3E3D6BEB-528C-4155-C60D-4616BB6E160C}"/>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855766C9-E993-D3D9-CB72-E4240CB23C40}"/>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8" name="Image 27">
            <a:extLst>
              <a:ext uri="{FF2B5EF4-FFF2-40B4-BE49-F238E27FC236}">
                <a16:creationId xmlns:a16="http://schemas.microsoft.com/office/drawing/2014/main" id="{A71D1FEE-04E0-D3F4-47F3-7F7BE0C8E6AF}"/>
              </a:ext>
            </a:extLst>
          </p:cNvPr>
          <p:cNvPicPr>
            <a:picLocks noChangeAspect="1"/>
          </p:cNvPicPr>
          <p:nvPr/>
        </p:nvPicPr>
        <p:blipFill>
          <a:blip r:embed="rId12"/>
          <a:stretch>
            <a:fillRect/>
          </a:stretch>
        </p:blipFill>
        <p:spPr>
          <a:xfrm>
            <a:off x="1993712" y="5187417"/>
            <a:ext cx="720000" cy="720000"/>
          </a:xfrm>
          <a:prstGeom prst="rect">
            <a:avLst/>
          </a:prstGeom>
        </p:spPr>
      </p:pic>
      <p:sp>
        <p:nvSpPr>
          <p:cNvPr id="24" name="ZoneTexte 23">
            <a:extLst>
              <a:ext uri="{FF2B5EF4-FFF2-40B4-BE49-F238E27FC236}">
                <a16:creationId xmlns:a16="http://schemas.microsoft.com/office/drawing/2014/main" id="{E6A6C671-6A5B-CE74-95D7-E248E8AF4D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30264712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B028E-D64D-0638-364B-874D006BDDF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45C254F9-AD3B-8B92-E726-AF5210172EA5}"/>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F6EE128C-385D-647F-BB86-29514B3EE299}"/>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90E55199-B77B-AD4E-697F-9FC0265E3C7E}"/>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AAD6289-1F66-50AE-80D0-C0F0B4923458}"/>
              </a:ext>
            </a:extLst>
          </p:cNvPr>
          <p:cNvSpPr>
            <a:spLocks noGrp="1"/>
          </p:cNvSpPr>
          <p:nvPr>
            <p:ph type="sldNum" sz="quarter" idx="12"/>
          </p:nvPr>
        </p:nvSpPr>
        <p:spPr/>
        <p:txBody>
          <a:bodyPr/>
          <a:lstStyle/>
          <a:p>
            <a:fld id="{294A09A9-5501-47C1-A89A-A340965A2BE2}" type="slidenum">
              <a:rPr lang="fr-FR" smtClean="0"/>
              <a:pPr/>
              <a:t>101</a:t>
            </a:fld>
            <a:endParaRPr lang="fr-FR"/>
          </a:p>
        </p:txBody>
      </p:sp>
      <p:sp>
        <p:nvSpPr>
          <p:cNvPr id="8" name="Rectangle 7">
            <a:extLst>
              <a:ext uri="{FF2B5EF4-FFF2-40B4-BE49-F238E27FC236}">
                <a16:creationId xmlns:a16="http://schemas.microsoft.com/office/drawing/2014/main" id="{EAF6DD54-C4F9-65EC-B3FB-7C4DCE4ADCD6}"/>
              </a:ext>
            </a:extLst>
          </p:cNvPr>
          <p:cNvSpPr/>
          <p:nvPr/>
        </p:nvSpPr>
        <p:spPr>
          <a:xfrm>
            <a:off x="6269467" y="2156159"/>
            <a:ext cx="2400000" cy="2684063"/>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011ADE95-3BA8-3B5A-2151-35A9F6383794}"/>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2815235-DED6-F4C6-76DD-895A8B2F62D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3B399465-5CBA-C834-E962-92CF0E186551}"/>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Pilotage et exploitation de l’attaque</a:t>
            </a:r>
          </a:p>
        </p:txBody>
      </p:sp>
      <p:cxnSp>
        <p:nvCxnSpPr>
          <p:cNvPr id="12" name="Connecteur droit 11">
            <a:extLst>
              <a:ext uri="{FF2B5EF4-FFF2-40B4-BE49-F238E27FC236}">
                <a16:creationId xmlns:a16="http://schemas.microsoft.com/office/drawing/2014/main" id="{8B6A6699-360F-7C04-1B45-5DFC7D497668}"/>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428E88B1-6C5D-03BC-59F7-94D5F295694A}"/>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192779DE-1552-2921-2438-AAFDDF99AC21}"/>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0801A7CF-7AAF-7199-D04D-C16E6C11C997}"/>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E0299128-F23D-78B5-AD19-161CB323E449}"/>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0EC183F-D803-4B01-A8E0-2DAF70EF8921}"/>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DB7920D-70E9-DF4B-7EE1-367DFA5C8DC5}"/>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4D02FEAD-E751-063A-E405-3AE073FD469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8605CDA-7CEC-EDDA-F6B2-74A85687E97E}"/>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522EAD8C-BD2B-A156-3C43-ECAF276410FA}"/>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3D3276C4-9A3D-B9D7-9B9B-BFA8D71B511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B69857E-3382-21F0-A541-6276EE880484}"/>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Réalisation de l’objectif visé par la source de risque, par exemple : déclencher la charge malveillante destructrice, exfiltrer ou modifier de l’information. L’attaque peut être ponctuelle (ex : opération de sabotage) ou durable et se réaliser en toute discrétion (ex : opération d’espionnage visant à régulièrement exfiltrer des informations).</a:t>
            </a:r>
          </a:p>
        </p:txBody>
      </p:sp>
      <p:pic>
        <p:nvPicPr>
          <p:cNvPr id="27" name="Image 26">
            <a:extLst>
              <a:ext uri="{FF2B5EF4-FFF2-40B4-BE49-F238E27FC236}">
                <a16:creationId xmlns:a16="http://schemas.microsoft.com/office/drawing/2014/main" id="{AF3E083D-EFD0-E393-8C16-36D3EF730F38}"/>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438F84C-EBA6-96F6-10CF-D8876B9D2A7B}"/>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439CA68-5479-5228-7AFC-167FFAB6ED03}"/>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FDB5FB00-6718-2ACC-A47B-91B02BCADA04}"/>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E3AE9B97-FDBA-7F67-42B3-D826C3786BE4}"/>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4" name="Image 23">
            <a:extLst>
              <a:ext uri="{FF2B5EF4-FFF2-40B4-BE49-F238E27FC236}">
                <a16:creationId xmlns:a16="http://schemas.microsoft.com/office/drawing/2014/main" id="{37C50AF0-CC5D-C100-6849-AA314E7B11B8}"/>
              </a:ext>
            </a:extLst>
          </p:cNvPr>
          <p:cNvPicPr>
            <a:picLocks noChangeAspect="1"/>
          </p:cNvPicPr>
          <p:nvPr/>
        </p:nvPicPr>
        <p:blipFill>
          <a:blip r:embed="rId12"/>
          <a:stretch>
            <a:fillRect/>
          </a:stretch>
        </p:blipFill>
        <p:spPr>
          <a:xfrm>
            <a:off x="9186176" y="3318949"/>
            <a:ext cx="576000" cy="576000"/>
          </a:xfrm>
          <a:prstGeom prst="rect">
            <a:avLst/>
          </a:prstGeom>
        </p:spPr>
      </p:pic>
      <p:pic>
        <p:nvPicPr>
          <p:cNvPr id="29" name="Image 28">
            <a:extLst>
              <a:ext uri="{FF2B5EF4-FFF2-40B4-BE49-F238E27FC236}">
                <a16:creationId xmlns:a16="http://schemas.microsoft.com/office/drawing/2014/main" id="{C36FEE60-6587-1341-22B3-2FCAE79C42C0}"/>
              </a:ext>
            </a:extLst>
          </p:cNvPr>
          <p:cNvPicPr>
            <a:picLocks noChangeAspect="1"/>
          </p:cNvPicPr>
          <p:nvPr/>
        </p:nvPicPr>
        <p:blipFill>
          <a:blip r:embed="rId13"/>
          <a:stretch>
            <a:fillRect/>
          </a:stretch>
        </p:blipFill>
        <p:spPr>
          <a:xfrm>
            <a:off x="1990397" y="5181231"/>
            <a:ext cx="720000" cy="720000"/>
          </a:xfrm>
          <a:prstGeom prst="rect">
            <a:avLst/>
          </a:prstGeom>
        </p:spPr>
      </p:pic>
      <p:sp>
        <p:nvSpPr>
          <p:cNvPr id="28" name="ZoneTexte 27">
            <a:extLst>
              <a:ext uri="{FF2B5EF4-FFF2-40B4-BE49-F238E27FC236}">
                <a16:creationId xmlns:a16="http://schemas.microsoft.com/office/drawing/2014/main" id="{765C8427-C548-A233-9B9C-A002B268410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10023743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ED3142-8057-B25E-BC9A-A59FA93CF0EE}"/>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A341FDC8-8337-14F4-4776-4D4110DB8819}"/>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FBE239FD-FC66-2318-3311-9191ABE76C62}"/>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50A779-83DE-BBC8-544D-FB9DA8F32637}"/>
              </a:ext>
            </a:extLst>
          </p:cNvPr>
          <p:cNvSpPr>
            <a:spLocks noGrp="1"/>
          </p:cNvSpPr>
          <p:nvPr>
            <p:ph type="sldNum" sz="quarter" idx="12"/>
          </p:nvPr>
        </p:nvSpPr>
        <p:spPr/>
        <p:txBody>
          <a:bodyPr/>
          <a:lstStyle/>
          <a:p>
            <a:pPr rtl="0"/>
            <a:fld id="{294A09A9-5501-47C1-A89A-A340965A2BE2}" type="slidenum">
              <a:rPr lang="fr-FR" noProof="0" smtClean="0"/>
              <a:t>102</a:t>
            </a:fld>
            <a:endParaRPr lang="fr-FR" noProof="0"/>
          </a:p>
        </p:txBody>
      </p:sp>
      <p:sp>
        <p:nvSpPr>
          <p:cNvPr id="6" name="Rectangle 5">
            <a:extLst>
              <a:ext uri="{FF2B5EF4-FFF2-40B4-BE49-F238E27FC236}">
                <a16:creationId xmlns:a16="http://schemas.microsoft.com/office/drawing/2014/main" id="{EF3031A3-01BF-E170-C721-349548CA42E7}"/>
              </a:ext>
            </a:extLst>
          </p:cNvPr>
          <p:cNvSpPr/>
          <p:nvPr/>
        </p:nvSpPr>
        <p:spPr>
          <a:xfrm>
            <a:off x="6568245"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34DE2E3A-AC6B-715F-F73B-62F9C37B33E7}"/>
              </a:ext>
            </a:extLst>
          </p:cNvPr>
          <p:cNvSpPr/>
          <p:nvPr/>
        </p:nvSpPr>
        <p:spPr>
          <a:xfrm>
            <a:off x="3863843"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86992410-A5B9-E05A-D01F-B8AA168EC3A5}"/>
              </a:ext>
            </a:extLst>
          </p:cNvPr>
          <p:cNvSpPr/>
          <p:nvPr/>
        </p:nvSpPr>
        <p:spPr>
          <a:xfrm>
            <a:off x="1159440"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33C38551-E333-EFFA-2621-91D0F704E543}"/>
              </a:ext>
            </a:extLst>
          </p:cNvPr>
          <p:cNvSpPr/>
          <p:nvPr/>
        </p:nvSpPr>
        <p:spPr>
          <a:xfrm>
            <a:off x="9272647"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329808EE-C371-3044-5A26-9D67846B1F4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483876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4C69E0FB-B601-7B25-052C-4B58FD0EFA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523374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526023F5-BB4F-0E31-034B-0E800D675A8F}"/>
              </a:ext>
            </a:extLst>
          </p:cNvPr>
          <p:cNvCxnSpPr>
            <a:cxnSpLocks/>
          </p:cNvCxnSpPr>
          <p:nvPr/>
        </p:nvCxnSpPr>
        <p:spPr>
          <a:xfrm>
            <a:off x="3053343"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F4A36650-683E-F3D8-6FDE-78A595A0DD59}"/>
              </a:ext>
            </a:extLst>
          </p:cNvPr>
          <p:cNvCxnSpPr>
            <a:cxnSpLocks/>
          </p:cNvCxnSpPr>
          <p:nvPr/>
        </p:nvCxnSpPr>
        <p:spPr>
          <a:xfrm>
            <a:off x="3027998" y="532050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388D5E75-5859-01E8-CBCF-2FE104E56BED}"/>
              </a:ext>
            </a:extLst>
          </p:cNvPr>
          <p:cNvCxnSpPr>
            <a:cxnSpLocks/>
          </p:cNvCxnSpPr>
          <p:nvPr/>
        </p:nvCxnSpPr>
        <p:spPr>
          <a:xfrm>
            <a:off x="5891458"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CFBA611B-0A0F-D303-079F-7194187ABF4C}"/>
              </a:ext>
            </a:extLst>
          </p:cNvPr>
          <p:cNvCxnSpPr>
            <a:cxnSpLocks/>
          </p:cNvCxnSpPr>
          <p:nvPr/>
        </p:nvCxnSpPr>
        <p:spPr>
          <a:xfrm>
            <a:off x="5891458"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549DC2C8-FF63-08B8-E243-A547ADA61736}"/>
              </a:ext>
            </a:extLst>
          </p:cNvPr>
          <p:cNvCxnSpPr>
            <a:cxnSpLocks/>
          </p:cNvCxnSpPr>
          <p:nvPr/>
        </p:nvCxnSpPr>
        <p:spPr>
          <a:xfrm>
            <a:off x="8585739"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65E0310A-1250-74DD-994B-CB73114812AA}"/>
              </a:ext>
            </a:extLst>
          </p:cNvPr>
          <p:cNvCxnSpPr>
            <a:cxnSpLocks/>
          </p:cNvCxnSpPr>
          <p:nvPr/>
        </p:nvCxnSpPr>
        <p:spPr>
          <a:xfrm>
            <a:off x="8585739"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2D3D1B43-0D35-B402-67D2-C83829860B26}"/>
              </a:ext>
            </a:extLst>
          </p:cNvPr>
          <p:cNvSpPr/>
          <p:nvPr/>
        </p:nvSpPr>
        <p:spPr>
          <a:xfrm>
            <a:off x="1516160" y="460828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42A0579C-544B-A865-1F81-E42FA35F7AFC}"/>
              </a:ext>
            </a:extLst>
          </p:cNvPr>
          <p:cNvSpPr/>
          <p:nvPr/>
        </p:nvSpPr>
        <p:spPr>
          <a:xfrm>
            <a:off x="4116885" y="516264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71699640-24DD-695F-85E8-2A73CA6B43C0}"/>
              </a:ext>
            </a:extLst>
          </p:cNvPr>
          <p:cNvSpPr/>
          <p:nvPr/>
        </p:nvSpPr>
        <p:spPr>
          <a:xfrm>
            <a:off x="4116884" y="410031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7F199CD7-6D4D-10CF-08C6-0595835AAC07}"/>
              </a:ext>
            </a:extLst>
          </p:cNvPr>
          <p:cNvSpPr/>
          <p:nvPr/>
        </p:nvSpPr>
        <p:spPr>
          <a:xfrm>
            <a:off x="6975865" y="461102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602C9189-2ADE-73A5-92DA-35BCBCE7DE0C}"/>
              </a:ext>
            </a:extLst>
          </p:cNvPr>
          <p:cNvSpPr/>
          <p:nvPr/>
        </p:nvSpPr>
        <p:spPr>
          <a:xfrm>
            <a:off x="9656421" y="461102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3" name="Rectangle 22">
            <a:extLst>
              <a:ext uri="{FF2B5EF4-FFF2-40B4-BE49-F238E27FC236}">
                <a16:creationId xmlns:a16="http://schemas.microsoft.com/office/drawing/2014/main" id="{49582933-46BF-2508-5EFE-E087153028CC}"/>
              </a:ext>
            </a:extLst>
          </p:cNvPr>
          <p:cNvSpPr/>
          <p:nvPr/>
        </p:nvSpPr>
        <p:spPr>
          <a:xfrm>
            <a:off x="1678517" y="1173052"/>
            <a:ext cx="3428939" cy="1213891"/>
          </a:xfrm>
          <a:prstGeom prst="rect">
            <a:avLst/>
          </a:prstGeom>
          <a:ln/>
        </p:spPr>
        <p:style>
          <a:lnRef idx="2">
            <a:schemeClr val="dk1"/>
          </a:lnRef>
          <a:fillRef idx="1">
            <a:schemeClr val="lt1"/>
          </a:fillRef>
          <a:effectRef idx="0">
            <a:schemeClr val="dk1"/>
          </a:effectRef>
          <a:fontRef idx="minor">
            <a:schemeClr val="dk1"/>
          </a:fontRef>
        </p:style>
        <p:txBody>
          <a:bodyPr wrap="square" lIns="192000" tIns="0" rIns="96000" bIns="0" rtlCol="0" anchor="ctr">
            <a:noAutofit/>
          </a:bodyPr>
          <a:lstStyle/>
          <a:p>
            <a:pPr marL="124881" indent="-124881"/>
            <a:r>
              <a:rPr lang="fr-FR" sz="1400" b="1" i="1" dirty="0">
                <a:solidFill>
                  <a:srgbClr val="252525"/>
                </a:solidFill>
                <a:latin typeface="+mj-lt"/>
                <a:cs typeface="Segoe UI" panose="020B0502040204020203" pitchFamily="34" charset="0"/>
              </a:rPr>
              <a:t>Rappel</a:t>
            </a:r>
          </a:p>
          <a:p>
            <a:pPr marL="6351" indent="-6351"/>
            <a:r>
              <a:rPr lang="fr-FR" sz="1400" i="1" dirty="0">
                <a:solidFill>
                  <a:srgbClr val="252525"/>
                </a:solidFill>
                <a:latin typeface="+mj-lt"/>
                <a:cs typeface="Segoe UI" panose="020B0502040204020203" pitchFamily="34" charset="0"/>
              </a:rPr>
              <a:t>2 chemins d’attaque identifiés sur la modification de notes :</a:t>
            </a:r>
          </a:p>
          <a:p>
            <a:pPr marL="182029" indent="-182029">
              <a:buFont typeface="+mj-lt"/>
              <a:buAutoNum type="arabicPeriod"/>
            </a:pPr>
            <a:r>
              <a:rPr lang="fr-FR" sz="1400" i="1" dirty="0">
                <a:solidFill>
                  <a:srgbClr val="252525"/>
                </a:solidFill>
                <a:latin typeface="+mj-lt"/>
                <a:cs typeface="Segoe UI" panose="020B0502040204020203" pitchFamily="34" charset="0"/>
              </a:rPr>
              <a:t>Attaque directe</a:t>
            </a:r>
          </a:p>
          <a:p>
            <a:pPr marL="182029" indent="-182029">
              <a:buFont typeface="+mj-lt"/>
              <a:buAutoNum type="arabicPeriod"/>
            </a:pPr>
            <a:r>
              <a:rPr lang="fr-FR" sz="1400" i="1" dirty="0">
                <a:solidFill>
                  <a:srgbClr val="252525"/>
                </a:solidFill>
                <a:latin typeface="+mj-lt"/>
                <a:cs typeface="Segoe UI" panose="020B0502040204020203" pitchFamily="34" charset="0"/>
              </a:rPr>
              <a:t>Attaque par la connexion du professeur</a:t>
            </a:r>
          </a:p>
        </p:txBody>
      </p:sp>
      <p:sp>
        <p:nvSpPr>
          <p:cNvPr id="25" name="Ellipse 24">
            <a:extLst>
              <a:ext uri="{FF2B5EF4-FFF2-40B4-BE49-F238E27FC236}">
                <a16:creationId xmlns:a16="http://schemas.microsoft.com/office/drawing/2014/main" id="{4C877F97-4FA8-6932-CC34-26AB28D4DD4E}"/>
              </a:ext>
            </a:extLst>
          </p:cNvPr>
          <p:cNvSpPr>
            <a:spLocks noChangeAspect="1"/>
          </p:cNvSpPr>
          <p:nvPr/>
        </p:nvSpPr>
        <p:spPr>
          <a:xfrm>
            <a:off x="3370341" y="444907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501C9720-9E81-D26A-221D-337D3A508447}"/>
              </a:ext>
            </a:extLst>
          </p:cNvPr>
          <p:cNvSpPr>
            <a:spLocks noChangeAspect="1"/>
          </p:cNvSpPr>
          <p:nvPr/>
        </p:nvSpPr>
        <p:spPr>
          <a:xfrm>
            <a:off x="3369001" y="538899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sp>
        <p:nvSpPr>
          <p:cNvPr id="27" name="Rectangle 26">
            <a:extLst>
              <a:ext uri="{FF2B5EF4-FFF2-40B4-BE49-F238E27FC236}">
                <a16:creationId xmlns:a16="http://schemas.microsoft.com/office/drawing/2014/main" id="{45B3A44B-550B-DFA8-8D3B-3EDA7FF2765D}"/>
              </a:ext>
            </a:extLst>
          </p:cNvPr>
          <p:cNvSpPr/>
          <p:nvPr/>
        </p:nvSpPr>
        <p:spPr>
          <a:xfrm>
            <a:off x="5319116" y="1170655"/>
            <a:ext cx="1831432" cy="2338500"/>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Source de risque</a:t>
            </a:r>
            <a:endParaRPr lang="fr-FR" sz="1400" dirty="0">
              <a:solidFill>
                <a:srgbClr val="252525"/>
              </a:solidFill>
              <a:latin typeface="+mj-lt"/>
              <a:cs typeface="Segoe UI" panose="020B0502040204020203" pitchFamily="34" charset="0"/>
            </a:endParaRPr>
          </a:p>
        </p:txBody>
      </p:sp>
      <p:pic>
        <p:nvPicPr>
          <p:cNvPr id="28" name="Image 27">
            <a:extLst>
              <a:ext uri="{FF2B5EF4-FFF2-40B4-BE49-F238E27FC236}">
                <a16:creationId xmlns:a16="http://schemas.microsoft.com/office/drawing/2014/main" id="{D93CF92E-6833-10CA-F1C8-8F919E2CA00A}"/>
              </a:ext>
            </a:extLst>
          </p:cNvPr>
          <p:cNvPicPr>
            <a:picLocks noChangeAspect="1"/>
          </p:cNvPicPr>
          <p:nvPr/>
        </p:nvPicPr>
        <p:blipFill>
          <a:blip r:embed="rId4"/>
          <a:stretch>
            <a:fillRect/>
          </a:stretch>
        </p:blipFill>
        <p:spPr>
          <a:xfrm>
            <a:off x="4788884" y="3793409"/>
            <a:ext cx="576000" cy="576000"/>
          </a:xfrm>
          <a:prstGeom prst="rect">
            <a:avLst/>
          </a:prstGeom>
        </p:spPr>
      </p:pic>
      <p:sp>
        <p:nvSpPr>
          <p:cNvPr id="29" name="Rectangle 28">
            <a:extLst>
              <a:ext uri="{FF2B5EF4-FFF2-40B4-BE49-F238E27FC236}">
                <a16:creationId xmlns:a16="http://schemas.microsoft.com/office/drawing/2014/main" id="{495C696A-AEF8-0FE5-5225-08FFDEA09365}"/>
              </a:ext>
            </a:extLst>
          </p:cNvPr>
          <p:cNvSpPr/>
          <p:nvPr/>
        </p:nvSpPr>
        <p:spPr>
          <a:xfrm>
            <a:off x="7355495" y="1170655"/>
            <a:ext cx="1831432" cy="2338500"/>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Écosystème</a:t>
            </a:r>
          </a:p>
        </p:txBody>
      </p:sp>
      <p:sp>
        <p:nvSpPr>
          <p:cNvPr id="30" name="Rectangle 29">
            <a:extLst>
              <a:ext uri="{FF2B5EF4-FFF2-40B4-BE49-F238E27FC236}">
                <a16:creationId xmlns:a16="http://schemas.microsoft.com/office/drawing/2014/main" id="{9789A3EF-DB01-B082-80BC-03A09EF73A6B}"/>
              </a:ext>
            </a:extLst>
          </p:cNvPr>
          <p:cNvSpPr/>
          <p:nvPr/>
        </p:nvSpPr>
        <p:spPr>
          <a:xfrm>
            <a:off x="9392711" y="1170655"/>
            <a:ext cx="1831432" cy="2338500"/>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pPr>
            <a:r>
              <a:rPr lang="fr-FR" sz="1400" b="1" dirty="0">
                <a:solidFill>
                  <a:srgbClr val="252525"/>
                </a:solidFill>
                <a:latin typeface="+mj-lt"/>
                <a:cs typeface="Segoe UI" panose="020B0502040204020203" pitchFamily="34" charset="0"/>
              </a:rPr>
              <a:t>SI du collège</a:t>
            </a:r>
          </a:p>
        </p:txBody>
      </p:sp>
      <p:cxnSp>
        <p:nvCxnSpPr>
          <p:cNvPr id="31" name="Connecteur droit avec flèche 30">
            <a:extLst>
              <a:ext uri="{FF2B5EF4-FFF2-40B4-BE49-F238E27FC236}">
                <a16:creationId xmlns:a16="http://schemas.microsoft.com/office/drawing/2014/main" id="{CC9A6CB2-F349-3EF2-0735-92665ED6C85C}"/>
              </a:ext>
            </a:extLst>
          </p:cNvPr>
          <p:cNvCxnSpPr>
            <a:cxnSpLocks/>
          </p:cNvCxnSpPr>
          <p:nvPr/>
        </p:nvCxnSpPr>
        <p:spPr>
          <a:xfrm>
            <a:off x="6751884" y="2640427"/>
            <a:ext cx="922609"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32" name="Forme libre 7">
            <a:extLst>
              <a:ext uri="{FF2B5EF4-FFF2-40B4-BE49-F238E27FC236}">
                <a16:creationId xmlns:a16="http://schemas.microsoft.com/office/drawing/2014/main" id="{C5BF3B20-B751-EB86-C653-3081BB2B4A59}"/>
              </a:ext>
            </a:extLst>
          </p:cNvPr>
          <p:cNvSpPr/>
          <p:nvPr/>
        </p:nvSpPr>
        <p:spPr>
          <a:xfrm>
            <a:off x="6245078" y="1614359"/>
            <a:ext cx="4095617" cy="224804"/>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3" name="Ellipse 32">
            <a:extLst>
              <a:ext uri="{FF2B5EF4-FFF2-40B4-BE49-F238E27FC236}">
                <a16:creationId xmlns:a16="http://schemas.microsoft.com/office/drawing/2014/main" id="{0E80041E-C06B-CAAD-AD61-0235F85AC176}"/>
              </a:ext>
            </a:extLst>
          </p:cNvPr>
          <p:cNvSpPr>
            <a:spLocks noChangeAspect="1"/>
          </p:cNvSpPr>
          <p:nvPr/>
        </p:nvSpPr>
        <p:spPr>
          <a:xfrm>
            <a:off x="7093523" y="1450077"/>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34" name="Ellipse 33">
            <a:extLst>
              <a:ext uri="{FF2B5EF4-FFF2-40B4-BE49-F238E27FC236}">
                <a16:creationId xmlns:a16="http://schemas.microsoft.com/office/drawing/2014/main" id="{D81E8C90-4A13-C0A9-AF3C-C627A2D46A21}"/>
              </a:ext>
            </a:extLst>
          </p:cNvPr>
          <p:cNvSpPr>
            <a:spLocks noChangeAspect="1"/>
          </p:cNvSpPr>
          <p:nvPr/>
        </p:nvSpPr>
        <p:spPr>
          <a:xfrm>
            <a:off x="7100229" y="2481217"/>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35" name="Image 34">
            <a:extLst>
              <a:ext uri="{FF2B5EF4-FFF2-40B4-BE49-F238E27FC236}">
                <a16:creationId xmlns:a16="http://schemas.microsoft.com/office/drawing/2014/main" id="{4121B546-3D45-7618-47CA-CAE19132E852}"/>
              </a:ext>
            </a:extLst>
          </p:cNvPr>
          <p:cNvPicPr>
            <a:picLocks noChangeAspect="1"/>
          </p:cNvPicPr>
          <p:nvPr/>
        </p:nvPicPr>
        <p:blipFill>
          <a:blip r:embed="rId5"/>
          <a:stretch>
            <a:fillRect/>
          </a:stretch>
        </p:blipFill>
        <p:spPr>
          <a:xfrm>
            <a:off x="5769314" y="1860031"/>
            <a:ext cx="951829" cy="1135797"/>
          </a:xfrm>
          <a:prstGeom prst="rect">
            <a:avLst/>
          </a:prstGeom>
        </p:spPr>
      </p:pic>
      <p:sp>
        <p:nvSpPr>
          <p:cNvPr id="36" name="Rectangle : coins arrondis 35">
            <a:extLst>
              <a:ext uri="{FF2B5EF4-FFF2-40B4-BE49-F238E27FC236}">
                <a16:creationId xmlns:a16="http://schemas.microsoft.com/office/drawing/2014/main" id="{5ABD425E-855F-982B-FFA7-D497FB35E419}"/>
              </a:ext>
            </a:extLst>
          </p:cNvPr>
          <p:cNvSpPr/>
          <p:nvPr/>
        </p:nvSpPr>
        <p:spPr>
          <a:xfrm>
            <a:off x="5627145" y="3090295"/>
            <a:ext cx="1215375" cy="224804"/>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sp>
        <p:nvSpPr>
          <p:cNvPr id="37" name="Rectangle 36">
            <a:extLst>
              <a:ext uri="{FF2B5EF4-FFF2-40B4-BE49-F238E27FC236}">
                <a16:creationId xmlns:a16="http://schemas.microsoft.com/office/drawing/2014/main" id="{DB3CD688-93A4-C4CF-8D75-35A020427F13}"/>
              </a:ext>
            </a:extLst>
          </p:cNvPr>
          <p:cNvSpPr/>
          <p:nvPr/>
        </p:nvSpPr>
        <p:spPr>
          <a:xfrm>
            <a:off x="8260222" y="1698104"/>
            <a:ext cx="664735" cy="2427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100" i="1" dirty="0">
                <a:solidFill>
                  <a:srgbClr val="252525"/>
                </a:solidFill>
                <a:latin typeface="+mj-lt"/>
                <a:cs typeface="Segoe UI" panose="020B0502040204020203" pitchFamily="34" charset="0"/>
              </a:rPr>
              <a:t>Identifiants</a:t>
            </a:r>
            <a:endParaRPr lang="fr-FR" sz="1067" i="1" dirty="0">
              <a:solidFill>
                <a:srgbClr val="252525"/>
              </a:solidFill>
              <a:latin typeface="+mj-lt"/>
              <a:cs typeface="Segoe UI" panose="020B0502040204020203" pitchFamily="34" charset="0"/>
            </a:endParaRPr>
          </a:p>
        </p:txBody>
      </p:sp>
      <p:pic>
        <p:nvPicPr>
          <p:cNvPr id="38" name="Image 37">
            <a:extLst>
              <a:ext uri="{FF2B5EF4-FFF2-40B4-BE49-F238E27FC236}">
                <a16:creationId xmlns:a16="http://schemas.microsoft.com/office/drawing/2014/main" id="{371382CF-EB7D-28B9-0A42-05A88EC39BA2}"/>
              </a:ext>
            </a:extLst>
          </p:cNvPr>
          <p:cNvPicPr>
            <a:picLocks noChangeAspect="1"/>
          </p:cNvPicPr>
          <p:nvPr/>
        </p:nvPicPr>
        <p:blipFill>
          <a:blip r:embed="rId6"/>
          <a:stretch>
            <a:fillRect/>
          </a:stretch>
        </p:blipFill>
        <p:spPr>
          <a:xfrm>
            <a:off x="7638513" y="1888629"/>
            <a:ext cx="1290929" cy="1103159"/>
          </a:xfrm>
          <a:prstGeom prst="rect">
            <a:avLst/>
          </a:prstGeom>
        </p:spPr>
      </p:pic>
      <p:cxnSp>
        <p:nvCxnSpPr>
          <p:cNvPr id="39" name="Connecteur droit avec flèche 38">
            <a:extLst>
              <a:ext uri="{FF2B5EF4-FFF2-40B4-BE49-F238E27FC236}">
                <a16:creationId xmlns:a16="http://schemas.microsoft.com/office/drawing/2014/main" id="{EC97C2D3-EAD5-98FD-81D7-D15530B01307}"/>
              </a:ext>
            </a:extLst>
          </p:cNvPr>
          <p:cNvCxnSpPr>
            <a:cxnSpLocks/>
          </p:cNvCxnSpPr>
          <p:nvPr/>
        </p:nvCxnSpPr>
        <p:spPr>
          <a:xfrm>
            <a:off x="8422210" y="2640427"/>
            <a:ext cx="1448044"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40" name="Image 39">
            <a:extLst>
              <a:ext uri="{FF2B5EF4-FFF2-40B4-BE49-F238E27FC236}">
                <a16:creationId xmlns:a16="http://schemas.microsoft.com/office/drawing/2014/main" id="{FF877F0E-55D9-C724-81F1-733871D4CC9D}"/>
              </a:ext>
            </a:extLst>
          </p:cNvPr>
          <p:cNvPicPr>
            <a:picLocks noChangeAspect="1"/>
          </p:cNvPicPr>
          <p:nvPr/>
        </p:nvPicPr>
        <p:blipFill>
          <a:blip r:embed="rId7"/>
          <a:stretch>
            <a:fillRect/>
          </a:stretch>
        </p:blipFill>
        <p:spPr>
          <a:xfrm>
            <a:off x="9870253" y="1862370"/>
            <a:ext cx="960320" cy="1169085"/>
          </a:xfrm>
          <a:prstGeom prst="rect">
            <a:avLst/>
          </a:prstGeom>
        </p:spPr>
      </p:pic>
      <p:sp>
        <p:nvSpPr>
          <p:cNvPr id="41" name="Rectangle : coins arrondis 40">
            <a:extLst>
              <a:ext uri="{FF2B5EF4-FFF2-40B4-BE49-F238E27FC236}">
                <a16:creationId xmlns:a16="http://schemas.microsoft.com/office/drawing/2014/main" id="{FD3160DA-9CB8-1C0D-0252-A0D701CDE257}"/>
              </a:ext>
            </a:extLst>
          </p:cNvPr>
          <p:cNvSpPr/>
          <p:nvPr/>
        </p:nvSpPr>
        <p:spPr>
          <a:xfrm>
            <a:off x="7663525" y="3090295"/>
            <a:ext cx="1215375" cy="224804"/>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42" name="Rectangle : coins arrondis 41">
            <a:extLst>
              <a:ext uri="{FF2B5EF4-FFF2-40B4-BE49-F238E27FC236}">
                <a16:creationId xmlns:a16="http://schemas.microsoft.com/office/drawing/2014/main" id="{5FCEC325-AD20-53C3-6EC7-F3BDEECD3E95}"/>
              </a:ext>
            </a:extLst>
          </p:cNvPr>
          <p:cNvSpPr/>
          <p:nvPr/>
        </p:nvSpPr>
        <p:spPr>
          <a:xfrm>
            <a:off x="9700741" y="3090295"/>
            <a:ext cx="1215375" cy="224804"/>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Notes de l’élève</a:t>
            </a:r>
          </a:p>
        </p:txBody>
      </p:sp>
      <p:sp>
        <p:nvSpPr>
          <p:cNvPr id="43" name="Rectangle 42">
            <a:extLst>
              <a:ext uri="{FF2B5EF4-FFF2-40B4-BE49-F238E27FC236}">
                <a16:creationId xmlns:a16="http://schemas.microsoft.com/office/drawing/2014/main" id="{C734E01F-CE82-A5B4-BFDE-8BE47BA40BE0}"/>
              </a:ext>
            </a:extLst>
          </p:cNvPr>
          <p:cNvSpPr/>
          <p:nvPr/>
        </p:nvSpPr>
        <p:spPr>
          <a:xfrm>
            <a:off x="1678517" y="2382150"/>
            <a:ext cx="3428939" cy="1127005"/>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00" b="1" dirty="0">
                <a:solidFill>
                  <a:srgbClr val="252525"/>
                </a:solidFill>
                <a:latin typeface="+mj-lt"/>
                <a:cs typeface="Segoe UI" panose="020B0502040204020203" pitchFamily="34" charset="0"/>
              </a:rPr>
              <a:t>Scénario stratégique :</a:t>
            </a:r>
            <a:r>
              <a:rPr lang="fr-FR" sz="1400" dirty="0">
                <a:solidFill>
                  <a:srgbClr val="252525"/>
                </a:solidFill>
                <a:latin typeface="+mj-lt"/>
                <a:cs typeface="Segoe UI" panose="020B0502040204020203" pitchFamily="34" charset="0"/>
              </a:rPr>
              <a:t> Modification de la base de données par utilisation frauduleuse de la session du professeur.</a:t>
            </a:r>
          </a:p>
          <a:p>
            <a:pPr>
              <a:defRPr/>
            </a:pPr>
            <a:r>
              <a:rPr lang="fr-FR" sz="1400" b="1" dirty="0">
                <a:solidFill>
                  <a:srgbClr val="252525"/>
                </a:solidFill>
                <a:latin typeface="+mj-lt"/>
                <a:cs typeface="Segoe UI" panose="020B0502040204020203" pitchFamily="34" charset="0"/>
              </a:rPr>
              <a:t>Chemin d’attaque :</a:t>
            </a:r>
            <a:r>
              <a:rPr lang="fr-FR" sz="1400" dirty="0">
                <a:solidFill>
                  <a:srgbClr val="252525"/>
                </a:solidFill>
                <a:latin typeface="+mj-lt"/>
                <a:cs typeface="Segoe UI" panose="020B0502040204020203" pitchFamily="34" charset="0"/>
              </a:rPr>
              <a:t> n°2  •  </a:t>
            </a:r>
            <a:r>
              <a:rPr lang="fr-FR" sz="1400" b="1" dirty="0">
                <a:solidFill>
                  <a:srgbClr val="252525"/>
                </a:solidFill>
                <a:latin typeface="+mj-lt"/>
                <a:cs typeface="Segoe UI" panose="020B0502040204020203" pitchFamily="34" charset="0"/>
              </a:rPr>
              <a:t>Gravité :</a:t>
            </a:r>
            <a:r>
              <a:rPr lang="fr-FR" sz="1400" dirty="0">
                <a:solidFill>
                  <a:srgbClr val="252525"/>
                </a:solidFill>
                <a:latin typeface="+mj-lt"/>
                <a:cs typeface="Segoe UI" panose="020B0502040204020203" pitchFamily="34" charset="0"/>
              </a:rPr>
              <a:t> 3</a:t>
            </a:r>
          </a:p>
        </p:txBody>
      </p:sp>
      <p:pic>
        <p:nvPicPr>
          <p:cNvPr id="44" name="Image 43">
            <a:extLst>
              <a:ext uri="{FF2B5EF4-FFF2-40B4-BE49-F238E27FC236}">
                <a16:creationId xmlns:a16="http://schemas.microsoft.com/office/drawing/2014/main" id="{914FF015-0B9F-683A-D8B4-910430EF1692}"/>
              </a:ext>
            </a:extLst>
          </p:cNvPr>
          <p:cNvPicPr>
            <a:picLocks noChangeAspect="1"/>
          </p:cNvPicPr>
          <p:nvPr/>
        </p:nvPicPr>
        <p:blipFill>
          <a:blip r:embed="rId8"/>
          <a:stretch>
            <a:fillRect/>
          </a:stretch>
        </p:blipFill>
        <p:spPr>
          <a:xfrm>
            <a:off x="7527865" y="4317785"/>
            <a:ext cx="576000" cy="576000"/>
          </a:xfrm>
          <a:prstGeom prst="rect">
            <a:avLst/>
          </a:prstGeom>
        </p:spPr>
      </p:pic>
      <p:pic>
        <p:nvPicPr>
          <p:cNvPr id="45" name="Image 44">
            <a:extLst>
              <a:ext uri="{FF2B5EF4-FFF2-40B4-BE49-F238E27FC236}">
                <a16:creationId xmlns:a16="http://schemas.microsoft.com/office/drawing/2014/main" id="{379EAA0F-6EE9-1A27-02A1-E300DF7198D7}"/>
              </a:ext>
            </a:extLst>
          </p:cNvPr>
          <p:cNvPicPr>
            <a:picLocks noChangeAspect="1"/>
          </p:cNvPicPr>
          <p:nvPr/>
        </p:nvPicPr>
        <p:blipFill>
          <a:blip r:embed="rId9"/>
          <a:stretch>
            <a:fillRect/>
          </a:stretch>
        </p:blipFill>
        <p:spPr>
          <a:xfrm>
            <a:off x="2068160" y="4293208"/>
            <a:ext cx="576000" cy="576000"/>
          </a:xfrm>
          <a:prstGeom prst="rect">
            <a:avLst/>
          </a:prstGeom>
        </p:spPr>
      </p:pic>
      <p:pic>
        <p:nvPicPr>
          <p:cNvPr id="46" name="Image 45">
            <a:extLst>
              <a:ext uri="{FF2B5EF4-FFF2-40B4-BE49-F238E27FC236}">
                <a16:creationId xmlns:a16="http://schemas.microsoft.com/office/drawing/2014/main" id="{1AEBA936-D9F4-2841-E633-BBFBE1E1F08F}"/>
              </a:ext>
            </a:extLst>
          </p:cNvPr>
          <p:cNvPicPr>
            <a:picLocks noChangeAspect="1"/>
          </p:cNvPicPr>
          <p:nvPr/>
        </p:nvPicPr>
        <p:blipFill>
          <a:blip r:embed="rId10"/>
          <a:stretch>
            <a:fillRect/>
          </a:stretch>
        </p:blipFill>
        <p:spPr>
          <a:xfrm>
            <a:off x="10171049" y="4311739"/>
            <a:ext cx="650748" cy="576000"/>
          </a:xfrm>
          <a:prstGeom prst="rect">
            <a:avLst/>
          </a:prstGeom>
        </p:spPr>
      </p:pic>
      <p:pic>
        <p:nvPicPr>
          <p:cNvPr id="47" name="Image 46">
            <a:extLst>
              <a:ext uri="{FF2B5EF4-FFF2-40B4-BE49-F238E27FC236}">
                <a16:creationId xmlns:a16="http://schemas.microsoft.com/office/drawing/2014/main" id="{E14951F4-4F17-779C-4517-48614232991D}"/>
              </a:ext>
            </a:extLst>
          </p:cNvPr>
          <p:cNvPicPr>
            <a:picLocks noChangeAspect="1"/>
          </p:cNvPicPr>
          <p:nvPr/>
        </p:nvPicPr>
        <p:blipFill>
          <a:blip r:embed="rId11"/>
          <a:stretch>
            <a:fillRect/>
          </a:stretch>
        </p:blipFill>
        <p:spPr>
          <a:xfrm>
            <a:off x="4788885" y="4866175"/>
            <a:ext cx="576000" cy="576000"/>
          </a:xfrm>
          <a:prstGeom prst="rect">
            <a:avLst/>
          </a:prstGeom>
        </p:spPr>
      </p:pic>
      <p:pic>
        <p:nvPicPr>
          <p:cNvPr id="48" name="Image 47">
            <a:extLst>
              <a:ext uri="{FF2B5EF4-FFF2-40B4-BE49-F238E27FC236}">
                <a16:creationId xmlns:a16="http://schemas.microsoft.com/office/drawing/2014/main" id="{76254B65-AACF-9897-6307-CA7639288FFA}"/>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ZoneTexte 23">
            <a:extLst>
              <a:ext uri="{FF2B5EF4-FFF2-40B4-BE49-F238E27FC236}">
                <a16:creationId xmlns:a16="http://schemas.microsoft.com/office/drawing/2014/main" id="{F2711AEC-4F58-ABD8-349F-2B27A81024D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606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grpId="0" nodeType="afterEffect">
                                  <p:stCondLst>
                                    <p:cond delay="500"/>
                                  </p:stCondLst>
                                  <p:childTnLst>
                                    <p:set>
                                      <p:cBhvr>
                                        <p:cTn id="12" dur="1" fill="hold">
                                          <p:stCondLst>
                                            <p:cond delay="0"/>
                                          </p:stCondLst>
                                        </p:cTn>
                                        <p:tgtEl>
                                          <p:spTgt spid="6"/>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grpId="0" nodeType="afterEffect">
                                  <p:stCondLst>
                                    <p:cond delay="50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5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fade">
                                      <p:cBhvr>
                                        <p:cTn id="23" dur="500"/>
                                        <p:tgtEl>
                                          <p:spTgt spid="4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500"/>
                                        <p:tgtEl>
                                          <p:spTgt spid="4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10" presetClass="entr" presetSubtype="0" fill="hold" nodeType="with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fade">
                                      <p:cBhvr>
                                        <p:cTn id="53" dur="500"/>
                                        <p:tgtEl>
                                          <p:spTgt spid="4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par>
                                <p:cTn id="59" presetID="10" presetClass="entr" presetSubtype="0" fill="hold" nodeType="withEffect">
                                  <p:stCondLst>
                                    <p:cond delay="0"/>
                                  </p:stCondLst>
                                  <p:childTnLst>
                                    <p:set>
                                      <p:cBhvr>
                                        <p:cTn id="60" dur="1" fill="hold">
                                          <p:stCondLst>
                                            <p:cond delay="0"/>
                                          </p:stCondLst>
                                        </p:cTn>
                                        <p:tgtEl>
                                          <p:spTgt spid="46"/>
                                        </p:tgtEl>
                                        <p:attrNameLst>
                                          <p:attrName>style.visibility</p:attrName>
                                        </p:attrNameLst>
                                      </p:cBhvr>
                                      <p:to>
                                        <p:strVal val="visible"/>
                                      </p:to>
                                    </p:set>
                                    <p:animEffect transition="in" filter="fade">
                                      <p:cBhvr>
                                        <p:cTn id="61" dur="500"/>
                                        <p:tgtEl>
                                          <p:spTgt spid="4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12"/>
                                        </p:tgtEl>
                                        <p:attrNameLst>
                                          <p:attrName>style.visibility</p:attrName>
                                        </p:attrNameLst>
                                      </p:cBhvr>
                                      <p:to>
                                        <p:strVal val="visible"/>
                                      </p:to>
                                    </p:set>
                                    <p:animEffect transition="in" filter="wipe(left)">
                                      <p:cBhvr>
                                        <p:cTn id="66" dur="500"/>
                                        <p:tgtEl>
                                          <p:spTgt spid="12"/>
                                        </p:tgtEl>
                                      </p:cBhvr>
                                    </p:animEffect>
                                  </p:childTnLst>
                                </p:cTn>
                              </p:par>
                            </p:childTnLst>
                          </p:cTn>
                        </p:par>
                        <p:par>
                          <p:cTn id="67" fill="hold">
                            <p:stCondLst>
                              <p:cond delay="500"/>
                            </p:stCondLst>
                            <p:childTnLst>
                              <p:par>
                                <p:cTn id="68" presetID="22" presetClass="entr" presetSubtype="8" fill="hold" nodeType="after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wipe(left)">
                                      <p:cBhvr>
                                        <p:cTn id="70" dur="500"/>
                                        <p:tgtEl>
                                          <p:spTgt spid="14"/>
                                        </p:tgtEl>
                                      </p:cBhvr>
                                    </p:animEffect>
                                  </p:childTnLst>
                                </p:cTn>
                              </p:par>
                            </p:childTnLst>
                          </p:cTn>
                        </p:par>
                        <p:par>
                          <p:cTn id="71" fill="hold">
                            <p:stCondLst>
                              <p:cond delay="1000"/>
                            </p:stCondLst>
                            <p:childTnLst>
                              <p:par>
                                <p:cTn id="72" presetID="22" presetClass="entr" presetSubtype="8" fill="hold"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500"/>
                                        <p:tgtEl>
                                          <p:spTgt spid="16"/>
                                        </p:tgtEl>
                                      </p:cBhvr>
                                    </p:animEffect>
                                  </p:childTnLst>
                                </p:cTn>
                              </p:par>
                            </p:childTnLst>
                          </p:cTn>
                        </p:par>
                        <p:par>
                          <p:cTn id="75" fill="hold">
                            <p:stCondLst>
                              <p:cond delay="1500"/>
                            </p:stCondLst>
                            <p:childTnLst>
                              <p:par>
                                <p:cTn id="76" presetID="53" presetClass="entr" presetSubtype="16" fill="hold" grpId="0" nodeType="afterEffect">
                                  <p:stCondLst>
                                    <p:cond delay="1000"/>
                                  </p:stCondLst>
                                  <p:childTnLst>
                                    <p:set>
                                      <p:cBhvr>
                                        <p:cTn id="77" dur="1" fill="hold">
                                          <p:stCondLst>
                                            <p:cond delay="0"/>
                                          </p:stCondLst>
                                        </p:cTn>
                                        <p:tgtEl>
                                          <p:spTgt spid="25"/>
                                        </p:tgtEl>
                                        <p:attrNameLst>
                                          <p:attrName>style.visibility</p:attrName>
                                        </p:attrNameLst>
                                      </p:cBhvr>
                                      <p:to>
                                        <p:strVal val="visible"/>
                                      </p:to>
                                    </p:set>
                                    <p:anim calcmode="lin" valueType="num">
                                      <p:cBhvr>
                                        <p:cTn id="78" dur="500" fill="hold"/>
                                        <p:tgtEl>
                                          <p:spTgt spid="25"/>
                                        </p:tgtEl>
                                        <p:attrNameLst>
                                          <p:attrName>ppt_w</p:attrName>
                                        </p:attrNameLst>
                                      </p:cBhvr>
                                      <p:tavLst>
                                        <p:tav tm="0">
                                          <p:val>
                                            <p:fltVal val="0"/>
                                          </p:val>
                                        </p:tav>
                                        <p:tav tm="100000">
                                          <p:val>
                                            <p:strVal val="#ppt_w"/>
                                          </p:val>
                                        </p:tav>
                                      </p:tavLst>
                                    </p:anim>
                                    <p:anim calcmode="lin" valueType="num">
                                      <p:cBhvr>
                                        <p:cTn id="79" dur="500" fill="hold"/>
                                        <p:tgtEl>
                                          <p:spTgt spid="25"/>
                                        </p:tgtEl>
                                        <p:attrNameLst>
                                          <p:attrName>ppt_h</p:attrName>
                                        </p:attrNameLst>
                                      </p:cBhvr>
                                      <p:tavLst>
                                        <p:tav tm="0">
                                          <p:val>
                                            <p:fltVal val="0"/>
                                          </p:val>
                                        </p:tav>
                                        <p:tav tm="100000">
                                          <p:val>
                                            <p:strVal val="#ppt_h"/>
                                          </p:val>
                                        </p:tav>
                                      </p:tavLst>
                                    </p:anim>
                                    <p:animEffect transition="in" filter="fade">
                                      <p:cBhvr>
                                        <p:cTn id="80" dur="500"/>
                                        <p:tgtEl>
                                          <p:spTgt spid="25"/>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nodeType="clickEffect">
                                  <p:stCondLst>
                                    <p:cond delay="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500"/>
                                        <p:tgtEl>
                                          <p:spTgt spid="13"/>
                                        </p:tgtEl>
                                      </p:cBhvr>
                                    </p:animEffect>
                                  </p:childTnLst>
                                </p:cTn>
                              </p:par>
                            </p:childTnLst>
                          </p:cTn>
                        </p:par>
                        <p:par>
                          <p:cTn id="86" fill="hold">
                            <p:stCondLst>
                              <p:cond delay="500"/>
                            </p:stCondLst>
                            <p:childTnLst>
                              <p:par>
                                <p:cTn id="87" presetID="22" presetClass="entr" presetSubtype="8" fill="hold" nodeType="after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wipe(left)">
                                      <p:cBhvr>
                                        <p:cTn id="89" dur="500"/>
                                        <p:tgtEl>
                                          <p:spTgt spid="15"/>
                                        </p:tgtEl>
                                      </p:cBhvr>
                                    </p:animEffect>
                                  </p:childTnLst>
                                </p:cTn>
                              </p:par>
                            </p:childTnLst>
                          </p:cTn>
                        </p:par>
                        <p:par>
                          <p:cTn id="90" fill="hold">
                            <p:stCondLst>
                              <p:cond delay="1000"/>
                            </p:stCondLst>
                            <p:childTnLst>
                              <p:par>
                                <p:cTn id="91" presetID="22" presetClass="entr" presetSubtype="8" fill="hold" nodeType="afterEffect">
                                  <p:stCondLst>
                                    <p:cond delay="0"/>
                                  </p:stCondLst>
                                  <p:childTnLst>
                                    <p:set>
                                      <p:cBhvr>
                                        <p:cTn id="92" dur="1" fill="hold">
                                          <p:stCondLst>
                                            <p:cond delay="0"/>
                                          </p:stCondLst>
                                        </p:cTn>
                                        <p:tgtEl>
                                          <p:spTgt spid="17"/>
                                        </p:tgtEl>
                                        <p:attrNameLst>
                                          <p:attrName>style.visibility</p:attrName>
                                        </p:attrNameLst>
                                      </p:cBhvr>
                                      <p:to>
                                        <p:strVal val="visible"/>
                                      </p:to>
                                    </p:set>
                                    <p:animEffect transition="in" filter="wipe(left)">
                                      <p:cBhvr>
                                        <p:cTn id="93" dur="500"/>
                                        <p:tgtEl>
                                          <p:spTgt spid="17"/>
                                        </p:tgtEl>
                                      </p:cBhvr>
                                    </p:animEffect>
                                  </p:childTnLst>
                                </p:cTn>
                              </p:par>
                            </p:childTnLst>
                          </p:cTn>
                        </p:par>
                        <p:par>
                          <p:cTn id="94" fill="hold">
                            <p:stCondLst>
                              <p:cond delay="1500"/>
                            </p:stCondLst>
                            <p:childTnLst>
                              <p:par>
                                <p:cTn id="95" presetID="53" presetClass="entr" presetSubtype="16" fill="hold" grpId="0" nodeType="afterEffect">
                                  <p:stCondLst>
                                    <p:cond delay="1000"/>
                                  </p:stCondLst>
                                  <p:childTnLst>
                                    <p:set>
                                      <p:cBhvr>
                                        <p:cTn id="96" dur="1" fill="hold">
                                          <p:stCondLst>
                                            <p:cond delay="0"/>
                                          </p:stCondLst>
                                        </p:cTn>
                                        <p:tgtEl>
                                          <p:spTgt spid="26"/>
                                        </p:tgtEl>
                                        <p:attrNameLst>
                                          <p:attrName>style.visibility</p:attrName>
                                        </p:attrNameLst>
                                      </p:cBhvr>
                                      <p:to>
                                        <p:strVal val="visible"/>
                                      </p:to>
                                    </p:set>
                                    <p:anim calcmode="lin" valueType="num">
                                      <p:cBhvr>
                                        <p:cTn id="97" dur="500" fill="hold"/>
                                        <p:tgtEl>
                                          <p:spTgt spid="26"/>
                                        </p:tgtEl>
                                        <p:attrNameLst>
                                          <p:attrName>ppt_w</p:attrName>
                                        </p:attrNameLst>
                                      </p:cBhvr>
                                      <p:tavLst>
                                        <p:tav tm="0">
                                          <p:val>
                                            <p:fltVal val="0"/>
                                          </p:val>
                                        </p:tav>
                                        <p:tav tm="100000">
                                          <p:val>
                                            <p:strVal val="#ppt_w"/>
                                          </p:val>
                                        </p:tav>
                                      </p:tavLst>
                                    </p:anim>
                                    <p:anim calcmode="lin" valueType="num">
                                      <p:cBhvr>
                                        <p:cTn id="98" dur="500" fill="hold"/>
                                        <p:tgtEl>
                                          <p:spTgt spid="26"/>
                                        </p:tgtEl>
                                        <p:attrNameLst>
                                          <p:attrName>ppt_h</p:attrName>
                                        </p:attrNameLst>
                                      </p:cBhvr>
                                      <p:tavLst>
                                        <p:tav tm="0">
                                          <p:val>
                                            <p:fltVal val="0"/>
                                          </p:val>
                                        </p:tav>
                                        <p:tav tm="100000">
                                          <p:val>
                                            <p:strVal val="#ppt_h"/>
                                          </p:val>
                                        </p:tav>
                                      </p:tavLst>
                                    </p:anim>
                                    <p:animEffect transition="in" filter="fade">
                                      <p:cBhvr>
                                        <p:cTn id="9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8" grpId="0" animBg="1"/>
      <p:bldP spid="19" grpId="0" animBg="1"/>
      <p:bldP spid="20" grpId="0" animBg="1"/>
      <p:bldP spid="21" grpId="0" animBg="1"/>
      <p:bldP spid="22" grpId="0" animBg="1"/>
      <p:bldP spid="25" grpId="0" animBg="1"/>
      <p:bldP spid="2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D4A74-2C3D-3792-5ADC-7E4E388DBF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EEE58D-62FB-A5B5-D38A-9F6E4354910B}"/>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71E74239-ADBC-4457-3C72-A9FB54952BBC}"/>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66FEACFD-2C96-AB3A-C997-5F1024863669}"/>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2A66A3C-5BBD-7A93-4552-E40582E4DDA0}"/>
              </a:ext>
            </a:extLst>
          </p:cNvPr>
          <p:cNvSpPr>
            <a:spLocks noGrp="1"/>
          </p:cNvSpPr>
          <p:nvPr>
            <p:ph type="sldNum" sz="quarter" idx="12"/>
          </p:nvPr>
        </p:nvSpPr>
        <p:spPr/>
        <p:txBody>
          <a:bodyPr/>
          <a:lstStyle/>
          <a:p>
            <a:pPr rtl="0"/>
            <a:fld id="{294A09A9-5501-47C1-A89A-A340965A2BE2}" type="slidenum">
              <a:rPr lang="fr-FR" noProof="0" smtClean="0"/>
              <a:t>103</a:t>
            </a:fld>
            <a:endParaRPr lang="fr-FR" noProof="0"/>
          </a:p>
        </p:txBody>
      </p:sp>
      <p:sp>
        <p:nvSpPr>
          <p:cNvPr id="6" name="Rectangle 5">
            <a:extLst>
              <a:ext uri="{FF2B5EF4-FFF2-40B4-BE49-F238E27FC236}">
                <a16:creationId xmlns:a16="http://schemas.microsoft.com/office/drawing/2014/main" id="{CE017B16-FD7A-335E-461C-8DAC0AB4D3AB}"/>
              </a:ext>
            </a:extLst>
          </p:cNvPr>
          <p:cNvSpPr/>
          <p:nvPr/>
        </p:nvSpPr>
        <p:spPr>
          <a:xfrm>
            <a:off x="6568245"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59DDC385-80EC-B3AB-50A3-AEC8602CB35E}"/>
              </a:ext>
            </a:extLst>
          </p:cNvPr>
          <p:cNvSpPr/>
          <p:nvPr/>
        </p:nvSpPr>
        <p:spPr>
          <a:xfrm>
            <a:off x="3863843"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3FEABA91-0921-A8C5-7432-1CCD4C909879}"/>
              </a:ext>
            </a:extLst>
          </p:cNvPr>
          <p:cNvSpPr/>
          <p:nvPr/>
        </p:nvSpPr>
        <p:spPr>
          <a:xfrm>
            <a:off x="1159440"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0CAB58DC-BC6B-7AC3-5461-C60DA83A31B4}"/>
              </a:ext>
            </a:extLst>
          </p:cNvPr>
          <p:cNvSpPr/>
          <p:nvPr/>
        </p:nvSpPr>
        <p:spPr>
          <a:xfrm>
            <a:off x="9272647"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4D147BB6-5267-57F3-638F-1F3406452D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257507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8BC21A3B-ED00-1020-5E4C-8A3DCB43FE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297005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193F8360-7507-07E6-4900-24CABCBB40EC}"/>
              </a:ext>
            </a:extLst>
          </p:cNvPr>
          <p:cNvCxnSpPr>
            <a:cxnSpLocks/>
          </p:cNvCxnSpPr>
          <p:nvPr/>
        </p:nvCxnSpPr>
        <p:spPr>
          <a:xfrm>
            <a:off x="3053343"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E1F9D651-D20F-81AC-8AFB-EC20FC01D4AD}"/>
              </a:ext>
            </a:extLst>
          </p:cNvPr>
          <p:cNvCxnSpPr>
            <a:cxnSpLocks/>
          </p:cNvCxnSpPr>
          <p:nvPr/>
        </p:nvCxnSpPr>
        <p:spPr>
          <a:xfrm>
            <a:off x="3027998" y="305681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6D6941DA-ED00-7441-17A3-2601B01EED76}"/>
              </a:ext>
            </a:extLst>
          </p:cNvPr>
          <p:cNvCxnSpPr>
            <a:cxnSpLocks/>
          </p:cNvCxnSpPr>
          <p:nvPr/>
        </p:nvCxnSpPr>
        <p:spPr>
          <a:xfrm>
            <a:off x="5891458"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04AB8507-C554-3BFA-4C38-4191481A5642}"/>
              </a:ext>
            </a:extLst>
          </p:cNvPr>
          <p:cNvCxnSpPr>
            <a:cxnSpLocks/>
          </p:cNvCxnSpPr>
          <p:nvPr/>
        </p:nvCxnSpPr>
        <p:spPr>
          <a:xfrm>
            <a:off x="5891458"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C4E622DB-8D7A-323B-B6B9-E3CD7D36ADDB}"/>
              </a:ext>
            </a:extLst>
          </p:cNvPr>
          <p:cNvCxnSpPr>
            <a:cxnSpLocks/>
          </p:cNvCxnSpPr>
          <p:nvPr/>
        </p:nvCxnSpPr>
        <p:spPr>
          <a:xfrm>
            <a:off x="8585739"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AAD611C3-A10B-FCDE-C413-80547F8281F8}"/>
              </a:ext>
            </a:extLst>
          </p:cNvPr>
          <p:cNvCxnSpPr>
            <a:cxnSpLocks/>
          </p:cNvCxnSpPr>
          <p:nvPr/>
        </p:nvCxnSpPr>
        <p:spPr>
          <a:xfrm>
            <a:off x="8585739"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31010919-B52F-174D-47D1-FF99D425017F}"/>
              </a:ext>
            </a:extLst>
          </p:cNvPr>
          <p:cNvSpPr/>
          <p:nvPr/>
        </p:nvSpPr>
        <p:spPr>
          <a:xfrm>
            <a:off x="1516160" y="234459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96121003-15EB-D622-CDDD-74F5831B8DF1}"/>
              </a:ext>
            </a:extLst>
          </p:cNvPr>
          <p:cNvSpPr/>
          <p:nvPr/>
        </p:nvSpPr>
        <p:spPr>
          <a:xfrm>
            <a:off x="4116885" y="289895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3EA655E3-B4F7-C2C1-E2C2-ECBC84186876}"/>
              </a:ext>
            </a:extLst>
          </p:cNvPr>
          <p:cNvSpPr/>
          <p:nvPr/>
        </p:nvSpPr>
        <p:spPr>
          <a:xfrm>
            <a:off x="4116884" y="183662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33E5A044-BC0A-A0BF-D27F-843738B0012F}"/>
              </a:ext>
            </a:extLst>
          </p:cNvPr>
          <p:cNvSpPr/>
          <p:nvPr/>
        </p:nvSpPr>
        <p:spPr>
          <a:xfrm>
            <a:off x="6975865" y="234733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3DF4C3B1-C5F6-C67F-46AE-DF9AA3AA4948}"/>
              </a:ext>
            </a:extLst>
          </p:cNvPr>
          <p:cNvSpPr/>
          <p:nvPr/>
        </p:nvSpPr>
        <p:spPr>
          <a:xfrm>
            <a:off x="9656421" y="234733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5" name="Ellipse 24">
            <a:extLst>
              <a:ext uri="{FF2B5EF4-FFF2-40B4-BE49-F238E27FC236}">
                <a16:creationId xmlns:a16="http://schemas.microsoft.com/office/drawing/2014/main" id="{D863B69B-3158-9133-0EA8-350ABD82EF43}"/>
              </a:ext>
            </a:extLst>
          </p:cNvPr>
          <p:cNvSpPr>
            <a:spLocks noChangeAspect="1"/>
          </p:cNvSpPr>
          <p:nvPr/>
        </p:nvSpPr>
        <p:spPr>
          <a:xfrm>
            <a:off x="3370341" y="218538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EDE238BC-18AA-45CE-F919-4F703285EBA8}"/>
              </a:ext>
            </a:extLst>
          </p:cNvPr>
          <p:cNvSpPr>
            <a:spLocks noChangeAspect="1"/>
          </p:cNvSpPr>
          <p:nvPr/>
        </p:nvSpPr>
        <p:spPr>
          <a:xfrm>
            <a:off x="3369001" y="312530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28" name="Image 27">
            <a:extLst>
              <a:ext uri="{FF2B5EF4-FFF2-40B4-BE49-F238E27FC236}">
                <a16:creationId xmlns:a16="http://schemas.microsoft.com/office/drawing/2014/main" id="{42E0995B-975A-3C32-788A-8571FDF4AC88}"/>
              </a:ext>
            </a:extLst>
          </p:cNvPr>
          <p:cNvPicPr>
            <a:picLocks noChangeAspect="1"/>
          </p:cNvPicPr>
          <p:nvPr/>
        </p:nvPicPr>
        <p:blipFill>
          <a:blip r:embed="rId4"/>
          <a:stretch>
            <a:fillRect/>
          </a:stretch>
        </p:blipFill>
        <p:spPr>
          <a:xfrm>
            <a:off x="4788884" y="1529719"/>
            <a:ext cx="576000" cy="576000"/>
          </a:xfrm>
          <a:prstGeom prst="rect">
            <a:avLst/>
          </a:prstGeom>
        </p:spPr>
      </p:pic>
      <p:pic>
        <p:nvPicPr>
          <p:cNvPr id="44" name="Image 43">
            <a:extLst>
              <a:ext uri="{FF2B5EF4-FFF2-40B4-BE49-F238E27FC236}">
                <a16:creationId xmlns:a16="http://schemas.microsoft.com/office/drawing/2014/main" id="{A746695E-3D55-BA59-2897-2F110F1C2FEF}"/>
              </a:ext>
            </a:extLst>
          </p:cNvPr>
          <p:cNvPicPr>
            <a:picLocks noChangeAspect="1"/>
          </p:cNvPicPr>
          <p:nvPr/>
        </p:nvPicPr>
        <p:blipFill>
          <a:blip r:embed="rId5"/>
          <a:stretch>
            <a:fillRect/>
          </a:stretch>
        </p:blipFill>
        <p:spPr>
          <a:xfrm>
            <a:off x="7527865" y="2054095"/>
            <a:ext cx="576000" cy="576000"/>
          </a:xfrm>
          <a:prstGeom prst="rect">
            <a:avLst/>
          </a:prstGeom>
        </p:spPr>
      </p:pic>
      <p:pic>
        <p:nvPicPr>
          <p:cNvPr id="45" name="Image 44">
            <a:extLst>
              <a:ext uri="{FF2B5EF4-FFF2-40B4-BE49-F238E27FC236}">
                <a16:creationId xmlns:a16="http://schemas.microsoft.com/office/drawing/2014/main" id="{71D2BBB5-FE27-30CD-D00F-F422EC1BC238}"/>
              </a:ext>
            </a:extLst>
          </p:cNvPr>
          <p:cNvPicPr>
            <a:picLocks noChangeAspect="1"/>
          </p:cNvPicPr>
          <p:nvPr/>
        </p:nvPicPr>
        <p:blipFill>
          <a:blip r:embed="rId6"/>
          <a:stretch>
            <a:fillRect/>
          </a:stretch>
        </p:blipFill>
        <p:spPr>
          <a:xfrm>
            <a:off x="2068160" y="2029518"/>
            <a:ext cx="576000" cy="576000"/>
          </a:xfrm>
          <a:prstGeom prst="rect">
            <a:avLst/>
          </a:prstGeom>
        </p:spPr>
      </p:pic>
      <p:pic>
        <p:nvPicPr>
          <p:cNvPr id="46" name="Image 45">
            <a:extLst>
              <a:ext uri="{FF2B5EF4-FFF2-40B4-BE49-F238E27FC236}">
                <a16:creationId xmlns:a16="http://schemas.microsoft.com/office/drawing/2014/main" id="{3A6F5A1D-BCBD-F836-9981-437AA8A59FC7}"/>
              </a:ext>
            </a:extLst>
          </p:cNvPr>
          <p:cNvPicPr>
            <a:picLocks noChangeAspect="1"/>
          </p:cNvPicPr>
          <p:nvPr/>
        </p:nvPicPr>
        <p:blipFill>
          <a:blip r:embed="rId7"/>
          <a:stretch>
            <a:fillRect/>
          </a:stretch>
        </p:blipFill>
        <p:spPr>
          <a:xfrm>
            <a:off x="10171049" y="2048049"/>
            <a:ext cx="650748" cy="576000"/>
          </a:xfrm>
          <a:prstGeom prst="rect">
            <a:avLst/>
          </a:prstGeom>
        </p:spPr>
      </p:pic>
      <p:pic>
        <p:nvPicPr>
          <p:cNvPr id="47" name="Image 46">
            <a:extLst>
              <a:ext uri="{FF2B5EF4-FFF2-40B4-BE49-F238E27FC236}">
                <a16:creationId xmlns:a16="http://schemas.microsoft.com/office/drawing/2014/main" id="{97934A88-48F3-12CA-E8CE-ACAE6F5ACD73}"/>
              </a:ext>
            </a:extLst>
          </p:cNvPr>
          <p:cNvPicPr>
            <a:picLocks noChangeAspect="1"/>
          </p:cNvPicPr>
          <p:nvPr/>
        </p:nvPicPr>
        <p:blipFill>
          <a:blip r:embed="rId8"/>
          <a:stretch>
            <a:fillRect/>
          </a:stretch>
        </p:blipFill>
        <p:spPr>
          <a:xfrm>
            <a:off x="4788885" y="2602485"/>
            <a:ext cx="576000" cy="576000"/>
          </a:xfrm>
          <a:prstGeom prst="rect">
            <a:avLst/>
          </a:prstGeom>
        </p:spPr>
      </p:pic>
      <p:pic>
        <p:nvPicPr>
          <p:cNvPr id="48" name="Image 47">
            <a:extLst>
              <a:ext uri="{FF2B5EF4-FFF2-40B4-BE49-F238E27FC236}">
                <a16:creationId xmlns:a16="http://schemas.microsoft.com/office/drawing/2014/main" id="{2DB63A19-8302-E6B1-F1A6-B4BFE35F2BE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Rectangle à coins arrondis 48">
            <a:extLst>
              <a:ext uri="{FF2B5EF4-FFF2-40B4-BE49-F238E27FC236}">
                <a16:creationId xmlns:a16="http://schemas.microsoft.com/office/drawing/2014/main" id="{6729121B-15DD-8762-4DE4-B15D4B729C55}"/>
              </a:ext>
            </a:extLst>
          </p:cNvPr>
          <p:cNvSpPr/>
          <p:nvPr/>
        </p:nvSpPr>
        <p:spPr>
          <a:xfrm>
            <a:off x="2872361" y="4434926"/>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Chaînes d’attaque possibles</a:t>
            </a:r>
          </a:p>
        </p:txBody>
      </p:sp>
      <p:sp>
        <p:nvSpPr>
          <p:cNvPr id="49" name="Rectangle à coins arrondis 48">
            <a:extLst>
              <a:ext uri="{FF2B5EF4-FFF2-40B4-BE49-F238E27FC236}">
                <a16:creationId xmlns:a16="http://schemas.microsoft.com/office/drawing/2014/main" id="{A5C7463E-CE40-3DC0-8555-F69A34F93A9D}"/>
              </a:ext>
            </a:extLst>
          </p:cNvPr>
          <p:cNvSpPr/>
          <p:nvPr/>
        </p:nvSpPr>
        <p:spPr>
          <a:xfrm>
            <a:off x="5604319" y="4429969"/>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Actions</a:t>
            </a:r>
          </a:p>
          <a:p>
            <a:pPr algn="ctr"/>
            <a:r>
              <a:rPr lang="fr-FR" sz="1200" dirty="0">
                <a:solidFill>
                  <a:srgbClr val="252525"/>
                </a:solidFill>
                <a:latin typeface="+mj-lt"/>
                <a:cs typeface="Segoe UI" panose="020B0502040204020203" pitchFamily="34" charset="0"/>
              </a:rPr>
              <a:t>élémentaires</a:t>
            </a:r>
          </a:p>
        </p:txBody>
      </p:sp>
      <p:cxnSp>
        <p:nvCxnSpPr>
          <p:cNvPr id="52" name="Connecteur droit avec flèche 51">
            <a:extLst>
              <a:ext uri="{FF2B5EF4-FFF2-40B4-BE49-F238E27FC236}">
                <a16:creationId xmlns:a16="http://schemas.microsoft.com/office/drawing/2014/main" id="{8EB6735B-A943-F177-8241-53AE47B45505}"/>
              </a:ext>
            </a:extLst>
          </p:cNvPr>
          <p:cNvCxnSpPr>
            <a:cxnSpLocks/>
          </p:cNvCxnSpPr>
          <p:nvPr/>
        </p:nvCxnSpPr>
        <p:spPr>
          <a:xfrm flipV="1">
            <a:off x="3710807" y="3079722"/>
            <a:ext cx="0" cy="135520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218F1291-D58D-ED7E-4AB0-4745B47F0F1C}"/>
              </a:ext>
            </a:extLst>
          </p:cNvPr>
          <p:cNvCxnSpPr>
            <a:cxnSpLocks/>
          </p:cNvCxnSpPr>
          <p:nvPr/>
        </p:nvCxnSpPr>
        <p:spPr>
          <a:xfrm flipH="1" flipV="1">
            <a:off x="5623756" y="3735793"/>
            <a:ext cx="332043" cy="699133"/>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4" name="Connecteur droit avec flèche 53">
            <a:extLst>
              <a:ext uri="{FF2B5EF4-FFF2-40B4-BE49-F238E27FC236}">
                <a16:creationId xmlns:a16="http://schemas.microsoft.com/office/drawing/2014/main" id="{BDCA5793-38E0-CD3E-470F-0BCD47AB4E7C}"/>
              </a:ext>
            </a:extLst>
          </p:cNvPr>
          <p:cNvCxnSpPr>
            <a:cxnSpLocks/>
          </p:cNvCxnSpPr>
          <p:nvPr/>
        </p:nvCxnSpPr>
        <p:spPr>
          <a:xfrm flipV="1">
            <a:off x="6842317" y="3190212"/>
            <a:ext cx="506751" cy="1244716"/>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5" name="Connecteur droit avec flèche 54">
            <a:extLst>
              <a:ext uri="{FF2B5EF4-FFF2-40B4-BE49-F238E27FC236}">
                <a16:creationId xmlns:a16="http://schemas.microsoft.com/office/drawing/2014/main" id="{34754E8D-6E67-5A28-131D-9FD7B9C3E27A}"/>
              </a:ext>
            </a:extLst>
          </p:cNvPr>
          <p:cNvCxnSpPr>
            <a:cxnSpLocks/>
          </p:cNvCxnSpPr>
          <p:nvPr/>
        </p:nvCxnSpPr>
        <p:spPr>
          <a:xfrm flipV="1">
            <a:off x="3792135" y="2585950"/>
            <a:ext cx="0" cy="184897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sp>
        <p:nvSpPr>
          <p:cNvPr id="56" name="Organigramme : Alternative 55">
            <a:extLst>
              <a:ext uri="{FF2B5EF4-FFF2-40B4-BE49-F238E27FC236}">
                <a16:creationId xmlns:a16="http://schemas.microsoft.com/office/drawing/2014/main" id="{1468E290-AE66-9176-C214-B9ADB0D64194}"/>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À un chemin d’attaque peuvent correspondre plusieurs chaînes d’attaque, chacune composée d’un séquencement d’actions élémentaires</a:t>
            </a:r>
          </a:p>
        </p:txBody>
      </p:sp>
      <p:sp>
        <p:nvSpPr>
          <p:cNvPr id="23" name="ZoneTexte 22">
            <a:extLst>
              <a:ext uri="{FF2B5EF4-FFF2-40B4-BE49-F238E27FC236}">
                <a16:creationId xmlns:a16="http://schemas.microsoft.com/office/drawing/2014/main" id="{4A26DA3C-DC2E-B3BD-3DF2-9E54F647326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2531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0"/>
                            </p:stCondLst>
                            <p:childTnLst>
                              <p:par>
                                <p:cTn id="8" presetID="22" presetClass="entr" presetSubtype="4" fill="hold" nodeType="afterEffect">
                                  <p:stCondLst>
                                    <p:cond delay="0"/>
                                  </p:stCondLst>
                                  <p:childTnLst>
                                    <p:set>
                                      <p:cBhvr>
                                        <p:cTn id="9" dur="1" fill="hold">
                                          <p:stCondLst>
                                            <p:cond delay="0"/>
                                          </p:stCondLst>
                                        </p:cTn>
                                        <p:tgtEl>
                                          <p:spTgt spid="53"/>
                                        </p:tgtEl>
                                        <p:attrNameLst>
                                          <p:attrName>style.visibility</p:attrName>
                                        </p:attrNameLst>
                                      </p:cBhvr>
                                      <p:to>
                                        <p:strVal val="visible"/>
                                      </p:to>
                                    </p:set>
                                    <p:animEffect transition="in" filter="wipe(down)">
                                      <p:cBhvr>
                                        <p:cTn id="10" dur="500"/>
                                        <p:tgtEl>
                                          <p:spTgt spid="53"/>
                                        </p:tgtEl>
                                      </p:cBhvr>
                                    </p:animEffect>
                                  </p:childTnLst>
                                </p:cTn>
                              </p:par>
                              <p:par>
                                <p:cTn id="11" presetID="22" presetClass="entr" presetSubtype="4" fill="hold"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wipe(down)">
                                      <p:cBhvr>
                                        <p:cTn id="13" dur="500"/>
                                        <p:tgtEl>
                                          <p:spTgt spid="5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par>
                                <p:cTn id="19" presetID="22" presetClass="entr" presetSubtype="4"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down)">
                                      <p:cBhvr>
                                        <p:cTn id="21" dur="500"/>
                                        <p:tgtEl>
                                          <p:spTgt spid="52"/>
                                        </p:tgtEl>
                                      </p:cBhvr>
                                    </p:animEffect>
                                  </p:childTnLst>
                                </p:cTn>
                              </p:par>
                              <p:par>
                                <p:cTn id="22" presetID="22" presetClass="entr" presetSubtype="4" fill="hold" nodeType="withEffect">
                                  <p:stCondLst>
                                    <p:cond delay="0"/>
                                  </p:stCondLst>
                                  <p:childTnLst>
                                    <p:set>
                                      <p:cBhvr>
                                        <p:cTn id="23" dur="1" fill="hold">
                                          <p:stCondLst>
                                            <p:cond delay="0"/>
                                          </p:stCondLst>
                                        </p:cTn>
                                        <p:tgtEl>
                                          <p:spTgt spid="55"/>
                                        </p:tgtEl>
                                        <p:attrNameLst>
                                          <p:attrName>style.visibility</p:attrName>
                                        </p:attrNameLst>
                                      </p:cBhvr>
                                      <p:to>
                                        <p:strVal val="visible"/>
                                      </p:to>
                                    </p:set>
                                    <p:animEffect transition="in" filter="wipe(down)">
                                      <p:cBhvr>
                                        <p:cTn id="24" dur="500"/>
                                        <p:tgtEl>
                                          <p:spTgt spid="55"/>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49" grpId="0" animBg="1"/>
      <p:bldP spid="56"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656261-7880-77B5-4275-7E038BA18119}"/>
              </a:ext>
            </a:extLst>
          </p:cNvPr>
          <p:cNvSpPr>
            <a:spLocks noGrp="1"/>
          </p:cNvSpPr>
          <p:nvPr>
            <p:ph type="title"/>
          </p:nvPr>
        </p:nvSpPr>
        <p:spPr/>
        <p:txBody>
          <a:bodyPr>
            <a:normAutofit fontScale="90000"/>
          </a:bodyPr>
          <a:lstStyle/>
          <a:p>
            <a:r>
              <a:rPr lang="fr-FR" dirty="0"/>
              <a:t>Comment estimer la vraisemblance ?</a:t>
            </a:r>
          </a:p>
        </p:txBody>
      </p:sp>
      <p:sp>
        <p:nvSpPr>
          <p:cNvPr id="3" name="Espace réservé de la date 2">
            <a:extLst>
              <a:ext uri="{FF2B5EF4-FFF2-40B4-BE49-F238E27FC236}">
                <a16:creationId xmlns:a16="http://schemas.microsoft.com/office/drawing/2014/main" id="{C5466BE0-7F39-1EEE-3AE0-FB31A7CE98F3}"/>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0F930655-B85F-AE36-63FA-5F76B843F545}"/>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E9D5A92B-8941-CF1D-F38E-6CC2CD54A055}"/>
              </a:ext>
            </a:extLst>
          </p:cNvPr>
          <p:cNvSpPr>
            <a:spLocks noGrp="1"/>
          </p:cNvSpPr>
          <p:nvPr>
            <p:ph type="sldNum" sz="quarter" idx="12"/>
          </p:nvPr>
        </p:nvSpPr>
        <p:spPr/>
        <p:txBody>
          <a:bodyPr/>
          <a:lstStyle/>
          <a:p>
            <a:pPr rtl="0"/>
            <a:fld id="{294A09A9-5501-47C1-A89A-A340965A2BE2}" type="slidenum">
              <a:rPr lang="fr-FR" noProof="0" smtClean="0"/>
              <a:t>104</a:t>
            </a:fld>
            <a:endParaRPr lang="fr-FR" noProof="0"/>
          </a:p>
        </p:txBody>
      </p:sp>
      <p:sp>
        <p:nvSpPr>
          <p:cNvPr id="8" name="Espace réservé du texte 7">
            <a:extLst>
              <a:ext uri="{FF2B5EF4-FFF2-40B4-BE49-F238E27FC236}">
                <a16:creationId xmlns:a16="http://schemas.microsoft.com/office/drawing/2014/main" id="{1227E7FB-6052-55AE-4DB5-A731DA471FC4}"/>
              </a:ext>
            </a:extLst>
          </p:cNvPr>
          <p:cNvSpPr>
            <a:spLocks noGrp="1"/>
          </p:cNvSpPr>
          <p:nvPr>
            <p:ph type="body" sz="quarter" idx="13"/>
          </p:nvPr>
        </p:nvSpPr>
        <p:spPr/>
        <p:txBody>
          <a:bodyPr/>
          <a:lstStyle/>
          <a:p>
            <a:r>
              <a:rPr lang="fr-FR" dirty="0"/>
              <a:t>Une échelle appliquée plus ou moins finement</a:t>
            </a:r>
          </a:p>
        </p:txBody>
      </p:sp>
      <p:graphicFrame>
        <p:nvGraphicFramePr>
          <p:cNvPr id="6" name="Tableau 5">
            <a:extLst>
              <a:ext uri="{FF2B5EF4-FFF2-40B4-BE49-F238E27FC236}">
                <a16:creationId xmlns:a16="http://schemas.microsoft.com/office/drawing/2014/main" id="{66FBDFF3-E40D-BCF9-D796-B91384154773}"/>
              </a:ext>
            </a:extLst>
          </p:cNvPr>
          <p:cNvGraphicFramePr>
            <a:graphicFrameLocks noGrp="1"/>
          </p:cNvGraphicFramePr>
          <p:nvPr>
            <p:extLst>
              <p:ext uri="{D42A27DB-BD31-4B8C-83A1-F6EECF244321}">
                <p14:modId xmlns:p14="http://schemas.microsoft.com/office/powerpoint/2010/main" val="260091746"/>
              </p:ext>
            </p:extLst>
          </p:nvPr>
        </p:nvGraphicFramePr>
        <p:xfrm>
          <a:off x="1007435" y="2041416"/>
          <a:ext cx="7200800" cy="3042052"/>
        </p:xfrm>
        <a:graphic>
          <a:graphicData uri="http://schemas.openxmlformats.org/drawingml/2006/table">
            <a:tbl>
              <a:tblPr/>
              <a:tblGrid>
                <a:gridCol w="1724015">
                  <a:extLst>
                    <a:ext uri="{9D8B030D-6E8A-4147-A177-3AD203B41FA5}">
                      <a16:colId xmlns:a16="http://schemas.microsoft.com/office/drawing/2014/main" val="20000"/>
                    </a:ext>
                  </a:extLst>
                </a:gridCol>
                <a:gridCol w="5476785">
                  <a:extLst>
                    <a:ext uri="{9D8B030D-6E8A-4147-A177-3AD203B41FA5}">
                      <a16:colId xmlns:a16="http://schemas.microsoft.com/office/drawing/2014/main" val="1334645635"/>
                    </a:ext>
                  </a:extLst>
                </a:gridCol>
              </a:tblGrid>
              <a:tr h="36091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Vraisemblance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9845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bg1"/>
                          </a:solidFill>
                          <a:latin typeface="+mj-lt"/>
                          <a:ea typeface="+mn-ea"/>
                          <a:cs typeface="Segoe UI" panose="020B0502040204020203" pitchFamily="34" charset="0"/>
                        </a:rPr>
                        <a:t>4. Maximale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indent="0" algn="l" fontAlgn="ctr">
                        <a:buFont typeface="Arial" panose="020B0604020202020204" pitchFamily="34" charset="0"/>
                        <a:buNone/>
                      </a:pPr>
                      <a:r>
                        <a:rPr lang="fr-FR" sz="1400" b="0" i="0" u="none" strike="noStrike" kern="1200" dirty="0">
                          <a:solidFill>
                            <a:srgbClr val="252525"/>
                          </a:solidFill>
                          <a:effectLst/>
                          <a:latin typeface="+mj-lt"/>
                          <a:ea typeface="+mn-ea"/>
                          <a:cs typeface="Segoe UI" panose="020B0502040204020203" pitchFamily="34" charset="0"/>
                        </a:rPr>
                        <a:t>La source de risque va certainement atteindre son objectif visé selon l’une des chaînes d’attaque envisagées OU un tel scénario s’est déjà produit au sein de l’organisme (historique d’incidents)</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702526">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tx1"/>
                          </a:solidFill>
                          <a:latin typeface="+mj-lt"/>
                          <a:ea typeface="+mn-ea"/>
                          <a:cs typeface="Segoe UI" panose="020B0502040204020203" pitchFamily="34" charset="0"/>
                        </a:rPr>
                        <a:t>3. Importante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va probablement atteindre son objectif visé selon l’une des chaînes d’attaque envisagées. La vraisemblance du scénario est élevée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34568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2. Faible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est susceptible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significative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504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1. Minimale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a peu de chances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faible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pic>
        <p:nvPicPr>
          <p:cNvPr id="9" name="Image 8">
            <a:extLst>
              <a:ext uri="{FF2B5EF4-FFF2-40B4-BE49-F238E27FC236}">
                <a16:creationId xmlns:a16="http://schemas.microsoft.com/office/drawing/2014/main" id="{678C2A7E-2894-3A2B-642E-E81F4F20C301}"/>
              </a:ext>
            </a:extLst>
          </p:cNvPr>
          <p:cNvPicPr>
            <a:picLocks noChangeAspect="1"/>
          </p:cNvPicPr>
          <p:nvPr/>
        </p:nvPicPr>
        <p:blipFill>
          <a:blip r:embed="rId2"/>
          <a:stretch>
            <a:fillRect/>
          </a:stretch>
        </p:blipFill>
        <p:spPr>
          <a:xfrm>
            <a:off x="8706519" y="1446116"/>
            <a:ext cx="2679508" cy="3815387"/>
          </a:xfrm>
          <a:prstGeom prst="rect">
            <a:avLst/>
          </a:prstGeom>
        </p:spPr>
      </p:pic>
      <p:sp>
        <p:nvSpPr>
          <p:cNvPr id="10" name="Organigramme : Alternative 9">
            <a:extLst>
              <a:ext uri="{FF2B5EF4-FFF2-40B4-BE49-F238E27FC236}">
                <a16:creationId xmlns:a16="http://schemas.microsoft.com/office/drawing/2014/main" id="{15BBB92E-68CE-81BF-CB81-FD2D36C8843F}"/>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l’appliquer aux scénarios stratégiques (très grossièrement), aux scénarios opérationnels, aux chaînes d’attaque ou aux actions élémentaires (très finement). On calcule ensuite la vraisemblance des macro-éléments en fonction de la vraisemblance des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micro-éléments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7" name="ZoneTexte 6">
            <a:extLst>
              <a:ext uri="{FF2B5EF4-FFF2-40B4-BE49-F238E27FC236}">
                <a16:creationId xmlns:a16="http://schemas.microsoft.com/office/drawing/2014/main" id="{DF971C3D-4407-2E65-99D8-FBB874B927B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1951799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C8351-73F3-5B98-B386-99005FD1E1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60C411-A8B0-290F-B6FB-3A1C835F4A64}"/>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F71F990C-FA4B-18BF-5682-E0C2D6B4DB62}"/>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86082501-7261-3A73-EFD1-52C38B1D2AD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9DD9A04-29FB-EBD7-771B-2B14BED62CB3}"/>
              </a:ext>
            </a:extLst>
          </p:cNvPr>
          <p:cNvSpPr>
            <a:spLocks noGrp="1"/>
          </p:cNvSpPr>
          <p:nvPr>
            <p:ph type="sldNum" sz="quarter" idx="12"/>
          </p:nvPr>
        </p:nvSpPr>
        <p:spPr/>
        <p:txBody>
          <a:bodyPr/>
          <a:lstStyle/>
          <a:p>
            <a:pPr rtl="0"/>
            <a:fld id="{294A09A9-5501-47C1-A89A-A340965A2BE2}" type="slidenum">
              <a:rPr lang="fr-FR" noProof="0" smtClean="0"/>
              <a:t>105</a:t>
            </a:fld>
            <a:endParaRPr lang="fr-FR" noProof="0"/>
          </a:p>
        </p:txBody>
      </p:sp>
      <p:sp>
        <p:nvSpPr>
          <p:cNvPr id="3" name="Espace réservé du texte 2">
            <a:extLst>
              <a:ext uri="{FF2B5EF4-FFF2-40B4-BE49-F238E27FC236}">
                <a16:creationId xmlns:a16="http://schemas.microsoft.com/office/drawing/2014/main" id="{A4561AB3-3E66-B06B-4610-B5EF207C8FD4}"/>
              </a:ext>
            </a:extLst>
          </p:cNvPr>
          <p:cNvSpPr>
            <a:spLocks noGrp="1"/>
          </p:cNvSpPr>
          <p:nvPr>
            <p:ph type="body" sz="quarter" idx="13"/>
          </p:nvPr>
        </p:nvSpPr>
        <p:spPr/>
        <p:txBody>
          <a:bodyPr/>
          <a:lstStyle/>
          <a:p>
            <a:r>
              <a:rPr lang="fr-FR" dirty="0"/>
              <a:t>Appréciez le chemin d’attaque</a:t>
            </a:r>
          </a:p>
        </p:txBody>
      </p:sp>
      <p:sp>
        <p:nvSpPr>
          <p:cNvPr id="9" name="Rectangle 8">
            <a:extLst>
              <a:ext uri="{FF2B5EF4-FFF2-40B4-BE49-F238E27FC236}">
                <a16:creationId xmlns:a16="http://schemas.microsoft.com/office/drawing/2014/main" id="{63A4FBDA-7B0B-AEC9-2525-B813AD49F055}"/>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5E3F89A3-124B-1D01-52F6-8D9FA3F4A39B}"/>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2000039A-F3F4-E070-F4DD-5F8225F9A655}"/>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E2497A52-7C48-8D5A-C029-F6648690BDCF}"/>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sp>
        <p:nvSpPr>
          <p:cNvPr id="48" name="Rectangle 47">
            <a:extLst>
              <a:ext uri="{FF2B5EF4-FFF2-40B4-BE49-F238E27FC236}">
                <a16:creationId xmlns:a16="http://schemas.microsoft.com/office/drawing/2014/main" id="{5F25A429-091E-14F2-7025-A2D0A813A5C0}"/>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E5C1E7CA-FBB9-97BB-330F-82C12C7B9458}"/>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A22CE5CA-1039-BFFC-D74A-71E598C2E415}"/>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1E2BD64B-508F-F3FA-D10C-F2D421DCC768}"/>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pic>
        <p:nvPicPr>
          <p:cNvPr id="59" name="Image 58">
            <a:extLst>
              <a:ext uri="{FF2B5EF4-FFF2-40B4-BE49-F238E27FC236}">
                <a16:creationId xmlns:a16="http://schemas.microsoft.com/office/drawing/2014/main" id="{62821B38-CE2F-49B4-686E-F044A7AF2998}"/>
              </a:ext>
            </a:extLst>
          </p:cNvPr>
          <p:cNvPicPr>
            <a:picLocks noChangeAspect="1"/>
          </p:cNvPicPr>
          <p:nvPr/>
        </p:nvPicPr>
        <p:blipFill>
          <a:blip r:embed="rId2"/>
          <a:stretch>
            <a:fillRect/>
          </a:stretch>
        </p:blipFill>
        <p:spPr>
          <a:xfrm>
            <a:off x="11112000" y="0"/>
            <a:ext cx="1080000" cy="1080000"/>
          </a:xfrm>
          <a:prstGeom prst="rect">
            <a:avLst/>
          </a:prstGeom>
        </p:spPr>
      </p:pic>
      <p:sp>
        <p:nvSpPr>
          <p:cNvPr id="14" name="ZoneTexte 13">
            <a:extLst>
              <a:ext uri="{FF2B5EF4-FFF2-40B4-BE49-F238E27FC236}">
                <a16:creationId xmlns:a16="http://schemas.microsoft.com/office/drawing/2014/main" id="{119A681A-F4A8-BA86-9C9A-C9320F691E3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4016678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6F9D-6E81-A676-43F6-D6956F72F12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C6C87A3-5B7A-8CDA-ABA1-1A1530C5BB4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7A09FBCB-990E-58E2-9B1C-77A6C1BCBFED}"/>
              </a:ext>
            </a:extLst>
          </p:cNvPr>
          <p:cNvSpPr>
            <a:spLocks noGrp="1"/>
          </p:cNvSpPr>
          <p:nvPr>
            <p:ph type="dt" sz="half" idx="10"/>
          </p:nvPr>
        </p:nvSpPr>
        <p:spPr/>
        <p:txBody>
          <a:bodyPr/>
          <a:lstStyle/>
          <a:p>
            <a:pPr rtl="0"/>
            <a:r>
              <a:rPr lang="fr-FR" noProof="0"/>
              <a:t>19/11/2025</a:t>
            </a:r>
          </a:p>
        </p:txBody>
      </p:sp>
      <p:sp>
        <p:nvSpPr>
          <p:cNvPr id="5" name="Espace réservé du pied de page 4">
            <a:extLst>
              <a:ext uri="{FF2B5EF4-FFF2-40B4-BE49-F238E27FC236}">
                <a16:creationId xmlns:a16="http://schemas.microsoft.com/office/drawing/2014/main" id="{F78089A5-5A9A-7C54-DE85-67E8B532332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27C53D-154F-4260-3D49-B9ECF69094AC}"/>
              </a:ext>
            </a:extLst>
          </p:cNvPr>
          <p:cNvSpPr>
            <a:spLocks noGrp="1"/>
          </p:cNvSpPr>
          <p:nvPr>
            <p:ph type="sldNum" sz="quarter" idx="12"/>
          </p:nvPr>
        </p:nvSpPr>
        <p:spPr/>
        <p:txBody>
          <a:bodyPr/>
          <a:lstStyle/>
          <a:p>
            <a:pPr rtl="0"/>
            <a:fld id="{294A09A9-5501-47C1-A89A-A340965A2BE2}" type="slidenum">
              <a:rPr lang="fr-FR" noProof="0" smtClean="0"/>
              <a:t>106</a:t>
            </a:fld>
            <a:endParaRPr lang="fr-FR" noProof="0"/>
          </a:p>
        </p:txBody>
      </p:sp>
      <p:sp>
        <p:nvSpPr>
          <p:cNvPr id="9" name="Rectangle 8">
            <a:extLst>
              <a:ext uri="{FF2B5EF4-FFF2-40B4-BE49-F238E27FC236}">
                <a16:creationId xmlns:a16="http://schemas.microsoft.com/office/drawing/2014/main" id="{63B36D08-E5CE-5723-8A96-B659DCDFA662}"/>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D228FE9F-CF1B-1315-EDE1-CB38F69270DE}"/>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49CA6561-2A3B-B5C7-20CE-E0814C30597E}"/>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528D665F-AAC5-A371-A95C-1D81BA7E3335}"/>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cxnSp>
        <p:nvCxnSpPr>
          <p:cNvPr id="13" name="Connecteur en angle 5">
            <a:extLst>
              <a:ext uri="{FF2B5EF4-FFF2-40B4-BE49-F238E27FC236}">
                <a16:creationId xmlns:a16="http://schemas.microsoft.com/office/drawing/2014/main" id="{0395F661-E96C-FB4E-2284-F979A0A457E0}"/>
              </a:ext>
            </a:extLst>
          </p:cNvPr>
          <p:cNvCxnSpPr>
            <a:cxnSpLocks/>
            <a:stCxn id="45" idx="2"/>
            <a:endCxn id="34" idx="1"/>
          </p:cNvCxnSpPr>
          <p:nvPr/>
        </p:nvCxnSpPr>
        <p:spPr>
          <a:xfrm rot="16200000" flipH="1">
            <a:off x="1712783" y="3628930"/>
            <a:ext cx="1353131" cy="1294305"/>
          </a:xfrm>
          <a:prstGeom prst="bentConnector2">
            <a:avLst/>
          </a:prstGeom>
          <a:noFill/>
          <a:ln w="28575" cap="flat" cmpd="sng" algn="ctr">
            <a:solidFill>
              <a:srgbClr val="00B050"/>
            </a:solidFill>
            <a:prstDash val="solid"/>
            <a:headEnd type="none" w="med" len="med"/>
            <a:tailEnd type="triangle" w="med" len="med"/>
          </a:ln>
          <a:effectLst/>
        </p:spPr>
      </p:cxnSp>
      <p:cxnSp>
        <p:nvCxnSpPr>
          <p:cNvPr id="14" name="Connecteur en angle 6">
            <a:extLst>
              <a:ext uri="{FF2B5EF4-FFF2-40B4-BE49-F238E27FC236}">
                <a16:creationId xmlns:a16="http://schemas.microsoft.com/office/drawing/2014/main" id="{0992B8C3-35A7-471E-8329-375830ABA0FC}"/>
              </a:ext>
            </a:extLst>
          </p:cNvPr>
          <p:cNvCxnSpPr>
            <a:cxnSpLocks/>
            <a:stCxn id="17" idx="3"/>
            <a:endCxn id="39" idx="1"/>
          </p:cNvCxnSpPr>
          <p:nvPr/>
        </p:nvCxnSpPr>
        <p:spPr>
          <a:xfrm flipV="1">
            <a:off x="9475744" y="3150469"/>
            <a:ext cx="474068" cy="1254047"/>
          </a:xfrm>
          <a:prstGeom prst="bentConnector3">
            <a:avLst>
              <a:gd name="adj1" fmla="val 50000"/>
            </a:avLst>
          </a:prstGeom>
          <a:noFill/>
          <a:ln w="28575" cap="flat" cmpd="sng" algn="ctr">
            <a:solidFill>
              <a:srgbClr val="FF0000"/>
            </a:solidFill>
            <a:prstDash val="solid"/>
            <a:headEnd type="none" w="med" len="med"/>
            <a:tailEnd type="triangle" w="med" len="med"/>
          </a:ln>
          <a:effectLst/>
        </p:spPr>
      </p:cxnSp>
      <p:cxnSp>
        <p:nvCxnSpPr>
          <p:cNvPr id="15" name="Connecteur en angle 7">
            <a:extLst>
              <a:ext uri="{FF2B5EF4-FFF2-40B4-BE49-F238E27FC236}">
                <a16:creationId xmlns:a16="http://schemas.microsoft.com/office/drawing/2014/main" id="{3030AF10-8FA0-5851-06E4-A5BFE2F0BDFB}"/>
              </a:ext>
            </a:extLst>
          </p:cNvPr>
          <p:cNvCxnSpPr>
            <a:cxnSpLocks/>
            <a:stCxn id="16" idx="3"/>
          </p:cNvCxnSpPr>
          <p:nvPr/>
        </p:nvCxnSpPr>
        <p:spPr>
          <a:xfrm>
            <a:off x="4977045" y="4952648"/>
            <a:ext cx="4981528" cy="824211"/>
          </a:xfrm>
          <a:prstGeom prst="bentConnector3">
            <a:avLst>
              <a:gd name="adj1" fmla="val 53964"/>
            </a:avLst>
          </a:prstGeom>
          <a:noFill/>
          <a:ln w="28575" cap="flat" cmpd="sng" algn="ctr">
            <a:solidFill>
              <a:srgbClr val="00B050"/>
            </a:solidFill>
            <a:prstDash val="solid"/>
            <a:headEnd type="none" w="med" len="med"/>
            <a:tailEnd type="triangle" w="med" len="med"/>
          </a:ln>
          <a:effectLst/>
        </p:spPr>
      </p:cxnSp>
      <p:sp>
        <p:nvSpPr>
          <p:cNvPr id="16" name="Rectangle à coins arrondis 45">
            <a:extLst>
              <a:ext uri="{FF2B5EF4-FFF2-40B4-BE49-F238E27FC236}">
                <a16:creationId xmlns:a16="http://schemas.microsoft.com/office/drawing/2014/main" id="{33D3959C-A6EE-130C-E296-DFC99239C300}"/>
              </a:ext>
            </a:extLst>
          </p:cNvPr>
          <p:cNvSpPr/>
          <p:nvPr/>
        </p:nvSpPr>
        <p:spPr>
          <a:xfrm>
            <a:off x="3343095" y="456864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Corruption d’un personnel de l’équipe R&amp;D</a:t>
            </a:r>
          </a:p>
        </p:txBody>
      </p:sp>
      <p:sp>
        <p:nvSpPr>
          <p:cNvPr id="17" name="Rectangle à coins arrondis 70">
            <a:extLst>
              <a:ext uri="{FF2B5EF4-FFF2-40B4-BE49-F238E27FC236}">
                <a16:creationId xmlns:a16="http://schemas.microsoft.com/office/drawing/2014/main" id="{9B58D680-C8A2-E0F6-97DA-F1F6CFD59A29}"/>
              </a:ext>
            </a:extLst>
          </p:cNvPr>
          <p:cNvSpPr/>
          <p:nvPr/>
        </p:nvSpPr>
        <p:spPr>
          <a:xfrm>
            <a:off x="7841793" y="3972515"/>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Latéralisation vers réseau LAN R&amp;D</a:t>
            </a:r>
          </a:p>
        </p:txBody>
      </p:sp>
      <p:cxnSp>
        <p:nvCxnSpPr>
          <p:cNvPr id="18" name="Connecteur droit avec flèche 17">
            <a:extLst>
              <a:ext uri="{FF2B5EF4-FFF2-40B4-BE49-F238E27FC236}">
                <a16:creationId xmlns:a16="http://schemas.microsoft.com/office/drawing/2014/main" id="{C5EEA78B-9882-DB93-DE36-14DB796747A3}"/>
              </a:ext>
            </a:extLst>
          </p:cNvPr>
          <p:cNvCxnSpPr>
            <a:cxnSpLocks/>
            <a:stCxn id="24" idx="3"/>
            <a:endCxn id="35" idx="1"/>
          </p:cNvCxnSpPr>
          <p:nvPr/>
        </p:nvCxnSpPr>
        <p:spPr>
          <a:xfrm>
            <a:off x="2559171" y="5825489"/>
            <a:ext cx="477331" cy="1"/>
          </a:xfrm>
          <a:prstGeom prst="straightConnector1">
            <a:avLst/>
          </a:prstGeom>
          <a:noFill/>
          <a:ln w="28575" cap="flat" cmpd="sng" algn="ctr">
            <a:solidFill>
              <a:srgbClr val="0070C0"/>
            </a:solidFill>
            <a:prstDash val="solid"/>
            <a:headEnd type="none" w="med" len="med"/>
            <a:tailEnd type="triangle" w="med" len="med"/>
          </a:ln>
          <a:effectLst/>
        </p:spPr>
      </p:cxnSp>
      <p:cxnSp>
        <p:nvCxnSpPr>
          <p:cNvPr id="19" name="Connecteur droit avec flèche 18">
            <a:extLst>
              <a:ext uri="{FF2B5EF4-FFF2-40B4-BE49-F238E27FC236}">
                <a16:creationId xmlns:a16="http://schemas.microsoft.com/office/drawing/2014/main" id="{AC63DCF7-C54B-76BF-B031-E8EED9ED4840}"/>
              </a:ext>
            </a:extLst>
          </p:cNvPr>
          <p:cNvCxnSpPr>
            <a:cxnSpLocks/>
            <a:stCxn id="23" idx="3"/>
            <a:endCxn id="36" idx="1"/>
          </p:cNvCxnSpPr>
          <p:nvPr/>
        </p:nvCxnSpPr>
        <p:spPr>
          <a:xfrm>
            <a:off x="4977045" y="5825489"/>
            <a:ext cx="2200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0" name="Connecteur droit avec flèche 19">
            <a:extLst>
              <a:ext uri="{FF2B5EF4-FFF2-40B4-BE49-F238E27FC236}">
                <a16:creationId xmlns:a16="http://schemas.microsoft.com/office/drawing/2014/main" id="{DA756F64-D374-33E5-2386-FB453DA20D9B}"/>
              </a:ext>
            </a:extLst>
          </p:cNvPr>
          <p:cNvCxnSpPr>
            <a:cxnSpLocks/>
          </p:cNvCxnSpPr>
          <p:nvPr/>
        </p:nvCxnSpPr>
        <p:spPr>
          <a:xfrm>
            <a:off x="6792693" y="5941177"/>
            <a:ext cx="31658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1" name="Connecteur droit avec flèche 20">
            <a:extLst>
              <a:ext uri="{FF2B5EF4-FFF2-40B4-BE49-F238E27FC236}">
                <a16:creationId xmlns:a16="http://schemas.microsoft.com/office/drawing/2014/main" id="{0F81BEAB-38C8-A999-ED5F-CE1D87E5B1D3}"/>
              </a:ext>
            </a:extLst>
          </p:cNvPr>
          <p:cNvCxnSpPr>
            <a:cxnSpLocks/>
            <a:stCxn id="30" idx="2"/>
            <a:endCxn id="31" idx="0"/>
          </p:cNvCxnSpPr>
          <p:nvPr/>
        </p:nvCxnSpPr>
        <p:spPr>
          <a:xfrm>
            <a:off x="11134635" y="3541428"/>
            <a:ext cx="0" cy="454601"/>
          </a:xfrm>
          <a:prstGeom prst="straightConnector1">
            <a:avLst/>
          </a:prstGeom>
          <a:noFill/>
          <a:ln w="28575" cap="flat" cmpd="sng" algn="ctr">
            <a:solidFill>
              <a:srgbClr val="FF0000"/>
            </a:solidFill>
            <a:prstDash val="solid"/>
            <a:headEnd type="none" w="med" len="med"/>
            <a:tailEnd type="triangle" w="med" len="med"/>
          </a:ln>
          <a:effectLst/>
        </p:spPr>
      </p:cxnSp>
      <p:cxnSp>
        <p:nvCxnSpPr>
          <p:cNvPr id="22" name="Connecteur droit avec flèche 21">
            <a:extLst>
              <a:ext uri="{FF2B5EF4-FFF2-40B4-BE49-F238E27FC236}">
                <a16:creationId xmlns:a16="http://schemas.microsoft.com/office/drawing/2014/main" id="{8425D1E8-113C-7E75-2ECE-FC3AC8DE80C2}"/>
              </a:ext>
            </a:extLst>
          </p:cNvPr>
          <p:cNvCxnSpPr>
            <a:cxnSpLocks/>
            <a:stCxn id="31" idx="2"/>
            <a:endCxn id="28" idx="0"/>
          </p:cNvCxnSpPr>
          <p:nvPr/>
        </p:nvCxnSpPr>
        <p:spPr>
          <a:xfrm>
            <a:off x="11134635" y="4860028"/>
            <a:ext cx="0" cy="597456"/>
          </a:xfrm>
          <a:prstGeom prst="straightConnector1">
            <a:avLst/>
          </a:prstGeom>
          <a:noFill/>
          <a:ln w="28575" cap="flat" cmpd="sng" algn="ctr">
            <a:solidFill>
              <a:srgbClr val="FF0000"/>
            </a:solidFill>
            <a:prstDash val="solid"/>
            <a:headEnd type="none" w="med" len="med"/>
            <a:tailEnd type="triangle" w="med" len="med"/>
          </a:ln>
          <a:effectLst/>
        </p:spPr>
      </p:cxnSp>
      <p:sp>
        <p:nvSpPr>
          <p:cNvPr id="23" name="Rectangle à coins arrondis 53">
            <a:extLst>
              <a:ext uri="{FF2B5EF4-FFF2-40B4-BE49-F238E27FC236}">
                <a16:creationId xmlns:a16="http://schemas.microsoft.com/office/drawing/2014/main" id="{657F2CDB-2033-3C6A-0AF1-A2EBDACD738B}"/>
              </a:ext>
            </a:extLst>
          </p:cNvPr>
          <p:cNvSpPr/>
          <p:nvPr/>
        </p:nvSpPr>
        <p:spPr>
          <a:xfrm>
            <a:off x="3343095"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    Corruption</a:t>
            </a:r>
          </a:p>
          <a:p>
            <a:pPr marL="88900" algn="ctr"/>
            <a:r>
              <a:rPr lang="fr-FR" sz="1200" dirty="0">
                <a:solidFill>
                  <a:schemeClr val="tx1"/>
                </a:solidFill>
                <a:latin typeface="+mj-lt"/>
                <a:cs typeface="Segoe UI" panose="020B0502040204020203" pitchFamily="34" charset="0"/>
              </a:rPr>
              <a:t>d’un prestataire d’entretien des locaux</a:t>
            </a:r>
          </a:p>
        </p:txBody>
      </p:sp>
      <p:sp>
        <p:nvSpPr>
          <p:cNvPr id="24" name="Rectangle à coins arrondis 59">
            <a:extLst>
              <a:ext uri="{FF2B5EF4-FFF2-40B4-BE49-F238E27FC236}">
                <a16:creationId xmlns:a16="http://schemas.microsoft.com/office/drawing/2014/main" id="{8F878040-85E6-1A21-EFDC-2DFF1BD27C81}"/>
              </a:ext>
            </a:extLst>
          </p:cNvPr>
          <p:cNvSpPr/>
          <p:nvPr/>
        </p:nvSpPr>
        <p:spPr>
          <a:xfrm>
            <a:off x="925221" y="544148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avancée</a:t>
            </a:r>
          </a:p>
        </p:txBody>
      </p:sp>
      <p:sp>
        <p:nvSpPr>
          <p:cNvPr id="25" name="Rectangle à coins arrondis 33">
            <a:extLst>
              <a:ext uri="{FF2B5EF4-FFF2-40B4-BE49-F238E27FC236}">
                <a16:creationId xmlns:a16="http://schemas.microsoft.com/office/drawing/2014/main" id="{2394CD39-C631-7FC6-3CE1-DFBA9BA7A483}"/>
              </a:ext>
            </a:extLst>
          </p:cNvPr>
          <p:cNvSpPr/>
          <p:nvPr/>
        </p:nvSpPr>
        <p:spPr>
          <a:xfrm>
            <a:off x="3343095" y="2834279"/>
            <a:ext cx="1633951" cy="762479"/>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Intrusion via mail</a:t>
            </a:r>
          </a:p>
          <a:p>
            <a:pPr marL="177800" algn="ctr"/>
            <a:r>
              <a:rPr lang="fr-FR" sz="1200" dirty="0">
                <a:solidFill>
                  <a:schemeClr val="tx1"/>
                </a:solidFill>
                <a:latin typeface="+mj-lt"/>
                <a:cs typeface="Segoe UI" panose="020B0502040204020203" pitchFamily="34" charset="0"/>
              </a:rPr>
              <a:t>de hameçonnage sur service RH</a:t>
            </a:r>
          </a:p>
        </p:txBody>
      </p:sp>
      <p:sp>
        <p:nvSpPr>
          <p:cNvPr id="26" name="Rectangle à coins arrondis 38">
            <a:extLst>
              <a:ext uri="{FF2B5EF4-FFF2-40B4-BE49-F238E27FC236}">
                <a16:creationId xmlns:a16="http://schemas.microsoft.com/office/drawing/2014/main" id="{7590F4B1-7E1D-6B03-8089-D93F7ADAE9EF}"/>
              </a:ext>
            </a:extLst>
          </p:cNvPr>
          <p:cNvSpPr/>
          <p:nvPr/>
        </p:nvSpPr>
        <p:spPr>
          <a:xfrm>
            <a:off x="3343095" y="3689996"/>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0" rIns="0" bIns="0" rtlCol="0" anchor="ctr"/>
          <a:lstStyle/>
          <a:p>
            <a:pPr algn="ctr"/>
            <a:r>
              <a:rPr lang="fr-FR" sz="1200" dirty="0">
                <a:solidFill>
                  <a:schemeClr val="tx1"/>
                </a:solidFill>
                <a:latin typeface="+mj-lt"/>
                <a:cs typeface="Segoe UI" panose="020B0502040204020203" pitchFamily="34" charset="0"/>
              </a:rPr>
              <a:t>  Intrusion via le site</a:t>
            </a:r>
          </a:p>
          <a:p>
            <a:pPr marL="177800" algn="ctr"/>
            <a:r>
              <a:rPr lang="fr-FR" sz="1200" dirty="0">
                <a:solidFill>
                  <a:schemeClr val="tx1"/>
                </a:solidFill>
                <a:latin typeface="+mj-lt"/>
                <a:cs typeface="Segoe UI" panose="020B0502040204020203" pitchFamily="34" charset="0"/>
              </a:rPr>
              <a:t>du c</a:t>
            </a:r>
            <a:r>
              <a:rPr lang="fr-FR" sz="1200" dirty="0" err="1">
                <a:solidFill>
                  <a:schemeClr val="tx1"/>
                </a:solidFill>
                <a:latin typeface="+mj-lt"/>
                <a:cs typeface="Segoe UI" panose="020B0502040204020203" pitchFamily="34" charset="0"/>
              </a:rPr>
              <a:t>omité</a:t>
            </a:r>
            <a:r>
              <a:rPr lang="fr-FR" sz="1200" dirty="0">
                <a:solidFill>
                  <a:schemeClr val="tx1"/>
                </a:solidFill>
                <a:latin typeface="+mj-lt"/>
                <a:cs typeface="Segoe UI" panose="020B0502040204020203" pitchFamily="34" charset="0"/>
              </a:rPr>
              <a:t> d’entreprise</a:t>
            </a:r>
          </a:p>
          <a:p>
            <a:pPr algn="ctr"/>
            <a:r>
              <a:rPr lang="fr-FR" sz="1200" dirty="0">
                <a:solidFill>
                  <a:schemeClr val="tx1"/>
                </a:solidFill>
                <a:latin typeface="+mj-lt"/>
                <a:cs typeface="Segoe UI" panose="020B0502040204020203" pitchFamily="34" charset="0"/>
              </a:rPr>
              <a:t>(point d’eau)</a:t>
            </a:r>
          </a:p>
        </p:txBody>
      </p:sp>
      <p:sp>
        <p:nvSpPr>
          <p:cNvPr id="27" name="Rectangle à coins arrondis 80">
            <a:extLst>
              <a:ext uri="{FF2B5EF4-FFF2-40B4-BE49-F238E27FC236}">
                <a16:creationId xmlns:a16="http://schemas.microsoft.com/office/drawing/2014/main" id="{540C9A33-92CE-E366-196C-4111A5B654BF}"/>
              </a:ext>
            </a:extLst>
          </p:cNvPr>
          <p:cNvSpPr/>
          <p:nvPr/>
        </p:nvSpPr>
        <p:spPr>
          <a:xfrm>
            <a:off x="3343095" y="1968801"/>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Intrusion via un canal d’accès préexistant</a:t>
            </a:r>
          </a:p>
        </p:txBody>
      </p:sp>
      <p:sp>
        <p:nvSpPr>
          <p:cNvPr id="28" name="Rectangle à coins arrondis 48">
            <a:extLst>
              <a:ext uri="{FF2B5EF4-FFF2-40B4-BE49-F238E27FC236}">
                <a16:creationId xmlns:a16="http://schemas.microsoft.com/office/drawing/2014/main" id="{A8BB875D-1890-B783-97B8-8EF174C943DD}"/>
              </a:ext>
            </a:extLst>
          </p:cNvPr>
          <p:cNvSpPr/>
          <p:nvPr/>
        </p:nvSpPr>
        <p:spPr>
          <a:xfrm>
            <a:off x="10317660" y="5457484"/>
            <a:ext cx="1633951" cy="768000"/>
          </a:xfrm>
          <a:prstGeom prst="roundRect">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Vol et exploitation de données</a:t>
            </a:r>
          </a:p>
          <a:p>
            <a:pPr algn="ctr"/>
            <a:r>
              <a:rPr lang="fr-FR" sz="1200" dirty="0">
                <a:solidFill>
                  <a:schemeClr val="tx1"/>
                </a:solidFill>
                <a:latin typeface="+mj-lt"/>
                <a:cs typeface="Segoe UI" panose="020B0502040204020203" pitchFamily="34" charset="0"/>
              </a:rPr>
              <a:t>de R&amp;D</a:t>
            </a:r>
          </a:p>
        </p:txBody>
      </p:sp>
      <p:sp>
        <p:nvSpPr>
          <p:cNvPr id="29" name="Rectangle à coins arrondis 65">
            <a:extLst>
              <a:ext uri="{FF2B5EF4-FFF2-40B4-BE49-F238E27FC236}">
                <a16:creationId xmlns:a16="http://schemas.microsoft.com/office/drawing/2014/main" id="{0353854C-40E7-5B47-7426-8B5B45B2AC1A}"/>
              </a:ext>
            </a:extLst>
          </p:cNvPr>
          <p:cNvSpPr/>
          <p:nvPr/>
        </p:nvSpPr>
        <p:spPr>
          <a:xfrm>
            <a:off x="7841793" y="2782341"/>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Reconnaissance interne réseaux bureautique &amp; IT site de Paris</a:t>
            </a:r>
          </a:p>
        </p:txBody>
      </p:sp>
      <p:sp>
        <p:nvSpPr>
          <p:cNvPr id="30" name="Rectangle à coins arrondis 74">
            <a:extLst>
              <a:ext uri="{FF2B5EF4-FFF2-40B4-BE49-F238E27FC236}">
                <a16:creationId xmlns:a16="http://schemas.microsoft.com/office/drawing/2014/main" id="{50A745F8-B291-D878-7DB6-02257338E03A}"/>
              </a:ext>
            </a:extLst>
          </p:cNvPr>
          <p:cNvSpPr/>
          <p:nvPr/>
        </p:nvSpPr>
        <p:spPr>
          <a:xfrm>
            <a:off x="10317660" y="277342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Exploitation   maliciel de collecte et d’exfiltration</a:t>
            </a:r>
          </a:p>
        </p:txBody>
      </p:sp>
      <p:sp>
        <p:nvSpPr>
          <p:cNvPr id="31" name="Rectangle à coins arrondis 87">
            <a:extLst>
              <a:ext uri="{FF2B5EF4-FFF2-40B4-BE49-F238E27FC236}">
                <a16:creationId xmlns:a16="http://schemas.microsoft.com/office/drawing/2014/main" id="{BE6F2BA1-6481-BD81-3652-88AADC8E3B46}"/>
              </a:ext>
            </a:extLst>
          </p:cNvPr>
          <p:cNvSpPr/>
          <p:nvPr/>
        </p:nvSpPr>
        <p:spPr>
          <a:xfrm>
            <a:off x="10317660" y="3996028"/>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48000" rIns="0" bIns="48000" rtlCol="0" anchor="ctr"/>
          <a:lstStyle/>
          <a:p>
            <a:pPr algn="ctr"/>
            <a:r>
              <a:rPr lang="fr-FR" sz="1200" dirty="0">
                <a:solidFill>
                  <a:schemeClr val="tx1"/>
                </a:solidFill>
                <a:latin typeface="+mj-lt"/>
                <a:cs typeface="Segoe UI" panose="020B0502040204020203" pitchFamily="34" charset="0"/>
              </a:rPr>
              <a:t>Création et maintien d’un canal</a:t>
            </a:r>
          </a:p>
          <a:p>
            <a:pPr algn="ctr"/>
            <a:r>
              <a:rPr lang="fr-FR" sz="1200" dirty="0">
                <a:solidFill>
                  <a:schemeClr val="tx1"/>
                </a:solidFill>
                <a:latin typeface="+mj-lt"/>
                <a:cs typeface="Segoe UI" panose="020B0502040204020203" pitchFamily="34" charset="0"/>
              </a:rPr>
              <a:t>d’exfiltration via</a:t>
            </a:r>
          </a:p>
          <a:p>
            <a:pPr algn="ctr"/>
            <a:r>
              <a:rPr lang="fr-FR" sz="1200" dirty="0">
                <a:solidFill>
                  <a:schemeClr val="tx1"/>
                </a:solidFill>
                <a:latin typeface="+mj-lt"/>
                <a:cs typeface="Segoe UI" panose="020B0502040204020203" pitchFamily="34" charset="0"/>
              </a:rPr>
              <a:t>un poste Internet</a:t>
            </a:r>
          </a:p>
        </p:txBody>
      </p:sp>
      <p:sp>
        <p:nvSpPr>
          <p:cNvPr id="32" name="Rectangle à coins arrondis 92">
            <a:extLst>
              <a:ext uri="{FF2B5EF4-FFF2-40B4-BE49-F238E27FC236}">
                <a16:creationId xmlns:a16="http://schemas.microsoft.com/office/drawing/2014/main" id="{88893A85-6F7E-6D8E-95CD-6EB6E34397C0}"/>
              </a:ext>
            </a:extLst>
          </p:cNvPr>
          <p:cNvSpPr/>
          <p:nvPr/>
        </p:nvSpPr>
        <p:spPr>
          <a:xfrm>
            <a:off x="5503760"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r>
              <a:rPr lang="fr-FR" sz="1200" dirty="0">
                <a:solidFill>
                  <a:schemeClr val="tx1"/>
                </a:solidFill>
                <a:latin typeface="+mj-lt"/>
                <a:cs typeface="Segoe UI" panose="020B0502040204020203" pitchFamily="34" charset="0"/>
              </a:rPr>
              <a:t>Clé USB piégée connectée sur un poste de R&amp;D</a:t>
            </a:r>
          </a:p>
        </p:txBody>
      </p:sp>
      <p:pic>
        <p:nvPicPr>
          <p:cNvPr id="33" name="Image 32">
            <a:extLst>
              <a:ext uri="{FF2B5EF4-FFF2-40B4-BE49-F238E27FC236}">
                <a16:creationId xmlns:a16="http://schemas.microsoft.com/office/drawing/2014/main" id="{FD5E7F0A-4757-CC69-C3E4-45F1C4E8D9F0}"/>
              </a:ext>
            </a:extLst>
          </p:cNvPr>
          <p:cNvPicPr>
            <a:picLocks noChangeAspect="1"/>
          </p:cNvPicPr>
          <p:nvPr/>
        </p:nvPicPr>
        <p:blipFill>
          <a:blip r:embed="rId3"/>
          <a:stretch>
            <a:fillRect/>
          </a:stretch>
        </p:blipFill>
        <p:spPr>
          <a:xfrm>
            <a:off x="623374" y="5522715"/>
            <a:ext cx="576000" cy="576000"/>
          </a:xfrm>
          <a:prstGeom prst="rect">
            <a:avLst/>
          </a:prstGeom>
        </p:spPr>
      </p:pic>
      <p:pic>
        <p:nvPicPr>
          <p:cNvPr id="34" name="Image 33">
            <a:extLst>
              <a:ext uri="{FF2B5EF4-FFF2-40B4-BE49-F238E27FC236}">
                <a16:creationId xmlns:a16="http://schemas.microsoft.com/office/drawing/2014/main" id="{E6CABB44-13E2-2090-886B-4860263B97D8}"/>
              </a:ext>
            </a:extLst>
          </p:cNvPr>
          <p:cNvPicPr>
            <a:picLocks noChangeAspect="1"/>
          </p:cNvPicPr>
          <p:nvPr/>
        </p:nvPicPr>
        <p:blipFill>
          <a:blip r:embed="rId4"/>
          <a:stretch>
            <a:fillRect/>
          </a:stretch>
        </p:blipFill>
        <p:spPr>
          <a:xfrm>
            <a:off x="3036502" y="4664648"/>
            <a:ext cx="576000" cy="576000"/>
          </a:xfrm>
          <a:prstGeom prst="rect">
            <a:avLst/>
          </a:prstGeom>
        </p:spPr>
      </p:pic>
      <p:pic>
        <p:nvPicPr>
          <p:cNvPr id="35" name="Image 34">
            <a:extLst>
              <a:ext uri="{FF2B5EF4-FFF2-40B4-BE49-F238E27FC236}">
                <a16:creationId xmlns:a16="http://schemas.microsoft.com/office/drawing/2014/main" id="{0AEA3EE8-3B5D-FBF9-EBF0-E002F277DCBB}"/>
              </a:ext>
            </a:extLst>
          </p:cNvPr>
          <p:cNvPicPr>
            <a:picLocks noChangeAspect="1"/>
          </p:cNvPicPr>
          <p:nvPr/>
        </p:nvPicPr>
        <p:blipFill>
          <a:blip r:embed="rId4"/>
          <a:stretch>
            <a:fillRect/>
          </a:stretch>
        </p:blipFill>
        <p:spPr>
          <a:xfrm>
            <a:off x="3036502" y="5537489"/>
            <a:ext cx="576000" cy="576000"/>
          </a:xfrm>
          <a:prstGeom prst="rect">
            <a:avLst/>
          </a:prstGeom>
        </p:spPr>
      </p:pic>
      <p:pic>
        <p:nvPicPr>
          <p:cNvPr id="36" name="Image 35">
            <a:extLst>
              <a:ext uri="{FF2B5EF4-FFF2-40B4-BE49-F238E27FC236}">
                <a16:creationId xmlns:a16="http://schemas.microsoft.com/office/drawing/2014/main" id="{77FB8862-8841-05CD-E757-021C4E6B6D7C}"/>
              </a:ext>
            </a:extLst>
          </p:cNvPr>
          <p:cNvPicPr>
            <a:picLocks noChangeAspect="1"/>
          </p:cNvPicPr>
          <p:nvPr/>
        </p:nvPicPr>
        <p:blipFill>
          <a:blip r:embed="rId5"/>
          <a:stretch>
            <a:fillRect/>
          </a:stretch>
        </p:blipFill>
        <p:spPr>
          <a:xfrm>
            <a:off x="5197125" y="5537489"/>
            <a:ext cx="576000" cy="576000"/>
          </a:xfrm>
          <a:prstGeom prst="rect">
            <a:avLst/>
          </a:prstGeom>
        </p:spPr>
      </p:pic>
      <p:pic>
        <p:nvPicPr>
          <p:cNvPr id="37" name="Image 36">
            <a:extLst>
              <a:ext uri="{FF2B5EF4-FFF2-40B4-BE49-F238E27FC236}">
                <a16:creationId xmlns:a16="http://schemas.microsoft.com/office/drawing/2014/main" id="{ABC3B27E-8C54-418C-C735-49E0785C11CA}"/>
              </a:ext>
            </a:extLst>
          </p:cNvPr>
          <p:cNvPicPr>
            <a:picLocks noChangeAspect="1"/>
          </p:cNvPicPr>
          <p:nvPr/>
        </p:nvPicPr>
        <p:blipFill>
          <a:blip r:embed="rId6"/>
          <a:stretch>
            <a:fillRect/>
          </a:stretch>
        </p:blipFill>
        <p:spPr>
          <a:xfrm>
            <a:off x="7524942" y="4116515"/>
            <a:ext cx="576000" cy="576000"/>
          </a:xfrm>
          <a:prstGeom prst="rect">
            <a:avLst/>
          </a:prstGeom>
        </p:spPr>
      </p:pic>
      <p:pic>
        <p:nvPicPr>
          <p:cNvPr id="38" name="Image 37">
            <a:extLst>
              <a:ext uri="{FF2B5EF4-FFF2-40B4-BE49-F238E27FC236}">
                <a16:creationId xmlns:a16="http://schemas.microsoft.com/office/drawing/2014/main" id="{9D183BDD-7A7E-F568-69C5-679D48CD6C4C}"/>
              </a:ext>
            </a:extLst>
          </p:cNvPr>
          <p:cNvPicPr>
            <a:picLocks noChangeAspect="1"/>
          </p:cNvPicPr>
          <p:nvPr/>
        </p:nvPicPr>
        <p:blipFill>
          <a:blip r:embed="rId3"/>
          <a:stretch>
            <a:fillRect/>
          </a:stretch>
        </p:blipFill>
        <p:spPr>
          <a:xfrm>
            <a:off x="7524942" y="2926341"/>
            <a:ext cx="576000" cy="576000"/>
          </a:xfrm>
          <a:prstGeom prst="rect">
            <a:avLst/>
          </a:prstGeom>
        </p:spPr>
      </p:pic>
      <p:pic>
        <p:nvPicPr>
          <p:cNvPr id="39" name="Image 38">
            <a:extLst>
              <a:ext uri="{FF2B5EF4-FFF2-40B4-BE49-F238E27FC236}">
                <a16:creationId xmlns:a16="http://schemas.microsoft.com/office/drawing/2014/main" id="{C4D65D06-FE08-63FE-C8AA-E9A5321819E6}"/>
              </a:ext>
            </a:extLst>
          </p:cNvPr>
          <p:cNvPicPr>
            <a:picLocks noChangeAspect="1"/>
          </p:cNvPicPr>
          <p:nvPr/>
        </p:nvPicPr>
        <p:blipFill>
          <a:blip r:embed="rId7"/>
          <a:stretch>
            <a:fillRect/>
          </a:stretch>
        </p:blipFill>
        <p:spPr>
          <a:xfrm>
            <a:off x="9949811" y="2862468"/>
            <a:ext cx="576000" cy="576000"/>
          </a:xfrm>
          <a:prstGeom prst="rect">
            <a:avLst/>
          </a:prstGeom>
        </p:spPr>
      </p:pic>
      <p:pic>
        <p:nvPicPr>
          <p:cNvPr id="40" name="Image 39">
            <a:extLst>
              <a:ext uri="{FF2B5EF4-FFF2-40B4-BE49-F238E27FC236}">
                <a16:creationId xmlns:a16="http://schemas.microsoft.com/office/drawing/2014/main" id="{F5CA7537-DB47-8718-CBAA-D2563244D906}"/>
              </a:ext>
            </a:extLst>
          </p:cNvPr>
          <p:cNvPicPr>
            <a:picLocks noChangeAspect="1"/>
          </p:cNvPicPr>
          <p:nvPr/>
        </p:nvPicPr>
        <p:blipFill>
          <a:blip r:embed="rId8"/>
          <a:stretch>
            <a:fillRect/>
          </a:stretch>
        </p:blipFill>
        <p:spPr>
          <a:xfrm>
            <a:off x="3036502" y="2064801"/>
            <a:ext cx="576000" cy="576000"/>
          </a:xfrm>
          <a:prstGeom prst="rect">
            <a:avLst/>
          </a:prstGeom>
        </p:spPr>
      </p:pic>
      <p:pic>
        <p:nvPicPr>
          <p:cNvPr id="41" name="Image 40">
            <a:extLst>
              <a:ext uri="{FF2B5EF4-FFF2-40B4-BE49-F238E27FC236}">
                <a16:creationId xmlns:a16="http://schemas.microsoft.com/office/drawing/2014/main" id="{79D978DA-B049-7A21-DD47-932303E7A10F}"/>
              </a:ext>
            </a:extLst>
          </p:cNvPr>
          <p:cNvPicPr>
            <a:picLocks noChangeAspect="1"/>
          </p:cNvPicPr>
          <p:nvPr/>
        </p:nvPicPr>
        <p:blipFill>
          <a:blip r:embed="rId8"/>
          <a:stretch>
            <a:fillRect/>
          </a:stretch>
        </p:blipFill>
        <p:spPr>
          <a:xfrm>
            <a:off x="3036502" y="2927516"/>
            <a:ext cx="576000" cy="576000"/>
          </a:xfrm>
          <a:prstGeom prst="rect">
            <a:avLst/>
          </a:prstGeom>
        </p:spPr>
      </p:pic>
      <p:pic>
        <p:nvPicPr>
          <p:cNvPr id="42" name="Image 41">
            <a:extLst>
              <a:ext uri="{FF2B5EF4-FFF2-40B4-BE49-F238E27FC236}">
                <a16:creationId xmlns:a16="http://schemas.microsoft.com/office/drawing/2014/main" id="{B1327F9A-D81B-E1E5-2AC9-F4857EB10E9D}"/>
              </a:ext>
            </a:extLst>
          </p:cNvPr>
          <p:cNvPicPr>
            <a:picLocks noChangeAspect="1"/>
          </p:cNvPicPr>
          <p:nvPr/>
        </p:nvPicPr>
        <p:blipFill>
          <a:blip r:embed="rId8"/>
          <a:stretch>
            <a:fillRect/>
          </a:stretch>
        </p:blipFill>
        <p:spPr>
          <a:xfrm>
            <a:off x="3036502" y="3785996"/>
            <a:ext cx="576000" cy="576000"/>
          </a:xfrm>
          <a:prstGeom prst="rect">
            <a:avLst/>
          </a:prstGeom>
        </p:spPr>
      </p:pic>
      <p:pic>
        <p:nvPicPr>
          <p:cNvPr id="43" name="Image 42">
            <a:extLst>
              <a:ext uri="{FF2B5EF4-FFF2-40B4-BE49-F238E27FC236}">
                <a16:creationId xmlns:a16="http://schemas.microsoft.com/office/drawing/2014/main" id="{3CC15236-C488-6E70-4B78-4B53290D9445}"/>
              </a:ext>
            </a:extLst>
          </p:cNvPr>
          <p:cNvPicPr>
            <a:picLocks noChangeAspect="1"/>
          </p:cNvPicPr>
          <p:nvPr/>
        </p:nvPicPr>
        <p:blipFill>
          <a:blip r:embed="rId9"/>
          <a:stretch>
            <a:fillRect/>
          </a:stretch>
        </p:blipFill>
        <p:spPr>
          <a:xfrm>
            <a:off x="9981606" y="5553484"/>
            <a:ext cx="576000" cy="576000"/>
          </a:xfrm>
          <a:prstGeom prst="rect">
            <a:avLst/>
          </a:prstGeom>
        </p:spPr>
      </p:pic>
      <p:pic>
        <p:nvPicPr>
          <p:cNvPr id="44" name="Image 43">
            <a:extLst>
              <a:ext uri="{FF2B5EF4-FFF2-40B4-BE49-F238E27FC236}">
                <a16:creationId xmlns:a16="http://schemas.microsoft.com/office/drawing/2014/main" id="{BB2D8971-B671-1066-693B-BAF9C60A2CEC}"/>
              </a:ext>
            </a:extLst>
          </p:cNvPr>
          <p:cNvPicPr>
            <a:picLocks noChangeAspect="1"/>
          </p:cNvPicPr>
          <p:nvPr/>
        </p:nvPicPr>
        <p:blipFill>
          <a:blip r:embed="rId10"/>
          <a:stretch>
            <a:fillRect/>
          </a:stretch>
        </p:blipFill>
        <p:spPr>
          <a:xfrm>
            <a:off x="9969641" y="4140028"/>
            <a:ext cx="576000" cy="576000"/>
          </a:xfrm>
          <a:prstGeom prst="rect">
            <a:avLst/>
          </a:prstGeom>
        </p:spPr>
      </p:pic>
      <p:sp>
        <p:nvSpPr>
          <p:cNvPr id="45" name="Rectangle à coins arrondis 98">
            <a:extLst>
              <a:ext uri="{FF2B5EF4-FFF2-40B4-BE49-F238E27FC236}">
                <a16:creationId xmlns:a16="http://schemas.microsoft.com/office/drawing/2014/main" id="{1D6F4E38-059A-AB1A-8E40-38AC50C69F24}"/>
              </a:ext>
            </a:extLst>
          </p:cNvPr>
          <p:cNvSpPr/>
          <p:nvPr/>
        </p:nvSpPr>
        <p:spPr>
          <a:xfrm>
            <a:off x="925221" y="283151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sources ouvertes</a:t>
            </a:r>
          </a:p>
        </p:txBody>
      </p:sp>
      <p:pic>
        <p:nvPicPr>
          <p:cNvPr id="46" name="Image 45">
            <a:extLst>
              <a:ext uri="{FF2B5EF4-FFF2-40B4-BE49-F238E27FC236}">
                <a16:creationId xmlns:a16="http://schemas.microsoft.com/office/drawing/2014/main" id="{D78F9C18-1200-D909-6DA7-DB2EDC169961}"/>
              </a:ext>
            </a:extLst>
          </p:cNvPr>
          <p:cNvPicPr>
            <a:picLocks noChangeAspect="1"/>
          </p:cNvPicPr>
          <p:nvPr/>
        </p:nvPicPr>
        <p:blipFill>
          <a:blip r:embed="rId3"/>
          <a:stretch>
            <a:fillRect/>
          </a:stretch>
        </p:blipFill>
        <p:spPr>
          <a:xfrm>
            <a:off x="623374" y="2927517"/>
            <a:ext cx="576000" cy="576000"/>
          </a:xfrm>
          <a:prstGeom prst="rect">
            <a:avLst/>
          </a:prstGeom>
        </p:spPr>
      </p:pic>
      <p:sp>
        <p:nvSpPr>
          <p:cNvPr id="48" name="Rectangle 47">
            <a:extLst>
              <a:ext uri="{FF2B5EF4-FFF2-40B4-BE49-F238E27FC236}">
                <a16:creationId xmlns:a16="http://schemas.microsoft.com/office/drawing/2014/main" id="{93952AE4-D8CA-6614-00E6-70B6B53C8D8A}"/>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4B2B584F-F629-2398-6B63-B7F3F4DCA3A4}"/>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B19E27B0-9AE5-232E-F071-2C2AF19C5293}"/>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F3496DA5-D71A-3FDD-1C3B-C63B4B3D1032}"/>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cxnSp>
        <p:nvCxnSpPr>
          <p:cNvPr id="52" name="Connecteur : en angle 51">
            <a:extLst>
              <a:ext uri="{FF2B5EF4-FFF2-40B4-BE49-F238E27FC236}">
                <a16:creationId xmlns:a16="http://schemas.microsoft.com/office/drawing/2014/main" id="{AD5D6445-0953-5116-FAFE-FC459586DD2C}"/>
              </a:ext>
            </a:extLst>
          </p:cNvPr>
          <p:cNvCxnSpPr>
            <a:stCxn id="45" idx="3"/>
            <a:endCxn id="40" idx="1"/>
          </p:cNvCxnSpPr>
          <p:nvPr/>
        </p:nvCxnSpPr>
        <p:spPr>
          <a:xfrm flipV="1">
            <a:off x="2559171" y="2352802"/>
            <a:ext cx="477331" cy="862716"/>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B2670AFB-2021-E3D8-DBB4-11940D3584AE}"/>
              </a:ext>
            </a:extLst>
          </p:cNvPr>
          <p:cNvCxnSpPr>
            <a:cxnSpLocks/>
            <a:stCxn id="45" idx="3"/>
            <a:endCxn id="41" idx="1"/>
          </p:cNvCxnSpPr>
          <p:nvPr/>
        </p:nvCxnSpPr>
        <p:spPr>
          <a:xfrm flipV="1">
            <a:off x="2559171" y="3215517"/>
            <a:ext cx="477331" cy="1"/>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FBF9CDF-399C-42D2-909C-4B6F2F4DD803}"/>
              </a:ext>
            </a:extLst>
          </p:cNvPr>
          <p:cNvCxnSpPr>
            <a:cxnSpLocks/>
            <a:stCxn id="45" idx="3"/>
            <a:endCxn id="42" idx="1"/>
          </p:cNvCxnSpPr>
          <p:nvPr/>
        </p:nvCxnSpPr>
        <p:spPr>
          <a:xfrm>
            <a:off x="2559171" y="3215518"/>
            <a:ext cx="477331" cy="858479"/>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3C156D1F-3AE1-29D6-07F7-253E0D166C21}"/>
              </a:ext>
            </a:extLst>
          </p:cNvPr>
          <p:cNvCxnSpPr>
            <a:cxnSpLocks/>
            <a:stCxn id="27" idx="3"/>
            <a:endCxn id="38" idx="1"/>
          </p:cNvCxnSpPr>
          <p:nvPr/>
        </p:nvCxnSpPr>
        <p:spPr>
          <a:xfrm>
            <a:off x="4977046" y="2352802"/>
            <a:ext cx="2547897" cy="861540"/>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4BF7EE5F-7BE3-A316-6FAB-53D39B23B223}"/>
              </a:ext>
            </a:extLst>
          </p:cNvPr>
          <p:cNvCxnSpPr>
            <a:cxnSpLocks/>
            <a:stCxn id="25" idx="3"/>
            <a:endCxn id="38" idx="1"/>
          </p:cNvCxnSpPr>
          <p:nvPr/>
        </p:nvCxnSpPr>
        <p:spPr>
          <a:xfrm flipV="1">
            <a:off x="4977046" y="3214342"/>
            <a:ext cx="2547897" cy="1177"/>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25472E75-8522-69BF-742B-3C771E2D2498}"/>
              </a:ext>
            </a:extLst>
          </p:cNvPr>
          <p:cNvCxnSpPr>
            <a:cxnSpLocks/>
            <a:stCxn id="26" idx="3"/>
            <a:endCxn id="38" idx="1"/>
          </p:cNvCxnSpPr>
          <p:nvPr/>
        </p:nvCxnSpPr>
        <p:spPr>
          <a:xfrm flipV="1">
            <a:off x="4977046" y="3214342"/>
            <a:ext cx="2547897" cy="859655"/>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avec flèche 57">
            <a:extLst>
              <a:ext uri="{FF2B5EF4-FFF2-40B4-BE49-F238E27FC236}">
                <a16:creationId xmlns:a16="http://schemas.microsoft.com/office/drawing/2014/main" id="{E53FCDDF-BC53-3104-3EAA-901EF65836DD}"/>
              </a:ext>
            </a:extLst>
          </p:cNvPr>
          <p:cNvCxnSpPr>
            <a:endCxn id="17" idx="0"/>
          </p:cNvCxnSpPr>
          <p:nvPr/>
        </p:nvCxnSpPr>
        <p:spPr>
          <a:xfrm>
            <a:off x="8658768" y="3644168"/>
            <a:ext cx="1" cy="328347"/>
          </a:xfrm>
          <a:prstGeom prst="straightConnector1">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Image 58">
            <a:extLst>
              <a:ext uri="{FF2B5EF4-FFF2-40B4-BE49-F238E27FC236}">
                <a16:creationId xmlns:a16="http://schemas.microsoft.com/office/drawing/2014/main" id="{73AD4685-DBFC-DB11-226B-5A1E82DED644}"/>
              </a:ext>
            </a:extLst>
          </p:cNvPr>
          <p:cNvPicPr>
            <a:picLocks noChangeAspect="1"/>
          </p:cNvPicPr>
          <p:nvPr/>
        </p:nvPicPr>
        <p:blipFill>
          <a:blip r:embed="rId11"/>
          <a:stretch>
            <a:fillRect/>
          </a:stretch>
        </p:blipFill>
        <p:spPr>
          <a:xfrm>
            <a:off x="11112000" y="0"/>
            <a:ext cx="1080000" cy="1080000"/>
          </a:xfrm>
          <a:prstGeom prst="rect">
            <a:avLst/>
          </a:prstGeom>
        </p:spPr>
      </p:pic>
      <p:sp>
        <p:nvSpPr>
          <p:cNvPr id="3" name="Ellipse 2">
            <a:extLst>
              <a:ext uri="{FF2B5EF4-FFF2-40B4-BE49-F238E27FC236}">
                <a16:creationId xmlns:a16="http://schemas.microsoft.com/office/drawing/2014/main" id="{F08B02BC-4BEE-93EB-3684-57561A5883A8}"/>
              </a:ext>
            </a:extLst>
          </p:cNvPr>
          <p:cNvSpPr>
            <a:spLocks noChangeAspect="1"/>
          </p:cNvSpPr>
          <p:nvPr/>
        </p:nvSpPr>
        <p:spPr>
          <a:xfrm>
            <a:off x="2357760" y="272266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8" name="Ellipse 7">
            <a:extLst>
              <a:ext uri="{FF2B5EF4-FFF2-40B4-BE49-F238E27FC236}">
                <a16:creationId xmlns:a16="http://schemas.microsoft.com/office/drawing/2014/main" id="{F2054663-6D9F-6155-C47D-22C3F6E2F0BE}"/>
              </a:ext>
            </a:extLst>
          </p:cNvPr>
          <p:cNvSpPr>
            <a:spLocks noChangeAspect="1"/>
          </p:cNvSpPr>
          <p:nvPr/>
        </p:nvSpPr>
        <p:spPr>
          <a:xfrm>
            <a:off x="2357760" y="5330517"/>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47" name="Ellipse 46">
            <a:extLst>
              <a:ext uri="{FF2B5EF4-FFF2-40B4-BE49-F238E27FC236}">
                <a16:creationId xmlns:a16="http://schemas.microsoft.com/office/drawing/2014/main" id="{8C64204F-3CDB-717F-4933-9F2D15AEED15}"/>
              </a:ext>
            </a:extLst>
          </p:cNvPr>
          <p:cNvSpPr>
            <a:spLocks noChangeAspect="1"/>
          </p:cNvSpPr>
          <p:nvPr/>
        </p:nvSpPr>
        <p:spPr>
          <a:xfrm>
            <a:off x="4764041" y="1857831"/>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0" name="Ellipse 59">
            <a:extLst>
              <a:ext uri="{FF2B5EF4-FFF2-40B4-BE49-F238E27FC236}">
                <a16:creationId xmlns:a16="http://schemas.microsoft.com/office/drawing/2014/main" id="{0C33D99A-2F23-4284-99C3-D1F6A942175A}"/>
              </a:ext>
            </a:extLst>
          </p:cNvPr>
          <p:cNvSpPr>
            <a:spLocks noChangeAspect="1"/>
          </p:cNvSpPr>
          <p:nvPr/>
        </p:nvSpPr>
        <p:spPr>
          <a:xfrm>
            <a:off x="4764041" y="2718428"/>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1" name="Ellipse 60">
            <a:extLst>
              <a:ext uri="{FF2B5EF4-FFF2-40B4-BE49-F238E27FC236}">
                <a16:creationId xmlns:a16="http://schemas.microsoft.com/office/drawing/2014/main" id="{2F7AEF7C-1168-AF5F-1131-F000F3BD57D5}"/>
              </a:ext>
            </a:extLst>
          </p:cNvPr>
          <p:cNvSpPr>
            <a:spLocks noChangeAspect="1"/>
          </p:cNvSpPr>
          <p:nvPr/>
        </p:nvSpPr>
        <p:spPr>
          <a:xfrm>
            <a:off x="4764041" y="3579025"/>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2" name="Ellipse 61">
            <a:extLst>
              <a:ext uri="{FF2B5EF4-FFF2-40B4-BE49-F238E27FC236}">
                <a16:creationId xmlns:a16="http://schemas.microsoft.com/office/drawing/2014/main" id="{6C9C368B-B366-6D1E-05D1-EFB49FCBF4A3}"/>
              </a:ext>
            </a:extLst>
          </p:cNvPr>
          <p:cNvSpPr>
            <a:spLocks noChangeAspect="1"/>
          </p:cNvSpPr>
          <p:nvPr/>
        </p:nvSpPr>
        <p:spPr>
          <a:xfrm>
            <a:off x="4764041" y="4457677"/>
            <a:ext cx="318996" cy="318420"/>
          </a:xfrm>
          <a:prstGeom prst="ellipse">
            <a:avLst/>
          </a:prstGeom>
          <a:solidFill>
            <a:srgbClr val="CC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1</a:t>
            </a:r>
          </a:p>
        </p:txBody>
      </p:sp>
      <p:sp>
        <p:nvSpPr>
          <p:cNvPr id="63" name="Ellipse 62">
            <a:extLst>
              <a:ext uri="{FF2B5EF4-FFF2-40B4-BE49-F238E27FC236}">
                <a16:creationId xmlns:a16="http://schemas.microsoft.com/office/drawing/2014/main" id="{515B9D14-62B5-CDCC-0503-B53E01641DD1}"/>
              </a:ext>
            </a:extLst>
          </p:cNvPr>
          <p:cNvSpPr>
            <a:spLocks noChangeAspect="1"/>
          </p:cNvSpPr>
          <p:nvPr/>
        </p:nvSpPr>
        <p:spPr>
          <a:xfrm>
            <a:off x="4764041"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4" name="Ellipse 63">
            <a:extLst>
              <a:ext uri="{FF2B5EF4-FFF2-40B4-BE49-F238E27FC236}">
                <a16:creationId xmlns:a16="http://schemas.microsoft.com/office/drawing/2014/main" id="{D7D5F136-A8B6-C460-CFD3-C3031CA71590}"/>
              </a:ext>
            </a:extLst>
          </p:cNvPr>
          <p:cNvSpPr>
            <a:spLocks noChangeAspect="1"/>
          </p:cNvSpPr>
          <p:nvPr/>
        </p:nvSpPr>
        <p:spPr>
          <a:xfrm>
            <a:off x="6912156"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5" name="Ellipse 64">
            <a:extLst>
              <a:ext uri="{FF2B5EF4-FFF2-40B4-BE49-F238E27FC236}">
                <a16:creationId xmlns:a16="http://schemas.microsoft.com/office/drawing/2014/main" id="{9B4D6C60-D8C8-A660-40F3-F378AACCE6FF}"/>
              </a:ext>
            </a:extLst>
          </p:cNvPr>
          <p:cNvSpPr>
            <a:spLocks noChangeAspect="1"/>
          </p:cNvSpPr>
          <p:nvPr/>
        </p:nvSpPr>
        <p:spPr>
          <a:xfrm>
            <a:off x="9270729" y="275149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6" name="Ellipse 65">
            <a:extLst>
              <a:ext uri="{FF2B5EF4-FFF2-40B4-BE49-F238E27FC236}">
                <a16:creationId xmlns:a16="http://schemas.microsoft.com/office/drawing/2014/main" id="{64A2D218-674F-1793-1548-F5E5A6899433}"/>
              </a:ext>
            </a:extLst>
          </p:cNvPr>
          <p:cNvSpPr>
            <a:spLocks noChangeAspect="1"/>
          </p:cNvSpPr>
          <p:nvPr/>
        </p:nvSpPr>
        <p:spPr>
          <a:xfrm>
            <a:off x="9270729" y="3957544"/>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7" name="Ellipse 66">
            <a:extLst>
              <a:ext uri="{FF2B5EF4-FFF2-40B4-BE49-F238E27FC236}">
                <a16:creationId xmlns:a16="http://schemas.microsoft.com/office/drawing/2014/main" id="{006E3DD0-06D4-0A11-A2E8-5A5BA2277444}"/>
              </a:ext>
            </a:extLst>
          </p:cNvPr>
          <p:cNvSpPr>
            <a:spLocks noChangeAspect="1"/>
          </p:cNvSpPr>
          <p:nvPr/>
        </p:nvSpPr>
        <p:spPr>
          <a:xfrm>
            <a:off x="11753498" y="2662456"/>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8" name="Ellipse 67">
            <a:extLst>
              <a:ext uri="{FF2B5EF4-FFF2-40B4-BE49-F238E27FC236}">
                <a16:creationId xmlns:a16="http://schemas.microsoft.com/office/drawing/2014/main" id="{8C4175BE-A682-4D0D-39D2-7D491ACE3BF8}"/>
              </a:ext>
            </a:extLst>
          </p:cNvPr>
          <p:cNvSpPr>
            <a:spLocks noChangeAspect="1"/>
          </p:cNvSpPr>
          <p:nvPr/>
        </p:nvSpPr>
        <p:spPr>
          <a:xfrm>
            <a:off x="11753498" y="398105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9" name="Ellipse 68">
            <a:extLst>
              <a:ext uri="{FF2B5EF4-FFF2-40B4-BE49-F238E27FC236}">
                <a16:creationId xmlns:a16="http://schemas.microsoft.com/office/drawing/2014/main" id="{2A9C0365-F560-0396-9CBF-78DE1A213C53}"/>
              </a:ext>
            </a:extLst>
          </p:cNvPr>
          <p:cNvSpPr>
            <a:spLocks noChangeAspect="1"/>
          </p:cNvSpPr>
          <p:nvPr/>
        </p:nvSpPr>
        <p:spPr>
          <a:xfrm>
            <a:off x="11753498" y="5330519"/>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70" name="ZoneTexte 69">
            <a:extLst>
              <a:ext uri="{FF2B5EF4-FFF2-40B4-BE49-F238E27FC236}">
                <a16:creationId xmlns:a16="http://schemas.microsoft.com/office/drawing/2014/main" id="{5C7B6439-2AF9-9DD4-4620-BFE0000AD8D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56849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childTnLst>
                          </p:cTn>
                        </p:par>
                        <p:par>
                          <p:cTn id="14" fill="hold">
                            <p:stCondLst>
                              <p:cond delay="500"/>
                            </p:stCondLst>
                            <p:childTnLst>
                              <p:par>
                                <p:cTn id="15" presetID="1" presetClass="entr" presetSubtype="0" fill="hold" nodeType="after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par>
                          <p:cTn id="17" fill="hold">
                            <p:stCondLst>
                              <p:cond delay="500"/>
                            </p:stCondLst>
                            <p:childTnLst>
                              <p:par>
                                <p:cTn id="18" presetID="1" presetClass="entr" presetSubtype="0" fill="hold" grpId="0" nodeType="after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53"/>
                                        </p:tgtEl>
                                        <p:attrNameLst>
                                          <p:attrName>style.visibility</p:attrName>
                                        </p:attrNameLst>
                                      </p:cBhvr>
                                      <p:to>
                                        <p:strVal val="visible"/>
                                      </p:to>
                                    </p:set>
                                    <p:animEffect transition="in" filter="wipe(left)">
                                      <p:cBhvr>
                                        <p:cTn id="24" dur="500"/>
                                        <p:tgtEl>
                                          <p:spTgt spid="53"/>
                                        </p:tgtEl>
                                      </p:cBhvr>
                                    </p:animEffect>
                                  </p:childTnLst>
                                </p:cTn>
                              </p:par>
                            </p:childTnLst>
                          </p:cTn>
                        </p:par>
                        <p:par>
                          <p:cTn id="25" fill="hold">
                            <p:stCondLst>
                              <p:cond delay="500"/>
                            </p:stCondLst>
                            <p:childTnLst>
                              <p:par>
                                <p:cTn id="26" presetID="1" presetClass="entr" presetSubtype="0"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childTnLst>
                                </p:cTn>
                              </p:par>
                            </p:childTnLst>
                          </p:cTn>
                        </p:par>
                        <p:par>
                          <p:cTn id="28" fill="hold">
                            <p:stCondLst>
                              <p:cond delay="500"/>
                            </p:stCondLst>
                            <p:childTnLst>
                              <p:par>
                                <p:cTn id="29" presetID="1"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500"/>
                                        <p:tgtEl>
                                          <p:spTgt spid="54"/>
                                        </p:tgtEl>
                                      </p:cBhvr>
                                    </p:animEffect>
                                  </p:childTnLst>
                                </p:cTn>
                              </p:par>
                            </p:childTnLst>
                          </p:cTn>
                        </p:par>
                        <p:par>
                          <p:cTn id="36" fill="hold">
                            <p:stCondLst>
                              <p:cond delay="500"/>
                            </p:stCondLst>
                            <p:childTnLst>
                              <p:par>
                                <p:cTn id="37" presetID="1"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childTnLst>
                                </p:cTn>
                              </p:par>
                            </p:childTnLst>
                          </p:cTn>
                        </p:par>
                        <p:par>
                          <p:cTn id="39" fill="hold">
                            <p:stCondLst>
                              <p:cond delay="500"/>
                            </p:stCondLst>
                            <p:childTnLst>
                              <p:par>
                                <p:cTn id="40" presetID="1" presetClass="entr" presetSubtype="0" fill="hold" grpId="0" nodeType="afterEffect">
                                  <p:stCondLst>
                                    <p:cond delay="0"/>
                                  </p:stCondLst>
                                  <p:childTnLst>
                                    <p:set>
                                      <p:cBhvr>
                                        <p:cTn id="41" dur="1" fill="hold">
                                          <p:stCondLst>
                                            <p:cond delay="0"/>
                                          </p:stCondLst>
                                        </p:cTn>
                                        <p:tgtEl>
                                          <p:spTgt spid="26"/>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55"/>
                                        </p:tgtEl>
                                        <p:attrNameLst>
                                          <p:attrName>style.visibility</p:attrName>
                                        </p:attrNameLst>
                                      </p:cBhvr>
                                      <p:to>
                                        <p:strVal val="visible"/>
                                      </p:to>
                                    </p:set>
                                    <p:animEffect transition="in" filter="wipe(left)">
                                      <p:cBhvr>
                                        <p:cTn id="46" dur="500"/>
                                        <p:tgtEl>
                                          <p:spTgt spid="55"/>
                                        </p:tgtEl>
                                      </p:cBhvr>
                                    </p:animEffect>
                                  </p:childTnLst>
                                </p:cTn>
                              </p:par>
                              <p:par>
                                <p:cTn id="47" presetID="22" presetClass="entr" presetSubtype="8" fill="hold" nodeType="withEffect">
                                  <p:stCondLst>
                                    <p:cond delay="0"/>
                                  </p:stCondLst>
                                  <p:childTnLst>
                                    <p:set>
                                      <p:cBhvr>
                                        <p:cTn id="48" dur="1" fill="hold">
                                          <p:stCondLst>
                                            <p:cond delay="0"/>
                                          </p:stCondLst>
                                        </p:cTn>
                                        <p:tgtEl>
                                          <p:spTgt spid="56"/>
                                        </p:tgtEl>
                                        <p:attrNameLst>
                                          <p:attrName>style.visibility</p:attrName>
                                        </p:attrNameLst>
                                      </p:cBhvr>
                                      <p:to>
                                        <p:strVal val="visible"/>
                                      </p:to>
                                    </p:set>
                                    <p:animEffect transition="in" filter="wipe(left)">
                                      <p:cBhvr>
                                        <p:cTn id="49" dur="500"/>
                                        <p:tgtEl>
                                          <p:spTgt spid="56"/>
                                        </p:tgtEl>
                                      </p:cBhvr>
                                    </p:animEffect>
                                  </p:childTnLst>
                                </p:cTn>
                              </p:par>
                              <p:par>
                                <p:cTn id="50" presetID="22" presetClass="entr" presetSubtype="8" fill="hold" nodeType="withEffect">
                                  <p:stCondLst>
                                    <p:cond delay="0"/>
                                  </p:stCondLst>
                                  <p:childTnLst>
                                    <p:set>
                                      <p:cBhvr>
                                        <p:cTn id="51" dur="1" fill="hold">
                                          <p:stCondLst>
                                            <p:cond delay="0"/>
                                          </p:stCondLst>
                                        </p:cTn>
                                        <p:tgtEl>
                                          <p:spTgt spid="57"/>
                                        </p:tgtEl>
                                        <p:attrNameLst>
                                          <p:attrName>style.visibility</p:attrName>
                                        </p:attrNameLst>
                                      </p:cBhvr>
                                      <p:to>
                                        <p:strVal val="visible"/>
                                      </p:to>
                                    </p:set>
                                    <p:animEffect transition="in" filter="wipe(left)">
                                      <p:cBhvr>
                                        <p:cTn id="52" dur="500"/>
                                        <p:tgtEl>
                                          <p:spTgt spid="57"/>
                                        </p:tgtEl>
                                      </p:cBhvr>
                                    </p:animEffect>
                                  </p:childTnLst>
                                </p:cTn>
                              </p:par>
                            </p:childTnLst>
                          </p:cTn>
                        </p:par>
                        <p:par>
                          <p:cTn id="53" fill="hold">
                            <p:stCondLst>
                              <p:cond delay="500"/>
                            </p:stCondLst>
                            <p:childTnLst>
                              <p:par>
                                <p:cTn id="54" presetID="1" presetClass="entr" presetSubtype="0" fill="hold" nodeType="afterEffect">
                                  <p:stCondLst>
                                    <p:cond delay="0"/>
                                  </p:stCondLst>
                                  <p:childTnLst>
                                    <p:set>
                                      <p:cBhvr>
                                        <p:cTn id="55" dur="1" fill="hold">
                                          <p:stCondLst>
                                            <p:cond delay="0"/>
                                          </p:stCondLst>
                                        </p:cTn>
                                        <p:tgtEl>
                                          <p:spTgt spid="38"/>
                                        </p:tgtEl>
                                        <p:attrNameLst>
                                          <p:attrName>style.visibility</p:attrName>
                                        </p:attrNameLst>
                                      </p:cBhvr>
                                      <p:to>
                                        <p:strVal val="visible"/>
                                      </p:to>
                                    </p:set>
                                  </p:childTnLst>
                                </p:cTn>
                              </p:par>
                            </p:childTnLst>
                          </p:cTn>
                        </p:par>
                        <p:par>
                          <p:cTn id="56" fill="hold">
                            <p:stCondLst>
                              <p:cond delay="500"/>
                            </p:stCondLst>
                            <p:childTnLst>
                              <p:par>
                                <p:cTn id="57" presetID="1"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22" presetClass="entr" presetSubtype="1" fill="hold" nodeType="clickEffect">
                                  <p:stCondLst>
                                    <p:cond delay="0"/>
                                  </p:stCondLst>
                                  <p:childTnLst>
                                    <p:set>
                                      <p:cBhvr>
                                        <p:cTn id="62" dur="1" fill="hold">
                                          <p:stCondLst>
                                            <p:cond delay="0"/>
                                          </p:stCondLst>
                                        </p:cTn>
                                        <p:tgtEl>
                                          <p:spTgt spid="58"/>
                                        </p:tgtEl>
                                        <p:attrNameLst>
                                          <p:attrName>style.visibility</p:attrName>
                                        </p:attrNameLst>
                                      </p:cBhvr>
                                      <p:to>
                                        <p:strVal val="visible"/>
                                      </p:to>
                                    </p:set>
                                    <p:animEffect transition="in" filter="wipe(up)">
                                      <p:cBhvr>
                                        <p:cTn id="63" dur="500"/>
                                        <p:tgtEl>
                                          <p:spTgt spid="58"/>
                                        </p:tgtEl>
                                      </p:cBhvr>
                                    </p:animEffect>
                                  </p:childTnLst>
                                </p:cTn>
                              </p:par>
                            </p:childTnLst>
                          </p:cTn>
                        </p:par>
                        <p:par>
                          <p:cTn id="64" fill="hold">
                            <p:stCondLst>
                              <p:cond delay="500"/>
                            </p:stCondLst>
                            <p:childTnLst>
                              <p:par>
                                <p:cTn id="65" presetID="1" presetClass="entr" presetSubtype="0" fill="hold" nodeType="after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childTnLst>
                          </p:cTn>
                        </p:par>
                        <p:par>
                          <p:cTn id="67" fill="hold">
                            <p:stCondLst>
                              <p:cond delay="500"/>
                            </p:stCondLst>
                            <p:childTnLst>
                              <p:par>
                                <p:cTn id="68" presetID="1" presetClass="entr" presetSubtype="0" fill="hold" grpId="0" nodeType="afterEffect">
                                  <p:stCondLst>
                                    <p:cond delay="0"/>
                                  </p:stCondLst>
                                  <p:childTnLst>
                                    <p:set>
                                      <p:cBhvr>
                                        <p:cTn id="69" dur="1" fill="hold">
                                          <p:stCondLst>
                                            <p:cond delay="0"/>
                                          </p:stCondLst>
                                        </p:cTn>
                                        <p:tgtEl>
                                          <p:spTgt spid="17"/>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wipe(left)">
                                      <p:cBhvr>
                                        <p:cTn id="74" dur="500"/>
                                        <p:tgtEl>
                                          <p:spTgt spid="14"/>
                                        </p:tgtEl>
                                      </p:cBhvr>
                                    </p:animEffect>
                                  </p:childTnLst>
                                </p:cTn>
                              </p:par>
                            </p:childTnLst>
                          </p:cTn>
                        </p:par>
                        <p:par>
                          <p:cTn id="75" fill="hold">
                            <p:stCondLst>
                              <p:cond delay="50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500"/>
                            </p:stCondLst>
                            <p:childTnLst>
                              <p:par>
                                <p:cTn id="79" presetID="1" presetClass="entr" presetSubtype="0" fill="hold" grpId="0" nodeType="after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22" presetClass="entr" presetSubtype="1" fill="hold" nodeType="click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wipe(up)">
                                      <p:cBhvr>
                                        <p:cTn id="85" dur="500"/>
                                        <p:tgtEl>
                                          <p:spTgt spid="21"/>
                                        </p:tgtEl>
                                      </p:cBhvr>
                                    </p:animEffect>
                                  </p:childTnLst>
                                </p:cTn>
                              </p:par>
                            </p:childTnLst>
                          </p:cTn>
                        </p:par>
                        <p:par>
                          <p:cTn id="86" fill="hold">
                            <p:stCondLst>
                              <p:cond delay="500"/>
                            </p:stCondLst>
                            <p:childTnLst>
                              <p:par>
                                <p:cTn id="87" presetID="1" presetClass="entr" presetSubtype="0" fill="hold" nodeType="afterEffect">
                                  <p:stCondLst>
                                    <p:cond delay="0"/>
                                  </p:stCondLst>
                                  <p:childTnLst>
                                    <p:set>
                                      <p:cBhvr>
                                        <p:cTn id="88" dur="1" fill="hold">
                                          <p:stCondLst>
                                            <p:cond delay="0"/>
                                          </p:stCondLst>
                                        </p:cTn>
                                        <p:tgtEl>
                                          <p:spTgt spid="44"/>
                                        </p:tgtEl>
                                        <p:attrNameLst>
                                          <p:attrName>style.visibility</p:attrName>
                                        </p:attrNameLst>
                                      </p:cBhvr>
                                      <p:to>
                                        <p:strVal val="visible"/>
                                      </p:to>
                                    </p:set>
                                  </p:childTnLst>
                                </p:cTn>
                              </p:par>
                            </p:childTnLst>
                          </p:cTn>
                        </p:par>
                        <p:par>
                          <p:cTn id="89" fill="hold">
                            <p:stCondLst>
                              <p:cond delay="500"/>
                            </p:stCondLst>
                            <p:childTnLst>
                              <p:par>
                                <p:cTn id="90" presetID="1" presetClass="entr" presetSubtype="0"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22" presetClass="entr" presetSubtype="1" fill="hold" nodeType="click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wipe(up)">
                                      <p:cBhvr>
                                        <p:cTn id="96" dur="500"/>
                                        <p:tgtEl>
                                          <p:spTgt spid="22"/>
                                        </p:tgtEl>
                                      </p:cBhvr>
                                    </p:animEffect>
                                  </p:childTnLst>
                                </p:cTn>
                              </p:par>
                            </p:childTnLst>
                          </p:cTn>
                        </p:par>
                        <p:par>
                          <p:cTn id="97" fill="hold">
                            <p:stCondLst>
                              <p:cond delay="500"/>
                            </p:stCondLst>
                            <p:childTnLst>
                              <p:par>
                                <p:cTn id="98" presetID="1" presetClass="entr" presetSubtype="0" fill="hold" nodeType="afterEffect">
                                  <p:stCondLst>
                                    <p:cond delay="0"/>
                                  </p:stCondLst>
                                  <p:childTnLst>
                                    <p:set>
                                      <p:cBhvr>
                                        <p:cTn id="99" dur="1" fill="hold">
                                          <p:stCondLst>
                                            <p:cond delay="0"/>
                                          </p:stCondLst>
                                        </p:cTn>
                                        <p:tgtEl>
                                          <p:spTgt spid="43"/>
                                        </p:tgtEl>
                                        <p:attrNameLst>
                                          <p:attrName>style.visibility</p:attrName>
                                        </p:attrNameLst>
                                      </p:cBhvr>
                                      <p:to>
                                        <p:strVal val="visible"/>
                                      </p:to>
                                    </p:set>
                                  </p:childTnLst>
                                </p:cTn>
                              </p:par>
                            </p:childTnLst>
                          </p:cTn>
                        </p:par>
                        <p:par>
                          <p:cTn id="100" fill="hold">
                            <p:stCondLst>
                              <p:cond delay="500"/>
                            </p:stCondLst>
                            <p:childTnLst>
                              <p:par>
                                <p:cTn id="101" presetID="1" presetClass="entr" presetSubtype="0" fill="hold" grpId="0" nodeType="afterEffect">
                                  <p:stCondLst>
                                    <p:cond delay="0"/>
                                  </p:stCondLst>
                                  <p:childTnLst>
                                    <p:set>
                                      <p:cBhvr>
                                        <p:cTn id="102" dur="1" fill="hold">
                                          <p:stCondLst>
                                            <p:cond delay="0"/>
                                          </p:stCondLst>
                                        </p:cTn>
                                        <p:tgtEl>
                                          <p:spTgt spid="28"/>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22" presetClass="entr" presetSubtype="8" fill="hold" nodeType="clickEffect">
                                  <p:stCondLst>
                                    <p:cond delay="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500"/>
                                        <p:tgtEl>
                                          <p:spTgt spid="13"/>
                                        </p:tgtEl>
                                      </p:cBhvr>
                                    </p:animEffect>
                                  </p:childTnLst>
                                </p:cTn>
                              </p:par>
                            </p:childTnLst>
                          </p:cTn>
                        </p:par>
                        <p:par>
                          <p:cTn id="108" fill="hold">
                            <p:stCondLst>
                              <p:cond delay="500"/>
                            </p:stCondLst>
                            <p:childTnLst>
                              <p:par>
                                <p:cTn id="109" presetID="1" presetClass="entr" presetSubtype="0" fill="hold" nodeType="afterEffect">
                                  <p:stCondLst>
                                    <p:cond delay="0"/>
                                  </p:stCondLst>
                                  <p:childTnLst>
                                    <p:set>
                                      <p:cBhvr>
                                        <p:cTn id="110" dur="1" fill="hold">
                                          <p:stCondLst>
                                            <p:cond delay="0"/>
                                          </p:stCondLst>
                                        </p:cTn>
                                        <p:tgtEl>
                                          <p:spTgt spid="34"/>
                                        </p:tgtEl>
                                        <p:attrNameLst>
                                          <p:attrName>style.visibility</p:attrName>
                                        </p:attrNameLst>
                                      </p:cBhvr>
                                      <p:to>
                                        <p:strVal val="visible"/>
                                      </p:to>
                                    </p:set>
                                  </p:childTnLst>
                                </p:cTn>
                              </p:par>
                            </p:childTnLst>
                          </p:cTn>
                        </p:par>
                        <p:par>
                          <p:cTn id="111" fill="hold">
                            <p:stCondLst>
                              <p:cond delay="500"/>
                            </p:stCondLst>
                            <p:childTnLst>
                              <p:par>
                                <p:cTn id="112" presetID="1" presetClass="entr" presetSubtype="0" fill="hold" grpId="0" nodeType="afterEffect">
                                  <p:stCondLst>
                                    <p:cond delay="0"/>
                                  </p:stCondLst>
                                  <p:childTnLs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5"/>
                                        </p:tgtEl>
                                        <p:attrNameLst>
                                          <p:attrName>style.visibility</p:attrName>
                                        </p:attrNameLst>
                                      </p:cBhvr>
                                      <p:to>
                                        <p:strVal val="visible"/>
                                      </p:to>
                                    </p:set>
                                    <p:animEffect transition="in" filter="wipe(left)">
                                      <p:cBhvr>
                                        <p:cTn id="118" dur="500"/>
                                        <p:tgtEl>
                                          <p:spTgt spid="15"/>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2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nodeType="clickEffect">
                                  <p:stCondLst>
                                    <p:cond delay="0"/>
                                  </p:stCondLst>
                                  <p:childTnLst>
                                    <p:set>
                                      <p:cBhvr>
                                        <p:cTn id="128" dur="1" fill="hold">
                                          <p:stCondLst>
                                            <p:cond delay="0"/>
                                          </p:stCondLst>
                                        </p:cTn>
                                        <p:tgtEl>
                                          <p:spTgt spid="18"/>
                                        </p:tgtEl>
                                        <p:attrNameLst>
                                          <p:attrName>style.visibility</p:attrName>
                                        </p:attrNameLst>
                                      </p:cBhvr>
                                      <p:to>
                                        <p:strVal val="visible"/>
                                      </p:to>
                                    </p:set>
                                    <p:animEffect transition="in" filter="wipe(left)">
                                      <p:cBhvr>
                                        <p:cTn id="129" dur="500"/>
                                        <p:tgtEl>
                                          <p:spTgt spid="18"/>
                                        </p:tgtEl>
                                      </p:cBhvr>
                                    </p:animEffect>
                                  </p:childTnLst>
                                </p:cTn>
                              </p:par>
                            </p:childTnLst>
                          </p:cTn>
                        </p:par>
                        <p:par>
                          <p:cTn id="130" fill="hold">
                            <p:stCondLst>
                              <p:cond delay="500"/>
                            </p:stCondLst>
                            <p:childTnLst>
                              <p:par>
                                <p:cTn id="131" presetID="1" presetClass="entr" presetSubtype="0" fill="hold" nodeType="afterEffect">
                                  <p:stCondLst>
                                    <p:cond delay="0"/>
                                  </p:stCondLst>
                                  <p:childTnLst>
                                    <p:set>
                                      <p:cBhvr>
                                        <p:cTn id="132" dur="1" fill="hold">
                                          <p:stCondLst>
                                            <p:cond delay="0"/>
                                          </p:stCondLst>
                                        </p:cTn>
                                        <p:tgtEl>
                                          <p:spTgt spid="35"/>
                                        </p:tgtEl>
                                        <p:attrNameLst>
                                          <p:attrName>style.visibility</p:attrName>
                                        </p:attrNameLst>
                                      </p:cBhvr>
                                      <p:to>
                                        <p:strVal val="visible"/>
                                      </p:to>
                                    </p:set>
                                  </p:childTnLst>
                                </p:cTn>
                              </p:par>
                            </p:childTnLst>
                          </p:cTn>
                        </p:par>
                        <p:par>
                          <p:cTn id="133" fill="hold">
                            <p:stCondLst>
                              <p:cond delay="500"/>
                            </p:stCondLst>
                            <p:childTnLst>
                              <p:par>
                                <p:cTn id="134" presetID="1" presetClass="entr" presetSubtype="0" fill="hold" grpId="0" nodeType="afterEffect">
                                  <p:stCondLst>
                                    <p:cond delay="0"/>
                                  </p:stCondLst>
                                  <p:childTnLst>
                                    <p:set>
                                      <p:cBhvr>
                                        <p:cTn id="135" dur="1" fill="hold">
                                          <p:stCondLst>
                                            <p:cond delay="0"/>
                                          </p:stCondLst>
                                        </p:cTn>
                                        <p:tgtEl>
                                          <p:spTgt spid="2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22" presetClass="entr" presetSubtype="8" fill="hold" nodeType="clickEffect">
                                  <p:stCondLst>
                                    <p:cond delay="0"/>
                                  </p:stCondLst>
                                  <p:childTnLst>
                                    <p:set>
                                      <p:cBhvr>
                                        <p:cTn id="139" dur="1" fill="hold">
                                          <p:stCondLst>
                                            <p:cond delay="0"/>
                                          </p:stCondLst>
                                        </p:cTn>
                                        <p:tgtEl>
                                          <p:spTgt spid="19"/>
                                        </p:tgtEl>
                                        <p:attrNameLst>
                                          <p:attrName>style.visibility</p:attrName>
                                        </p:attrNameLst>
                                      </p:cBhvr>
                                      <p:to>
                                        <p:strVal val="visible"/>
                                      </p:to>
                                    </p:set>
                                    <p:animEffect transition="in" filter="wipe(left)">
                                      <p:cBhvr>
                                        <p:cTn id="140" dur="500"/>
                                        <p:tgtEl>
                                          <p:spTgt spid="19"/>
                                        </p:tgtEl>
                                      </p:cBhvr>
                                    </p:animEffect>
                                  </p:childTnLst>
                                </p:cTn>
                              </p:par>
                            </p:childTnLst>
                          </p:cTn>
                        </p:par>
                        <p:par>
                          <p:cTn id="141" fill="hold">
                            <p:stCondLst>
                              <p:cond delay="500"/>
                            </p:stCondLst>
                            <p:childTnLst>
                              <p:par>
                                <p:cTn id="142" presetID="1" presetClass="entr" presetSubtype="0" fill="hold" nodeType="afterEffect">
                                  <p:stCondLst>
                                    <p:cond delay="0"/>
                                  </p:stCondLst>
                                  <p:childTnLst>
                                    <p:set>
                                      <p:cBhvr>
                                        <p:cTn id="143" dur="1" fill="hold">
                                          <p:stCondLst>
                                            <p:cond delay="0"/>
                                          </p:stCondLst>
                                        </p:cTn>
                                        <p:tgtEl>
                                          <p:spTgt spid="36"/>
                                        </p:tgtEl>
                                        <p:attrNameLst>
                                          <p:attrName>style.visibility</p:attrName>
                                        </p:attrNameLst>
                                      </p:cBhvr>
                                      <p:to>
                                        <p:strVal val="visible"/>
                                      </p:to>
                                    </p:set>
                                  </p:childTnLst>
                                </p:cTn>
                              </p:par>
                            </p:childTnLst>
                          </p:cTn>
                        </p:par>
                        <p:par>
                          <p:cTn id="144" fill="hold">
                            <p:stCondLst>
                              <p:cond delay="500"/>
                            </p:stCondLst>
                            <p:childTnLst>
                              <p:par>
                                <p:cTn id="145" presetID="1" presetClass="entr" presetSubtype="0" fill="hold" grpId="0" nodeType="afterEffect">
                                  <p:stCondLst>
                                    <p:cond delay="0"/>
                                  </p:stCondLst>
                                  <p:childTnLst>
                                    <p:set>
                                      <p:cBhvr>
                                        <p:cTn id="146" dur="1" fill="hold">
                                          <p:stCondLst>
                                            <p:cond delay="0"/>
                                          </p:stCondLst>
                                        </p:cTn>
                                        <p:tgtEl>
                                          <p:spTgt spid="32"/>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22" presetClass="entr" presetSubtype="8" fill="hold" nodeType="clickEffect">
                                  <p:stCondLst>
                                    <p:cond delay="0"/>
                                  </p:stCondLst>
                                  <p:childTnLst>
                                    <p:set>
                                      <p:cBhvr>
                                        <p:cTn id="150" dur="1" fill="hold">
                                          <p:stCondLst>
                                            <p:cond delay="0"/>
                                          </p:stCondLst>
                                        </p:cTn>
                                        <p:tgtEl>
                                          <p:spTgt spid="20"/>
                                        </p:tgtEl>
                                        <p:attrNameLst>
                                          <p:attrName>style.visibility</p:attrName>
                                        </p:attrNameLst>
                                      </p:cBhvr>
                                      <p:to>
                                        <p:strVal val="visible"/>
                                      </p:to>
                                    </p:set>
                                    <p:animEffect transition="in" filter="wipe(left)">
                                      <p:cBhvr>
                                        <p:cTn id="151" dur="500"/>
                                        <p:tgtEl>
                                          <p:spTgt spid="20"/>
                                        </p:tgtEl>
                                      </p:cBhvr>
                                    </p:animEffect>
                                  </p:childTnLst>
                                </p:cTn>
                              </p:par>
                            </p:childTnLst>
                          </p:cTn>
                        </p:par>
                      </p:childTnLst>
                    </p:cTn>
                  </p:par>
                  <p:par>
                    <p:cTn id="152" fill="hold">
                      <p:stCondLst>
                        <p:cond delay="indefinite"/>
                      </p:stCondLst>
                      <p:childTnLst>
                        <p:par>
                          <p:cTn id="153" fill="hold">
                            <p:stCondLst>
                              <p:cond delay="0"/>
                            </p:stCondLst>
                            <p:childTnLst>
                              <p:par>
                                <p:cTn id="154" presetID="53" presetClass="entr" presetSubtype="16" fill="hold" grpId="0" nodeType="clickEffect">
                                  <p:stCondLst>
                                    <p:cond delay="0"/>
                                  </p:stCondLst>
                                  <p:childTnLst>
                                    <p:set>
                                      <p:cBhvr>
                                        <p:cTn id="155" dur="1" fill="hold">
                                          <p:stCondLst>
                                            <p:cond delay="0"/>
                                          </p:stCondLst>
                                        </p:cTn>
                                        <p:tgtEl>
                                          <p:spTgt spid="3"/>
                                        </p:tgtEl>
                                        <p:attrNameLst>
                                          <p:attrName>style.visibility</p:attrName>
                                        </p:attrNameLst>
                                      </p:cBhvr>
                                      <p:to>
                                        <p:strVal val="visible"/>
                                      </p:to>
                                    </p:set>
                                    <p:anim calcmode="lin" valueType="num">
                                      <p:cBhvr>
                                        <p:cTn id="156" dur="500" fill="hold"/>
                                        <p:tgtEl>
                                          <p:spTgt spid="3"/>
                                        </p:tgtEl>
                                        <p:attrNameLst>
                                          <p:attrName>ppt_w</p:attrName>
                                        </p:attrNameLst>
                                      </p:cBhvr>
                                      <p:tavLst>
                                        <p:tav tm="0">
                                          <p:val>
                                            <p:fltVal val="0"/>
                                          </p:val>
                                        </p:tav>
                                        <p:tav tm="100000">
                                          <p:val>
                                            <p:strVal val="#ppt_w"/>
                                          </p:val>
                                        </p:tav>
                                      </p:tavLst>
                                    </p:anim>
                                    <p:anim calcmode="lin" valueType="num">
                                      <p:cBhvr>
                                        <p:cTn id="157" dur="500" fill="hold"/>
                                        <p:tgtEl>
                                          <p:spTgt spid="3"/>
                                        </p:tgtEl>
                                        <p:attrNameLst>
                                          <p:attrName>ppt_h</p:attrName>
                                        </p:attrNameLst>
                                      </p:cBhvr>
                                      <p:tavLst>
                                        <p:tav tm="0">
                                          <p:val>
                                            <p:fltVal val="0"/>
                                          </p:val>
                                        </p:tav>
                                        <p:tav tm="100000">
                                          <p:val>
                                            <p:strVal val="#ppt_h"/>
                                          </p:val>
                                        </p:tav>
                                      </p:tavLst>
                                    </p:anim>
                                    <p:animEffect transition="in" filter="fade">
                                      <p:cBhvr>
                                        <p:cTn id="158" dur="500"/>
                                        <p:tgtEl>
                                          <p:spTgt spid="3"/>
                                        </p:tgtEl>
                                      </p:cBhvr>
                                    </p:animEffect>
                                  </p:childTnLst>
                                </p:cTn>
                              </p:par>
                            </p:childTnLst>
                          </p:cTn>
                        </p:par>
                        <p:par>
                          <p:cTn id="159" fill="hold">
                            <p:stCondLst>
                              <p:cond delay="500"/>
                            </p:stCondLst>
                            <p:childTnLst>
                              <p:par>
                                <p:cTn id="160" presetID="53" presetClass="entr" presetSubtype="16" fill="hold" grpId="0" nodeType="afterEffect">
                                  <p:stCondLst>
                                    <p:cond delay="0"/>
                                  </p:stCondLst>
                                  <p:childTnLst>
                                    <p:set>
                                      <p:cBhvr>
                                        <p:cTn id="161" dur="1" fill="hold">
                                          <p:stCondLst>
                                            <p:cond delay="0"/>
                                          </p:stCondLst>
                                        </p:cTn>
                                        <p:tgtEl>
                                          <p:spTgt spid="47"/>
                                        </p:tgtEl>
                                        <p:attrNameLst>
                                          <p:attrName>style.visibility</p:attrName>
                                        </p:attrNameLst>
                                      </p:cBhvr>
                                      <p:to>
                                        <p:strVal val="visible"/>
                                      </p:to>
                                    </p:set>
                                    <p:anim calcmode="lin" valueType="num">
                                      <p:cBhvr>
                                        <p:cTn id="162" dur="500" fill="hold"/>
                                        <p:tgtEl>
                                          <p:spTgt spid="47"/>
                                        </p:tgtEl>
                                        <p:attrNameLst>
                                          <p:attrName>ppt_w</p:attrName>
                                        </p:attrNameLst>
                                      </p:cBhvr>
                                      <p:tavLst>
                                        <p:tav tm="0">
                                          <p:val>
                                            <p:fltVal val="0"/>
                                          </p:val>
                                        </p:tav>
                                        <p:tav tm="100000">
                                          <p:val>
                                            <p:strVal val="#ppt_w"/>
                                          </p:val>
                                        </p:tav>
                                      </p:tavLst>
                                    </p:anim>
                                    <p:anim calcmode="lin" valueType="num">
                                      <p:cBhvr>
                                        <p:cTn id="163" dur="500" fill="hold"/>
                                        <p:tgtEl>
                                          <p:spTgt spid="47"/>
                                        </p:tgtEl>
                                        <p:attrNameLst>
                                          <p:attrName>ppt_h</p:attrName>
                                        </p:attrNameLst>
                                      </p:cBhvr>
                                      <p:tavLst>
                                        <p:tav tm="0">
                                          <p:val>
                                            <p:fltVal val="0"/>
                                          </p:val>
                                        </p:tav>
                                        <p:tav tm="100000">
                                          <p:val>
                                            <p:strVal val="#ppt_h"/>
                                          </p:val>
                                        </p:tav>
                                      </p:tavLst>
                                    </p:anim>
                                    <p:animEffect transition="in" filter="fade">
                                      <p:cBhvr>
                                        <p:cTn id="164" dur="500"/>
                                        <p:tgtEl>
                                          <p:spTgt spid="47"/>
                                        </p:tgtEl>
                                      </p:cBhvr>
                                    </p:animEffect>
                                  </p:childTnLst>
                                </p:cTn>
                              </p:par>
                            </p:childTnLst>
                          </p:cTn>
                        </p:par>
                        <p:par>
                          <p:cTn id="165" fill="hold">
                            <p:stCondLst>
                              <p:cond delay="1000"/>
                            </p:stCondLst>
                            <p:childTnLst>
                              <p:par>
                                <p:cTn id="166" presetID="53" presetClass="entr" presetSubtype="16" fill="hold" grpId="0" nodeType="afterEffect">
                                  <p:stCondLst>
                                    <p:cond delay="0"/>
                                  </p:stCondLst>
                                  <p:childTnLst>
                                    <p:set>
                                      <p:cBhvr>
                                        <p:cTn id="167" dur="1" fill="hold">
                                          <p:stCondLst>
                                            <p:cond delay="0"/>
                                          </p:stCondLst>
                                        </p:cTn>
                                        <p:tgtEl>
                                          <p:spTgt spid="60"/>
                                        </p:tgtEl>
                                        <p:attrNameLst>
                                          <p:attrName>style.visibility</p:attrName>
                                        </p:attrNameLst>
                                      </p:cBhvr>
                                      <p:to>
                                        <p:strVal val="visible"/>
                                      </p:to>
                                    </p:set>
                                    <p:anim calcmode="lin" valueType="num">
                                      <p:cBhvr>
                                        <p:cTn id="168" dur="500" fill="hold"/>
                                        <p:tgtEl>
                                          <p:spTgt spid="60"/>
                                        </p:tgtEl>
                                        <p:attrNameLst>
                                          <p:attrName>ppt_w</p:attrName>
                                        </p:attrNameLst>
                                      </p:cBhvr>
                                      <p:tavLst>
                                        <p:tav tm="0">
                                          <p:val>
                                            <p:fltVal val="0"/>
                                          </p:val>
                                        </p:tav>
                                        <p:tav tm="100000">
                                          <p:val>
                                            <p:strVal val="#ppt_w"/>
                                          </p:val>
                                        </p:tav>
                                      </p:tavLst>
                                    </p:anim>
                                    <p:anim calcmode="lin" valueType="num">
                                      <p:cBhvr>
                                        <p:cTn id="169" dur="500" fill="hold"/>
                                        <p:tgtEl>
                                          <p:spTgt spid="60"/>
                                        </p:tgtEl>
                                        <p:attrNameLst>
                                          <p:attrName>ppt_h</p:attrName>
                                        </p:attrNameLst>
                                      </p:cBhvr>
                                      <p:tavLst>
                                        <p:tav tm="0">
                                          <p:val>
                                            <p:fltVal val="0"/>
                                          </p:val>
                                        </p:tav>
                                        <p:tav tm="100000">
                                          <p:val>
                                            <p:strVal val="#ppt_h"/>
                                          </p:val>
                                        </p:tav>
                                      </p:tavLst>
                                    </p:anim>
                                    <p:animEffect transition="in" filter="fade">
                                      <p:cBhvr>
                                        <p:cTn id="170" dur="500"/>
                                        <p:tgtEl>
                                          <p:spTgt spid="60"/>
                                        </p:tgtEl>
                                      </p:cBhvr>
                                    </p:animEffect>
                                  </p:childTnLst>
                                </p:cTn>
                              </p:par>
                            </p:childTnLst>
                          </p:cTn>
                        </p:par>
                        <p:par>
                          <p:cTn id="171" fill="hold">
                            <p:stCondLst>
                              <p:cond delay="1500"/>
                            </p:stCondLst>
                            <p:childTnLst>
                              <p:par>
                                <p:cTn id="172" presetID="53" presetClass="entr" presetSubtype="16"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 calcmode="lin" valueType="num">
                                      <p:cBhvr>
                                        <p:cTn id="174" dur="500" fill="hold"/>
                                        <p:tgtEl>
                                          <p:spTgt spid="61"/>
                                        </p:tgtEl>
                                        <p:attrNameLst>
                                          <p:attrName>ppt_w</p:attrName>
                                        </p:attrNameLst>
                                      </p:cBhvr>
                                      <p:tavLst>
                                        <p:tav tm="0">
                                          <p:val>
                                            <p:fltVal val="0"/>
                                          </p:val>
                                        </p:tav>
                                        <p:tav tm="100000">
                                          <p:val>
                                            <p:strVal val="#ppt_w"/>
                                          </p:val>
                                        </p:tav>
                                      </p:tavLst>
                                    </p:anim>
                                    <p:anim calcmode="lin" valueType="num">
                                      <p:cBhvr>
                                        <p:cTn id="175" dur="500" fill="hold"/>
                                        <p:tgtEl>
                                          <p:spTgt spid="61"/>
                                        </p:tgtEl>
                                        <p:attrNameLst>
                                          <p:attrName>ppt_h</p:attrName>
                                        </p:attrNameLst>
                                      </p:cBhvr>
                                      <p:tavLst>
                                        <p:tav tm="0">
                                          <p:val>
                                            <p:fltVal val="0"/>
                                          </p:val>
                                        </p:tav>
                                        <p:tav tm="100000">
                                          <p:val>
                                            <p:strVal val="#ppt_h"/>
                                          </p:val>
                                        </p:tav>
                                      </p:tavLst>
                                    </p:anim>
                                    <p:animEffect transition="in" filter="fade">
                                      <p:cBhvr>
                                        <p:cTn id="176" dur="500"/>
                                        <p:tgtEl>
                                          <p:spTgt spid="61"/>
                                        </p:tgtEl>
                                      </p:cBhvr>
                                    </p:animEffect>
                                  </p:childTnLst>
                                </p:cTn>
                              </p:par>
                            </p:childTnLst>
                          </p:cTn>
                        </p:par>
                        <p:par>
                          <p:cTn id="177" fill="hold">
                            <p:stCondLst>
                              <p:cond delay="2000"/>
                            </p:stCondLst>
                            <p:childTnLst>
                              <p:par>
                                <p:cTn id="178" presetID="53" presetClass="entr" presetSubtype="16" fill="hold" grpId="0" nodeType="afterEffect">
                                  <p:stCondLst>
                                    <p:cond delay="0"/>
                                  </p:stCondLst>
                                  <p:childTnLst>
                                    <p:set>
                                      <p:cBhvr>
                                        <p:cTn id="179" dur="1" fill="hold">
                                          <p:stCondLst>
                                            <p:cond delay="0"/>
                                          </p:stCondLst>
                                        </p:cTn>
                                        <p:tgtEl>
                                          <p:spTgt spid="65"/>
                                        </p:tgtEl>
                                        <p:attrNameLst>
                                          <p:attrName>style.visibility</p:attrName>
                                        </p:attrNameLst>
                                      </p:cBhvr>
                                      <p:to>
                                        <p:strVal val="visible"/>
                                      </p:to>
                                    </p:set>
                                    <p:anim calcmode="lin" valueType="num">
                                      <p:cBhvr>
                                        <p:cTn id="180" dur="500" fill="hold"/>
                                        <p:tgtEl>
                                          <p:spTgt spid="65"/>
                                        </p:tgtEl>
                                        <p:attrNameLst>
                                          <p:attrName>ppt_w</p:attrName>
                                        </p:attrNameLst>
                                      </p:cBhvr>
                                      <p:tavLst>
                                        <p:tav tm="0">
                                          <p:val>
                                            <p:fltVal val="0"/>
                                          </p:val>
                                        </p:tav>
                                        <p:tav tm="100000">
                                          <p:val>
                                            <p:strVal val="#ppt_w"/>
                                          </p:val>
                                        </p:tav>
                                      </p:tavLst>
                                    </p:anim>
                                    <p:anim calcmode="lin" valueType="num">
                                      <p:cBhvr>
                                        <p:cTn id="181" dur="500" fill="hold"/>
                                        <p:tgtEl>
                                          <p:spTgt spid="65"/>
                                        </p:tgtEl>
                                        <p:attrNameLst>
                                          <p:attrName>ppt_h</p:attrName>
                                        </p:attrNameLst>
                                      </p:cBhvr>
                                      <p:tavLst>
                                        <p:tav tm="0">
                                          <p:val>
                                            <p:fltVal val="0"/>
                                          </p:val>
                                        </p:tav>
                                        <p:tav tm="100000">
                                          <p:val>
                                            <p:strVal val="#ppt_h"/>
                                          </p:val>
                                        </p:tav>
                                      </p:tavLst>
                                    </p:anim>
                                    <p:animEffect transition="in" filter="fade">
                                      <p:cBhvr>
                                        <p:cTn id="182" dur="500"/>
                                        <p:tgtEl>
                                          <p:spTgt spid="65"/>
                                        </p:tgtEl>
                                      </p:cBhvr>
                                    </p:animEffect>
                                  </p:childTnLst>
                                </p:cTn>
                              </p:par>
                            </p:childTnLst>
                          </p:cTn>
                        </p:par>
                        <p:par>
                          <p:cTn id="183" fill="hold">
                            <p:stCondLst>
                              <p:cond delay="2500"/>
                            </p:stCondLst>
                            <p:childTnLst>
                              <p:par>
                                <p:cTn id="184" presetID="53" presetClass="entr" presetSubtype="16" fill="hold" grpId="0" nodeType="afterEffect">
                                  <p:stCondLst>
                                    <p:cond delay="0"/>
                                  </p:stCondLst>
                                  <p:childTnLst>
                                    <p:set>
                                      <p:cBhvr>
                                        <p:cTn id="185" dur="1" fill="hold">
                                          <p:stCondLst>
                                            <p:cond delay="0"/>
                                          </p:stCondLst>
                                        </p:cTn>
                                        <p:tgtEl>
                                          <p:spTgt spid="66"/>
                                        </p:tgtEl>
                                        <p:attrNameLst>
                                          <p:attrName>style.visibility</p:attrName>
                                        </p:attrNameLst>
                                      </p:cBhvr>
                                      <p:to>
                                        <p:strVal val="visible"/>
                                      </p:to>
                                    </p:set>
                                    <p:anim calcmode="lin" valueType="num">
                                      <p:cBhvr>
                                        <p:cTn id="186" dur="500" fill="hold"/>
                                        <p:tgtEl>
                                          <p:spTgt spid="66"/>
                                        </p:tgtEl>
                                        <p:attrNameLst>
                                          <p:attrName>ppt_w</p:attrName>
                                        </p:attrNameLst>
                                      </p:cBhvr>
                                      <p:tavLst>
                                        <p:tav tm="0">
                                          <p:val>
                                            <p:fltVal val="0"/>
                                          </p:val>
                                        </p:tav>
                                        <p:tav tm="100000">
                                          <p:val>
                                            <p:strVal val="#ppt_w"/>
                                          </p:val>
                                        </p:tav>
                                      </p:tavLst>
                                    </p:anim>
                                    <p:anim calcmode="lin" valueType="num">
                                      <p:cBhvr>
                                        <p:cTn id="187" dur="500" fill="hold"/>
                                        <p:tgtEl>
                                          <p:spTgt spid="66"/>
                                        </p:tgtEl>
                                        <p:attrNameLst>
                                          <p:attrName>ppt_h</p:attrName>
                                        </p:attrNameLst>
                                      </p:cBhvr>
                                      <p:tavLst>
                                        <p:tav tm="0">
                                          <p:val>
                                            <p:fltVal val="0"/>
                                          </p:val>
                                        </p:tav>
                                        <p:tav tm="100000">
                                          <p:val>
                                            <p:strVal val="#ppt_h"/>
                                          </p:val>
                                        </p:tav>
                                      </p:tavLst>
                                    </p:anim>
                                    <p:animEffect transition="in" filter="fade">
                                      <p:cBhvr>
                                        <p:cTn id="188" dur="500"/>
                                        <p:tgtEl>
                                          <p:spTgt spid="66"/>
                                        </p:tgtEl>
                                      </p:cBhvr>
                                    </p:animEffect>
                                  </p:childTnLst>
                                </p:cTn>
                              </p:par>
                            </p:childTnLst>
                          </p:cTn>
                        </p:par>
                        <p:par>
                          <p:cTn id="189" fill="hold">
                            <p:stCondLst>
                              <p:cond delay="3000"/>
                            </p:stCondLst>
                            <p:childTnLst>
                              <p:par>
                                <p:cTn id="190" presetID="53" presetClass="entr" presetSubtype="16" fill="hold" grpId="0" nodeType="afterEffect">
                                  <p:stCondLst>
                                    <p:cond delay="0"/>
                                  </p:stCondLst>
                                  <p:childTnLst>
                                    <p:set>
                                      <p:cBhvr>
                                        <p:cTn id="191" dur="1" fill="hold">
                                          <p:stCondLst>
                                            <p:cond delay="0"/>
                                          </p:stCondLst>
                                        </p:cTn>
                                        <p:tgtEl>
                                          <p:spTgt spid="67"/>
                                        </p:tgtEl>
                                        <p:attrNameLst>
                                          <p:attrName>style.visibility</p:attrName>
                                        </p:attrNameLst>
                                      </p:cBhvr>
                                      <p:to>
                                        <p:strVal val="visible"/>
                                      </p:to>
                                    </p:set>
                                    <p:anim calcmode="lin" valueType="num">
                                      <p:cBhvr>
                                        <p:cTn id="192" dur="500" fill="hold"/>
                                        <p:tgtEl>
                                          <p:spTgt spid="67"/>
                                        </p:tgtEl>
                                        <p:attrNameLst>
                                          <p:attrName>ppt_w</p:attrName>
                                        </p:attrNameLst>
                                      </p:cBhvr>
                                      <p:tavLst>
                                        <p:tav tm="0">
                                          <p:val>
                                            <p:fltVal val="0"/>
                                          </p:val>
                                        </p:tav>
                                        <p:tav tm="100000">
                                          <p:val>
                                            <p:strVal val="#ppt_w"/>
                                          </p:val>
                                        </p:tav>
                                      </p:tavLst>
                                    </p:anim>
                                    <p:anim calcmode="lin" valueType="num">
                                      <p:cBhvr>
                                        <p:cTn id="193" dur="500" fill="hold"/>
                                        <p:tgtEl>
                                          <p:spTgt spid="67"/>
                                        </p:tgtEl>
                                        <p:attrNameLst>
                                          <p:attrName>ppt_h</p:attrName>
                                        </p:attrNameLst>
                                      </p:cBhvr>
                                      <p:tavLst>
                                        <p:tav tm="0">
                                          <p:val>
                                            <p:fltVal val="0"/>
                                          </p:val>
                                        </p:tav>
                                        <p:tav tm="100000">
                                          <p:val>
                                            <p:strVal val="#ppt_h"/>
                                          </p:val>
                                        </p:tav>
                                      </p:tavLst>
                                    </p:anim>
                                    <p:animEffect transition="in" filter="fade">
                                      <p:cBhvr>
                                        <p:cTn id="194" dur="500"/>
                                        <p:tgtEl>
                                          <p:spTgt spid="67"/>
                                        </p:tgtEl>
                                      </p:cBhvr>
                                    </p:animEffect>
                                  </p:childTnLst>
                                </p:cTn>
                              </p:par>
                            </p:childTnLst>
                          </p:cTn>
                        </p:par>
                        <p:par>
                          <p:cTn id="195" fill="hold">
                            <p:stCondLst>
                              <p:cond delay="3500"/>
                            </p:stCondLst>
                            <p:childTnLst>
                              <p:par>
                                <p:cTn id="196" presetID="53" presetClass="entr" presetSubtype="16" fill="hold" grpId="0" nodeType="afterEffect">
                                  <p:stCondLst>
                                    <p:cond delay="0"/>
                                  </p:stCondLst>
                                  <p:childTnLst>
                                    <p:set>
                                      <p:cBhvr>
                                        <p:cTn id="197" dur="1" fill="hold">
                                          <p:stCondLst>
                                            <p:cond delay="0"/>
                                          </p:stCondLst>
                                        </p:cTn>
                                        <p:tgtEl>
                                          <p:spTgt spid="68"/>
                                        </p:tgtEl>
                                        <p:attrNameLst>
                                          <p:attrName>style.visibility</p:attrName>
                                        </p:attrNameLst>
                                      </p:cBhvr>
                                      <p:to>
                                        <p:strVal val="visible"/>
                                      </p:to>
                                    </p:set>
                                    <p:anim calcmode="lin" valueType="num">
                                      <p:cBhvr>
                                        <p:cTn id="198" dur="500" fill="hold"/>
                                        <p:tgtEl>
                                          <p:spTgt spid="68"/>
                                        </p:tgtEl>
                                        <p:attrNameLst>
                                          <p:attrName>ppt_w</p:attrName>
                                        </p:attrNameLst>
                                      </p:cBhvr>
                                      <p:tavLst>
                                        <p:tav tm="0">
                                          <p:val>
                                            <p:fltVal val="0"/>
                                          </p:val>
                                        </p:tav>
                                        <p:tav tm="100000">
                                          <p:val>
                                            <p:strVal val="#ppt_w"/>
                                          </p:val>
                                        </p:tav>
                                      </p:tavLst>
                                    </p:anim>
                                    <p:anim calcmode="lin" valueType="num">
                                      <p:cBhvr>
                                        <p:cTn id="199" dur="500" fill="hold"/>
                                        <p:tgtEl>
                                          <p:spTgt spid="68"/>
                                        </p:tgtEl>
                                        <p:attrNameLst>
                                          <p:attrName>ppt_h</p:attrName>
                                        </p:attrNameLst>
                                      </p:cBhvr>
                                      <p:tavLst>
                                        <p:tav tm="0">
                                          <p:val>
                                            <p:fltVal val="0"/>
                                          </p:val>
                                        </p:tav>
                                        <p:tav tm="100000">
                                          <p:val>
                                            <p:strVal val="#ppt_h"/>
                                          </p:val>
                                        </p:tav>
                                      </p:tavLst>
                                    </p:anim>
                                    <p:animEffect transition="in" filter="fade">
                                      <p:cBhvr>
                                        <p:cTn id="200" dur="500"/>
                                        <p:tgtEl>
                                          <p:spTgt spid="68"/>
                                        </p:tgtEl>
                                      </p:cBhvr>
                                    </p:animEffect>
                                  </p:childTnLst>
                                </p:cTn>
                              </p:par>
                            </p:childTnLst>
                          </p:cTn>
                        </p:par>
                      </p:childTnLst>
                    </p:cTn>
                  </p:par>
                  <p:par>
                    <p:cTn id="201" fill="hold">
                      <p:stCondLst>
                        <p:cond delay="indefinite"/>
                      </p:stCondLst>
                      <p:childTnLst>
                        <p:par>
                          <p:cTn id="202" fill="hold">
                            <p:stCondLst>
                              <p:cond delay="0"/>
                            </p:stCondLst>
                            <p:childTnLst>
                              <p:par>
                                <p:cTn id="203" presetID="53" presetClass="entr" presetSubtype="16" fill="hold" grpId="0" nodeType="clickEffect">
                                  <p:stCondLst>
                                    <p:cond delay="0"/>
                                  </p:stCondLst>
                                  <p:childTnLst>
                                    <p:set>
                                      <p:cBhvr>
                                        <p:cTn id="204" dur="1" fill="hold">
                                          <p:stCondLst>
                                            <p:cond delay="0"/>
                                          </p:stCondLst>
                                        </p:cTn>
                                        <p:tgtEl>
                                          <p:spTgt spid="62"/>
                                        </p:tgtEl>
                                        <p:attrNameLst>
                                          <p:attrName>style.visibility</p:attrName>
                                        </p:attrNameLst>
                                      </p:cBhvr>
                                      <p:to>
                                        <p:strVal val="visible"/>
                                      </p:to>
                                    </p:set>
                                    <p:anim calcmode="lin" valueType="num">
                                      <p:cBhvr>
                                        <p:cTn id="205" dur="500" fill="hold"/>
                                        <p:tgtEl>
                                          <p:spTgt spid="62"/>
                                        </p:tgtEl>
                                        <p:attrNameLst>
                                          <p:attrName>ppt_w</p:attrName>
                                        </p:attrNameLst>
                                      </p:cBhvr>
                                      <p:tavLst>
                                        <p:tav tm="0">
                                          <p:val>
                                            <p:fltVal val="0"/>
                                          </p:val>
                                        </p:tav>
                                        <p:tav tm="100000">
                                          <p:val>
                                            <p:strVal val="#ppt_w"/>
                                          </p:val>
                                        </p:tav>
                                      </p:tavLst>
                                    </p:anim>
                                    <p:anim calcmode="lin" valueType="num">
                                      <p:cBhvr>
                                        <p:cTn id="206" dur="500" fill="hold"/>
                                        <p:tgtEl>
                                          <p:spTgt spid="62"/>
                                        </p:tgtEl>
                                        <p:attrNameLst>
                                          <p:attrName>ppt_h</p:attrName>
                                        </p:attrNameLst>
                                      </p:cBhvr>
                                      <p:tavLst>
                                        <p:tav tm="0">
                                          <p:val>
                                            <p:fltVal val="0"/>
                                          </p:val>
                                        </p:tav>
                                        <p:tav tm="100000">
                                          <p:val>
                                            <p:strVal val="#ppt_h"/>
                                          </p:val>
                                        </p:tav>
                                      </p:tavLst>
                                    </p:anim>
                                    <p:animEffect transition="in" filter="fade">
                                      <p:cBhvr>
                                        <p:cTn id="207" dur="500"/>
                                        <p:tgtEl>
                                          <p:spTgt spid="62"/>
                                        </p:tgtEl>
                                      </p:cBhvr>
                                    </p:animEffect>
                                  </p:childTnLst>
                                </p:cTn>
                              </p:par>
                            </p:childTnLst>
                          </p:cTn>
                        </p:par>
                      </p:childTnLst>
                    </p:cTn>
                  </p:par>
                  <p:par>
                    <p:cTn id="208" fill="hold">
                      <p:stCondLst>
                        <p:cond delay="indefinite"/>
                      </p:stCondLst>
                      <p:childTnLst>
                        <p:par>
                          <p:cTn id="209" fill="hold">
                            <p:stCondLst>
                              <p:cond delay="0"/>
                            </p:stCondLst>
                            <p:childTnLst>
                              <p:par>
                                <p:cTn id="210" presetID="53" presetClass="entr" presetSubtype="16" fill="hold" grpId="0" nodeType="clickEffect">
                                  <p:stCondLst>
                                    <p:cond delay="0"/>
                                  </p:stCondLst>
                                  <p:childTnLst>
                                    <p:set>
                                      <p:cBhvr>
                                        <p:cTn id="211" dur="1" fill="hold">
                                          <p:stCondLst>
                                            <p:cond delay="0"/>
                                          </p:stCondLst>
                                        </p:cTn>
                                        <p:tgtEl>
                                          <p:spTgt spid="8"/>
                                        </p:tgtEl>
                                        <p:attrNameLst>
                                          <p:attrName>style.visibility</p:attrName>
                                        </p:attrNameLst>
                                      </p:cBhvr>
                                      <p:to>
                                        <p:strVal val="visible"/>
                                      </p:to>
                                    </p:set>
                                    <p:anim calcmode="lin" valueType="num">
                                      <p:cBhvr>
                                        <p:cTn id="212" dur="500" fill="hold"/>
                                        <p:tgtEl>
                                          <p:spTgt spid="8"/>
                                        </p:tgtEl>
                                        <p:attrNameLst>
                                          <p:attrName>ppt_w</p:attrName>
                                        </p:attrNameLst>
                                      </p:cBhvr>
                                      <p:tavLst>
                                        <p:tav tm="0">
                                          <p:val>
                                            <p:fltVal val="0"/>
                                          </p:val>
                                        </p:tav>
                                        <p:tav tm="100000">
                                          <p:val>
                                            <p:strVal val="#ppt_w"/>
                                          </p:val>
                                        </p:tav>
                                      </p:tavLst>
                                    </p:anim>
                                    <p:anim calcmode="lin" valueType="num">
                                      <p:cBhvr>
                                        <p:cTn id="213" dur="500" fill="hold"/>
                                        <p:tgtEl>
                                          <p:spTgt spid="8"/>
                                        </p:tgtEl>
                                        <p:attrNameLst>
                                          <p:attrName>ppt_h</p:attrName>
                                        </p:attrNameLst>
                                      </p:cBhvr>
                                      <p:tavLst>
                                        <p:tav tm="0">
                                          <p:val>
                                            <p:fltVal val="0"/>
                                          </p:val>
                                        </p:tav>
                                        <p:tav tm="100000">
                                          <p:val>
                                            <p:strVal val="#ppt_h"/>
                                          </p:val>
                                        </p:tav>
                                      </p:tavLst>
                                    </p:anim>
                                    <p:animEffect transition="in" filter="fade">
                                      <p:cBhvr>
                                        <p:cTn id="214" dur="500"/>
                                        <p:tgtEl>
                                          <p:spTgt spid="8"/>
                                        </p:tgtEl>
                                      </p:cBhvr>
                                    </p:animEffect>
                                  </p:childTnLst>
                                </p:cTn>
                              </p:par>
                            </p:childTnLst>
                          </p:cTn>
                        </p:par>
                        <p:par>
                          <p:cTn id="215" fill="hold">
                            <p:stCondLst>
                              <p:cond delay="500"/>
                            </p:stCondLst>
                            <p:childTnLst>
                              <p:par>
                                <p:cTn id="216" presetID="53" presetClass="entr" presetSubtype="16" fill="hold" grpId="0" nodeType="afterEffect">
                                  <p:stCondLst>
                                    <p:cond delay="0"/>
                                  </p:stCondLst>
                                  <p:childTnLst>
                                    <p:set>
                                      <p:cBhvr>
                                        <p:cTn id="217" dur="1" fill="hold">
                                          <p:stCondLst>
                                            <p:cond delay="0"/>
                                          </p:stCondLst>
                                        </p:cTn>
                                        <p:tgtEl>
                                          <p:spTgt spid="63"/>
                                        </p:tgtEl>
                                        <p:attrNameLst>
                                          <p:attrName>style.visibility</p:attrName>
                                        </p:attrNameLst>
                                      </p:cBhvr>
                                      <p:to>
                                        <p:strVal val="visible"/>
                                      </p:to>
                                    </p:set>
                                    <p:anim calcmode="lin" valueType="num">
                                      <p:cBhvr>
                                        <p:cTn id="218" dur="500" fill="hold"/>
                                        <p:tgtEl>
                                          <p:spTgt spid="63"/>
                                        </p:tgtEl>
                                        <p:attrNameLst>
                                          <p:attrName>ppt_w</p:attrName>
                                        </p:attrNameLst>
                                      </p:cBhvr>
                                      <p:tavLst>
                                        <p:tav tm="0">
                                          <p:val>
                                            <p:fltVal val="0"/>
                                          </p:val>
                                        </p:tav>
                                        <p:tav tm="100000">
                                          <p:val>
                                            <p:strVal val="#ppt_w"/>
                                          </p:val>
                                        </p:tav>
                                      </p:tavLst>
                                    </p:anim>
                                    <p:anim calcmode="lin" valueType="num">
                                      <p:cBhvr>
                                        <p:cTn id="219" dur="500" fill="hold"/>
                                        <p:tgtEl>
                                          <p:spTgt spid="63"/>
                                        </p:tgtEl>
                                        <p:attrNameLst>
                                          <p:attrName>ppt_h</p:attrName>
                                        </p:attrNameLst>
                                      </p:cBhvr>
                                      <p:tavLst>
                                        <p:tav tm="0">
                                          <p:val>
                                            <p:fltVal val="0"/>
                                          </p:val>
                                        </p:tav>
                                        <p:tav tm="100000">
                                          <p:val>
                                            <p:strVal val="#ppt_h"/>
                                          </p:val>
                                        </p:tav>
                                      </p:tavLst>
                                    </p:anim>
                                    <p:animEffect transition="in" filter="fade">
                                      <p:cBhvr>
                                        <p:cTn id="220" dur="500"/>
                                        <p:tgtEl>
                                          <p:spTgt spid="63"/>
                                        </p:tgtEl>
                                      </p:cBhvr>
                                    </p:animEffect>
                                  </p:childTnLst>
                                </p:cTn>
                              </p:par>
                            </p:childTnLst>
                          </p:cTn>
                        </p:par>
                        <p:par>
                          <p:cTn id="221" fill="hold">
                            <p:stCondLst>
                              <p:cond delay="1000"/>
                            </p:stCondLst>
                            <p:childTnLst>
                              <p:par>
                                <p:cTn id="222" presetID="53" presetClass="entr" presetSubtype="16" fill="hold" grpId="0" nodeType="afterEffect">
                                  <p:stCondLst>
                                    <p:cond delay="0"/>
                                  </p:stCondLst>
                                  <p:childTnLst>
                                    <p:set>
                                      <p:cBhvr>
                                        <p:cTn id="223" dur="1" fill="hold">
                                          <p:stCondLst>
                                            <p:cond delay="0"/>
                                          </p:stCondLst>
                                        </p:cTn>
                                        <p:tgtEl>
                                          <p:spTgt spid="64"/>
                                        </p:tgtEl>
                                        <p:attrNameLst>
                                          <p:attrName>style.visibility</p:attrName>
                                        </p:attrNameLst>
                                      </p:cBhvr>
                                      <p:to>
                                        <p:strVal val="visible"/>
                                      </p:to>
                                    </p:set>
                                    <p:anim calcmode="lin" valueType="num">
                                      <p:cBhvr>
                                        <p:cTn id="224" dur="500" fill="hold"/>
                                        <p:tgtEl>
                                          <p:spTgt spid="64"/>
                                        </p:tgtEl>
                                        <p:attrNameLst>
                                          <p:attrName>ppt_w</p:attrName>
                                        </p:attrNameLst>
                                      </p:cBhvr>
                                      <p:tavLst>
                                        <p:tav tm="0">
                                          <p:val>
                                            <p:fltVal val="0"/>
                                          </p:val>
                                        </p:tav>
                                        <p:tav tm="100000">
                                          <p:val>
                                            <p:strVal val="#ppt_w"/>
                                          </p:val>
                                        </p:tav>
                                      </p:tavLst>
                                    </p:anim>
                                    <p:anim calcmode="lin" valueType="num">
                                      <p:cBhvr>
                                        <p:cTn id="225" dur="500" fill="hold"/>
                                        <p:tgtEl>
                                          <p:spTgt spid="64"/>
                                        </p:tgtEl>
                                        <p:attrNameLst>
                                          <p:attrName>ppt_h</p:attrName>
                                        </p:attrNameLst>
                                      </p:cBhvr>
                                      <p:tavLst>
                                        <p:tav tm="0">
                                          <p:val>
                                            <p:fltVal val="0"/>
                                          </p:val>
                                        </p:tav>
                                        <p:tav tm="100000">
                                          <p:val>
                                            <p:strVal val="#ppt_h"/>
                                          </p:val>
                                        </p:tav>
                                      </p:tavLst>
                                    </p:anim>
                                    <p:animEffect transition="in" filter="fade">
                                      <p:cBhvr>
                                        <p:cTn id="226" dur="500"/>
                                        <p:tgtEl>
                                          <p:spTgt spid="64"/>
                                        </p:tgtEl>
                                      </p:cBhvr>
                                    </p:animEffect>
                                  </p:childTnLst>
                                </p:cTn>
                              </p:par>
                            </p:childTnLst>
                          </p:cTn>
                        </p:par>
                      </p:childTnLst>
                    </p:cTn>
                  </p:par>
                  <p:par>
                    <p:cTn id="227" fill="hold">
                      <p:stCondLst>
                        <p:cond delay="indefinite"/>
                      </p:stCondLst>
                      <p:childTnLst>
                        <p:par>
                          <p:cTn id="228" fill="hold">
                            <p:stCondLst>
                              <p:cond delay="0"/>
                            </p:stCondLst>
                            <p:childTnLst>
                              <p:par>
                                <p:cTn id="229" presetID="53" presetClass="entr" presetSubtype="16" fill="hold" grpId="0" nodeType="clickEffect">
                                  <p:stCondLst>
                                    <p:cond delay="0"/>
                                  </p:stCondLst>
                                  <p:childTnLst>
                                    <p:set>
                                      <p:cBhvr>
                                        <p:cTn id="230" dur="1" fill="hold">
                                          <p:stCondLst>
                                            <p:cond delay="0"/>
                                          </p:stCondLst>
                                        </p:cTn>
                                        <p:tgtEl>
                                          <p:spTgt spid="69"/>
                                        </p:tgtEl>
                                        <p:attrNameLst>
                                          <p:attrName>style.visibility</p:attrName>
                                        </p:attrNameLst>
                                      </p:cBhvr>
                                      <p:to>
                                        <p:strVal val="visible"/>
                                      </p:to>
                                    </p:set>
                                    <p:anim calcmode="lin" valueType="num">
                                      <p:cBhvr>
                                        <p:cTn id="231" dur="500" fill="hold"/>
                                        <p:tgtEl>
                                          <p:spTgt spid="69"/>
                                        </p:tgtEl>
                                        <p:attrNameLst>
                                          <p:attrName>ppt_w</p:attrName>
                                        </p:attrNameLst>
                                      </p:cBhvr>
                                      <p:tavLst>
                                        <p:tav tm="0">
                                          <p:val>
                                            <p:fltVal val="0"/>
                                          </p:val>
                                        </p:tav>
                                        <p:tav tm="100000">
                                          <p:val>
                                            <p:strVal val="#ppt_w"/>
                                          </p:val>
                                        </p:tav>
                                      </p:tavLst>
                                    </p:anim>
                                    <p:anim calcmode="lin" valueType="num">
                                      <p:cBhvr>
                                        <p:cTn id="232" dur="500" fill="hold"/>
                                        <p:tgtEl>
                                          <p:spTgt spid="69"/>
                                        </p:tgtEl>
                                        <p:attrNameLst>
                                          <p:attrName>ppt_h</p:attrName>
                                        </p:attrNameLst>
                                      </p:cBhvr>
                                      <p:tavLst>
                                        <p:tav tm="0">
                                          <p:val>
                                            <p:fltVal val="0"/>
                                          </p:val>
                                        </p:tav>
                                        <p:tav tm="100000">
                                          <p:val>
                                            <p:strVal val="#ppt_h"/>
                                          </p:val>
                                        </p:tav>
                                      </p:tavLst>
                                    </p:anim>
                                    <p:animEffect transition="in" filter="fade">
                                      <p:cBhvr>
                                        <p:cTn id="233"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45" grpId="0" animBg="1"/>
      <p:bldP spid="3" grpId="0" animBg="1"/>
      <p:bldP spid="8" grpId="0" animBg="1"/>
      <p:bldP spid="47"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1352E-8AE8-F53A-0431-8FA34472CBB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5B5052-4BCF-7162-1D5D-8D14927A339C}"/>
              </a:ext>
            </a:extLst>
          </p:cNvPr>
          <p:cNvSpPr>
            <a:spLocks noGrp="1"/>
          </p:cNvSpPr>
          <p:nvPr>
            <p:ph type="title"/>
          </p:nvPr>
        </p:nvSpPr>
        <p:spPr/>
        <p:txBody>
          <a:bodyPr>
            <a:normAutofit fontScale="90000"/>
          </a:bodyPr>
          <a:lstStyle/>
          <a:p>
            <a:r>
              <a:rPr lang="fr-FR" dirty="0"/>
              <a:t>Mesures</a:t>
            </a:r>
          </a:p>
        </p:txBody>
      </p:sp>
      <p:sp>
        <p:nvSpPr>
          <p:cNvPr id="9" name="Espace réservé du contenu 2">
            <a:extLst>
              <a:ext uri="{FF2B5EF4-FFF2-40B4-BE49-F238E27FC236}">
                <a16:creationId xmlns:a16="http://schemas.microsoft.com/office/drawing/2014/main" id="{5E37E16A-5FBB-3740-4282-7A660A7C309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vulnérabilités</a:t>
            </a:r>
          </a:p>
          <a:p>
            <a:pPr lvl="2"/>
            <a:r>
              <a:rPr lang="fr-FR" dirty="0"/>
              <a:t>Réduire les vulnérabilités des biens supports : matériels, logiciels, réseaux, organisations, personnes, réseaux interpersonnels et locaux</a:t>
            </a:r>
          </a:p>
          <a:p>
            <a:pPr lvl="1"/>
            <a:r>
              <a:rPr lang="fr-FR" dirty="0"/>
              <a:t>Agir en profondeur</a:t>
            </a:r>
          </a:p>
          <a:p>
            <a:pPr lvl="2"/>
            <a:r>
              <a:rPr lang="fr-FR" dirty="0"/>
              <a:t>Avant le sinistre : mesures de prévention</a:t>
            </a:r>
          </a:p>
          <a:p>
            <a:pPr lvl="2"/>
            <a:r>
              <a:rPr lang="fr-FR" dirty="0"/>
              <a:t>Pendant le sinistre : mesures de détection et de protection</a:t>
            </a:r>
          </a:p>
          <a:p>
            <a:pPr lvl="2"/>
            <a:r>
              <a:rPr lang="fr-FR" dirty="0"/>
              <a:t>Après le sinistre : mesures de récupération</a:t>
            </a:r>
          </a:p>
          <a:p>
            <a:pPr lvl="2"/>
            <a:endParaRPr lang="fr-FR" dirty="0"/>
          </a:p>
        </p:txBody>
      </p:sp>
      <p:sp>
        <p:nvSpPr>
          <p:cNvPr id="5" name="Espace réservé du pied de page 4">
            <a:extLst>
              <a:ext uri="{FF2B5EF4-FFF2-40B4-BE49-F238E27FC236}">
                <a16:creationId xmlns:a16="http://schemas.microsoft.com/office/drawing/2014/main" id="{49F9FD0F-4D60-A670-1CFF-D8AB49759D3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E479F16-72A8-3CCE-8EE9-09D4F103489C}"/>
              </a:ext>
            </a:extLst>
          </p:cNvPr>
          <p:cNvSpPr>
            <a:spLocks noGrp="1"/>
          </p:cNvSpPr>
          <p:nvPr>
            <p:ph type="sldNum" sz="quarter" idx="12"/>
          </p:nvPr>
        </p:nvSpPr>
        <p:spPr/>
        <p:txBody>
          <a:bodyPr/>
          <a:lstStyle/>
          <a:p>
            <a:pPr rtl="0"/>
            <a:fld id="{294A09A9-5501-47C1-A89A-A340965A2BE2}" type="slidenum">
              <a:rPr lang="fr-FR" noProof="0" smtClean="0"/>
              <a:t>107</a:t>
            </a:fld>
            <a:endParaRPr lang="fr-FR" noProof="0"/>
          </a:p>
        </p:txBody>
      </p:sp>
      <p:sp>
        <p:nvSpPr>
          <p:cNvPr id="4" name="Espace réservé de la date 3">
            <a:extLst>
              <a:ext uri="{FF2B5EF4-FFF2-40B4-BE49-F238E27FC236}">
                <a16:creationId xmlns:a16="http://schemas.microsoft.com/office/drawing/2014/main" id="{EACAFC0D-6841-3D1A-67C2-86B7755EB769}"/>
              </a:ext>
            </a:extLst>
          </p:cNvPr>
          <p:cNvSpPr>
            <a:spLocks noGrp="1"/>
          </p:cNvSpPr>
          <p:nvPr>
            <p:ph type="dt" sz="half" idx="10"/>
          </p:nvPr>
        </p:nvSpPr>
        <p:spPr/>
        <p:txBody>
          <a:bodyPr/>
          <a:lstStyle/>
          <a:p>
            <a:pPr rtl="0"/>
            <a:r>
              <a:rPr lang="fr-FR" noProof="0"/>
              <a:t>19/11/2025</a:t>
            </a:r>
          </a:p>
        </p:txBody>
      </p:sp>
      <p:sp>
        <p:nvSpPr>
          <p:cNvPr id="11" name="Espace réservé du texte 10">
            <a:extLst>
              <a:ext uri="{FF2B5EF4-FFF2-40B4-BE49-F238E27FC236}">
                <a16:creationId xmlns:a16="http://schemas.microsoft.com/office/drawing/2014/main" id="{EC5BBCF1-9932-F361-3BCE-B56F0D012DE7}"/>
              </a:ext>
            </a:extLst>
          </p:cNvPr>
          <p:cNvSpPr>
            <a:spLocks noGrp="1"/>
          </p:cNvSpPr>
          <p:nvPr>
            <p:ph type="body" sz="quarter" idx="13"/>
          </p:nvPr>
        </p:nvSpPr>
        <p:spPr/>
        <p:txBody>
          <a:bodyPr/>
          <a:lstStyle/>
          <a:p>
            <a:r>
              <a:rPr lang="fr-FR" dirty="0"/>
              <a:t>Peut-on déterminer des mesures sur les scénarios opérationnels ?</a:t>
            </a:r>
          </a:p>
        </p:txBody>
      </p:sp>
      <p:pic>
        <p:nvPicPr>
          <p:cNvPr id="7" name="Image 6">
            <a:extLst>
              <a:ext uri="{FF2B5EF4-FFF2-40B4-BE49-F238E27FC236}">
                <a16:creationId xmlns:a16="http://schemas.microsoft.com/office/drawing/2014/main" id="{7141E34F-70A1-4E8E-4461-2E75752CAA31}"/>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10" name="Organigramme : Alternative 9">
            <a:extLst>
              <a:ext uri="{FF2B5EF4-FFF2-40B4-BE49-F238E27FC236}">
                <a16:creationId xmlns:a16="http://schemas.microsoft.com/office/drawing/2014/main" id="{D09CF33F-DEE4-7E02-5EB7-223155077C6C}"/>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3" name="ZoneTexte 2">
            <a:extLst>
              <a:ext uri="{FF2B5EF4-FFF2-40B4-BE49-F238E27FC236}">
                <a16:creationId xmlns:a16="http://schemas.microsoft.com/office/drawing/2014/main" id="{7FEEA61E-BCC2-F9A3-0CF2-8C46C6A367F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180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02C469-B1B1-1B16-40F5-C92A4D0F48E4}"/>
              </a:ext>
            </a:extLst>
          </p:cNvPr>
          <p:cNvSpPr>
            <a:spLocks noGrp="1"/>
          </p:cNvSpPr>
          <p:nvPr>
            <p:ph type="title"/>
          </p:nvPr>
        </p:nvSpPr>
        <p:spPr/>
        <p:txBody>
          <a:bodyPr>
            <a:normAutofit fontScale="90000"/>
          </a:bodyPr>
          <a:lstStyle/>
          <a:p>
            <a:r>
              <a:rPr lang="fr-FR"/>
              <a:t>Outil 11 – Évaluer les risques</a:t>
            </a:r>
            <a:endParaRPr lang="fr-FR" dirty="0"/>
          </a:p>
        </p:txBody>
      </p:sp>
      <p:sp>
        <p:nvSpPr>
          <p:cNvPr id="3" name="Espace réservé du contenu 2">
            <a:extLst>
              <a:ext uri="{FF2B5EF4-FFF2-40B4-BE49-F238E27FC236}">
                <a16:creationId xmlns:a16="http://schemas.microsoft.com/office/drawing/2014/main" id="{DADCBD6A-ACFA-DCE5-8D97-730DAC085C99}"/>
              </a:ext>
            </a:extLst>
          </p:cNvPr>
          <p:cNvSpPr>
            <a:spLocks noGrp="1"/>
          </p:cNvSpPr>
          <p:nvPr>
            <p:ph idx="1"/>
          </p:nvPr>
        </p:nvSpPr>
        <p:spPr/>
        <p:txBody>
          <a:bodyPr>
            <a:normAutofit fontScale="92500" lnSpcReduction="10000"/>
          </a:bodyPr>
          <a:lstStyle/>
          <a:p>
            <a:pPr marL="457200" indent="-457200">
              <a:buFont typeface="+mj-lt"/>
              <a:buAutoNum type="arabicPeriod"/>
            </a:pPr>
            <a:r>
              <a:rPr lang="fr-FR" sz="2400" b="1" dirty="0"/>
              <a:t>Formuler les risques</a:t>
            </a:r>
            <a:r>
              <a:rPr lang="fr-FR" sz="2400" dirty="0"/>
              <a:t> selon les destinataires de l’étude et les outils employés</a:t>
            </a:r>
          </a:p>
          <a:p>
            <a:pPr lvl="1"/>
            <a:r>
              <a:rPr lang="fr-FR" sz="1800" dirty="0"/>
              <a:t>Un risque est un scénario, qui doit raconter comment une source de risque, avec son objectif visé, va employer un scénario stratégique, et plus précisément un scénario opérationnel, et engendrer un ou plusieurs événements redoutés</a:t>
            </a:r>
          </a:p>
          <a:p>
            <a:pPr lvl="1"/>
            <a:r>
              <a:rPr lang="fr-FR" sz="1800" dirty="0"/>
              <a:t>On peut décider de créer les risques en partant de chaque élément étudié : par événement redouté, par source de risques, par scénario stratégique, par scénario opérationnel, par chaîne d’attaque, ou autre (généralement, on crée un risque par scénario opérationnel ou par chaîne d’attaque)</a:t>
            </a:r>
          </a:p>
          <a:p>
            <a:pPr lvl="1"/>
            <a:r>
              <a:rPr lang="fr-FR" sz="1800" dirty="0"/>
              <a:t>On va devoir choisir le niveau de détail et de formulation le plus approprié aux destinataires de l’étude, et on peut également les regrouper, les scinder, etc.</a:t>
            </a:r>
          </a:p>
          <a:p>
            <a:pPr marL="457200" indent="-457200">
              <a:buFont typeface="+mj-lt"/>
              <a:buAutoNum type="arabicPeriod"/>
            </a:pPr>
            <a:r>
              <a:rPr lang="fr-FR" sz="2400" b="1" dirty="0"/>
              <a:t>Déterminer leur gravité et leur vraisemblance</a:t>
            </a:r>
          </a:p>
          <a:p>
            <a:pPr lvl="1"/>
            <a:r>
              <a:rPr lang="fr-FR" sz="1800" dirty="0"/>
              <a:t>La gravité est héritée du/des événements redoutés considérés</a:t>
            </a:r>
          </a:p>
          <a:p>
            <a:pPr lvl="1"/>
            <a:r>
              <a:rPr lang="fr-FR" sz="1800" dirty="0"/>
              <a:t>La vraisemblance est héritée des scénarios opérationnels, des chaînes d’attaque ou des actions élémentaires</a:t>
            </a:r>
          </a:p>
          <a:p>
            <a:pPr marL="457200" indent="-457200">
              <a:buFont typeface="+mj-lt"/>
              <a:buAutoNum type="arabicPeriod"/>
            </a:pPr>
            <a:r>
              <a:rPr lang="fr-FR" sz="2400" b="1" dirty="0"/>
              <a:t>Les représenter sur un graphique</a:t>
            </a:r>
            <a:r>
              <a:rPr lang="fr-FR" sz="2400" dirty="0"/>
              <a:t>, avec la vraisemblance en abscisse et la gravité en ordonnée</a:t>
            </a:r>
          </a:p>
          <a:p>
            <a:pPr marL="457200" indent="-457200">
              <a:buFont typeface="+mj-lt"/>
              <a:buAutoNum type="arabicPeriod"/>
            </a:pPr>
            <a:r>
              <a:rPr lang="fr-FR" sz="2400" b="1" dirty="0"/>
              <a:t>Juger de l’acceptabilité des risques</a:t>
            </a:r>
            <a:r>
              <a:rPr lang="fr-FR" sz="2400" dirty="0"/>
              <a:t> à l’aide d’une échelle d’acceptation</a:t>
            </a:r>
          </a:p>
        </p:txBody>
      </p:sp>
      <p:sp>
        <p:nvSpPr>
          <p:cNvPr id="5" name="Espace réservé du pied de page 4">
            <a:extLst>
              <a:ext uri="{FF2B5EF4-FFF2-40B4-BE49-F238E27FC236}">
                <a16:creationId xmlns:a16="http://schemas.microsoft.com/office/drawing/2014/main" id="{879C5F75-4FE9-617E-4627-16D4EAC94E22}"/>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455EED3-B53D-278E-FCC3-A258B5177A1F}"/>
              </a:ext>
            </a:extLst>
          </p:cNvPr>
          <p:cNvSpPr>
            <a:spLocks noGrp="1"/>
          </p:cNvSpPr>
          <p:nvPr>
            <p:ph type="sldNum" sz="quarter" idx="12"/>
          </p:nvPr>
        </p:nvSpPr>
        <p:spPr/>
        <p:txBody>
          <a:bodyPr/>
          <a:lstStyle/>
          <a:p>
            <a:pPr rtl="0"/>
            <a:fld id="{294A09A9-5501-47C1-A89A-A340965A2BE2}" type="slidenum">
              <a:rPr lang="fr-FR" noProof="0" smtClean="0"/>
              <a:t>108</a:t>
            </a:fld>
            <a:endParaRPr lang="fr-FR" noProof="0"/>
          </a:p>
        </p:txBody>
      </p:sp>
      <p:sp>
        <p:nvSpPr>
          <p:cNvPr id="4" name="Espace réservé de la date 3">
            <a:extLst>
              <a:ext uri="{FF2B5EF4-FFF2-40B4-BE49-F238E27FC236}">
                <a16:creationId xmlns:a16="http://schemas.microsoft.com/office/drawing/2014/main" id="{284A2423-F1C0-CF3C-99DD-F3AD74697A29}"/>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C658A76B-2F99-8056-3688-40600173338A}"/>
              </a:ext>
            </a:extLst>
          </p:cNvPr>
          <p:cNvSpPr>
            <a:spLocks noGrp="1"/>
          </p:cNvSpPr>
          <p:nvPr>
            <p:ph type="body" sz="quarter" idx="13"/>
          </p:nvPr>
        </p:nvSpPr>
        <p:spPr/>
        <p:txBody>
          <a:bodyPr/>
          <a:lstStyle/>
          <a:p>
            <a:r>
              <a:rPr lang="fr-FR" dirty="0"/>
              <a:t>Comment comparer les risques ?</a:t>
            </a:r>
          </a:p>
        </p:txBody>
      </p:sp>
      <p:sp>
        <p:nvSpPr>
          <p:cNvPr id="8" name="ZoneTexte 7">
            <a:extLst>
              <a:ext uri="{FF2B5EF4-FFF2-40B4-BE49-F238E27FC236}">
                <a16:creationId xmlns:a16="http://schemas.microsoft.com/office/drawing/2014/main" id="{3C92E4D4-9D46-7E95-3F18-54E2BBC57B7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0650940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11BB34-F2BF-216B-BCA5-368B91F8B39C}"/>
              </a:ext>
            </a:extLst>
          </p:cNvPr>
          <p:cNvSpPr>
            <a:spLocks noGrp="1"/>
          </p:cNvSpPr>
          <p:nvPr>
            <p:ph type="title"/>
          </p:nvPr>
        </p:nvSpPr>
        <p:spPr/>
        <p:txBody>
          <a:bodyPr>
            <a:normAutofit fontScale="90000"/>
          </a:bodyPr>
          <a:lstStyle/>
          <a:p>
            <a:r>
              <a:rPr lang="fr-FR" dirty="0"/>
              <a:t>Comment formuler et estimer les risques ?</a:t>
            </a:r>
          </a:p>
        </p:txBody>
      </p:sp>
      <p:sp>
        <p:nvSpPr>
          <p:cNvPr id="4" name="Espace réservé de la date 3">
            <a:extLst>
              <a:ext uri="{FF2B5EF4-FFF2-40B4-BE49-F238E27FC236}">
                <a16:creationId xmlns:a16="http://schemas.microsoft.com/office/drawing/2014/main" id="{4FF7A456-D3B4-6883-F995-38F13EDCDCD7}"/>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B4399287-F17C-7C45-5210-44D639E775E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A1440BC-3519-E933-1759-FFC991AA7816}"/>
              </a:ext>
            </a:extLst>
          </p:cNvPr>
          <p:cNvSpPr>
            <a:spLocks noGrp="1"/>
          </p:cNvSpPr>
          <p:nvPr>
            <p:ph type="sldNum" sz="quarter" idx="12"/>
          </p:nvPr>
        </p:nvSpPr>
        <p:spPr/>
        <p:txBody>
          <a:bodyPr/>
          <a:lstStyle/>
          <a:p>
            <a:fld id="{294A09A9-5501-47C1-A89A-A340965A2BE2}" type="slidenum">
              <a:rPr lang="fr-FR" smtClean="0"/>
              <a:pPr/>
              <a:t>109</a:t>
            </a:fld>
            <a:endParaRPr lang="fr-FR"/>
          </a:p>
        </p:txBody>
      </p:sp>
      <p:sp>
        <p:nvSpPr>
          <p:cNvPr id="7" name="ZoneTexte 6">
            <a:extLst>
              <a:ext uri="{FF2B5EF4-FFF2-40B4-BE49-F238E27FC236}">
                <a16:creationId xmlns:a16="http://schemas.microsoft.com/office/drawing/2014/main" id="{BAF0FDFE-41B0-B9AC-4CF0-86F6EF0120DE}"/>
              </a:ext>
            </a:extLst>
          </p:cNvPr>
          <p:cNvSpPr txBox="1"/>
          <p:nvPr/>
        </p:nvSpPr>
        <p:spPr>
          <a:xfrm>
            <a:off x="1678517" y="5601476"/>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formule le risque comme une synthèse du scénario stratégique et de la chaîne d’attaque.</a:t>
            </a:r>
          </a:p>
        </p:txBody>
      </p:sp>
      <p:sp>
        <p:nvSpPr>
          <p:cNvPr id="8" name="ZoneTexte 7">
            <a:extLst>
              <a:ext uri="{FF2B5EF4-FFF2-40B4-BE49-F238E27FC236}">
                <a16:creationId xmlns:a16="http://schemas.microsoft.com/office/drawing/2014/main" id="{F161C2C6-1B5D-A987-8395-63FEDA2EE023}"/>
              </a:ext>
            </a:extLst>
          </p:cNvPr>
          <p:cNvSpPr txBox="1"/>
          <p:nvPr/>
        </p:nvSpPr>
        <p:spPr>
          <a:xfrm>
            <a:off x="1678519" y="1280998"/>
            <a:ext cx="4544251" cy="646331"/>
          </a:xfrm>
          <a:prstGeom prst="rect">
            <a:avLst/>
          </a:prstGeom>
          <a:noFill/>
        </p:spPr>
        <p:txBody>
          <a:bodyPr wrap="square" lIns="0" tIns="0" rIns="0" bIns="0" rtlCol="0">
            <a:spAutoFit/>
          </a:bodyPr>
          <a:lstStyle/>
          <a:p>
            <a:r>
              <a:rPr lang="fr-FR" sz="1400" dirty="0">
                <a:solidFill>
                  <a:srgbClr val="252525"/>
                </a:solidFill>
                <a:latin typeface="+mj-lt"/>
                <a:cs typeface="Segoe UI" panose="020B0502040204020203" pitchFamily="34" charset="0"/>
              </a:rPr>
              <a:t>On exprime des événements redoutés et estime leur gravité. Les plus graves serviront de base pour le reste de la construction du risque.</a:t>
            </a:r>
          </a:p>
        </p:txBody>
      </p:sp>
      <p:sp>
        <p:nvSpPr>
          <p:cNvPr id="9" name="ZoneTexte 8">
            <a:extLst>
              <a:ext uri="{FF2B5EF4-FFF2-40B4-BE49-F238E27FC236}">
                <a16:creationId xmlns:a16="http://schemas.microsoft.com/office/drawing/2014/main" id="{A581F01A-23FB-B192-8C42-27B25325F8D3}"/>
              </a:ext>
            </a:extLst>
          </p:cNvPr>
          <p:cNvSpPr txBox="1"/>
          <p:nvPr/>
        </p:nvSpPr>
        <p:spPr>
          <a:xfrm>
            <a:off x="1678518" y="2137824"/>
            <a:ext cx="4544249"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valide des couples de sources de risque et d’objectifs visés. Les plus pertinents, mis en relation avec les événements redoutés, seront (re)formulés et contextualisés.</a:t>
            </a:r>
          </a:p>
        </p:txBody>
      </p:sp>
      <p:sp>
        <p:nvSpPr>
          <p:cNvPr id="10" name="ZoneTexte 9">
            <a:extLst>
              <a:ext uri="{FF2B5EF4-FFF2-40B4-BE49-F238E27FC236}">
                <a16:creationId xmlns:a16="http://schemas.microsoft.com/office/drawing/2014/main" id="{C4B3D32B-00A8-5599-5FF5-49444FD42384}"/>
              </a:ext>
            </a:extLst>
          </p:cNvPr>
          <p:cNvSpPr txBox="1"/>
          <p:nvPr/>
        </p:nvSpPr>
        <p:spPr>
          <a:xfrm>
            <a:off x="1678519" y="2994650"/>
            <a:ext cx="4417483" cy="215444"/>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crée les scénarios stratégiques.</a:t>
            </a:r>
          </a:p>
        </p:txBody>
      </p:sp>
      <p:sp>
        <p:nvSpPr>
          <p:cNvPr id="11" name="ZoneTexte 10">
            <a:extLst>
              <a:ext uri="{FF2B5EF4-FFF2-40B4-BE49-F238E27FC236}">
                <a16:creationId xmlns:a16="http://schemas.microsoft.com/office/drawing/2014/main" id="{A3AE92AF-5F79-AD50-C8B6-973B77D3BC9C}"/>
              </a:ext>
            </a:extLst>
          </p:cNvPr>
          <p:cNvSpPr txBox="1"/>
          <p:nvPr/>
        </p:nvSpPr>
        <p:spPr>
          <a:xfrm>
            <a:off x="1678517" y="3441236"/>
            <a:ext cx="4417483"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raffine les scénarios stratégiques en chemins d’attaques, avec reformulation, en y intégrant pour certains des parties prenantes.</a:t>
            </a:r>
          </a:p>
        </p:txBody>
      </p:sp>
      <p:sp>
        <p:nvSpPr>
          <p:cNvPr id="12" name="ZoneTexte 11">
            <a:extLst>
              <a:ext uri="{FF2B5EF4-FFF2-40B4-BE49-F238E27FC236}">
                <a16:creationId xmlns:a16="http://schemas.microsoft.com/office/drawing/2014/main" id="{B011A6E0-7A8A-50B6-2EAE-AA85E5EB2D6B}"/>
              </a:ext>
            </a:extLst>
          </p:cNvPr>
          <p:cNvSpPr txBox="1"/>
          <p:nvPr/>
        </p:nvSpPr>
        <p:spPr>
          <a:xfrm>
            <a:off x="1678517" y="4298062"/>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décline les différents chemins d’attaques des scénarios stratégiques en scénarios opérationnels.</a:t>
            </a:r>
          </a:p>
        </p:txBody>
      </p:sp>
      <p:sp>
        <p:nvSpPr>
          <p:cNvPr id="13" name="ZoneTexte 12">
            <a:extLst>
              <a:ext uri="{FF2B5EF4-FFF2-40B4-BE49-F238E27FC236}">
                <a16:creationId xmlns:a16="http://schemas.microsoft.com/office/drawing/2014/main" id="{B9F4C448-E746-5BA3-11FD-D325B835A248}"/>
              </a:ext>
            </a:extLst>
          </p:cNvPr>
          <p:cNvSpPr txBox="1"/>
          <p:nvPr/>
        </p:nvSpPr>
        <p:spPr>
          <a:xfrm>
            <a:off x="1678517" y="4949768"/>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décrit synthétiquement chaque chaîne d’attaque de chaque scénario opérationnel.</a:t>
            </a:r>
          </a:p>
        </p:txBody>
      </p:sp>
      <p:sp>
        <p:nvSpPr>
          <p:cNvPr id="14" name="ZoneTexte 13">
            <a:extLst>
              <a:ext uri="{FF2B5EF4-FFF2-40B4-BE49-F238E27FC236}">
                <a16:creationId xmlns:a16="http://schemas.microsoft.com/office/drawing/2014/main" id="{88AD6AAC-861B-6460-E6AD-626D1F51A68F}"/>
              </a:ext>
            </a:extLst>
          </p:cNvPr>
          <p:cNvSpPr txBox="1"/>
          <p:nvPr/>
        </p:nvSpPr>
        <p:spPr>
          <a:xfrm>
            <a:off x="8140623" y="5735207"/>
            <a:ext cx="3584051" cy="553998"/>
          </a:xfrm>
          <a:prstGeom prst="rect">
            <a:avLst/>
          </a:prstGeom>
          <a:noFill/>
        </p:spPr>
        <p:txBody>
          <a:bodyPr wrap="square" lIns="0" tIns="0" rIns="0" bIns="0" rtlCol="0">
            <a:spAutoFit/>
          </a:bodyPr>
          <a:lstStyle/>
          <a:p>
            <a:r>
              <a:rPr lang="fr-FR" sz="1200" b="1" dirty="0">
                <a:solidFill>
                  <a:srgbClr val="252525"/>
                </a:solidFill>
                <a:latin typeface="+mj-lt"/>
                <a:cs typeface="Segoe UI" panose="020B0502040204020203" pitchFamily="34" charset="0"/>
              </a:rPr>
              <a:t>La formulation du risque pourrait être vue comme une dérivation légère du scénario stratégique et du chemin d’attaque associé.</a:t>
            </a:r>
          </a:p>
        </p:txBody>
      </p:sp>
      <p:sp>
        <p:nvSpPr>
          <p:cNvPr id="15" name="Ellipse 14">
            <a:extLst>
              <a:ext uri="{FF2B5EF4-FFF2-40B4-BE49-F238E27FC236}">
                <a16:creationId xmlns:a16="http://schemas.microsoft.com/office/drawing/2014/main" id="{5A69F435-4896-B8F0-93CC-5480BEBDE971}"/>
              </a:ext>
            </a:extLst>
          </p:cNvPr>
          <p:cNvSpPr/>
          <p:nvPr/>
        </p:nvSpPr>
        <p:spPr>
          <a:xfrm>
            <a:off x="6878255" y="16374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Source de risque 1</a:t>
            </a:r>
          </a:p>
        </p:txBody>
      </p:sp>
      <p:sp>
        <p:nvSpPr>
          <p:cNvPr id="16" name="Rectangle 15">
            <a:extLst>
              <a:ext uri="{FF2B5EF4-FFF2-40B4-BE49-F238E27FC236}">
                <a16:creationId xmlns:a16="http://schemas.microsoft.com/office/drawing/2014/main" id="{6BD67666-CC6F-2B86-33EB-28B4405BDE66}"/>
              </a:ext>
            </a:extLst>
          </p:cNvPr>
          <p:cNvSpPr/>
          <p:nvPr/>
        </p:nvSpPr>
        <p:spPr>
          <a:xfrm>
            <a:off x="7049318" y="2904603"/>
            <a:ext cx="2117421"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stratégique 1</a:t>
            </a:r>
          </a:p>
        </p:txBody>
      </p:sp>
      <p:sp>
        <p:nvSpPr>
          <p:cNvPr id="17" name="Rectangle 16">
            <a:extLst>
              <a:ext uri="{FF2B5EF4-FFF2-40B4-BE49-F238E27FC236}">
                <a16:creationId xmlns:a16="http://schemas.microsoft.com/office/drawing/2014/main" id="{AD4F65DE-A7AE-9C5A-375B-8DD2EC3BBE13}"/>
              </a:ext>
            </a:extLst>
          </p:cNvPr>
          <p:cNvSpPr/>
          <p:nvPr/>
        </p:nvSpPr>
        <p:spPr>
          <a:xfrm>
            <a:off x="6746242"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1</a:t>
            </a:r>
          </a:p>
        </p:txBody>
      </p:sp>
      <p:sp>
        <p:nvSpPr>
          <p:cNvPr id="18" name="Rectangle 17">
            <a:extLst>
              <a:ext uri="{FF2B5EF4-FFF2-40B4-BE49-F238E27FC236}">
                <a16:creationId xmlns:a16="http://schemas.microsoft.com/office/drawing/2014/main" id="{A3115AE8-3DC9-AD2D-D9B3-5490620D3501}"/>
              </a:ext>
            </a:extLst>
          </p:cNvPr>
          <p:cNvSpPr/>
          <p:nvPr/>
        </p:nvSpPr>
        <p:spPr>
          <a:xfrm>
            <a:off x="8275114"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n</a:t>
            </a:r>
          </a:p>
        </p:txBody>
      </p:sp>
      <p:sp>
        <p:nvSpPr>
          <p:cNvPr id="19" name="Rectangle 18">
            <a:extLst>
              <a:ext uri="{FF2B5EF4-FFF2-40B4-BE49-F238E27FC236}">
                <a16:creationId xmlns:a16="http://schemas.microsoft.com/office/drawing/2014/main" id="{61D2F351-6341-2870-66FA-8F9EBE69E0A3}"/>
              </a:ext>
            </a:extLst>
          </p:cNvPr>
          <p:cNvSpPr/>
          <p:nvPr/>
        </p:nvSpPr>
        <p:spPr>
          <a:xfrm>
            <a:off x="6746241" y="4335979"/>
            <a:ext cx="2024753"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opérationnel 1</a:t>
            </a:r>
          </a:p>
        </p:txBody>
      </p:sp>
      <p:sp>
        <p:nvSpPr>
          <p:cNvPr id="20" name="Rectangle 19">
            <a:extLst>
              <a:ext uri="{FF2B5EF4-FFF2-40B4-BE49-F238E27FC236}">
                <a16:creationId xmlns:a16="http://schemas.microsoft.com/office/drawing/2014/main" id="{A234F81E-0067-7B75-BE97-4268416362D6}"/>
              </a:ext>
            </a:extLst>
          </p:cNvPr>
          <p:cNvSpPr/>
          <p:nvPr/>
        </p:nvSpPr>
        <p:spPr>
          <a:xfrm>
            <a:off x="6746242" y="5045727"/>
            <a:ext cx="997188"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1</a:t>
            </a:r>
          </a:p>
        </p:txBody>
      </p:sp>
      <p:sp>
        <p:nvSpPr>
          <p:cNvPr id="21" name="Rectangle 20">
            <a:extLst>
              <a:ext uri="{FF2B5EF4-FFF2-40B4-BE49-F238E27FC236}">
                <a16:creationId xmlns:a16="http://schemas.microsoft.com/office/drawing/2014/main" id="{F5DA837C-914F-5901-2FBE-31A6CFCD86FB}"/>
              </a:ext>
            </a:extLst>
          </p:cNvPr>
          <p:cNvSpPr/>
          <p:nvPr/>
        </p:nvSpPr>
        <p:spPr>
          <a:xfrm>
            <a:off x="8270017" y="5043795"/>
            <a:ext cx="991139"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n</a:t>
            </a:r>
          </a:p>
        </p:txBody>
      </p:sp>
      <p:sp>
        <p:nvSpPr>
          <p:cNvPr id="22" name="ZoneTexte 21">
            <a:extLst>
              <a:ext uri="{FF2B5EF4-FFF2-40B4-BE49-F238E27FC236}">
                <a16:creationId xmlns:a16="http://schemas.microsoft.com/office/drawing/2014/main" id="{94D99B93-BBE7-4ACA-E985-F791AE1162D5}"/>
              </a:ext>
            </a:extLst>
          </p:cNvPr>
          <p:cNvSpPr txBox="1"/>
          <p:nvPr/>
        </p:nvSpPr>
        <p:spPr>
          <a:xfrm>
            <a:off x="9239937" y="5137980"/>
            <a:ext cx="1478273" cy="461665"/>
          </a:xfrm>
          <a:prstGeom prst="rect">
            <a:avLst/>
          </a:prstGeom>
          <a:solidFill>
            <a:srgbClr val="CC9900"/>
          </a:solidFill>
          <a:ln>
            <a:noFill/>
          </a:ln>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fr-FR" sz="1200" dirty="0">
                <a:latin typeface="+mj-lt"/>
                <a:cs typeface="Segoe UI" panose="020B0502040204020203" pitchFamily="34" charset="0"/>
              </a:rPr>
              <a:t>On retient les plus vraisemblables</a:t>
            </a:r>
          </a:p>
        </p:txBody>
      </p:sp>
      <p:cxnSp>
        <p:nvCxnSpPr>
          <p:cNvPr id="23" name="Connecteur droit avec flèche 22">
            <a:extLst>
              <a:ext uri="{FF2B5EF4-FFF2-40B4-BE49-F238E27FC236}">
                <a16:creationId xmlns:a16="http://schemas.microsoft.com/office/drawing/2014/main" id="{435A6EDA-13AB-9C5A-98AB-5DA6B89C5974}"/>
              </a:ext>
            </a:extLst>
          </p:cNvPr>
          <p:cNvCxnSpPr>
            <a:cxnSpLocks/>
            <a:stCxn id="39" idx="2"/>
            <a:endCxn id="49" idx="0"/>
          </p:cNvCxnSpPr>
          <p:nvPr/>
        </p:nvCxnSpPr>
        <p:spPr>
          <a:xfrm>
            <a:off x="10540628" y="1789869"/>
            <a:ext cx="10000" cy="1464260"/>
          </a:xfrm>
          <a:prstGeom prst="straightConnector1">
            <a:avLst/>
          </a:prstGeom>
          <a:ln w="19050">
            <a:solidFill>
              <a:srgbClr val="CA4C66"/>
            </a:solidFill>
            <a:tailEnd type="triangle"/>
          </a:ln>
          <a:effectLst/>
        </p:spPr>
        <p:style>
          <a:lnRef idx="2">
            <a:schemeClr val="accent5"/>
          </a:lnRef>
          <a:fillRef idx="0">
            <a:schemeClr val="accent5"/>
          </a:fillRef>
          <a:effectRef idx="1">
            <a:schemeClr val="accent5"/>
          </a:effectRef>
          <a:fontRef idx="minor">
            <a:schemeClr val="tx1"/>
          </a:fontRef>
        </p:style>
      </p:cxnSp>
      <p:sp>
        <p:nvSpPr>
          <p:cNvPr id="24" name="Ellipse 23">
            <a:extLst>
              <a:ext uri="{FF2B5EF4-FFF2-40B4-BE49-F238E27FC236}">
                <a16:creationId xmlns:a16="http://schemas.microsoft.com/office/drawing/2014/main" id="{63A400C1-9856-A0DF-9D31-9BECB256FCE8}"/>
              </a:ext>
            </a:extLst>
          </p:cNvPr>
          <p:cNvSpPr/>
          <p:nvPr/>
        </p:nvSpPr>
        <p:spPr>
          <a:xfrm>
            <a:off x="7836520" y="16374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Objectif visé 1</a:t>
            </a:r>
          </a:p>
        </p:txBody>
      </p:sp>
      <p:sp>
        <p:nvSpPr>
          <p:cNvPr id="25" name="Rectangle 24">
            <a:extLst>
              <a:ext uri="{FF2B5EF4-FFF2-40B4-BE49-F238E27FC236}">
                <a16:creationId xmlns:a16="http://schemas.microsoft.com/office/drawing/2014/main" id="{614D46A7-2B52-C53F-2ECB-0CD82713BD4C}"/>
              </a:ext>
            </a:extLst>
          </p:cNvPr>
          <p:cNvSpPr/>
          <p:nvPr/>
        </p:nvSpPr>
        <p:spPr>
          <a:xfrm>
            <a:off x="6861154" y="1225145"/>
            <a:ext cx="2060829"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Événement redouté 1</a:t>
            </a:r>
          </a:p>
        </p:txBody>
      </p:sp>
      <p:cxnSp>
        <p:nvCxnSpPr>
          <p:cNvPr id="26" name="Connecteur : en angle 57">
            <a:extLst>
              <a:ext uri="{FF2B5EF4-FFF2-40B4-BE49-F238E27FC236}">
                <a16:creationId xmlns:a16="http://schemas.microsoft.com/office/drawing/2014/main" id="{A8E94E55-3F1E-1A4B-5D8D-EB6FE0D6149B}"/>
              </a:ext>
            </a:extLst>
          </p:cNvPr>
          <p:cNvCxnSpPr>
            <a:cxnSpLocks/>
            <a:stCxn id="16" idx="2"/>
            <a:endCxn id="18" idx="0"/>
          </p:cNvCxnSpPr>
          <p:nvPr/>
        </p:nvCxnSpPr>
        <p:spPr>
          <a:xfrm rot="16200000" flipH="1">
            <a:off x="8309302" y="3158097"/>
            <a:ext cx="263132" cy="665679"/>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94768EB4-E63C-BCD5-DF30-2250C6C49F52}"/>
              </a:ext>
            </a:extLst>
          </p:cNvPr>
          <p:cNvSpPr txBox="1"/>
          <p:nvPr/>
        </p:nvSpPr>
        <p:spPr>
          <a:xfrm>
            <a:off x="7795705" y="37568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grpSp>
        <p:nvGrpSpPr>
          <p:cNvPr id="28" name="Groupe 27">
            <a:extLst>
              <a:ext uri="{FF2B5EF4-FFF2-40B4-BE49-F238E27FC236}">
                <a16:creationId xmlns:a16="http://schemas.microsoft.com/office/drawing/2014/main" id="{1F44C549-B2CC-4113-E11F-55C67BD0FE5D}"/>
              </a:ext>
            </a:extLst>
          </p:cNvPr>
          <p:cNvGrpSpPr/>
          <p:nvPr/>
        </p:nvGrpSpPr>
        <p:grpSpPr>
          <a:xfrm>
            <a:off x="6746240" y="1077837"/>
            <a:ext cx="2256112" cy="1809951"/>
            <a:chOff x="4645256" y="1052736"/>
            <a:chExt cx="2322437" cy="1863161"/>
          </a:xfrm>
        </p:grpSpPr>
        <p:sp>
          <p:nvSpPr>
            <p:cNvPr id="29" name="Rectangle 28">
              <a:extLst>
                <a:ext uri="{FF2B5EF4-FFF2-40B4-BE49-F238E27FC236}">
                  <a16:creationId xmlns:a16="http://schemas.microsoft.com/office/drawing/2014/main" id="{FB736DD5-9BE4-E77E-0CBD-A4F6409C60A2}"/>
                </a:ext>
              </a:extLst>
            </p:cNvPr>
            <p:cNvSpPr/>
            <p:nvPr/>
          </p:nvSpPr>
          <p:spPr>
            <a:xfrm>
              <a:off x="4645256" y="1052736"/>
              <a:ext cx="2322437" cy="1317708"/>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2400">
                <a:latin typeface="+mj-lt"/>
              </a:endParaRPr>
            </a:p>
          </p:txBody>
        </p:sp>
        <p:cxnSp>
          <p:nvCxnSpPr>
            <p:cNvPr id="30" name="Connecteur droit avec flèche 29">
              <a:extLst>
                <a:ext uri="{FF2B5EF4-FFF2-40B4-BE49-F238E27FC236}">
                  <a16:creationId xmlns:a16="http://schemas.microsoft.com/office/drawing/2014/main" id="{AB9C7A1C-5855-F0B0-D09F-915DE1B6EEA7}"/>
                </a:ext>
              </a:extLst>
            </p:cNvPr>
            <p:cNvCxnSpPr>
              <a:cxnSpLocks/>
            </p:cNvCxnSpPr>
            <p:nvPr/>
          </p:nvCxnSpPr>
          <p:spPr>
            <a:xfrm>
              <a:off x="6047079" y="2370444"/>
              <a:ext cx="0" cy="545453"/>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grpSp>
      <p:sp>
        <p:nvSpPr>
          <p:cNvPr id="31" name="Ellipse 30">
            <a:extLst>
              <a:ext uri="{FF2B5EF4-FFF2-40B4-BE49-F238E27FC236}">
                <a16:creationId xmlns:a16="http://schemas.microsoft.com/office/drawing/2014/main" id="{86E1C261-F9DF-EA0D-A85C-C82126AC80D8}"/>
              </a:ext>
            </a:extLst>
          </p:cNvPr>
          <p:cNvSpPr/>
          <p:nvPr/>
        </p:nvSpPr>
        <p:spPr>
          <a:xfrm>
            <a:off x="7563043" y="3513170"/>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cxnSp>
        <p:nvCxnSpPr>
          <p:cNvPr id="32" name="Connecteur : en angle 53">
            <a:extLst>
              <a:ext uri="{FF2B5EF4-FFF2-40B4-BE49-F238E27FC236}">
                <a16:creationId xmlns:a16="http://schemas.microsoft.com/office/drawing/2014/main" id="{EFE928C9-02BB-4A95-62CE-8F9457CDDE5D}"/>
              </a:ext>
            </a:extLst>
          </p:cNvPr>
          <p:cNvCxnSpPr>
            <a:cxnSpLocks/>
            <a:stCxn id="16" idx="2"/>
            <a:endCxn id="17" idx="0"/>
          </p:cNvCxnSpPr>
          <p:nvPr/>
        </p:nvCxnSpPr>
        <p:spPr>
          <a:xfrm rot="5400000">
            <a:off x="7544866" y="3059343"/>
            <a:ext cx="263132" cy="863193"/>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6C481816-4D41-EB74-6952-D1044BD4CB2A}"/>
              </a:ext>
            </a:extLst>
          </p:cNvPr>
          <p:cNvSpPr txBox="1"/>
          <p:nvPr/>
        </p:nvSpPr>
        <p:spPr>
          <a:xfrm>
            <a:off x="7795705" y="5182831"/>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34" name="Connecteur : en angle 46">
            <a:extLst>
              <a:ext uri="{FF2B5EF4-FFF2-40B4-BE49-F238E27FC236}">
                <a16:creationId xmlns:a16="http://schemas.microsoft.com/office/drawing/2014/main" id="{8F96FA8D-E960-1B3B-15AC-8F1B37BE73EC}"/>
              </a:ext>
            </a:extLst>
          </p:cNvPr>
          <p:cNvCxnSpPr>
            <a:cxnSpLocks/>
            <a:stCxn id="19" idx="2"/>
            <a:endCxn id="20" idx="0"/>
          </p:cNvCxnSpPr>
          <p:nvPr/>
        </p:nvCxnSpPr>
        <p:spPr>
          <a:xfrm rot="5400000">
            <a:off x="7371092" y="4658202"/>
            <a:ext cx="261267" cy="513781"/>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35" name="Connecteur : en angle 48">
            <a:extLst>
              <a:ext uri="{FF2B5EF4-FFF2-40B4-BE49-F238E27FC236}">
                <a16:creationId xmlns:a16="http://schemas.microsoft.com/office/drawing/2014/main" id="{52D116EC-38B1-782B-8533-32424837C60D}"/>
              </a:ext>
            </a:extLst>
          </p:cNvPr>
          <p:cNvCxnSpPr>
            <a:cxnSpLocks/>
            <a:stCxn id="19" idx="2"/>
            <a:endCxn id="21" idx="0"/>
          </p:cNvCxnSpPr>
          <p:nvPr/>
        </p:nvCxnSpPr>
        <p:spPr>
          <a:xfrm rot="16200000" flipH="1">
            <a:off x="8132435" y="4410641"/>
            <a:ext cx="259335" cy="1006969"/>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6" name="Ellipse 35">
            <a:extLst>
              <a:ext uri="{FF2B5EF4-FFF2-40B4-BE49-F238E27FC236}">
                <a16:creationId xmlns:a16="http://schemas.microsoft.com/office/drawing/2014/main" id="{AE9A1289-C1FB-9B71-C5EE-08F4031A8185}"/>
              </a:ext>
            </a:extLst>
          </p:cNvPr>
          <p:cNvSpPr/>
          <p:nvPr/>
        </p:nvSpPr>
        <p:spPr>
          <a:xfrm>
            <a:off x="9275096" y="1637448"/>
            <a:ext cx="576000" cy="576000"/>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SR</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37" name="Rectangle 36">
            <a:extLst>
              <a:ext uri="{FF2B5EF4-FFF2-40B4-BE49-F238E27FC236}">
                <a16:creationId xmlns:a16="http://schemas.microsoft.com/office/drawing/2014/main" id="{CE2C91E2-4681-345D-ABD0-0CCEB50E4847}"/>
              </a:ext>
            </a:extLst>
          </p:cNvPr>
          <p:cNvSpPr/>
          <p:nvPr/>
        </p:nvSpPr>
        <p:spPr>
          <a:xfrm>
            <a:off x="9440264" y="1225145"/>
            <a:ext cx="653904"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ER n</a:t>
            </a:r>
          </a:p>
        </p:txBody>
      </p:sp>
      <p:sp>
        <p:nvSpPr>
          <p:cNvPr id="38" name="ZoneTexte 37">
            <a:extLst>
              <a:ext uri="{FF2B5EF4-FFF2-40B4-BE49-F238E27FC236}">
                <a16:creationId xmlns:a16="http://schemas.microsoft.com/office/drawing/2014/main" id="{AFF36599-2F43-D3E3-DFB7-7BCC0F572EAA}"/>
              </a:ext>
            </a:extLst>
          </p:cNvPr>
          <p:cNvSpPr txBox="1"/>
          <p:nvPr/>
        </p:nvSpPr>
        <p:spPr>
          <a:xfrm>
            <a:off x="8913525" y="178986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9" name="ZoneTexte 38">
            <a:extLst>
              <a:ext uri="{FF2B5EF4-FFF2-40B4-BE49-F238E27FC236}">
                <a16:creationId xmlns:a16="http://schemas.microsoft.com/office/drawing/2014/main" id="{269F9892-4D08-BFAD-E524-1CBD2ADC35E2}"/>
              </a:ext>
            </a:extLst>
          </p:cNvPr>
          <p:cNvSpPr txBox="1"/>
          <p:nvPr/>
        </p:nvSpPr>
        <p:spPr>
          <a:xfrm>
            <a:off x="9981623" y="1299207"/>
            <a:ext cx="1118011" cy="490661"/>
          </a:xfrm>
          <a:prstGeom prst="rect">
            <a:avLst/>
          </a:prstGeom>
          <a:solidFill>
            <a:srgbClr val="CA4C66"/>
          </a:solidFill>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p>
            <a:pPr algn="ctr"/>
            <a:r>
              <a:rPr lang="fr-FR" sz="1133" dirty="0">
                <a:latin typeface="+mj-lt"/>
                <a:cs typeface="Segoe UI" panose="020B0502040204020203" pitchFamily="34" charset="0"/>
              </a:rPr>
              <a:t>On retient les plus graves</a:t>
            </a:r>
          </a:p>
        </p:txBody>
      </p:sp>
      <p:sp>
        <p:nvSpPr>
          <p:cNvPr id="40" name="Ellipse 39">
            <a:extLst>
              <a:ext uri="{FF2B5EF4-FFF2-40B4-BE49-F238E27FC236}">
                <a16:creationId xmlns:a16="http://schemas.microsoft.com/office/drawing/2014/main" id="{E3C64CFA-997C-B4FE-8AFC-6FE95A9EE044}"/>
              </a:ext>
            </a:extLst>
          </p:cNvPr>
          <p:cNvSpPr/>
          <p:nvPr/>
        </p:nvSpPr>
        <p:spPr>
          <a:xfrm>
            <a:off x="9742861" y="1637448"/>
            <a:ext cx="576000" cy="576000"/>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OV</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41" name="ZoneTexte 40">
            <a:extLst>
              <a:ext uri="{FF2B5EF4-FFF2-40B4-BE49-F238E27FC236}">
                <a16:creationId xmlns:a16="http://schemas.microsoft.com/office/drawing/2014/main" id="{665F299E-3AAD-9C19-5212-394D07B30A3C}"/>
              </a:ext>
            </a:extLst>
          </p:cNvPr>
          <p:cNvSpPr txBox="1"/>
          <p:nvPr/>
        </p:nvSpPr>
        <p:spPr>
          <a:xfrm>
            <a:off x="8678541" y="2197575"/>
            <a:ext cx="2415913" cy="615361"/>
          </a:xfrm>
          <a:prstGeom prst="rect">
            <a:avLst/>
          </a:prstGeom>
          <a:ln>
            <a:noFill/>
          </a:ln>
        </p:spPr>
        <p:style>
          <a:lnRef idx="3">
            <a:schemeClr val="lt1"/>
          </a:lnRef>
          <a:fillRef idx="1">
            <a:schemeClr val="accent4"/>
          </a:fillRef>
          <a:effectRef idx="1">
            <a:schemeClr val="accent4"/>
          </a:effectRef>
          <a:fontRef idx="minor">
            <a:schemeClr val="lt1"/>
          </a:fontRef>
        </p:style>
        <p:txBody>
          <a:bodyPr wrap="square" rtlCol="0" anchor="ctr">
            <a:spAutoFit/>
          </a:bodyPr>
          <a:lstStyle/>
          <a:p>
            <a:r>
              <a:rPr lang="fr-FR" sz="1133" dirty="0">
                <a:latin typeface="+mj-lt"/>
                <a:cs typeface="Segoe UI" panose="020B0502040204020203" pitchFamily="34" charset="0"/>
              </a:rPr>
              <a:t>On retient les plus pertinents en relation avec les événements redoutés</a:t>
            </a:r>
          </a:p>
        </p:txBody>
      </p:sp>
      <p:sp>
        <p:nvSpPr>
          <p:cNvPr id="42" name="Rectangle 41">
            <a:extLst>
              <a:ext uri="{FF2B5EF4-FFF2-40B4-BE49-F238E27FC236}">
                <a16:creationId xmlns:a16="http://schemas.microsoft.com/office/drawing/2014/main" id="{F28C26E2-B9B0-3488-26E0-9C1AE4140E06}"/>
              </a:ext>
            </a:extLst>
          </p:cNvPr>
          <p:cNvSpPr/>
          <p:nvPr/>
        </p:nvSpPr>
        <p:spPr>
          <a:xfrm>
            <a:off x="6748585" y="5758930"/>
            <a:ext cx="997188" cy="493125"/>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Risque 1</a:t>
            </a:r>
          </a:p>
        </p:txBody>
      </p:sp>
      <p:cxnSp>
        <p:nvCxnSpPr>
          <p:cNvPr id="43" name="Connecteur droit avec flèche 42">
            <a:extLst>
              <a:ext uri="{FF2B5EF4-FFF2-40B4-BE49-F238E27FC236}">
                <a16:creationId xmlns:a16="http://schemas.microsoft.com/office/drawing/2014/main" id="{D9981437-BC8A-3CA0-A79F-168C1CC0B106}"/>
              </a:ext>
            </a:extLst>
          </p:cNvPr>
          <p:cNvCxnSpPr>
            <a:cxnSpLocks/>
            <a:stCxn id="20" idx="2"/>
            <a:endCxn id="42" idx="0"/>
          </p:cNvCxnSpPr>
          <p:nvPr/>
        </p:nvCxnSpPr>
        <p:spPr>
          <a:xfrm>
            <a:off x="7244837" y="5538851"/>
            <a:ext cx="2343" cy="22007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44" name="Ellipse 43">
            <a:extLst>
              <a:ext uri="{FF2B5EF4-FFF2-40B4-BE49-F238E27FC236}">
                <a16:creationId xmlns:a16="http://schemas.microsoft.com/office/drawing/2014/main" id="{3368CF27-B6AD-0F41-5831-4AFEFE8456CC}"/>
              </a:ext>
            </a:extLst>
          </p:cNvPr>
          <p:cNvSpPr/>
          <p:nvPr/>
        </p:nvSpPr>
        <p:spPr>
          <a:xfrm>
            <a:off x="9067300" y="3507252"/>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sp>
        <p:nvSpPr>
          <p:cNvPr id="45" name="ZoneTexte 44">
            <a:extLst>
              <a:ext uri="{FF2B5EF4-FFF2-40B4-BE49-F238E27FC236}">
                <a16:creationId xmlns:a16="http://schemas.microsoft.com/office/drawing/2014/main" id="{A6478188-1800-8869-FAE7-0763276387E1}"/>
              </a:ext>
            </a:extLst>
          </p:cNvPr>
          <p:cNvSpPr txBox="1"/>
          <p:nvPr/>
        </p:nvSpPr>
        <p:spPr>
          <a:xfrm>
            <a:off x="9041495" y="12251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46" name="Connecteur : en angle 17">
            <a:extLst>
              <a:ext uri="{FF2B5EF4-FFF2-40B4-BE49-F238E27FC236}">
                <a16:creationId xmlns:a16="http://schemas.microsoft.com/office/drawing/2014/main" id="{68A8F224-4256-EAEB-D143-A114705600B8}"/>
              </a:ext>
            </a:extLst>
          </p:cNvPr>
          <p:cNvCxnSpPr>
            <a:cxnSpLocks/>
            <a:stCxn id="17" idx="2"/>
            <a:endCxn id="19" idx="0"/>
          </p:cNvCxnSpPr>
          <p:nvPr/>
        </p:nvCxnSpPr>
        <p:spPr>
          <a:xfrm rot="16200000" flipH="1">
            <a:off x="7391551" y="3968913"/>
            <a:ext cx="220351" cy="513781"/>
          </a:xfrm>
          <a:prstGeom prst="bentConnector3">
            <a:avLst>
              <a:gd name="adj1" fmla="val 37032"/>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47" name="Rectangle 46">
            <a:extLst>
              <a:ext uri="{FF2B5EF4-FFF2-40B4-BE49-F238E27FC236}">
                <a16:creationId xmlns:a16="http://schemas.microsoft.com/office/drawing/2014/main" id="{B692C672-CB4B-BB67-28F8-C0CBD2B0A972}"/>
              </a:ext>
            </a:extLst>
          </p:cNvPr>
          <p:cNvSpPr/>
          <p:nvPr/>
        </p:nvSpPr>
        <p:spPr>
          <a:xfrm>
            <a:off x="9706869" y="2906852"/>
            <a:ext cx="617067"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lnSpc>
                <a:spcPts val="1333"/>
              </a:lnSpc>
            </a:pPr>
            <a:r>
              <a:rPr lang="fr-FR" sz="1133" dirty="0">
                <a:solidFill>
                  <a:srgbClr val="252525"/>
                </a:solidFill>
                <a:latin typeface="+mj-lt"/>
                <a:cs typeface="Segoe UI" panose="020B0502040204020203" pitchFamily="34" charset="0"/>
              </a:rPr>
              <a:t>SS n</a:t>
            </a:r>
          </a:p>
        </p:txBody>
      </p:sp>
      <p:sp>
        <p:nvSpPr>
          <p:cNvPr id="48" name="ZoneTexte 47">
            <a:extLst>
              <a:ext uri="{FF2B5EF4-FFF2-40B4-BE49-F238E27FC236}">
                <a16:creationId xmlns:a16="http://schemas.microsoft.com/office/drawing/2014/main" id="{CBD15758-136D-24EE-C8C8-B5C44A7BBE3F}"/>
              </a:ext>
            </a:extLst>
          </p:cNvPr>
          <p:cNvSpPr txBox="1"/>
          <p:nvPr/>
        </p:nvSpPr>
        <p:spPr>
          <a:xfrm>
            <a:off x="9278560" y="2983723"/>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49" name="ZoneTexte 48">
            <a:extLst>
              <a:ext uri="{FF2B5EF4-FFF2-40B4-BE49-F238E27FC236}">
                <a16:creationId xmlns:a16="http://schemas.microsoft.com/office/drawing/2014/main" id="{932962DE-78FE-9221-0EEE-7AB93799121F}"/>
              </a:ext>
            </a:extLst>
          </p:cNvPr>
          <p:cNvSpPr txBox="1"/>
          <p:nvPr/>
        </p:nvSpPr>
        <p:spPr>
          <a:xfrm>
            <a:off x="10006802" y="3254128"/>
            <a:ext cx="1087652" cy="738664"/>
          </a:xfrm>
          <a:prstGeom prst="rect">
            <a:avLst/>
          </a:prstGeom>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defPPr>
              <a:defRPr lang="fr-FR"/>
            </a:defPPr>
            <a:lvl1pPr algn="ctr">
              <a:defRPr sz="900">
                <a:latin typeface="Segoe UI" panose="020B0502040204020203" pitchFamily="34" charset="0"/>
                <a:cs typeface="Segoe UI" panose="020B0502040204020203" pitchFamily="34" charset="0"/>
              </a:defRPr>
            </a:lvl1pPr>
          </a:lstStyle>
          <a:p>
            <a:r>
              <a:rPr lang="fr-FR" sz="1133" dirty="0">
                <a:latin typeface="+mj-lt"/>
              </a:rPr>
              <a:t>Héritage de</a:t>
            </a:r>
            <a:br>
              <a:rPr lang="fr-FR" sz="1133" dirty="0">
                <a:latin typeface="+mj-lt"/>
              </a:rPr>
            </a:br>
            <a:r>
              <a:rPr lang="fr-FR" sz="1133" dirty="0">
                <a:latin typeface="+mj-lt"/>
              </a:rPr>
              <a:t>la gravité</a:t>
            </a:r>
          </a:p>
        </p:txBody>
      </p:sp>
      <p:sp>
        <p:nvSpPr>
          <p:cNvPr id="50" name="Rectangle 49">
            <a:extLst>
              <a:ext uri="{FF2B5EF4-FFF2-40B4-BE49-F238E27FC236}">
                <a16:creationId xmlns:a16="http://schemas.microsoft.com/office/drawing/2014/main" id="{BD94004A-9A2F-21BC-B3C8-6915692A6B47}"/>
              </a:ext>
            </a:extLst>
          </p:cNvPr>
          <p:cNvSpPr/>
          <p:nvPr/>
        </p:nvSpPr>
        <p:spPr>
          <a:xfrm>
            <a:off x="9258439" y="4335979"/>
            <a:ext cx="668756"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 n</a:t>
            </a:r>
          </a:p>
        </p:txBody>
      </p:sp>
      <p:sp>
        <p:nvSpPr>
          <p:cNvPr id="51" name="ZoneTexte 50">
            <a:extLst>
              <a:ext uri="{FF2B5EF4-FFF2-40B4-BE49-F238E27FC236}">
                <a16:creationId xmlns:a16="http://schemas.microsoft.com/office/drawing/2014/main" id="{9B85CC85-7085-BA79-6760-910868861290}"/>
              </a:ext>
            </a:extLst>
          </p:cNvPr>
          <p:cNvSpPr txBox="1"/>
          <p:nvPr/>
        </p:nvSpPr>
        <p:spPr>
          <a:xfrm>
            <a:off x="8822280" y="439875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 name="ZoneTexte 2">
            <a:extLst>
              <a:ext uri="{FF2B5EF4-FFF2-40B4-BE49-F238E27FC236}">
                <a16:creationId xmlns:a16="http://schemas.microsoft.com/office/drawing/2014/main" id="{67E54E2C-222B-E0AB-EBEF-6B25B00C648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591070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45"/>
                                        </p:tgtEl>
                                        <p:attrNameLst>
                                          <p:attrName>style.visibility</p:attrName>
                                        </p:attrNameLst>
                                      </p:cBhvr>
                                      <p:to>
                                        <p:strVal val="visible"/>
                                      </p:to>
                                    </p:set>
                                    <p:animEffect transition="in" filter="fade">
                                      <p:cBhvr>
                                        <p:cTn id="16" dur="500"/>
                                        <p:tgtEl>
                                          <p:spTgt spid="45"/>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500"/>
                                        <p:tgtEl>
                                          <p:spTgt spid="37"/>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9"/>
                                        </p:tgtEl>
                                        <p:attrNameLst>
                                          <p:attrName>style.visibility</p:attrName>
                                        </p:attrNameLst>
                                      </p:cBhvr>
                                      <p:to>
                                        <p:strVal val="visible"/>
                                      </p:to>
                                    </p:set>
                                    <p:animEffect transition="in" filter="fade">
                                      <p:cBhvr>
                                        <p:cTn id="24" dur="500"/>
                                        <p:tgtEl>
                                          <p:spTgt spid="3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childTnLst>
                          </p:cTn>
                        </p:par>
                        <p:par>
                          <p:cTn id="39" fill="hold">
                            <p:stCondLst>
                              <p:cond delay="100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500"/>
                                        <p:tgtEl>
                                          <p:spTgt spid="40"/>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500"/>
                                        <p:tgtEl>
                                          <p:spTgt spid="4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up)">
                                      <p:cBhvr>
                                        <p:cTn id="64" dur="500"/>
                                        <p:tgtEl>
                                          <p:spTgt spid="28"/>
                                        </p:tgtEl>
                                      </p:cBhvr>
                                    </p:animEffect>
                                  </p:childTnLst>
                                </p:cTn>
                              </p:par>
                            </p:childTnLst>
                          </p:cTn>
                        </p:par>
                        <p:par>
                          <p:cTn id="65" fill="hold">
                            <p:stCondLst>
                              <p:cond delay="500"/>
                            </p:stCondLst>
                            <p:childTnLst>
                              <p:par>
                                <p:cTn id="66" presetID="10" presetClass="entr" presetSubtype="0"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500"/>
                                        <p:tgtEl>
                                          <p:spTgt spid="16"/>
                                        </p:tgtEl>
                                      </p:cBhvr>
                                    </p:animEffect>
                                  </p:childTnLst>
                                </p:cTn>
                              </p:par>
                            </p:childTnLst>
                          </p:cTn>
                        </p:par>
                        <p:par>
                          <p:cTn id="69" fill="hold">
                            <p:stCondLst>
                              <p:cond delay="1000"/>
                            </p:stCondLst>
                            <p:childTnLst>
                              <p:par>
                                <p:cTn id="70" presetID="10" presetClass="entr" presetSubtype="0" fill="hold" grpId="0" nodeType="after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500"/>
                                        <p:tgtEl>
                                          <p:spTgt spid="48"/>
                                        </p:tgtEl>
                                      </p:cBhvr>
                                    </p:animEffect>
                                  </p:childTnLst>
                                </p:cTn>
                              </p:par>
                            </p:childTnLst>
                          </p:cTn>
                        </p:par>
                        <p:par>
                          <p:cTn id="73" fill="hold">
                            <p:stCondLst>
                              <p:cond delay="1500"/>
                            </p:stCondLst>
                            <p:childTnLst>
                              <p:par>
                                <p:cTn id="74" presetID="10" presetClass="entr" presetSubtype="0" fill="hold" grpId="0" nodeType="afterEffect">
                                  <p:stCondLst>
                                    <p:cond delay="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500"/>
                                        <p:tgtEl>
                                          <p:spTgt spid="47"/>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wipe(up)">
                                      <p:cBhvr>
                                        <p:cTn id="81" dur="500"/>
                                        <p:tgtEl>
                                          <p:spTgt spid="23"/>
                                        </p:tgtEl>
                                      </p:cBhvr>
                                    </p:animEffect>
                                  </p:childTnLst>
                                </p:cTn>
                              </p:par>
                            </p:childTnLst>
                          </p:cTn>
                        </p:par>
                        <p:par>
                          <p:cTn id="82" fill="hold">
                            <p:stCondLst>
                              <p:cond delay="500"/>
                            </p:stCondLst>
                            <p:childTnLst>
                              <p:par>
                                <p:cTn id="83" presetID="10" presetClass="entr" presetSubtype="0" fill="hold" grpId="0" nodeType="afterEffect">
                                  <p:stCondLst>
                                    <p:cond delay="0"/>
                                  </p:stCondLst>
                                  <p:childTnLst>
                                    <p:set>
                                      <p:cBhvr>
                                        <p:cTn id="84" dur="1" fill="hold">
                                          <p:stCondLst>
                                            <p:cond delay="0"/>
                                          </p:stCondLst>
                                        </p:cTn>
                                        <p:tgtEl>
                                          <p:spTgt spid="49"/>
                                        </p:tgtEl>
                                        <p:attrNameLst>
                                          <p:attrName>style.visibility</p:attrName>
                                        </p:attrNameLst>
                                      </p:cBhvr>
                                      <p:to>
                                        <p:strVal val="visible"/>
                                      </p:to>
                                    </p:set>
                                    <p:animEffect transition="in" filter="fade">
                                      <p:cBhvr>
                                        <p:cTn id="85" dur="500"/>
                                        <p:tgtEl>
                                          <p:spTgt spid="49"/>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500"/>
                                        <p:tgtEl>
                                          <p:spTgt spid="11"/>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1" fill="hold" nodeType="click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wipe(up)">
                                      <p:cBhvr>
                                        <p:cTn id="95" dur="500"/>
                                        <p:tgtEl>
                                          <p:spTgt spid="32"/>
                                        </p:tgtEl>
                                      </p:cBhvr>
                                    </p:animEffect>
                                  </p:childTnLst>
                                </p:cTn>
                              </p:par>
                            </p:childTnLst>
                          </p:cTn>
                        </p:par>
                        <p:par>
                          <p:cTn id="96" fill="hold">
                            <p:stCondLst>
                              <p:cond delay="500"/>
                            </p:stCondLst>
                            <p:childTnLst>
                              <p:par>
                                <p:cTn id="97" presetID="10" presetClass="entr" presetSubtype="0" fill="hold" grpId="0" nodeType="afterEffect">
                                  <p:stCondLst>
                                    <p:cond delay="0"/>
                                  </p:stCondLst>
                                  <p:childTnLst>
                                    <p:set>
                                      <p:cBhvr>
                                        <p:cTn id="98" dur="1" fill="hold">
                                          <p:stCondLst>
                                            <p:cond delay="0"/>
                                          </p:stCondLst>
                                        </p:cTn>
                                        <p:tgtEl>
                                          <p:spTgt spid="17"/>
                                        </p:tgtEl>
                                        <p:attrNameLst>
                                          <p:attrName>style.visibility</p:attrName>
                                        </p:attrNameLst>
                                      </p:cBhvr>
                                      <p:to>
                                        <p:strVal val="visible"/>
                                      </p:to>
                                    </p:set>
                                    <p:animEffect transition="in" filter="fade">
                                      <p:cBhvr>
                                        <p:cTn id="99" dur="500"/>
                                        <p:tgtEl>
                                          <p:spTgt spid="17"/>
                                        </p:tgtEl>
                                      </p:cBhvr>
                                    </p:animEffect>
                                  </p:childTnLst>
                                </p:cTn>
                              </p:par>
                            </p:childTnLst>
                          </p:cTn>
                        </p:par>
                        <p:par>
                          <p:cTn id="100" fill="hold">
                            <p:stCondLst>
                              <p:cond delay="1000"/>
                            </p:stCondLst>
                            <p:childTnLst>
                              <p:par>
                                <p:cTn id="101" presetID="10" presetClass="entr" presetSubtype="0" fill="hold" grpId="0" nodeType="afterEffect">
                                  <p:stCondLst>
                                    <p:cond delay="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childTnLst>
                          </p:cTn>
                        </p:par>
                        <p:par>
                          <p:cTn id="104" fill="hold">
                            <p:stCondLst>
                              <p:cond delay="1500"/>
                            </p:stCondLst>
                            <p:childTnLst>
                              <p:par>
                                <p:cTn id="105" presetID="22" presetClass="entr" presetSubtype="1" fill="hold" nodeType="after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wipe(up)">
                                      <p:cBhvr>
                                        <p:cTn id="107" dur="500"/>
                                        <p:tgtEl>
                                          <p:spTgt spid="26"/>
                                        </p:tgtEl>
                                      </p:cBhvr>
                                    </p:animEffect>
                                  </p:childTnLst>
                                </p:cTn>
                              </p:par>
                            </p:childTnLst>
                          </p:cTn>
                        </p:par>
                        <p:par>
                          <p:cTn id="108" fill="hold">
                            <p:stCondLst>
                              <p:cond delay="2000"/>
                            </p:stCondLst>
                            <p:childTnLst>
                              <p:par>
                                <p:cTn id="109" presetID="10" presetClass="entr" presetSubtype="0" fill="hold" grpId="0" nodeType="afterEffect">
                                  <p:stCondLst>
                                    <p:cond delay="0"/>
                                  </p:stCondLst>
                                  <p:childTnLst>
                                    <p:set>
                                      <p:cBhvr>
                                        <p:cTn id="110" dur="1" fill="hold">
                                          <p:stCondLst>
                                            <p:cond delay="0"/>
                                          </p:stCondLst>
                                        </p:cTn>
                                        <p:tgtEl>
                                          <p:spTgt spid="18"/>
                                        </p:tgtEl>
                                        <p:attrNameLst>
                                          <p:attrName>style.visibility</p:attrName>
                                        </p:attrNameLst>
                                      </p:cBhvr>
                                      <p:to>
                                        <p:strVal val="visible"/>
                                      </p:to>
                                    </p:set>
                                    <p:animEffect transition="in" filter="fade">
                                      <p:cBhvr>
                                        <p:cTn id="111" dur="500"/>
                                        <p:tgtEl>
                                          <p:spTgt spid="18"/>
                                        </p:tgtEl>
                                      </p:cBhvr>
                                    </p:animEffect>
                                  </p:childTnLst>
                                </p:cTn>
                              </p:par>
                            </p:childTnLst>
                          </p:cTn>
                        </p:par>
                        <p:par>
                          <p:cTn id="112" fill="hold">
                            <p:stCondLst>
                              <p:cond delay="2500"/>
                            </p:stCondLst>
                            <p:childTnLst>
                              <p:par>
                                <p:cTn id="113" presetID="53" presetClass="entr" presetSubtype="16" fill="hold" grpId="0" nodeType="afterEffect">
                                  <p:stCondLst>
                                    <p:cond delay="0"/>
                                  </p:stCondLst>
                                  <p:childTnLst>
                                    <p:set>
                                      <p:cBhvr>
                                        <p:cTn id="114" dur="1" fill="hold">
                                          <p:stCondLst>
                                            <p:cond delay="0"/>
                                          </p:stCondLst>
                                        </p:cTn>
                                        <p:tgtEl>
                                          <p:spTgt spid="31"/>
                                        </p:tgtEl>
                                        <p:attrNameLst>
                                          <p:attrName>style.visibility</p:attrName>
                                        </p:attrNameLst>
                                      </p:cBhvr>
                                      <p:to>
                                        <p:strVal val="visible"/>
                                      </p:to>
                                    </p:set>
                                    <p:anim calcmode="lin" valueType="num">
                                      <p:cBhvr>
                                        <p:cTn id="115" dur="500" fill="hold"/>
                                        <p:tgtEl>
                                          <p:spTgt spid="31"/>
                                        </p:tgtEl>
                                        <p:attrNameLst>
                                          <p:attrName>ppt_w</p:attrName>
                                        </p:attrNameLst>
                                      </p:cBhvr>
                                      <p:tavLst>
                                        <p:tav tm="0">
                                          <p:val>
                                            <p:fltVal val="0"/>
                                          </p:val>
                                        </p:tav>
                                        <p:tav tm="100000">
                                          <p:val>
                                            <p:strVal val="#ppt_w"/>
                                          </p:val>
                                        </p:tav>
                                      </p:tavLst>
                                    </p:anim>
                                    <p:anim calcmode="lin" valueType="num">
                                      <p:cBhvr>
                                        <p:cTn id="116" dur="500" fill="hold"/>
                                        <p:tgtEl>
                                          <p:spTgt spid="31"/>
                                        </p:tgtEl>
                                        <p:attrNameLst>
                                          <p:attrName>ppt_h</p:attrName>
                                        </p:attrNameLst>
                                      </p:cBhvr>
                                      <p:tavLst>
                                        <p:tav tm="0">
                                          <p:val>
                                            <p:fltVal val="0"/>
                                          </p:val>
                                        </p:tav>
                                        <p:tav tm="100000">
                                          <p:val>
                                            <p:strVal val="#ppt_h"/>
                                          </p:val>
                                        </p:tav>
                                      </p:tavLst>
                                    </p:anim>
                                    <p:animEffect transition="in" filter="fade">
                                      <p:cBhvr>
                                        <p:cTn id="117" dur="500"/>
                                        <p:tgtEl>
                                          <p:spTgt spid="31"/>
                                        </p:tgtEl>
                                      </p:cBhvr>
                                    </p:animEffect>
                                  </p:childTnLst>
                                </p:cTn>
                              </p:par>
                            </p:childTnLst>
                          </p:cTn>
                        </p:par>
                        <p:par>
                          <p:cTn id="118" fill="hold">
                            <p:stCondLst>
                              <p:cond delay="3000"/>
                            </p:stCondLst>
                            <p:childTnLst>
                              <p:par>
                                <p:cTn id="119" presetID="53" presetClass="entr" presetSubtype="16" fill="hold" grpId="0" nodeType="afterEffect">
                                  <p:stCondLst>
                                    <p:cond delay="0"/>
                                  </p:stCondLst>
                                  <p:childTnLst>
                                    <p:set>
                                      <p:cBhvr>
                                        <p:cTn id="120" dur="1" fill="hold">
                                          <p:stCondLst>
                                            <p:cond delay="0"/>
                                          </p:stCondLst>
                                        </p:cTn>
                                        <p:tgtEl>
                                          <p:spTgt spid="44"/>
                                        </p:tgtEl>
                                        <p:attrNameLst>
                                          <p:attrName>style.visibility</p:attrName>
                                        </p:attrNameLst>
                                      </p:cBhvr>
                                      <p:to>
                                        <p:strVal val="visible"/>
                                      </p:to>
                                    </p:set>
                                    <p:anim calcmode="lin" valueType="num">
                                      <p:cBhvr>
                                        <p:cTn id="121" dur="500" fill="hold"/>
                                        <p:tgtEl>
                                          <p:spTgt spid="44"/>
                                        </p:tgtEl>
                                        <p:attrNameLst>
                                          <p:attrName>ppt_w</p:attrName>
                                        </p:attrNameLst>
                                      </p:cBhvr>
                                      <p:tavLst>
                                        <p:tav tm="0">
                                          <p:val>
                                            <p:fltVal val="0"/>
                                          </p:val>
                                        </p:tav>
                                        <p:tav tm="100000">
                                          <p:val>
                                            <p:strVal val="#ppt_w"/>
                                          </p:val>
                                        </p:tav>
                                      </p:tavLst>
                                    </p:anim>
                                    <p:anim calcmode="lin" valueType="num">
                                      <p:cBhvr>
                                        <p:cTn id="122" dur="500" fill="hold"/>
                                        <p:tgtEl>
                                          <p:spTgt spid="44"/>
                                        </p:tgtEl>
                                        <p:attrNameLst>
                                          <p:attrName>ppt_h</p:attrName>
                                        </p:attrNameLst>
                                      </p:cBhvr>
                                      <p:tavLst>
                                        <p:tav tm="0">
                                          <p:val>
                                            <p:fltVal val="0"/>
                                          </p:val>
                                        </p:tav>
                                        <p:tav tm="100000">
                                          <p:val>
                                            <p:strVal val="#ppt_h"/>
                                          </p:val>
                                        </p:tav>
                                      </p:tavLst>
                                    </p:anim>
                                    <p:animEffect transition="in" filter="fade">
                                      <p:cBhvr>
                                        <p:cTn id="123" dur="500"/>
                                        <p:tgtEl>
                                          <p:spTgt spid="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grpId="0" nodeType="clickEffect">
                                  <p:stCondLst>
                                    <p:cond delay="0"/>
                                  </p:stCondLst>
                                  <p:childTnLst>
                                    <p:set>
                                      <p:cBhvr>
                                        <p:cTn id="127" dur="1" fill="hold">
                                          <p:stCondLst>
                                            <p:cond delay="0"/>
                                          </p:stCondLst>
                                        </p:cTn>
                                        <p:tgtEl>
                                          <p:spTgt spid="12"/>
                                        </p:tgtEl>
                                        <p:attrNameLst>
                                          <p:attrName>style.visibility</p:attrName>
                                        </p:attrNameLst>
                                      </p:cBhvr>
                                      <p:to>
                                        <p:strVal val="visible"/>
                                      </p:to>
                                    </p:set>
                                    <p:animEffect transition="in" filter="fade">
                                      <p:cBhvr>
                                        <p:cTn id="128" dur="500"/>
                                        <p:tgtEl>
                                          <p:spTgt spid="12"/>
                                        </p:tgtEl>
                                      </p:cBhvr>
                                    </p:animEffec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nodeType="click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00"/>
                            </p:stCondLst>
                            <p:childTnLst>
                              <p:par>
                                <p:cTn id="135" presetID="10" presetClass="entr" presetSubtype="0" fill="hold" grpId="0" nodeType="afterEffect">
                                  <p:stCondLst>
                                    <p:cond delay="0"/>
                                  </p:stCondLst>
                                  <p:childTnLst>
                                    <p:set>
                                      <p:cBhvr>
                                        <p:cTn id="136" dur="1" fill="hold">
                                          <p:stCondLst>
                                            <p:cond delay="0"/>
                                          </p:stCondLst>
                                        </p:cTn>
                                        <p:tgtEl>
                                          <p:spTgt spid="19"/>
                                        </p:tgtEl>
                                        <p:attrNameLst>
                                          <p:attrName>style.visibility</p:attrName>
                                        </p:attrNameLst>
                                      </p:cBhvr>
                                      <p:to>
                                        <p:strVal val="visible"/>
                                      </p:to>
                                    </p:set>
                                    <p:animEffect transition="in" filter="fade">
                                      <p:cBhvr>
                                        <p:cTn id="137" dur="500"/>
                                        <p:tgtEl>
                                          <p:spTgt spid="19"/>
                                        </p:tgtEl>
                                      </p:cBhvr>
                                    </p:animEffect>
                                  </p:childTnLst>
                                </p:cTn>
                              </p:par>
                            </p:childTnLst>
                          </p:cTn>
                        </p:par>
                        <p:par>
                          <p:cTn id="138" fill="hold">
                            <p:stCondLst>
                              <p:cond delay="1000"/>
                            </p:stCondLst>
                            <p:childTnLst>
                              <p:par>
                                <p:cTn id="139" presetID="10" presetClass="entr" presetSubtype="0" fill="hold" grpId="0" nodeType="afterEffect">
                                  <p:stCondLst>
                                    <p:cond delay="0"/>
                                  </p:stCondLst>
                                  <p:childTnLst>
                                    <p:set>
                                      <p:cBhvr>
                                        <p:cTn id="140" dur="1" fill="hold">
                                          <p:stCondLst>
                                            <p:cond delay="0"/>
                                          </p:stCondLst>
                                        </p:cTn>
                                        <p:tgtEl>
                                          <p:spTgt spid="51"/>
                                        </p:tgtEl>
                                        <p:attrNameLst>
                                          <p:attrName>style.visibility</p:attrName>
                                        </p:attrNameLst>
                                      </p:cBhvr>
                                      <p:to>
                                        <p:strVal val="visible"/>
                                      </p:to>
                                    </p:set>
                                    <p:animEffect transition="in" filter="fade">
                                      <p:cBhvr>
                                        <p:cTn id="141" dur="500"/>
                                        <p:tgtEl>
                                          <p:spTgt spid="51"/>
                                        </p:tgtEl>
                                      </p:cBhvr>
                                    </p:animEffect>
                                  </p:childTnLst>
                                </p:cTn>
                              </p:par>
                            </p:childTnLst>
                          </p:cTn>
                        </p:par>
                        <p:par>
                          <p:cTn id="142" fill="hold">
                            <p:stCondLst>
                              <p:cond delay="1500"/>
                            </p:stCondLst>
                            <p:childTnLst>
                              <p:par>
                                <p:cTn id="143" presetID="10" presetClass="entr" presetSubtype="0" fill="hold" grpId="0" nodeType="after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500"/>
                                        <p:tgtEl>
                                          <p:spTgt spid="50"/>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grpId="0" nodeType="clickEffect">
                                  <p:stCondLst>
                                    <p:cond delay="0"/>
                                  </p:stCondLst>
                                  <p:childTnLst>
                                    <p:set>
                                      <p:cBhvr>
                                        <p:cTn id="149" dur="1" fill="hold">
                                          <p:stCondLst>
                                            <p:cond delay="0"/>
                                          </p:stCondLst>
                                        </p:cTn>
                                        <p:tgtEl>
                                          <p:spTgt spid="13"/>
                                        </p:tgtEl>
                                        <p:attrNameLst>
                                          <p:attrName>style.visibility</p:attrName>
                                        </p:attrNameLst>
                                      </p:cBhvr>
                                      <p:to>
                                        <p:strVal val="visible"/>
                                      </p:to>
                                    </p:set>
                                    <p:animEffect transition="in" filter="fade">
                                      <p:cBhvr>
                                        <p:cTn id="150" dur="500"/>
                                        <p:tgtEl>
                                          <p:spTgt spid="13"/>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2" fill="hold" nodeType="clickEffect">
                                  <p:stCondLst>
                                    <p:cond delay="0"/>
                                  </p:stCondLst>
                                  <p:childTnLst>
                                    <p:set>
                                      <p:cBhvr>
                                        <p:cTn id="154" dur="1" fill="hold">
                                          <p:stCondLst>
                                            <p:cond delay="0"/>
                                          </p:stCondLst>
                                        </p:cTn>
                                        <p:tgtEl>
                                          <p:spTgt spid="34"/>
                                        </p:tgtEl>
                                        <p:attrNameLst>
                                          <p:attrName>style.visibility</p:attrName>
                                        </p:attrNameLst>
                                      </p:cBhvr>
                                      <p:to>
                                        <p:strVal val="visible"/>
                                      </p:to>
                                    </p:set>
                                    <p:animEffect transition="in" filter="wipe(right)">
                                      <p:cBhvr>
                                        <p:cTn id="155" dur="500"/>
                                        <p:tgtEl>
                                          <p:spTgt spid="34"/>
                                        </p:tgtEl>
                                      </p:cBhvr>
                                    </p:animEffect>
                                  </p:childTnLst>
                                </p:cTn>
                              </p:par>
                            </p:childTnLst>
                          </p:cTn>
                        </p:par>
                        <p:par>
                          <p:cTn id="156" fill="hold">
                            <p:stCondLst>
                              <p:cond delay="500"/>
                            </p:stCondLst>
                            <p:childTnLst>
                              <p:par>
                                <p:cTn id="157" presetID="10" presetClass="entr" presetSubtype="0" fill="hold" grpId="0" nodeType="afterEffect">
                                  <p:stCondLst>
                                    <p:cond delay="0"/>
                                  </p:stCondLst>
                                  <p:childTnLst>
                                    <p:set>
                                      <p:cBhvr>
                                        <p:cTn id="158" dur="1" fill="hold">
                                          <p:stCondLst>
                                            <p:cond delay="0"/>
                                          </p:stCondLst>
                                        </p:cTn>
                                        <p:tgtEl>
                                          <p:spTgt spid="20"/>
                                        </p:tgtEl>
                                        <p:attrNameLst>
                                          <p:attrName>style.visibility</p:attrName>
                                        </p:attrNameLst>
                                      </p:cBhvr>
                                      <p:to>
                                        <p:strVal val="visible"/>
                                      </p:to>
                                    </p:set>
                                    <p:animEffect transition="in" filter="fade">
                                      <p:cBhvr>
                                        <p:cTn id="159" dur="500"/>
                                        <p:tgtEl>
                                          <p:spTgt spid="20"/>
                                        </p:tgtEl>
                                      </p:cBhvr>
                                    </p:animEffect>
                                  </p:childTnLst>
                                </p:cTn>
                              </p:par>
                            </p:childTnLst>
                          </p:cTn>
                        </p:par>
                        <p:par>
                          <p:cTn id="160" fill="hold">
                            <p:stCondLst>
                              <p:cond delay="1000"/>
                            </p:stCondLst>
                            <p:childTnLst>
                              <p:par>
                                <p:cTn id="161" presetID="10" presetClass="entr" presetSubtype="0" fill="hold" grpId="0" nodeType="afterEffect">
                                  <p:stCondLst>
                                    <p:cond delay="0"/>
                                  </p:stCondLst>
                                  <p:childTnLst>
                                    <p:set>
                                      <p:cBhvr>
                                        <p:cTn id="162" dur="1" fill="hold">
                                          <p:stCondLst>
                                            <p:cond delay="0"/>
                                          </p:stCondLst>
                                        </p:cTn>
                                        <p:tgtEl>
                                          <p:spTgt spid="33"/>
                                        </p:tgtEl>
                                        <p:attrNameLst>
                                          <p:attrName>style.visibility</p:attrName>
                                        </p:attrNameLst>
                                      </p:cBhvr>
                                      <p:to>
                                        <p:strVal val="visible"/>
                                      </p:to>
                                    </p:set>
                                    <p:animEffect transition="in" filter="fade">
                                      <p:cBhvr>
                                        <p:cTn id="163" dur="500"/>
                                        <p:tgtEl>
                                          <p:spTgt spid="33"/>
                                        </p:tgtEl>
                                      </p:cBhvr>
                                    </p:animEffect>
                                  </p:childTnLst>
                                </p:cTn>
                              </p:par>
                            </p:childTnLst>
                          </p:cTn>
                        </p:par>
                        <p:par>
                          <p:cTn id="164" fill="hold">
                            <p:stCondLst>
                              <p:cond delay="1500"/>
                            </p:stCondLst>
                            <p:childTnLst>
                              <p:par>
                                <p:cTn id="165" presetID="22" presetClass="entr" presetSubtype="8" fill="hold" nodeType="afterEffect">
                                  <p:stCondLst>
                                    <p:cond delay="0"/>
                                  </p:stCondLst>
                                  <p:childTnLst>
                                    <p:set>
                                      <p:cBhvr>
                                        <p:cTn id="166" dur="1" fill="hold">
                                          <p:stCondLst>
                                            <p:cond delay="0"/>
                                          </p:stCondLst>
                                        </p:cTn>
                                        <p:tgtEl>
                                          <p:spTgt spid="35"/>
                                        </p:tgtEl>
                                        <p:attrNameLst>
                                          <p:attrName>style.visibility</p:attrName>
                                        </p:attrNameLst>
                                      </p:cBhvr>
                                      <p:to>
                                        <p:strVal val="visible"/>
                                      </p:to>
                                    </p:set>
                                    <p:animEffect transition="in" filter="wipe(left)">
                                      <p:cBhvr>
                                        <p:cTn id="167" dur="500"/>
                                        <p:tgtEl>
                                          <p:spTgt spid="35"/>
                                        </p:tgtEl>
                                      </p:cBhvr>
                                    </p:animEffect>
                                  </p:childTnLst>
                                </p:cTn>
                              </p:par>
                            </p:childTnLst>
                          </p:cTn>
                        </p:par>
                        <p:par>
                          <p:cTn id="168" fill="hold">
                            <p:stCondLst>
                              <p:cond delay="2000"/>
                            </p:stCondLst>
                            <p:childTnLst>
                              <p:par>
                                <p:cTn id="169" presetID="10" presetClass="entr" presetSubtype="0" fill="hold" grpId="0" nodeType="afterEffect">
                                  <p:stCondLst>
                                    <p:cond delay="0"/>
                                  </p:stCondLst>
                                  <p:childTnLst>
                                    <p:set>
                                      <p:cBhvr>
                                        <p:cTn id="170" dur="1" fill="hold">
                                          <p:stCondLst>
                                            <p:cond delay="0"/>
                                          </p:stCondLst>
                                        </p:cTn>
                                        <p:tgtEl>
                                          <p:spTgt spid="21"/>
                                        </p:tgtEl>
                                        <p:attrNameLst>
                                          <p:attrName>style.visibility</p:attrName>
                                        </p:attrNameLst>
                                      </p:cBhvr>
                                      <p:to>
                                        <p:strVal val="visible"/>
                                      </p:to>
                                    </p:set>
                                    <p:animEffect transition="in" filter="fade">
                                      <p:cBhvr>
                                        <p:cTn id="171" dur="500"/>
                                        <p:tgtEl>
                                          <p:spTgt spid="21"/>
                                        </p:tgtEl>
                                      </p:cBhvr>
                                    </p:animEffect>
                                  </p:childTnLst>
                                </p:cTn>
                              </p:par>
                            </p:childTnLst>
                          </p:cTn>
                        </p:par>
                      </p:childTnLst>
                    </p:cTn>
                  </p:par>
                  <p:par>
                    <p:cTn id="172" fill="hold">
                      <p:stCondLst>
                        <p:cond delay="indefinite"/>
                      </p:stCondLst>
                      <p:childTnLst>
                        <p:par>
                          <p:cTn id="173" fill="hold">
                            <p:stCondLst>
                              <p:cond delay="0"/>
                            </p:stCondLst>
                            <p:childTnLst>
                              <p:par>
                                <p:cTn id="174" presetID="10" presetClass="entr" presetSubtype="0" fill="hold" grpId="0" nodeType="clickEffect">
                                  <p:stCondLst>
                                    <p:cond delay="0"/>
                                  </p:stCondLst>
                                  <p:childTnLst>
                                    <p:set>
                                      <p:cBhvr>
                                        <p:cTn id="175" dur="1" fill="hold">
                                          <p:stCondLst>
                                            <p:cond delay="0"/>
                                          </p:stCondLst>
                                        </p:cTn>
                                        <p:tgtEl>
                                          <p:spTgt spid="22"/>
                                        </p:tgtEl>
                                        <p:attrNameLst>
                                          <p:attrName>style.visibility</p:attrName>
                                        </p:attrNameLst>
                                      </p:cBhvr>
                                      <p:to>
                                        <p:strVal val="visible"/>
                                      </p:to>
                                    </p:set>
                                    <p:animEffect transition="in" filter="fade">
                                      <p:cBhvr>
                                        <p:cTn id="176" dur="500"/>
                                        <p:tgtEl>
                                          <p:spTgt spid="22"/>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7"/>
                                        </p:tgtEl>
                                        <p:attrNameLst>
                                          <p:attrName>style.visibility</p:attrName>
                                        </p:attrNameLst>
                                      </p:cBhvr>
                                      <p:to>
                                        <p:strVal val="visible"/>
                                      </p:to>
                                    </p:set>
                                    <p:animEffect transition="in" filter="fade">
                                      <p:cBhvr>
                                        <p:cTn id="181" dur="500"/>
                                        <p:tgtEl>
                                          <p:spTgt spid="7"/>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ntr" presetSubtype="1" fill="hold" nodeType="clickEffect">
                                  <p:stCondLst>
                                    <p:cond delay="0"/>
                                  </p:stCondLst>
                                  <p:childTnLst>
                                    <p:set>
                                      <p:cBhvr>
                                        <p:cTn id="185" dur="1" fill="hold">
                                          <p:stCondLst>
                                            <p:cond delay="0"/>
                                          </p:stCondLst>
                                        </p:cTn>
                                        <p:tgtEl>
                                          <p:spTgt spid="43"/>
                                        </p:tgtEl>
                                        <p:attrNameLst>
                                          <p:attrName>style.visibility</p:attrName>
                                        </p:attrNameLst>
                                      </p:cBhvr>
                                      <p:to>
                                        <p:strVal val="visible"/>
                                      </p:to>
                                    </p:set>
                                    <p:animEffect transition="in" filter="wipe(up)">
                                      <p:cBhvr>
                                        <p:cTn id="186" dur="500"/>
                                        <p:tgtEl>
                                          <p:spTgt spid="43"/>
                                        </p:tgtEl>
                                      </p:cBhvr>
                                    </p:animEffect>
                                  </p:childTnLst>
                                </p:cTn>
                              </p:par>
                            </p:childTnLst>
                          </p:cTn>
                        </p:par>
                        <p:par>
                          <p:cTn id="187" fill="hold">
                            <p:stCondLst>
                              <p:cond delay="500"/>
                            </p:stCondLst>
                            <p:childTnLst>
                              <p:par>
                                <p:cTn id="188" presetID="10" presetClass="entr" presetSubtype="0" fill="hold" grpId="0" nodeType="after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childTnLst>
                                </p:cTn>
                              </p:par>
                            </p:childTnLst>
                          </p:cTn>
                        </p:par>
                        <p:par>
                          <p:cTn id="191" fill="hold">
                            <p:stCondLst>
                              <p:cond delay="1000"/>
                            </p:stCondLst>
                            <p:childTnLst>
                              <p:par>
                                <p:cTn id="192" presetID="42" presetClass="entr" presetSubtype="0" fill="hold" grpId="0" nodeType="afterEffect">
                                  <p:stCondLst>
                                    <p:cond delay="1000"/>
                                  </p:stCondLst>
                                  <p:childTnLst>
                                    <p:set>
                                      <p:cBhvr>
                                        <p:cTn id="193" dur="1" fill="hold">
                                          <p:stCondLst>
                                            <p:cond delay="0"/>
                                          </p:stCondLst>
                                        </p:cTn>
                                        <p:tgtEl>
                                          <p:spTgt spid="14"/>
                                        </p:tgtEl>
                                        <p:attrNameLst>
                                          <p:attrName>style.visibility</p:attrName>
                                        </p:attrNameLst>
                                      </p:cBhvr>
                                      <p:to>
                                        <p:strVal val="visible"/>
                                      </p:to>
                                    </p:set>
                                    <p:animEffect transition="in" filter="fade">
                                      <p:cBhvr>
                                        <p:cTn id="194" dur="1000"/>
                                        <p:tgtEl>
                                          <p:spTgt spid="14"/>
                                        </p:tgtEl>
                                      </p:cBhvr>
                                    </p:animEffect>
                                    <p:anim calcmode="lin" valueType="num">
                                      <p:cBhvr>
                                        <p:cTn id="195" dur="1000" fill="hold"/>
                                        <p:tgtEl>
                                          <p:spTgt spid="14"/>
                                        </p:tgtEl>
                                        <p:attrNameLst>
                                          <p:attrName>ppt_x</p:attrName>
                                        </p:attrNameLst>
                                      </p:cBhvr>
                                      <p:tavLst>
                                        <p:tav tm="0">
                                          <p:val>
                                            <p:strVal val="#ppt_x"/>
                                          </p:val>
                                        </p:tav>
                                        <p:tav tm="100000">
                                          <p:val>
                                            <p:strVal val="#ppt_x"/>
                                          </p:val>
                                        </p:tav>
                                      </p:tavLst>
                                    </p:anim>
                                    <p:anim calcmode="lin" valueType="num">
                                      <p:cBhvr>
                                        <p:cTn id="196"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animBg="1"/>
      <p:bldP spid="16" grpId="0" animBg="1"/>
      <p:bldP spid="17" grpId="0" animBg="1"/>
      <p:bldP spid="18" grpId="0" animBg="1"/>
      <p:bldP spid="19" grpId="0" animBg="1"/>
      <p:bldP spid="20" grpId="0" animBg="1"/>
      <p:bldP spid="21" grpId="0" animBg="1"/>
      <p:bldP spid="22" grpId="0" animBg="1"/>
      <p:bldP spid="24" grpId="0" animBg="1"/>
      <p:bldP spid="25" grpId="0" animBg="1"/>
      <p:bldP spid="27" grpId="0"/>
      <p:bldP spid="31" grpId="0" animBg="1"/>
      <p:bldP spid="33" grpId="0"/>
      <p:bldP spid="36" grpId="0" animBg="1"/>
      <p:bldP spid="37" grpId="0" animBg="1"/>
      <p:bldP spid="38" grpId="0"/>
      <p:bldP spid="39" grpId="0" animBg="1"/>
      <p:bldP spid="40" grpId="0" animBg="1"/>
      <p:bldP spid="41" grpId="0" animBg="1"/>
      <p:bldP spid="42" grpId="0" animBg="1"/>
      <p:bldP spid="44" grpId="0" animBg="1"/>
      <p:bldP spid="45" grpId="0"/>
      <p:bldP spid="47" grpId="0" animBg="1"/>
      <p:bldP spid="48" grpId="0"/>
      <p:bldP spid="49" grpId="0" animBg="1"/>
      <p:bldP spid="50" grpId="0" animBg="1"/>
      <p:bldP spid="51"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F109D5-8ED3-DA41-3445-F0FEDF6A702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2AC6EDD-C93A-4587-6B00-F4D96A590301}"/>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F198D3AB-D6F9-5ECD-6AF2-24CEC190E29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EAFAAB2-CBD4-3D85-F0FA-E7CDB19842D8}"/>
              </a:ext>
            </a:extLst>
          </p:cNvPr>
          <p:cNvSpPr>
            <a:spLocks noGrp="1"/>
          </p:cNvSpPr>
          <p:nvPr>
            <p:ph type="sldNum" sz="quarter" idx="12"/>
          </p:nvPr>
        </p:nvSpPr>
        <p:spPr/>
        <p:txBody>
          <a:bodyPr/>
          <a:lstStyle/>
          <a:p>
            <a:fld id="{294A09A9-5501-47C1-A89A-A340965A2BE2}" type="slidenum">
              <a:rPr lang="fr-FR" smtClean="0"/>
              <a:pPr/>
              <a:t>110</a:t>
            </a:fld>
            <a:endParaRPr lang="fr-FR"/>
          </a:p>
        </p:txBody>
      </p:sp>
      <p:sp>
        <p:nvSpPr>
          <p:cNvPr id="7" name="Ellipse 6">
            <a:extLst>
              <a:ext uri="{FF2B5EF4-FFF2-40B4-BE49-F238E27FC236}">
                <a16:creationId xmlns:a16="http://schemas.microsoft.com/office/drawing/2014/main" id="{9881D90E-F078-BC7F-89D3-243570B940A1}"/>
              </a:ext>
            </a:extLst>
          </p:cNvPr>
          <p:cNvSpPr/>
          <p:nvPr/>
        </p:nvSpPr>
        <p:spPr>
          <a:xfrm>
            <a:off x="1505125" y="16411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Source de risque 1</a:t>
            </a:r>
          </a:p>
        </p:txBody>
      </p:sp>
      <p:sp>
        <p:nvSpPr>
          <p:cNvPr id="8" name="Rectangle 7">
            <a:extLst>
              <a:ext uri="{FF2B5EF4-FFF2-40B4-BE49-F238E27FC236}">
                <a16:creationId xmlns:a16="http://schemas.microsoft.com/office/drawing/2014/main" id="{3A49F0DA-FAB7-982B-FF63-D96504BC7F67}"/>
              </a:ext>
            </a:extLst>
          </p:cNvPr>
          <p:cNvSpPr/>
          <p:nvPr/>
        </p:nvSpPr>
        <p:spPr>
          <a:xfrm>
            <a:off x="1418995" y="262356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stratégique 1</a:t>
            </a:r>
          </a:p>
        </p:txBody>
      </p:sp>
      <p:sp>
        <p:nvSpPr>
          <p:cNvPr id="9" name="Rectangle 8">
            <a:extLst>
              <a:ext uri="{FF2B5EF4-FFF2-40B4-BE49-F238E27FC236}">
                <a16:creationId xmlns:a16="http://schemas.microsoft.com/office/drawing/2014/main" id="{EAFFA86E-ADF6-1585-C399-51540190F073}"/>
              </a:ext>
            </a:extLst>
          </p:cNvPr>
          <p:cNvSpPr/>
          <p:nvPr/>
        </p:nvSpPr>
        <p:spPr>
          <a:xfrm>
            <a:off x="1418995" y="322995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Chemin d’attaque 1</a:t>
            </a:r>
          </a:p>
        </p:txBody>
      </p:sp>
      <p:sp>
        <p:nvSpPr>
          <p:cNvPr id="10" name="Rectangle 9">
            <a:extLst>
              <a:ext uri="{FF2B5EF4-FFF2-40B4-BE49-F238E27FC236}">
                <a16:creationId xmlns:a16="http://schemas.microsoft.com/office/drawing/2014/main" id="{76E353FC-D77C-A36E-7ABE-A3A4C9155770}"/>
              </a:ext>
            </a:extLst>
          </p:cNvPr>
          <p:cNvSpPr/>
          <p:nvPr/>
        </p:nvSpPr>
        <p:spPr>
          <a:xfrm>
            <a:off x="1418995" y="3887679"/>
            <a:ext cx="2160000" cy="36000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opérationnel 1</a:t>
            </a:r>
          </a:p>
        </p:txBody>
      </p:sp>
      <p:sp>
        <p:nvSpPr>
          <p:cNvPr id="11" name="Rectangle 10">
            <a:extLst>
              <a:ext uri="{FF2B5EF4-FFF2-40B4-BE49-F238E27FC236}">
                <a16:creationId xmlns:a16="http://schemas.microsoft.com/office/drawing/2014/main" id="{3C550849-CCB7-A434-E17C-53272E202FED}"/>
              </a:ext>
            </a:extLst>
          </p:cNvPr>
          <p:cNvSpPr/>
          <p:nvPr/>
        </p:nvSpPr>
        <p:spPr>
          <a:xfrm>
            <a:off x="1418995" y="4853900"/>
            <a:ext cx="2160000" cy="360000"/>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Chaîne d’attaque 1</a:t>
            </a:r>
          </a:p>
        </p:txBody>
      </p:sp>
      <p:sp>
        <p:nvSpPr>
          <p:cNvPr id="12" name="Ellipse 11">
            <a:extLst>
              <a:ext uri="{FF2B5EF4-FFF2-40B4-BE49-F238E27FC236}">
                <a16:creationId xmlns:a16="http://schemas.microsoft.com/office/drawing/2014/main" id="{B1A96857-219C-F3DE-535D-7BDE266AECB1}"/>
              </a:ext>
            </a:extLst>
          </p:cNvPr>
          <p:cNvSpPr/>
          <p:nvPr/>
        </p:nvSpPr>
        <p:spPr>
          <a:xfrm>
            <a:off x="2459212" y="16411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Objectif visé 1</a:t>
            </a:r>
          </a:p>
        </p:txBody>
      </p:sp>
      <p:sp>
        <p:nvSpPr>
          <p:cNvPr id="13" name="Rectangle 12">
            <a:extLst>
              <a:ext uri="{FF2B5EF4-FFF2-40B4-BE49-F238E27FC236}">
                <a16:creationId xmlns:a16="http://schemas.microsoft.com/office/drawing/2014/main" id="{B388D81F-9151-8877-78F5-BB572A2B6CA4}"/>
              </a:ext>
            </a:extLst>
          </p:cNvPr>
          <p:cNvSpPr/>
          <p:nvPr/>
        </p:nvSpPr>
        <p:spPr>
          <a:xfrm>
            <a:off x="1418995" y="1228843"/>
            <a:ext cx="2160000" cy="360000"/>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Événement redouté 1</a:t>
            </a:r>
          </a:p>
        </p:txBody>
      </p:sp>
      <p:sp>
        <p:nvSpPr>
          <p:cNvPr id="14" name="Rectangle 13">
            <a:extLst>
              <a:ext uri="{FF2B5EF4-FFF2-40B4-BE49-F238E27FC236}">
                <a16:creationId xmlns:a16="http://schemas.microsoft.com/office/drawing/2014/main" id="{7F296891-B4D0-8CEC-AABA-9D2612C72C86}"/>
              </a:ext>
            </a:extLst>
          </p:cNvPr>
          <p:cNvSpPr/>
          <p:nvPr/>
        </p:nvSpPr>
        <p:spPr>
          <a:xfrm>
            <a:off x="1219200" y="1081537"/>
            <a:ext cx="2553973" cy="1280076"/>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15" name="Connecteur droit avec flèche 14">
            <a:extLst>
              <a:ext uri="{FF2B5EF4-FFF2-40B4-BE49-F238E27FC236}">
                <a16:creationId xmlns:a16="http://schemas.microsoft.com/office/drawing/2014/main" id="{2BF309CC-4090-AC42-ED61-CCA3FD6DEA54}"/>
              </a:ext>
            </a:extLst>
          </p:cNvPr>
          <p:cNvCxnSpPr>
            <a:cxnSpLocks/>
            <a:stCxn id="14" idx="2"/>
            <a:endCxn id="8" idx="0"/>
          </p:cNvCxnSpPr>
          <p:nvPr/>
        </p:nvCxnSpPr>
        <p:spPr>
          <a:xfrm>
            <a:off x="2496187" y="2361613"/>
            <a:ext cx="2808" cy="261955"/>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17" name="Connecteur : en angle 53">
            <a:extLst>
              <a:ext uri="{FF2B5EF4-FFF2-40B4-BE49-F238E27FC236}">
                <a16:creationId xmlns:a16="http://schemas.microsoft.com/office/drawing/2014/main" id="{1BFC1DD7-927F-94CC-6F26-EB337731C34F}"/>
              </a:ext>
            </a:extLst>
          </p:cNvPr>
          <p:cNvCxnSpPr>
            <a:cxnSpLocks/>
            <a:stCxn id="8" idx="2"/>
            <a:endCxn id="9" idx="0"/>
          </p:cNvCxnSpPr>
          <p:nvPr/>
        </p:nvCxnSpPr>
        <p:spPr>
          <a:xfrm>
            <a:off x="2498995" y="2983568"/>
            <a:ext cx="0" cy="246390"/>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18" name="Connecteur : en angle 46">
            <a:extLst>
              <a:ext uri="{FF2B5EF4-FFF2-40B4-BE49-F238E27FC236}">
                <a16:creationId xmlns:a16="http://schemas.microsoft.com/office/drawing/2014/main" id="{DE7420D1-962C-0044-71A9-575EE1F96DA2}"/>
              </a:ext>
            </a:extLst>
          </p:cNvPr>
          <p:cNvCxnSpPr>
            <a:cxnSpLocks/>
            <a:stCxn id="10" idx="2"/>
            <a:endCxn id="11" idx="0"/>
          </p:cNvCxnSpPr>
          <p:nvPr/>
        </p:nvCxnSpPr>
        <p:spPr>
          <a:xfrm>
            <a:off x="2498995" y="4247679"/>
            <a:ext cx="0" cy="606221"/>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19" name="Rectangle 18">
            <a:extLst>
              <a:ext uri="{FF2B5EF4-FFF2-40B4-BE49-F238E27FC236}">
                <a16:creationId xmlns:a16="http://schemas.microsoft.com/office/drawing/2014/main" id="{AC2B71C7-782C-4AF7-C764-042907FD2801}"/>
              </a:ext>
            </a:extLst>
          </p:cNvPr>
          <p:cNvSpPr/>
          <p:nvPr/>
        </p:nvSpPr>
        <p:spPr>
          <a:xfrm>
            <a:off x="1418995" y="5792844"/>
            <a:ext cx="2160000" cy="360000"/>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Risque 1</a:t>
            </a:r>
          </a:p>
        </p:txBody>
      </p:sp>
      <p:cxnSp>
        <p:nvCxnSpPr>
          <p:cNvPr id="20" name="Connecteur droit avec flèche 19">
            <a:extLst>
              <a:ext uri="{FF2B5EF4-FFF2-40B4-BE49-F238E27FC236}">
                <a16:creationId xmlns:a16="http://schemas.microsoft.com/office/drawing/2014/main" id="{A021F887-EFB4-9226-1994-AB6443DA390F}"/>
              </a:ext>
            </a:extLst>
          </p:cNvPr>
          <p:cNvCxnSpPr>
            <a:cxnSpLocks/>
            <a:stCxn id="11" idx="2"/>
            <a:endCxn id="19" idx="0"/>
          </p:cNvCxnSpPr>
          <p:nvPr/>
        </p:nvCxnSpPr>
        <p:spPr>
          <a:xfrm>
            <a:off x="2498995" y="5213900"/>
            <a:ext cx="0" cy="578944"/>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21" name="Connecteur : en angle 17">
            <a:extLst>
              <a:ext uri="{FF2B5EF4-FFF2-40B4-BE49-F238E27FC236}">
                <a16:creationId xmlns:a16="http://schemas.microsoft.com/office/drawing/2014/main" id="{D1425A59-4099-7077-77C9-766CB601C1DB}"/>
              </a:ext>
            </a:extLst>
          </p:cNvPr>
          <p:cNvCxnSpPr>
            <a:cxnSpLocks/>
            <a:stCxn id="9" idx="2"/>
            <a:endCxn id="10" idx="0"/>
          </p:cNvCxnSpPr>
          <p:nvPr/>
        </p:nvCxnSpPr>
        <p:spPr>
          <a:xfrm>
            <a:off x="2498995" y="3589958"/>
            <a:ext cx="0" cy="29772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2" name="ZoneTexte 21">
            <a:extLst>
              <a:ext uri="{FF2B5EF4-FFF2-40B4-BE49-F238E27FC236}">
                <a16:creationId xmlns:a16="http://schemas.microsoft.com/office/drawing/2014/main" id="{B2B900FD-6D98-EA25-2F56-51AAEFBAD925}"/>
              </a:ext>
            </a:extLst>
          </p:cNvPr>
          <p:cNvSpPr txBox="1"/>
          <p:nvPr/>
        </p:nvSpPr>
        <p:spPr>
          <a:xfrm>
            <a:off x="4279627" y="954257"/>
            <a:ext cx="6386579" cy="355715"/>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Fuite des informations d’études et recherches de l’entreprise</a:t>
            </a:r>
          </a:p>
        </p:txBody>
      </p:sp>
      <p:sp>
        <p:nvSpPr>
          <p:cNvPr id="23" name="ZoneTexte 22">
            <a:extLst>
              <a:ext uri="{FF2B5EF4-FFF2-40B4-BE49-F238E27FC236}">
                <a16:creationId xmlns:a16="http://schemas.microsoft.com/office/drawing/2014/main" id="{340F195A-FE70-A343-FBD3-95B41C6D1487}"/>
              </a:ext>
            </a:extLst>
          </p:cNvPr>
          <p:cNvSpPr txBox="1"/>
          <p:nvPr/>
        </p:nvSpPr>
        <p:spPr>
          <a:xfrm>
            <a:off x="4283711" y="1373854"/>
            <a:ext cx="1093360"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Concurrent</a:t>
            </a:r>
          </a:p>
        </p:txBody>
      </p:sp>
      <p:sp>
        <p:nvSpPr>
          <p:cNvPr id="24" name="ZoneTexte 23">
            <a:extLst>
              <a:ext uri="{FF2B5EF4-FFF2-40B4-BE49-F238E27FC236}">
                <a16:creationId xmlns:a16="http://schemas.microsoft.com/office/drawing/2014/main" id="{F381440F-A3A0-4D96-E9DC-6612216C109F}"/>
              </a:ext>
            </a:extLst>
          </p:cNvPr>
          <p:cNvSpPr txBox="1"/>
          <p:nvPr/>
        </p:nvSpPr>
        <p:spPr>
          <a:xfrm>
            <a:off x="5519092" y="1373854"/>
            <a:ext cx="5147114"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Voler des informations afin d’obtenir un avantage concurrentiel</a:t>
            </a:r>
          </a:p>
        </p:txBody>
      </p:sp>
      <p:sp>
        <p:nvSpPr>
          <p:cNvPr id="25" name="Rectangle 24">
            <a:extLst>
              <a:ext uri="{FF2B5EF4-FFF2-40B4-BE49-F238E27FC236}">
                <a16:creationId xmlns:a16="http://schemas.microsoft.com/office/drawing/2014/main" id="{9B601F6F-90D4-E07A-1AE1-A483DE15ADB6}"/>
              </a:ext>
            </a:extLst>
          </p:cNvPr>
          <p:cNvSpPr/>
          <p:nvPr/>
        </p:nvSpPr>
        <p:spPr>
          <a:xfrm>
            <a:off x="4141690" y="847365"/>
            <a:ext cx="6686147" cy="1592659"/>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26" name="Connecteur droit avec flèche 25">
            <a:extLst>
              <a:ext uri="{FF2B5EF4-FFF2-40B4-BE49-F238E27FC236}">
                <a16:creationId xmlns:a16="http://schemas.microsoft.com/office/drawing/2014/main" id="{0D3A38BB-D934-AFA8-2FD7-5D207EFDE548}"/>
              </a:ext>
            </a:extLst>
          </p:cNvPr>
          <p:cNvCxnSpPr>
            <a:cxnSpLocks/>
          </p:cNvCxnSpPr>
          <p:nvPr/>
        </p:nvCxnSpPr>
        <p:spPr>
          <a:xfrm>
            <a:off x="7219689" y="2296024"/>
            <a:ext cx="0" cy="288000"/>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48BF36C1-C705-CDB9-9063-D730755D4812}"/>
              </a:ext>
            </a:extLst>
          </p:cNvPr>
          <p:cNvSpPr txBox="1"/>
          <p:nvPr/>
        </p:nvSpPr>
        <p:spPr>
          <a:xfrm>
            <a:off x="4268965" y="5794337"/>
            <a:ext cx="6398066" cy="493125"/>
          </a:xfrm>
          <a:prstGeom prst="rect">
            <a:avLst/>
          </a:prstGeom>
          <a:solidFill>
            <a:schemeClr val="bg1"/>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sym typeface="Wingdings" panose="05000000000000000000" pitchFamily="2" charset="2"/>
              </a:rPr>
              <a:t>Un concurrent vole des informations de R&amp;D grâce à un canal</a:t>
            </a:r>
            <a:br>
              <a:rPr lang="fr-FR" sz="1400" dirty="0">
                <a:solidFill>
                  <a:srgbClr val="252525"/>
                </a:solidFill>
                <a:latin typeface="+mj-lt"/>
                <a:sym typeface="Wingdings" panose="05000000000000000000" pitchFamily="2" charset="2"/>
              </a:rPr>
            </a:br>
            <a:r>
              <a:rPr lang="fr-FR" sz="1400" dirty="0">
                <a:solidFill>
                  <a:srgbClr val="252525"/>
                </a:solidFill>
                <a:latin typeface="+mj-lt"/>
                <a:sym typeface="Wingdings" panose="05000000000000000000" pitchFamily="2" charset="2"/>
              </a:rPr>
              <a:t>d’exfiltration direct</a:t>
            </a:r>
            <a:endParaRPr lang="fr-FR" sz="1400" dirty="0">
              <a:solidFill>
                <a:srgbClr val="252525"/>
              </a:solidFill>
              <a:latin typeface="+mj-lt"/>
            </a:endParaRPr>
          </a:p>
        </p:txBody>
      </p:sp>
      <p:sp>
        <p:nvSpPr>
          <p:cNvPr id="28" name="ZoneTexte 27">
            <a:extLst>
              <a:ext uri="{FF2B5EF4-FFF2-40B4-BE49-F238E27FC236}">
                <a16:creationId xmlns:a16="http://schemas.microsoft.com/office/drawing/2014/main" id="{EA3B212D-F388-7028-6799-2CA706CABCF5}"/>
              </a:ext>
            </a:extLst>
          </p:cNvPr>
          <p:cNvSpPr txBox="1"/>
          <p:nvPr/>
        </p:nvSpPr>
        <p:spPr>
          <a:xfrm>
            <a:off x="10126928" y="954258"/>
            <a:ext cx="532515" cy="36838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29" name="ZoneTexte 28">
            <a:extLst>
              <a:ext uri="{FF2B5EF4-FFF2-40B4-BE49-F238E27FC236}">
                <a16:creationId xmlns:a16="http://schemas.microsoft.com/office/drawing/2014/main" id="{72774951-F798-F316-0794-602DE3EF188F}"/>
              </a:ext>
            </a:extLst>
          </p:cNvPr>
          <p:cNvSpPr txBox="1"/>
          <p:nvPr/>
        </p:nvSpPr>
        <p:spPr>
          <a:xfrm>
            <a:off x="9859687" y="5794337"/>
            <a:ext cx="799539" cy="49312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 V=3</a:t>
            </a:r>
          </a:p>
        </p:txBody>
      </p:sp>
      <p:cxnSp>
        <p:nvCxnSpPr>
          <p:cNvPr id="30" name="Connecteur droit avec flèche 29">
            <a:extLst>
              <a:ext uri="{FF2B5EF4-FFF2-40B4-BE49-F238E27FC236}">
                <a16:creationId xmlns:a16="http://schemas.microsoft.com/office/drawing/2014/main" id="{61A3B301-362F-389B-1CAF-A9C8F28FAE1A}"/>
              </a:ext>
            </a:extLst>
          </p:cNvPr>
          <p:cNvCxnSpPr>
            <a:cxnSpLocks/>
          </p:cNvCxnSpPr>
          <p:nvPr/>
        </p:nvCxnSpPr>
        <p:spPr>
          <a:xfrm>
            <a:off x="7219689" y="2970873"/>
            <a:ext cx="0" cy="24128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1" name="Connecteur droit avec flèche 30">
            <a:extLst>
              <a:ext uri="{FF2B5EF4-FFF2-40B4-BE49-F238E27FC236}">
                <a16:creationId xmlns:a16="http://schemas.microsoft.com/office/drawing/2014/main" id="{0F7C2305-1285-3394-80BC-65553E05DDBA}"/>
              </a:ext>
            </a:extLst>
          </p:cNvPr>
          <p:cNvCxnSpPr>
            <a:cxnSpLocks/>
          </p:cNvCxnSpPr>
          <p:nvPr/>
        </p:nvCxnSpPr>
        <p:spPr>
          <a:xfrm>
            <a:off x="7219689" y="3526778"/>
            <a:ext cx="0" cy="203657"/>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2" name="Connecteur droit avec flèche 31">
            <a:extLst>
              <a:ext uri="{FF2B5EF4-FFF2-40B4-BE49-F238E27FC236}">
                <a16:creationId xmlns:a16="http://schemas.microsoft.com/office/drawing/2014/main" id="{5EC83904-F012-DCEC-2EB1-C02598D5D19D}"/>
              </a:ext>
            </a:extLst>
          </p:cNvPr>
          <p:cNvCxnSpPr>
            <a:cxnSpLocks/>
          </p:cNvCxnSpPr>
          <p:nvPr/>
        </p:nvCxnSpPr>
        <p:spPr>
          <a:xfrm>
            <a:off x="7219689" y="43604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43F4BBC5-03FB-29CA-B4C0-5DFC93BD0D74}"/>
              </a:ext>
            </a:extLst>
          </p:cNvPr>
          <p:cNvSpPr txBox="1"/>
          <p:nvPr/>
        </p:nvSpPr>
        <p:spPr>
          <a:xfrm>
            <a:off x="4279624" y="2598524"/>
            <a:ext cx="6386582" cy="461648"/>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Un concurrent vole des travaux de recherche en créant un canal</a:t>
            </a:r>
            <a:br>
              <a:rPr lang="fr-FR" dirty="0">
                <a:solidFill>
                  <a:srgbClr val="252525"/>
                </a:solidFill>
                <a:latin typeface="+mj-lt"/>
              </a:rPr>
            </a:br>
            <a:r>
              <a:rPr lang="fr-FR" dirty="0">
                <a:solidFill>
                  <a:srgbClr val="252525"/>
                </a:solidFill>
                <a:latin typeface="+mj-lt"/>
              </a:rPr>
              <a:t>d’exfiltration de données : </a:t>
            </a:r>
          </a:p>
        </p:txBody>
      </p:sp>
      <p:sp>
        <p:nvSpPr>
          <p:cNvPr id="34" name="ZoneTexte 33">
            <a:extLst>
              <a:ext uri="{FF2B5EF4-FFF2-40B4-BE49-F238E27FC236}">
                <a16:creationId xmlns:a16="http://schemas.microsoft.com/office/drawing/2014/main" id="{C19E80B5-DCC9-3578-2AA0-2CC2CE1652F9}"/>
              </a:ext>
            </a:extLst>
          </p:cNvPr>
          <p:cNvSpPr txBox="1"/>
          <p:nvPr/>
        </p:nvSpPr>
        <p:spPr>
          <a:xfrm>
            <a:off x="10170221" y="2607456"/>
            <a:ext cx="496820" cy="461648"/>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35" name="ZoneTexte 34">
            <a:extLst>
              <a:ext uri="{FF2B5EF4-FFF2-40B4-BE49-F238E27FC236}">
                <a16:creationId xmlns:a16="http://schemas.microsoft.com/office/drawing/2014/main" id="{2577305C-6D65-AB2F-0DAD-330A29BF9B70}"/>
              </a:ext>
            </a:extLst>
          </p:cNvPr>
          <p:cNvSpPr txBox="1"/>
          <p:nvPr/>
        </p:nvSpPr>
        <p:spPr>
          <a:xfrm>
            <a:off x="4268927" y="3212153"/>
            <a:ext cx="6398068" cy="360064"/>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portant directement sur le système d’information de la R&amp;D</a:t>
            </a:r>
          </a:p>
        </p:txBody>
      </p:sp>
      <p:sp>
        <p:nvSpPr>
          <p:cNvPr id="36" name="Rectangle 35">
            <a:extLst>
              <a:ext uri="{FF2B5EF4-FFF2-40B4-BE49-F238E27FC236}">
                <a16:creationId xmlns:a16="http://schemas.microsoft.com/office/drawing/2014/main" id="{C9B0E956-A6A2-DD2B-6708-8FBC1E9CC7DA}"/>
              </a:ext>
            </a:extLst>
          </p:cNvPr>
          <p:cNvSpPr/>
          <p:nvPr/>
        </p:nvSpPr>
        <p:spPr>
          <a:xfrm>
            <a:off x="4279623" y="3746749"/>
            <a:ext cx="6386591" cy="662645"/>
          </a:xfrm>
          <a:prstGeom prst="rect">
            <a:avLst/>
          </a:prstGeom>
          <a:solidFill>
            <a:schemeClr val="bg1"/>
          </a:solidFill>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Un concurrent vole des travaux de recherche en créant un canal d’exfiltration</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données portant directement sur le système d’information de la R&amp;D</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l’entreprise de biotechnologies</a:t>
            </a:r>
          </a:p>
        </p:txBody>
      </p:sp>
      <p:sp>
        <p:nvSpPr>
          <p:cNvPr id="37" name="ZoneTexte 36">
            <a:extLst>
              <a:ext uri="{FF2B5EF4-FFF2-40B4-BE49-F238E27FC236}">
                <a16:creationId xmlns:a16="http://schemas.microsoft.com/office/drawing/2014/main" id="{017F358D-BFA1-8769-5005-C3A710ABEC15}"/>
              </a:ext>
            </a:extLst>
          </p:cNvPr>
          <p:cNvSpPr txBox="1"/>
          <p:nvPr/>
        </p:nvSpPr>
        <p:spPr>
          <a:xfrm>
            <a:off x="4279625" y="1799915"/>
            <a:ext cx="6386581" cy="554961"/>
          </a:xfrm>
          <a:prstGeom prst="rect">
            <a:avLst/>
          </a:prstGeom>
          <a:solidFill>
            <a:schemeClr val="bg1"/>
          </a:solidFill>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Un concurrent veut voler des informations en espionnant les travaux de R&amp;D</a:t>
            </a:r>
            <a:br>
              <a:rPr lang="fr-FR" sz="1400" dirty="0">
                <a:solidFill>
                  <a:srgbClr val="252525"/>
                </a:solidFill>
                <a:latin typeface="+mj-lt"/>
              </a:rPr>
            </a:br>
            <a:r>
              <a:rPr lang="fr-FR" sz="1400" dirty="0">
                <a:solidFill>
                  <a:srgbClr val="252525"/>
                </a:solidFill>
                <a:latin typeface="+mj-lt"/>
              </a:rPr>
              <a:t>en vue d’obtenir un avantage concurrentiel</a:t>
            </a:r>
          </a:p>
        </p:txBody>
      </p:sp>
      <p:cxnSp>
        <p:nvCxnSpPr>
          <p:cNvPr id="38" name="Connecteur droit avec flèche 37">
            <a:extLst>
              <a:ext uri="{FF2B5EF4-FFF2-40B4-BE49-F238E27FC236}">
                <a16:creationId xmlns:a16="http://schemas.microsoft.com/office/drawing/2014/main" id="{0264A689-DC9E-511E-EF1C-B5B30F1BFAE0}"/>
              </a:ext>
            </a:extLst>
          </p:cNvPr>
          <p:cNvCxnSpPr>
            <a:cxnSpLocks/>
          </p:cNvCxnSpPr>
          <p:nvPr/>
        </p:nvCxnSpPr>
        <p:spPr>
          <a:xfrm>
            <a:off x="7219689" y="55796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9" name="ZoneTexte 38">
            <a:extLst>
              <a:ext uri="{FF2B5EF4-FFF2-40B4-BE49-F238E27FC236}">
                <a16:creationId xmlns:a16="http://schemas.microsoft.com/office/drawing/2014/main" id="{07EA1B99-3D71-1120-5AF1-A9CD45E85A0A}"/>
              </a:ext>
            </a:extLst>
          </p:cNvPr>
          <p:cNvSpPr txBox="1"/>
          <p:nvPr/>
        </p:nvSpPr>
        <p:spPr>
          <a:xfrm>
            <a:off x="4268966" y="4576826"/>
            <a:ext cx="6398068" cy="1066140"/>
          </a:xfrm>
          <a:prstGeom prst="rect">
            <a:avLst/>
          </a:prstGeom>
          <a:solidFill>
            <a:schemeClr val="bg1"/>
          </a:solidFill>
          <a:ln>
            <a:solidFill>
              <a:srgbClr val="CC99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L’attaquant s’introduit dans le système d’information par une attaque ciblée sur la messagerie du service des ressources humaines, en piégeant le site du comité d’entreprise ou en exploitant un canal caché préexistant. Il accède ensuite aux données stratégiques de R&amp;D du fait notamment de l’absence de cloisonnement entre les réseaux internes puis les exfiltre en utilisant le canal caché voire un canal légitime.</a:t>
            </a:r>
          </a:p>
        </p:txBody>
      </p:sp>
      <p:sp>
        <p:nvSpPr>
          <p:cNvPr id="40" name="ZoneTexte 39">
            <a:extLst>
              <a:ext uri="{FF2B5EF4-FFF2-40B4-BE49-F238E27FC236}">
                <a16:creationId xmlns:a16="http://schemas.microsoft.com/office/drawing/2014/main" id="{07C99999-E97D-9669-0931-AEBB1940D5AF}"/>
              </a:ext>
            </a:extLst>
          </p:cNvPr>
          <p:cNvSpPr txBox="1"/>
          <p:nvPr/>
        </p:nvSpPr>
        <p:spPr>
          <a:xfrm>
            <a:off x="10162386" y="5332931"/>
            <a:ext cx="496877" cy="303799"/>
          </a:xfrm>
          <a:prstGeom prst="rect">
            <a:avLst/>
          </a:prstGeom>
          <a:noFill/>
        </p:spPr>
        <p:txBody>
          <a:bodyPr wrap="square" lIns="0" tIns="0" rIns="0" bIns="0" rtlCol="0" anchor="ctr">
            <a:noAutofit/>
          </a:bodyPr>
          <a:lstStyle/>
          <a:p>
            <a:pPr algn="ctr"/>
            <a:r>
              <a:rPr lang="fr-FR" sz="1600" b="1" dirty="0">
                <a:solidFill>
                  <a:srgbClr val="CC9900"/>
                </a:solidFill>
                <a:latin typeface="+mj-lt"/>
                <a:cs typeface="Segoe UI" panose="020B0502040204020203" pitchFamily="34" charset="0"/>
              </a:rPr>
              <a:t>V=3</a:t>
            </a:r>
          </a:p>
        </p:txBody>
      </p:sp>
      <p:sp>
        <p:nvSpPr>
          <p:cNvPr id="16" name="ZoneTexte 15">
            <a:extLst>
              <a:ext uri="{FF2B5EF4-FFF2-40B4-BE49-F238E27FC236}">
                <a16:creationId xmlns:a16="http://schemas.microsoft.com/office/drawing/2014/main" id="{F83C02A5-7E4A-05AC-FC14-1DC915A227C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pic>
        <p:nvPicPr>
          <p:cNvPr id="41" name="Image 40">
            <a:extLst>
              <a:ext uri="{FF2B5EF4-FFF2-40B4-BE49-F238E27FC236}">
                <a16:creationId xmlns:a16="http://schemas.microsoft.com/office/drawing/2014/main" id="{F71B2C14-8277-2EB7-3511-74617F8B183D}"/>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124793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500"/>
                                        <p:tgtEl>
                                          <p:spTgt spid="3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up)">
                                      <p:cBhvr>
                                        <p:cTn id="30" dur="500"/>
                                        <p:tgtEl>
                                          <p:spTgt spid="25"/>
                                        </p:tgtEl>
                                      </p:cBhvr>
                                    </p:animEffect>
                                  </p:childTnLst>
                                </p:cTn>
                              </p:par>
                            </p:childTnLst>
                          </p:cTn>
                        </p:par>
                        <p:par>
                          <p:cTn id="31" fill="hold">
                            <p:stCondLst>
                              <p:cond delay="500"/>
                            </p:stCondLst>
                            <p:childTnLst>
                              <p:par>
                                <p:cTn id="32" presetID="22" presetClass="entr" presetSubtype="1" fill="hold" nodeType="after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wipe(up)">
                                      <p:cBhvr>
                                        <p:cTn id="34" dur="5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childTnLst>
                          </p:cTn>
                        </p:par>
                        <p:par>
                          <p:cTn id="40" fill="hold">
                            <p:stCondLst>
                              <p:cond delay="500"/>
                            </p:stCondLst>
                            <p:childTnLst>
                              <p:par>
                                <p:cTn id="41" presetID="1" presetClass="entr" presetSubtype="0" fill="hold" grpId="0" nodeType="after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wipe(up)">
                                      <p:cBhvr>
                                        <p:cTn id="47" dur="500"/>
                                        <p:tgtEl>
                                          <p:spTgt spid="30"/>
                                        </p:tgtEl>
                                      </p:cBhvr>
                                    </p:animEffect>
                                  </p:childTnLst>
                                </p:cTn>
                              </p:par>
                            </p:childTnLst>
                          </p:cTn>
                        </p:par>
                        <p:par>
                          <p:cTn id="48" fill="hold">
                            <p:stCondLst>
                              <p:cond delay="500"/>
                            </p:stCondLst>
                            <p:childTnLst>
                              <p:par>
                                <p:cTn id="49" presetID="10" presetClass="entr" presetSubtype="0" fill="hold" grpId="0" nodeType="after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nodeType="click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wipe(up)">
                                      <p:cBhvr>
                                        <p:cTn id="56" dur="500"/>
                                        <p:tgtEl>
                                          <p:spTgt spid="31"/>
                                        </p:tgtEl>
                                      </p:cBhvr>
                                    </p:animEffect>
                                  </p:childTnLst>
                                </p:cTn>
                              </p:par>
                            </p:childTnLst>
                          </p:cTn>
                        </p:par>
                        <p:par>
                          <p:cTn id="57" fill="hold">
                            <p:stCondLst>
                              <p:cond delay="500"/>
                            </p:stCondLst>
                            <p:childTnLst>
                              <p:par>
                                <p:cTn id="58" presetID="10" presetClass="entr" presetSubtype="0" fill="hold" grpId="0" nodeType="after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5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nodeType="click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wipe(up)">
                                      <p:cBhvr>
                                        <p:cTn id="65" dur="500"/>
                                        <p:tgtEl>
                                          <p:spTgt spid="32"/>
                                        </p:tgtEl>
                                      </p:cBhvr>
                                    </p:animEffect>
                                  </p:childTnLst>
                                </p:cTn>
                              </p:par>
                            </p:childTnLst>
                          </p:cTn>
                        </p:par>
                        <p:par>
                          <p:cTn id="66" fill="hold">
                            <p:stCondLst>
                              <p:cond delay="500"/>
                            </p:stCondLst>
                            <p:childTnLst>
                              <p:par>
                                <p:cTn id="67" presetID="10" presetClass="entr" presetSubtype="0" fill="hold" grpId="0" nodeType="after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500"/>
                                        <p:tgtEl>
                                          <p:spTgt spid="39"/>
                                        </p:tgtEl>
                                      </p:cBhvr>
                                    </p:animEffect>
                                  </p:childTnLst>
                                </p:cTn>
                              </p:par>
                            </p:childTnLst>
                          </p:cTn>
                        </p:par>
                        <p:par>
                          <p:cTn id="70" fill="hold">
                            <p:stCondLst>
                              <p:cond delay="1000"/>
                            </p:stCondLst>
                            <p:childTnLst>
                              <p:par>
                                <p:cTn id="71" presetID="1" presetClass="entr" presetSubtype="0" fill="hold" grpId="0" nodeType="after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22" presetClass="entr" presetSubtype="1" fill="hold" nodeType="click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wipe(up)">
                                      <p:cBhvr>
                                        <p:cTn id="77" dur="500"/>
                                        <p:tgtEl>
                                          <p:spTgt spid="38"/>
                                        </p:tgtEl>
                                      </p:cBhvr>
                                    </p:animEffect>
                                  </p:childTnLst>
                                </p:cTn>
                              </p:par>
                            </p:childTnLst>
                          </p:cTn>
                        </p:par>
                        <p:par>
                          <p:cTn id="78" fill="hold">
                            <p:stCondLst>
                              <p:cond delay="50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par>
                          <p:cTn id="82" fill="hold">
                            <p:stCondLst>
                              <p:cond delay="1000"/>
                            </p:stCondLst>
                            <p:childTnLst>
                              <p:par>
                                <p:cTn id="83" presetID="1"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7" grpId="0" animBg="1"/>
      <p:bldP spid="28" grpId="0"/>
      <p:bldP spid="29" grpId="0"/>
      <p:bldP spid="33" grpId="0" animBg="1"/>
      <p:bldP spid="34" grpId="0"/>
      <p:bldP spid="35" grpId="0" animBg="1"/>
      <p:bldP spid="36" grpId="0" animBg="1"/>
      <p:bldP spid="37" grpId="0" animBg="1"/>
      <p:bldP spid="39" grpId="0" animBg="1"/>
      <p:bldP spid="40"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07757D-7F0A-F6B6-74C1-C81E28AA52BF}"/>
              </a:ext>
            </a:extLst>
          </p:cNvPr>
          <p:cNvSpPr>
            <a:spLocks noGrp="1"/>
          </p:cNvSpPr>
          <p:nvPr>
            <p:ph type="title"/>
          </p:nvPr>
        </p:nvSpPr>
        <p:spPr/>
        <p:txBody>
          <a:bodyPr>
            <a:normAutofit fontScale="90000"/>
          </a:bodyPr>
          <a:lstStyle/>
          <a:p>
            <a:r>
              <a:rPr lang="fr-FR" dirty="0"/>
              <a:t>Comment représenter les risques ?</a:t>
            </a:r>
          </a:p>
        </p:txBody>
      </p:sp>
      <p:sp>
        <p:nvSpPr>
          <p:cNvPr id="3" name="Espace réservé de la date 2">
            <a:extLst>
              <a:ext uri="{FF2B5EF4-FFF2-40B4-BE49-F238E27FC236}">
                <a16:creationId xmlns:a16="http://schemas.microsoft.com/office/drawing/2014/main" id="{C4F8354A-8C55-1BF9-1028-DDAAD8288919}"/>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F58935FD-7E33-CA09-859C-C640857C99E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9849BAA-7BD5-5261-7051-9BD4B014B2E8}"/>
              </a:ext>
            </a:extLst>
          </p:cNvPr>
          <p:cNvSpPr>
            <a:spLocks noGrp="1"/>
          </p:cNvSpPr>
          <p:nvPr>
            <p:ph type="sldNum" sz="quarter" idx="12"/>
          </p:nvPr>
        </p:nvSpPr>
        <p:spPr/>
        <p:txBody>
          <a:bodyPr/>
          <a:lstStyle/>
          <a:p>
            <a:fld id="{294A09A9-5501-47C1-A89A-A340965A2BE2}" type="slidenum">
              <a:rPr lang="fr-FR" smtClean="0"/>
              <a:pPr/>
              <a:t>111</a:t>
            </a:fld>
            <a:endParaRPr lang="fr-FR" dirty="0"/>
          </a:p>
        </p:txBody>
      </p:sp>
      <p:sp>
        <p:nvSpPr>
          <p:cNvPr id="6" name="Espace réservé du texte 5">
            <a:extLst>
              <a:ext uri="{FF2B5EF4-FFF2-40B4-BE49-F238E27FC236}">
                <a16:creationId xmlns:a16="http://schemas.microsoft.com/office/drawing/2014/main" id="{8C2AC8A3-D28F-6BEE-CF53-95A478BF775D}"/>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3A4FCC95-8697-F66D-C835-0FEF64EA1068}"/>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27125D4D-AD71-2968-59BA-5A31DE167262}"/>
              </a:ext>
            </a:extLst>
          </p:cNvPr>
          <p:cNvGraphicFramePr>
            <a:graphicFrameLocks noGrp="1"/>
          </p:cNvGraphicFramePr>
          <p:nvPr>
            <p:extLst>
              <p:ext uri="{D42A27DB-BD31-4B8C-83A1-F6EECF244321}">
                <p14:modId xmlns:p14="http://schemas.microsoft.com/office/powerpoint/2010/main" val="1780773334"/>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grpSp>
        <p:nvGrpSpPr>
          <p:cNvPr id="9" name="Groupe 8">
            <a:extLst>
              <a:ext uri="{FF2B5EF4-FFF2-40B4-BE49-F238E27FC236}">
                <a16:creationId xmlns:a16="http://schemas.microsoft.com/office/drawing/2014/main" id="{CF1C6654-8400-6CEA-0E81-DD5D48A47202}"/>
              </a:ext>
            </a:extLst>
          </p:cNvPr>
          <p:cNvGrpSpPr/>
          <p:nvPr/>
        </p:nvGrpSpPr>
        <p:grpSpPr>
          <a:xfrm>
            <a:off x="8618527" y="941948"/>
            <a:ext cx="2162364" cy="1183384"/>
            <a:chOff x="4842368" y="-1292689"/>
            <a:chExt cx="1800000" cy="985075"/>
          </a:xfrm>
        </p:grpSpPr>
        <p:pic>
          <p:nvPicPr>
            <p:cNvPr id="10" name="Image 9">
              <a:extLst>
                <a:ext uri="{FF2B5EF4-FFF2-40B4-BE49-F238E27FC236}">
                  <a16:creationId xmlns:a16="http://schemas.microsoft.com/office/drawing/2014/main" id="{14BAD934-B3D2-6CA1-6517-16F373F685D0}"/>
                </a:ext>
              </a:extLst>
            </p:cNvPr>
            <p:cNvPicPr>
              <a:picLocks noChangeAspect="1"/>
            </p:cNvPicPr>
            <p:nvPr/>
          </p:nvPicPr>
          <p:blipFill>
            <a:blip r:embed="rId2"/>
            <a:stretch>
              <a:fillRect/>
            </a:stretch>
          </p:blipFill>
          <p:spPr>
            <a:xfrm>
              <a:off x="4842368" y="-1292689"/>
              <a:ext cx="1800000" cy="985075"/>
            </a:xfrm>
            <a:prstGeom prst="rect">
              <a:avLst/>
            </a:prstGeom>
          </p:spPr>
        </p:pic>
        <p:sp>
          <p:nvSpPr>
            <p:cNvPr id="11" name="Espace réservé du contenu 2">
              <a:extLst>
                <a:ext uri="{FF2B5EF4-FFF2-40B4-BE49-F238E27FC236}">
                  <a16:creationId xmlns:a16="http://schemas.microsoft.com/office/drawing/2014/main" id="{48CEF7FB-7F4D-8B1E-742F-CDD7B74DE842}"/>
                </a:ext>
              </a:extLst>
            </p:cNvPr>
            <p:cNvSpPr txBox="1">
              <a:spLocks/>
            </p:cNvSpPr>
            <p:nvPr/>
          </p:nvSpPr>
          <p:spPr>
            <a:xfrm>
              <a:off x="5218238" y="-1210137"/>
              <a:ext cx="1102578" cy="211642"/>
            </a:xfrm>
            <a:prstGeom prst="rect">
              <a:avLst/>
            </a:prstGeom>
            <a:noFill/>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ctr">
                <a:buNone/>
              </a:pPr>
              <a:r>
                <a:rPr lang="fr-FR" sz="1333" b="1" dirty="0">
                  <a:solidFill>
                    <a:schemeClr val="bg1"/>
                  </a:solidFill>
                  <a:latin typeface="Segoe UI Semibold" panose="020B0502040204020203" pitchFamily="34" charset="0"/>
                  <a:cs typeface="Segoe UI Semibold" panose="020B0502040204020203" pitchFamily="34" charset="0"/>
                  <a:sym typeface="Wingdings" panose="05000000000000000000" pitchFamily="2" charset="2"/>
                </a:rPr>
                <a:t>Risque</a:t>
              </a:r>
            </a:p>
          </p:txBody>
        </p:sp>
      </p:grpSp>
      <p:cxnSp>
        <p:nvCxnSpPr>
          <p:cNvPr id="12" name="Connecteur droit avec flèche 11">
            <a:extLst>
              <a:ext uri="{FF2B5EF4-FFF2-40B4-BE49-F238E27FC236}">
                <a16:creationId xmlns:a16="http://schemas.microsoft.com/office/drawing/2014/main" id="{2780A427-5B22-0709-BB80-A6673A807733}"/>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A2FC5C7F-815A-46DC-99F3-3F0EEC44B2CE}"/>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CC4BD02-07D7-74BD-811C-FC12D2F38D7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4362ACB1-38E8-30C1-0F69-B67AEEAB7446}"/>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6BDDED24-ED72-23D2-AAC7-78B79A3D81C9}"/>
              </a:ext>
            </a:extLst>
          </p:cNvPr>
          <p:cNvPicPr>
            <a:picLocks noChangeAspect="1"/>
          </p:cNvPicPr>
          <p:nvPr/>
        </p:nvPicPr>
        <p:blipFill>
          <a:blip r:embed="rId3"/>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6EC4AE1-1871-5217-F7A5-4C23270A195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51148327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F7239-A96B-B41B-1EB4-834E31C6464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D986F13-DE73-C475-F072-B606B1654CF8}"/>
              </a:ext>
            </a:extLst>
          </p:cNvPr>
          <p:cNvSpPr>
            <a:spLocks noGrp="1"/>
          </p:cNvSpPr>
          <p:nvPr>
            <p:ph type="title"/>
          </p:nvPr>
        </p:nvSpPr>
        <p:spPr/>
        <p:txBody>
          <a:bodyPr>
            <a:normAutofit fontScale="90000"/>
          </a:bodyPr>
          <a:lstStyle/>
          <a:p>
            <a:r>
              <a:rPr lang="fr-FR" dirty="0"/>
              <a:t>Comment juger de l’acceptabilité des risques ?</a:t>
            </a:r>
          </a:p>
        </p:txBody>
      </p:sp>
      <p:sp>
        <p:nvSpPr>
          <p:cNvPr id="3" name="Espace réservé de la date 2">
            <a:extLst>
              <a:ext uri="{FF2B5EF4-FFF2-40B4-BE49-F238E27FC236}">
                <a16:creationId xmlns:a16="http://schemas.microsoft.com/office/drawing/2014/main" id="{AA12A574-19E6-655F-D769-2380D16F7A97}"/>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F6E7E7BA-A838-27CE-68C1-B32E800DD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7E038DB-0539-9115-AB3A-63C568131F08}"/>
              </a:ext>
            </a:extLst>
          </p:cNvPr>
          <p:cNvSpPr>
            <a:spLocks noGrp="1"/>
          </p:cNvSpPr>
          <p:nvPr>
            <p:ph type="sldNum" sz="quarter" idx="12"/>
          </p:nvPr>
        </p:nvSpPr>
        <p:spPr/>
        <p:txBody>
          <a:bodyPr/>
          <a:lstStyle/>
          <a:p>
            <a:fld id="{294A09A9-5501-47C1-A89A-A340965A2BE2}" type="slidenum">
              <a:rPr lang="fr-FR" smtClean="0"/>
              <a:pPr/>
              <a:t>112</a:t>
            </a:fld>
            <a:endParaRPr lang="fr-FR" dirty="0"/>
          </a:p>
        </p:txBody>
      </p:sp>
      <p:sp>
        <p:nvSpPr>
          <p:cNvPr id="6" name="Espace réservé du texte 5">
            <a:extLst>
              <a:ext uri="{FF2B5EF4-FFF2-40B4-BE49-F238E27FC236}">
                <a16:creationId xmlns:a16="http://schemas.microsoft.com/office/drawing/2014/main" id="{6DD1FE73-98BB-B43B-5671-C8D12E7B8C6B}"/>
              </a:ext>
            </a:extLst>
          </p:cNvPr>
          <p:cNvSpPr>
            <a:spLocks noGrp="1"/>
          </p:cNvSpPr>
          <p:nvPr>
            <p:ph type="body" sz="quarter" idx="13"/>
          </p:nvPr>
        </p:nvSpPr>
        <p:spPr/>
        <p:txBody>
          <a:bodyPr/>
          <a:lstStyle/>
          <a:p>
            <a:r>
              <a:rPr lang="fr-FR" dirty="0"/>
              <a:t>L’échelle d’acceptation des risques</a:t>
            </a:r>
          </a:p>
        </p:txBody>
      </p:sp>
      <p:sp>
        <p:nvSpPr>
          <p:cNvPr id="17" name="ZoneTexte 16">
            <a:extLst>
              <a:ext uri="{FF2B5EF4-FFF2-40B4-BE49-F238E27FC236}">
                <a16:creationId xmlns:a16="http://schemas.microsoft.com/office/drawing/2014/main" id="{CD33FA7A-634B-0382-D2B9-35A718AE149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20" name="Tableau 19">
            <a:extLst>
              <a:ext uri="{FF2B5EF4-FFF2-40B4-BE49-F238E27FC236}">
                <a16:creationId xmlns:a16="http://schemas.microsoft.com/office/drawing/2014/main" id="{276B1AA5-FE9F-112F-D7C8-B313CAEB7341}"/>
              </a:ext>
            </a:extLst>
          </p:cNvPr>
          <p:cNvGraphicFramePr>
            <a:graphicFrameLocks noGrp="1"/>
          </p:cNvGraphicFramePr>
          <p:nvPr>
            <p:extLst>
              <p:ext uri="{D42A27DB-BD31-4B8C-83A1-F6EECF244321}">
                <p14:modId xmlns:p14="http://schemas.microsoft.com/office/powerpoint/2010/main" val="1131012016"/>
              </p:ext>
            </p:extLst>
          </p:nvPr>
        </p:nvGraphicFramePr>
        <p:xfrm>
          <a:off x="7410529" y="1613622"/>
          <a:ext cx="3554059" cy="3497044"/>
        </p:xfrm>
        <a:graphic>
          <a:graphicData uri="http://schemas.openxmlformats.org/drawingml/2006/table">
            <a:tbl>
              <a:tblPr/>
              <a:tblGrid>
                <a:gridCol w="333527">
                  <a:extLst>
                    <a:ext uri="{9D8B030D-6E8A-4147-A177-3AD203B41FA5}">
                      <a16:colId xmlns:a16="http://schemas.microsoft.com/office/drawing/2014/main" val="3508923813"/>
                    </a:ext>
                  </a:extLst>
                </a:gridCol>
                <a:gridCol w="805133">
                  <a:extLst>
                    <a:ext uri="{9D8B030D-6E8A-4147-A177-3AD203B41FA5}">
                      <a16:colId xmlns:a16="http://schemas.microsoft.com/office/drawing/2014/main" val="20000"/>
                    </a:ext>
                  </a:extLst>
                </a:gridCol>
                <a:gridCol w="805133">
                  <a:extLst>
                    <a:ext uri="{9D8B030D-6E8A-4147-A177-3AD203B41FA5}">
                      <a16:colId xmlns:a16="http://schemas.microsoft.com/office/drawing/2014/main" val="20001"/>
                    </a:ext>
                  </a:extLst>
                </a:gridCol>
                <a:gridCol w="805133">
                  <a:extLst>
                    <a:ext uri="{9D8B030D-6E8A-4147-A177-3AD203B41FA5}">
                      <a16:colId xmlns:a16="http://schemas.microsoft.com/office/drawing/2014/main" val="1901439735"/>
                    </a:ext>
                  </a:extLst>
                </a:gridCol>
                <a:gridCol w="805133">
                  <a:extLst>
                    <a:ext uri="{9D8B030D-6E8A-4147-A177-3AD203B41FA5}">
                      <a16:colId xmlns:a16="http://schemas.microsoft.com/office/drawing/2014/main" val="2999965291"/>
                    </a:ext>
                  </a:extLst>
                </a:gridCol>
              </a:tblGrid>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0004"/>
                  </a:ext>
                </a:extLst>
              </a:tr>
              <a:tr h="375216">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62535" marR="62535"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21" name="Connecteur droit avec flèche 20">
            <a:extLst>
              <a:ext uri="{FF2B5EF4-FFF2-40B4-BE49-F238E27FC236}">
                <a16:creationId xmlns:a16="http://schemas.microsoft.com/office/drawing/2014/main" id="{30080392-B40E-3BDA-F5CE-DF7B2CE9D119}"/>
              </a:ext>
            </a:extLst>
          </p:cNvPr>
          <p:cNvCxnSpPr>
            <a:cxnSpLocks/>
          </p:cNvCxnSpPr>
          <p:nvPr/>
        </p:nvCxnSpPr>
        <p:spPr>
          <a:xfrm>
            <a:off x="7742420" y="4714009"/>
            <a:ext cx="3231001"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2" name="Connecteur droit avec flèche 21">
            <a:extLst>
              <a:ext uri="{FF2B5EF4-FFF2-40B4-BE49-F238E27FC236}">
                <a16:creationId xmlns:a16="http://schemas.microsoft.com/office/drawing/2014/main" id="{8C615F52-CA61-F558-6D53-34DAA6509254}"/>
              </a:ext>
            </a:extLst>
          </p:cNvPr>
          <p:cNvCxnSpPr>
            <a:cxnSpLocks/>
          </p:cNvCxnSpPr>
          <p:nvPr/>
        </p:nvCxnSpPr>
        <p:spPr>
          <a:xfrm flipV="1">
            <a:off x="7742419" y="1605633"/>
            <a:ext cx="0" cy="3134880"/>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3" name="Espace réservé du contenu 2">
            <a:extLst>
              <a:ext uri="{FF2B5EF4-FFF2-40B4-BE49-F238E27FC236}">
                <a16:creationId xmlns:a16="http://schemas.microsoft.com/office/drawing/2014/main" id="{2895B97E-AF04-1030-6B7A-AC6F50B2692F}"/>
              </a:ext>
            </a:extLst>
          </p:cNvPr>
          <p:cNvSpPr txBox="1">
            <a:spLocks/>
          </p:cNvSpPr>
          <p:nvPr/>
        </p:nvSpPr>
        <p:spPr>
          <a:xfrm>
            <a:off x="6816892" y="150783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24" name="Espace réservé du contenu 2">
            <a:extLst>
              <a:ext uri="{FF2B5EF4-FFF2-40B4-BE49-F238E27FC236}">
                <a16:creationId xmlns:a16="http://schemas.microsoft.com/office/drawing/2014/main" id="{B4C6CF7C-27AD-53FB-AD3F-D24FC3C0B7A8}"/>
              </a:ext>
            </a:extLst>
          </p:cNvPr>
          <p:cNvSpPr txBox="1">
            <a:spLocks/>
          </p:cNvSpPr>
          <p:nvPr/>
        </p:nvSpPr>
        <p:spPr>
          <a:xfrm>
            <a:off x="9208126" y="4964537"/>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25" name="Tableau 24">
            <a:extLst>
              <a:ext uri="{FF2B5EF4-FFF2-40B4-BE49-F238E27FC236}">
                <a16:creationId xmlns:a16="http://schemas.microsoft.com/office/drawing/2014/main" id="{F4307EB7-E54D-FE01-3FDD-D54256C90884}"/>
              </a:ext>
            </a:extLst>
          </p:cNvPr>
          <p:cNvGraphicFramePr>
            <a:graphicFrameLocks noGrp="1"/>
          </p:cNvGraphicFramePr>
          <p:nvPr>
            <p:extLst>
              <p:ext uri="{D42A27DB-BD31-4B8C-83A1-F6EECF244321}">
                <p14:modId xmlns:p14="http://schemas.microsoft.com/office/powerpoint/2010/main" val="1687060089"/>
              </p:ext>
            </p:extLst>
          </p:nvPr>
        </p:nvGraphicFramePr>
        <p:xfrm>
          <a:off x="1065672" y="1946389"/>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7" name="Organigramme : Alternative 26">
            <a:extLst>
              <a:ext uri="{FF2B5EF4-FFF2-40B4-BE49-F238E27FC236}">
                <a16:creationId xmlns:a16="http://schemas.microsoft.com/office/drawing/2014/main" id="{BB464357-604D-F9E2-4571-A6B5943150C7}"/>
              </a:ext>
            </a:extLst>
          </p:cNvPr>
          <p:cNvSpPr/>
          <p:nvPr/>
        </p:nvSpPr>
        <p:spPr>
          <a:xfrm>
            <a:off x="1065672" y="5425444"/>
            <a:ext cx="9931512" cy="66990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représentation de l’échelle d’acceptation des risques doit permettre de comparer les risques les uns par rapport aux autres et être compréhensible par l’ensemble des participants​.</a:t>
            </a:r>
          </a:p>
        </p:txBody>
      </p:sp>
    </p:spTree>
    <p:extLst>
      <p:ext uri="{BB962C8B-B14F-4D97-AF65-F5344CB8AC3E}">
        <p14:creationId xmlns:p14="http://schemas.microsoft.com/office/powerpoint/2010/main" val="423428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DE68-AA99-C74D-D571-200703B955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C75AA6F-B74F-021B-B4F2-520B3E91565B}"/>
              </a:ext>
            </a:extLst>
          </p:cNvPr>
          <p:cNvSpPr>
            <a:spLocks noGrp="1"/>
          </p:cNvSpPr>
          <p:nvPr>
            <p:ph type="title"/>
          </p:nvPr>
        </p:nvSpPr>
        <p:spPr/>
        <p:txBody>
          <a:bodyPr>
            <a:normAutofit fontScale="90000"/>
          </a:bodyPr>
          <a:lstStyle/>
          <a:p>
            <a:r>
              <a:rPr lang="fr-FR" dirty="0"/>
              <a:t>Application de l’échelle d’acceptation</a:t>
            </a:r>
          </a:p>
        </p:txBody>
      </p:sp>
      <p:sp>
        <p:nvSpPr>
          <p:cNvPr id="3" name="Espace réservé de la date 2">
            <a:extLst>
              <a:ext uri="{FF2B5EF4-FFF2-40B4-BE49-F238E27FC236}">
                <a16:creationId xmlns:a16="http://schemas.microsoft.com/office/drawing/2014/main" id="{C8985FF6-1982-F0D2-CDBA-A20774DACB5A}"/>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F288B4B8-CCC8-2743-4545-18E41AA395BA}"/>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1345DE0-848B-E0F8-8263-C8605D2CF562}"/>
              </a:ext>
            </a:extLst>
          </p:cNvPr>
          <p:cNvSpPr>
            <a:spLocks noGrp="1"/>
          </p:cNvSpPr>
          <p:nvPr>
            <p:ph type="sldNum" sz="quarter" idx="12"/>
          </p:nvPr>
        </p:nvSpPr>
        <p:spPr/>
        <p:txBody>
          <a:bodyPr/>
          <a:lstStyle/>
          <a:p>
            <a:fld id="{294A09A9-5501-47C1-A89A-A340965A2BE2}" type="slidenum">
              <a:rPr lang="fr-FR" smtClean="0"/>
              <a:pPr/>
              <a:t>113</a:t>
            </a:fld>
            <a:endParaRPr lang="fr-FR" dirty="0"/>
          </a:p>
        </p:txBody>
      </p:sp>
      <p:sp>
        <p:nvSpPr>
          <p:cNvPr id="6" name="Espace réservé du texte 5">
            <a:extLst>
              <a:ext uri="{FF2B5EF4-FFF2-40B4-BE49-F238E27FC236}">
                <a16:creationId xmlns:a16="http://schemas.microsoft.com/office/drawing/2014/main" id="{A6928ECA-2DA3-853C-5F7B-D6BE43841F77}"/>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6ED27388-02C2-8170-0B49-027B1BEEE0F5}"/>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5B6AE983-8973-F8B7-973C-B9D0A166D315}"/>
              </a:ext>
            </a:extLst>
          </p:cNvPr>
          <p:cNvGraphicFramePr>
            <a:graphicFrameLocks noGrp="1"/>
          </p:cNvGraphicFramePr>
          <p:nvPr>
            <p:extLst>
              <p:ext uri="{D42A27DB-BD31-4B8C-83A1-F6EECF244321}">
                <p14:modId xmlns:p14="http://schemas.microsoft.com/office/powerpoint/2010/main" val="2849784966"/>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1D7F3A20-A07E-41F1-EB32-3A04321B2B1E}"/>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DC690B69-04FB-6355-BFB9-C1380B5CCDD3}"/>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018CB87B-35C3-4620-A4C2-0EE4251BB18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7DB1F7B0-D629-C66D-5172-C928506AFD81}"/>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B185AF92-AC4B-AEBD-4270-9CD515BA821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F16FB966-2B69-6BDA-F0B2-493F882400E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2774803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D6991-AA7A-BA65-72EC-A3B9ED11D8B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533EA1-3D2A-3E6E-5EB2-4BA609449486}"/>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50026F95-222E-6644-D90B-982BC6DB5B0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E6BDC603-391F-924D-94D8-1A43525C568A}"/>
              </a:ext>
            </a:extLst>
          </p:cNvPr>
          <p:cNvSpPr>
            <a:spLocks noGrp="1"/>
          </p:cNvSpPr>
          <p:nvPr>
            <p:ph type="sldNum" sz="quarter" idx="12"/>
          </p:nvPr>
        </p:nvSpPr>
        <p:spPr/>
        <p:txBody>
          <a:bodyPr/>
          <a:lstStyle/>
          <a:p>
            <a:pPr rtl="0"/>
            <a:fld id="{294A09A9-5501-47C1-A89A-A340965A2BE2}" type="slidenum">
              <a:rPr lang="fr-FR" noProof="0" smtClean="0"/>
              <a:t>114</a:t>
            </a:fld>
            <a:endParaRPr lang="fr-FR" noProof="0"/>
          </a:p>
        </p:txBody>
      </p:sp>
      <p:sp>
        <p:nvSpPr>
          <p:cNvPr id="4" name="Espace réservé de la date 3">
            <a:extLst>
              <a:ext uri="{FF2B5EF4-FFF2-40B4-BE49-F238E27FC236}">
                <a16:creationId xmlns:a16="http://schemas.microsoft.com/office/drawing/2014/main" id="{6B514A46-5E20-5DCC-9ADB-1B5C5444E493}"/>
              </a:ext>
            </a:extLst>
          </p:cNvPr>
          <p:cNvSpPr>
            <a:spLocks noGrp="1"/>
          </p:cNvSpPr>
          <p:nvPr>
            <p:ph type="dt" sz="half" idx="10"/>
          </p:nvPr>
        </p:nvSpPr>
        <p:spPr/>
        <p:txBody>
          <a:bodyPr/>
          <a:lstStyle/>
          <a:p>
            <a:pPr rtl="0"/>
            <a:r>
              <a:rPr lang="fr-FR" noProof="0"/>
              <a:t>19/11/2025</a:t>
            </a:r>
          </a:p>
        </p:txBody>
      </p:sp>
      <p:sp>
        <p:nvSpPr>
          <p:cNvPr id="8" name="Espace réservé du texte 7">
            <a:extLst>
              <a:ext uri="{FF2B5EF4-FFF2-40B4-BE49-F238E27FC236}">
                <a16:creationId xmlns:a16="http://schemas.microsoft.com/office/drawing/2014/main" id="{6AFCAE25-F68E-6681-DD71-DFC6CE8AB905}"/>
              </a:ext>
            </a:extLst>
          </p:cNvPr>
          <p:cNvSpPr>
            <a:spLocks noGrp="1"/>
          </p:cNvSpPr>
          <p:nvPr>
            <p:ph type="body" sz="quarter" idx="13"/>
          </p:nvPr>
        </p:nvSpPr>
        <p:spPr/>
        <p:txBody>
          <a:bodyPr/>
          <a:lstStyle/>
          <a:p>
            <a:r>
              <a:rPr lang="fr-FR" dirty="0"/>
              <a:t>Appréciez un scénario de risque</a:t>
            </a:r>
          </a:p>
        </p:txBody>
      </p:sp>
      <p:graphicFrame>
        <p:nvGraphicFramePr>
          <p:cNvPr id="11" name="Espace réservé du contenu 10">
            <a:extLst>
              <a:ext uri="{FF2B5EF4-FFF2-40B4-BE49-F238E27FC236}">
                <a16:creationId xmlns:a16="http://schemas.microsoft.com/office/drawing/2014/main" id="{3C09FEF1-F2F9-DD3A-71D0-D4C064D404B6}"/>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4BF8BBF5-D86A-969D-2BFB-2CD098A9DF3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971298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6E232-3DA7-514D-7511-F8F6565C2E1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6D960FE-8148-7AD2-C81B-43F47D74BCBB}"/>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DF6A95CE-F51B-58F6-EDC5-B95BC8FB9A19}"/>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19/11/2025</a:t>
            </a:r>
            <a:endParaRPr lang="fr-FR" dirty="0">
              <a:solidFill>
                <a:srgbClr val="7A7A7A"/>
              </a:solidFill>
            </a:endParaRPr>
          </a:p>
        </p:txBody>
      </p:sp>
      <p:sp>
        <p:nvSpPr>
          <p:cNvPr id="11" name="Footer Placeholder 4">
            <a:extLst>
              <a:ext uri="{FF2B5EF4-FFF2-40B4-BE49-F238E27FC236}">
                <a16:creationId xmlns:a16="http://schemas.microsoft.com/office/drawing/2014/main" id="{B054B0ED-1B69-E97A-5BF1-9B5B5F18274A}"/>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48D74633-7384-29D8-7FA5-635457984E95}"/>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115</a:t>
            </a:fld>
            <a:endParaRPr lang="fr-FR"/>
          </a:p>
        </p:txBody>
      </p:sp>
      <p:sp>
        <p:nvSpPr>
          <p:cNvPr id="4" name="Espace réservé du contenu 3">
            <a:extLst>
              <a:ext uri="{FF2B5EF4-FFF2-40B4-BE49-F238E27FC236}">
                <a16:creationId xmlns:a16="http://schemas.microsoft.com/office/drawing/2014/main" id="{8477699B-C881-5772-8BFF-2BA13BF49EF5}"/>
              </a:ext>
            </a:extLst>
          </p:cNvPr>
          <p:cNvSpPr>
            <a:spLocks noGrp="1"/>
          </p:cNvSpPr>
          <p:nvPr>
            <p:ph idx="1"/>
          </p:nvPr>
        </p:nvSpPr>
        <p:spPr>
          <a:xfrm>
            <a:off x="5313680" y="1493114"/>
            <a:ext cx="4951984" cy="3517798"/>
          </a:xfrm>
        </p:spPr>
        <p:txBody>
          <a:bodyPr>
            <a:normAutofit lnSpcReduction="10000"/>
          </a:bodyPr>
          <a:lstStyle/>
          <a:p>
            <a:pPr>
              <a:buFont typeface="+mj-lt"/>
              <a:buAutoNum type="arabicPeriod"/>
            </a:pPr>
            <a:r>
              <a:rPr lang="fr-FR" sz="2000" dirty="0"/>
              <a:t>Savoir identifier et analyser les </a:t>
            </a:r>
            <a:r>
              <a:rPr lang="fr-FR" sz="2000" b="1" dirty="0"/>
              <a:t>événements redoutés</a:t>
            </a:r>
            <a:r>
              <a:rPr lang="fr-FR" sz="2000" dirty="0"/>
              <a:t> et estimer leur </a:t>
            </a:r>
            <a:r>
              <a:rPr lang="fr-FR" sz="2000" b="1" dirty="0"/>
              <a:t>gravité</a:t>
            </a:r>
            <a:endParaRPr lang="fr-FR" sz="2000" noProof="0" dirty="0"/>
          </a:p>
          <a:p>
            <a:pPr>
              <a:buFont typeface="+mj-lt"/>
              <a:buAutoNum type="arabicPeriod"/>
            </a:pPr>
            <a:r>
              <a:rPr lang="fr-FR" sz="2000" noProof="0" dirty="0"/>
              <a:t>Savoir analyser les </a:t>
            </a:r>
            <a:r>
              <a:rPr lang="fr-FR" sz="2000" b="1" noProof="0" dirty="0"/>
              <a:t>scénarios stratégiques</a:t>
            </a:r>
            <a:r>
              <a:rPr lang="fr-FR" sz="2000" noProof="0" dirty="0"/>
              <a:t> (sources de risques, parties prenantes chemins d’attaque)</a:t>
            </a:r>
          </a:p>
          <a:p>
            <a:pPr>
              <a:buFont typeface="+mj-lt"/>
              <a:buAutoNum type="arabicPeriod"/>
            </a:pPr>
            <a:r>
              <a:rPr lang="fr-FR" dirty="0"/>
              <a:t>Savoir analyser les </a:t>
            </a:r>
            <a:r>
              <a:rPr lang="fr-FR" b="1" dirty="0"/>
              <a:t>scénarios opérationnels</a:t>
            </a:r>
            <a:r>
              <a:rPr lang="fr-FR" dirty="0"/>
              <a:t> (chaines d’attaque, actions unitaires) et estimer leur </a:t>
            </a:r>
            <a:r>
              <a:rPr lang="fr-FR" b="1" dirty="0"/>
              <a:t>vraisemblance</a:t>
            </a:r>
            <a:r>
              <a:rPr lang="fr-FR" dirty="0"/>
              <a:t>)</a:t>
            </a:r>
            <a:endParaRPr lang="fr-FR" sz="2000" i="1" noProof="0" dirty="0"/>
          </a:p>
          <a:p>
            <a:pPr>
              <a:buFont typeface="+mj-lt"/>
              <a:buAutoNum type="arabicPeriod"/>
            </a:pPr>
            <a:r>
              <a:rPr lang="fr-FR" sz="2000" noProof="0" dirty="0"/>
              <a:t>Savoir évaluer les </a:t>
            </a:r>
            <a:r>
              <a:rPr lang="fr-FR" sz="2000" b="1" noProof="0" dirty="0"/>
              <a:t>risques</a:t>
            </a:r>
          </a:p>
          <a:p>
            <a:pPr marL="0" indent="0" algn="ctr">
              <a:buNone/>
            </a:pPr>
            <a:r>
              <a:rPr lang="fr-FR" sz="2000" noProof="0" dirty="0">
                <a:sym typeface="Wingdings" panose="05000000000000000000" pitchFamily="2" charset="2"/>
              </a:rPr>
              <a:t> On peut maintenant traiter les risques !</a:t>
            </a:r>
            <a:endParaRPr lang="fr-FR" sz="2000" noProof="0" dirty="0"/>
          </a:p>
        </p:txBody>
      </p:sp>
      <p:sp>
        <p:nvSpPr>
          <p:cNvPr id="3" name="ZoneTexte 2">
            <a:extLst>
              <a:ext uri="{FF2B5EF4-FFF2-40B4-BE49-F238E27FC236}">
                <a16:creationId xmlns:a16="http://schemas.microsoft.com/office/drawing/2014/main" id="{18E66AD6-AB69-BA83-2428-AC1F6B98697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224976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7B851-BB2E-3B62-034F-4F9FF3575E24}"/>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EF1FEFDA-EC69-1533-D014-BE0B763707FE}"/>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F93560C-BE2D-4831-D1BB-CA3F44783CE3}"/>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D1282E"/>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ACCD93AE-FD75-1371-708F-A9F096371EF4}"/>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91051F9B-CE1D-5184-46A9-31D98D6E569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882FC9B-AF0F-8A29-EA3C-7E8A7019E728}"/>
              </a:ext>
            </a:extLst>
          </p:cNvPr>
          <p:cNvSpPr>
            <a:spLocks noGrp="1"/>
          </p:cNvSpPr>
          <p:nvPr>
            <p:ph type="sldNum" sz="quarter" idx="12"/>
          </p:nvPr>
        </p:nvSpPr>
        <p:spPr/>
        <p:txBody>
          <a:bodyPr/>
          <a:lstStyle/>
          <a:p>
            <a:fld id="{294A09A9-5501-47C1-A89A-A340965A2BE2}" type="slidenum">
              <a:rPr lang="fr-FR" smtClean="0"/>
              <a:pPr/>
              <a:t>116</a:t>
            </a:fld>
            <a:endParaRPr lang="fr-FR"/>
          </a:p>
        </p:txBody>
      </p:sp>
      <p:pic>
        <p:nvPicPr>
          <p:cNvPr id="13" name="Picture 2" descr="Logo - EBIOS Risk Manager">
            <a:extLst>
              <a:ext uri="{FF2B5EF4-FFF2-40B4-BE49-F238E27FC236}">
                <a16:creationId xmlns:a16="http://schemas.microsoft.com/office/drawing/2014/main" id="{587400D4-24BD-239F-4E93-F6E98B54044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91366146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01076-D2A5-BD7A-4844-A1CF49A16FBC}"/>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FE4F676C-2BC6-8E1F-4719-521D2F1AA3B0}"/>
              </a:ext>
            </a:extLst>
          </p:cNvPr>
          <p:cNvSpPr>
            <a:spLocks noGrp="1"/>
          </p:cNvSpPr>
          <p:nvPr>
            <p:ph type="dt" sz="half" idx="10"/>
          </p:nvPr>
        </p:nvSpPr>
        <p:spPr/>
        <p:txBody>
          <a:bodyPr/>
          <a:lstStyle/>
          <a:p>
            <a:pPr rtl="0"/>
            <a:r>
              <a:rPr lang="fr-FR" noProof="0"/>
              <a:t>19/11/2025</a:t>
            </a:r>
            <a:endParaRPr lang="fr-FR" noProof="0" dirty="0"/>
          </a:p>
        </p:txBody>
      </p:sp>
      <p:sp>
        <p:nvSpPr>
          <p:cNvPr id="19" name="Espace réservé du pied de page 15">
            <a:extLst>
              <a:ext uri="{FF2B5EF4-FFF2-40B4-BE49-F238E27FC236}">
                <a16:creationId xmlns:a16="http://schemas.microsoft.com/office/drawing/2014/main" id="{1A18CCF0-322F-EB20-2EBA-1B8ADF7C0B09}"/>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3621D373-EE3F-98C6-80B5-A243039D7FB0}"/>
              </a:ext>
            </a:extLst>
          </p:cNvPr>
          <p:cNvSpPr>
            <a:spLocks noGrp="1"/>
          </p:cNvSpPr>
          <p:nvPr>
            <p:ph type="sldNum" sz="quarter" idx="12"/>
          </p:nvPr>
        </p:nvSpPr>
        <p:spPr/>
        <p:txBody>
          <a:bodyPr/>
          <a:lstStyle/>
          <a:p>
            <a:pPr rtl="0"/>
            <a:fld id="{294A09A9-5501-47C1-A89A-A340965A2BE2}" type="slidenum">
              <a:rPr lang="fr-FR" noProof="0" smtClean="0"/>
              <a:t>117</a:t>
            </a:fld>
            <a:endParaRPr lang="fr-FR" noProof="0"/>
          </a:p>
        </p:txBody>
      </p:sp>
      <p:sp>
        <p:nvSpPr>
          <p:cNvPr id="16" name="Espace réservé du texte 15">
            <a:extLst>
              <a:ext uri="{FF2B5EF4-FFF2-40B4-BE49-F238E27FC236}">
                <a16:creationId xmlns:a16="http://schemas.microsoft.com/office/drawing/2014/main" id="{E1F3FB2C-4E49-D6A1-6514-2C531F3322A2}"/>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sont nos options pour traiter les risques ?</a:t>
            </a:r>
            <a:endParaRPr lang="fr-FR" dirty="0"/>
          </a:p>
        </p:txBody>
      </p:sp>
      <p:sp>
        <p:nvSpPr>
          <p:cNvPr id="17" name="Espace réservé du texte 16">
            <a:extLst>
              <a:ext uri="{FF2B5EF4-FFF2-40B4-BE49-F238E27FC236}">
                <a16:creationId xmlns:a16="http://schemas.microsoft.com/office/drawing/2014/main" id="{0D3CBA68-7ED2-85D2-5E7E-962681FA1DB6}"/>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mesures et quel plan pour traiter les risques ?</a:t>
            </a:r>
          </a:p>
        </p:txBody>
      </p:sp>
      <p:sp>
        <p:nvSpPr>
          <p:cNvPr id="21" name="Espace réservé du texte 20">
            <a:extLst>
              <a:ext uri="{FF2B5EF4-FFF2-40B4-BE49-F238E27FC236}">
                <a16:creationId xmlns:a16="http://schemas.microsoft.com/office/drawing/2014/main" id="{B6B3763E-C437-3C97-B385-2FD8D670791D}"/>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Quels sont les risques résiduels ?</a:t>
            </a:r>
          </a:p>
        </p:txBody>
      </p:sp>
      <p:sp>
        <p:nvSpPr>
          <p:cNvPr id="3" name="ZoneTexte 2">
            <a:extLst>
              <a:ext uri="{FF2B5EF4-FFF2-40B4-BE49-F238E27FC236}">
                <a16:creationId xmlns:a16="http://schemas.microsoft.com/office/drawing/2014/main" id="{89B676AE-F61A-7887-B382-88FF97BEE9C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3604190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BA08D-C823-677D-26F3-DF9A2563289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6BCE630-A7B3-9FC2-21B9-0E7EC397033E}"/>
              </a:ext>
            </a:extLst>
          </p:cNvPr>
          <p:cNvSpPr>
            <a:spLocks noGrp="1"/>
          </p:cNvSpPr>
          <p:nvPr>
            <p:ph type="title"/>
          </p:nvPr>
        </p:nvSpPr>
        <p:spPr/>
        <p:txBody>
          <a:bodyPr>
            <a:normAutofit fontScale="90000"/>
          </a:bodyPr>
          <a:lstStyle/>
          <a:p>
            <a:r>
              <a:rPr lang="fr-FR" dirty="0"/>
              <a:t>Outil 12 – Choisir les options de traitement</a:t>
            </a:r>
          </a:p>
        </p:txBody>
      </p:sp>
      <p:sp>
        <p:nvSpPr>
          <p:cNvPr id="3" name="Espace réservé du contenu 2">
            <a:extLst>
              <a:ext uri="{FF2B5EF4-FFF2-40B4-BE49-F238E27FC236}">
                <a16:creationId xmlns:a16="http://schemas.microsoft.com/office/drawing/2014/main" id="{65B3A4CC-2D24-A499-F4B3-12DEC7CDF417}"/>
              </a:ext>
            </a:extLst>
          </p:cNvPr>
          <p:cNvSpPr>
            <a:spLocks noGrp="1"/>
          </p:cNvSpPr>
          <p:nvPr>
            <p:ph idx="1"/>
          </p:nvPr>
        </p:nvSpPr>
        <p:spPr>
          <a:xfrm>
            <a:off x="838200" y="1825625"/>
            <a:ext cx="10515600" cy="868807"/>
          </a:xfrm>
        </p:spPr>
        <p:txBody>
          <a:bodyPr>
            <a:normAutofit/>
          </a:bodyPr>
          <a:lstStyle/>
          <a:p>
            <a:pPr marL="0" indent="0">
              <a:buNone/>
            </a:pPr>
            <a:r>
              <a:rPr lang="fr-FR" dirty="0"/>
              <a:t>Pour chaque risque, notamment au vu des critères d’acceptation des risques, il convient de décider d’une ou plusieurs options pour le traiter</a:t>
            </a:r>
          </a:p>
        </p:txBody>
      </p:sp>
      <p:sp>
        <p:nvSpPr>
          <p:cNvPr id="5" name="Espace réservé du pied de page 4">
            <a:extLst>
              <a:ext uri="{FF2B5EF4-FFF2-40B4-BE49-F238E27FC236}">
                <a16:creationId xmlns:a16="http://schemas.microsoft.com/office/drawing/2014/main" id="{527C5F9A-4B3C-CFA5-94BC-E53A9E2C7C74}"/>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3E579C73-4419-D765-59BD-B125B9CA35EF}"/>
              </a:ext>
            </a:extLst>
          </p:cNvPr>
          <p:cNvSpPr>
            <a:spLocks noGrp="1"/>
          </p:cNvSpPr>
          <p:nvPr>
            <p:ph type="sldNum" sz="quarter" idx="12"/>
          </p:nvPr>
        </p:nvSpPr>
        <p:spPr/>
        <p:txBody>
          <a:bodyPr/>
          <a:lstStyle/>
          <a:p>
            <a:pPr rtl="0"/>
            <a:fld id="{294A09A9-5501-47C1-A89A-A340965A2BE2}" type="slidenum">
              <a:rPr lang="fr-FR" noProof="0" smtClean="0"/>
              <a:t>118</a:t>
            </a:fld>
            <a:endParaRPr lang="fr-FR" noProof="0"/>
          </a:p>
        </p:txBody>
      </p:sp>
      <p:sp>
        <p:nvSpPr>
          <p:cNvPr id="4" name="Espace réservé de la date 3">
            <a:extLst>
              <a:ext uri="{FF2B5EF4-FFF2-40B4-BE49-F238E27FC236}">
                <a16:creationId xmlns:a16="http://schemas.microsoft.com/office/drawing/2014/main" id="{04797757-22EF-B6D1-5786-347E8AAF00FE}"/>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9AB3B2F5-9B24-8E9C-C23A-87F514C34173}"/>
              </a:ext>
            </a:extLst>
          </p:cNvPr>
          <p:cNvSpPr>
            <a:spLocks noGrp="1"/>
          </p:cNvSpPr>
          <p:nvPr>
            <p:ph type="body" sz="quarter" idx="13"/>
          </p:nvPr>
        </p:nvSpPr>
        <p:spPr/>
        <p:txBody>
          <a:bodyPr/>
          <a:lstStyle/>
          <a:p>
            <a:r>
              <a:rPr lang="fr-FR" dirty="0"/>
              <a:t>Quelle stratégie pour traiter chaque risque ?</a:t>
            </a:r>
          </a:p>
        </p:txBody>
      </p:sp>
      <p:sp>
        <p:nvSpPr>
          <p:cNvPr id="8" name="ZoneTexte 7">
            <a:extLst>
              <a:ext uri="{FF2B5EF4-FFF2-40B4-BE49-F238E27FC236}">
                <a16:creationId xmlns:a16="http://schemas.microsoft.com/office/drawing/2014/main" id="{647055C9-ED26-1DB0-90BC-6C4512FAEE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7" name="Diagramme 6">
            <a:extLst>
              <a:ext uri="{FF2B5EF4-FFF2-40B4-BE49-F238E27FC236}">
                <a16:creationId xmlns:a16="http://schemas.microsoft.com/office/drawing/2014/main" id="{35DC88F8-F61C-0C05-9260-24E7FF204959}"/>
              </a:ext>
            </a:extLst>
          </p:cNvPr>
          <p:cNvGraphicFramePr/>
          <p:nvPr>
            <p:extLst>
              <p:ext uri="{D42A27DB-BD31-4B8C-83A1-F6EECF244321}">
                <p14:modId xmlns:p14="http://schemas.microsoft.com/office/powerpoint/2010/main" val="3253355958"/>
              </p:ext>
            </p:extLst>
          </p:nvPr>
        </p:nvGraphicFramePr>
        <p:xfrm>
          <a:off x="739648" y="2596896"/>
          <a:ext cx="10515600" cy="354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04294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E20F00E4-5976-4775-A517-76743D3BE812}"/>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B3AE5F7E-70A5-47D6-AAAB-0A84735DAD6D}"/>
                                            </p:graphic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graphicEl>
                                              <a:dgm id="{3E4DBF69-EB33-4100-AB1F-D9863651FF78}"/>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graphicEl>
                                              <a:dgm id="{1FB2A261-04F3-4DD0-8FA0-3A843D15AE32}"/>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graphicEl>
                                              <a:dgm id="{43918631-E069-4483-88A6-A3321F2FB034}"/>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F30C048F-CEAA-4EAF-A129-A79F0A470206}"/>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79EB5F88-252F-4AED-87FC-DAD255F381F9}"/>
                                            </p:graphic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graphicEl>
                                              <a:dgm id="{CEF261AC-F192-4658-95DF-A18F88C83886}"/>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p:bldSub>
      </p:bldGraphic>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97AE3-6E43-F720-05BA-94E42FABE5F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0EAA636-007F-DA18-317E-D86EF9BB431E}"/>
              </a:ext>
            </a:extLst>
          </p:cNvPr>
          <p:cNvSpPr>
            <a:spLocks noGrp="1"/>
          </p:cNvSpPr>
          <p:nvPr>
            <p:ph type="title"/>
          </p:nvPr>
        </p:nvSpPr>
        <p:spPr/>
        <p:txBody>
          <a:bodyPr>
            <a:normAutofit fontScale="90000"/>
          </a:bodyPr>
          <a:lstStyle/>
          <a:p>
            <a:r>
              <a:rPr lang="fr-FR" dirty="0"/>
              <a:t>Choix des options de traitement</a:t>
            </a:r>
          </a:p>
        </p:txBody>
      </p:sp>
      <p:sp>
        <p:nvSpPr>
          <p:cNvPr id="3" name="Espace réservé de la date 2">
            <a:extLst>
              <a:ext uri="{FF2B5EF4-FFF2-40B4-BE49-F238E27FC236}">
                <a16:creationId xmlns:a16="http://schemas.microsoft.com/office/drawing/2014/main" id="{3DDA43A1-6D38-425B-3EB5-BBF4D0287435}"/>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758A92B7-2C9D-3394-3262-3A702973359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A3B1360-8713-72F2-96E3-F5E8F77F7942}"/>
              </a:ext>
            </a:extLst>
          </p:cNvPr>
          <p:cNvSpPr>
            <a:spLocks noGrp="1"/>
          </p:cNvSpPr>
          <p:nvPr>
            <p:ph type="sldNum" sz="quarter" idx="12"/>
          </p:nvPr>
        </p:nvSpPr>
        <p:spPr/>
        <p:txBody>
          <a:bodyPr/>
          <a:lstStyle/>
          <a:p>
            <a:fld id="{294A09A9-5501-47C1-A89A-A340965A2BE2}" type="slidenum">
              <a:rPr lang="fr-FR" smtClean="0"/>
              <a:pPr/>
              <a:t>119</a:t>
            </a:fld>
            <a:endParaRPr lang="fr-FR" dirty="0"/>
          </a:p>
        </p:txBody>
      </p:sp>
      <p:sp>
        <p:nvSpPr>
          <p:cNvPr id="6" name="Espace réservé du texte 5">
            <a:extLst>
              <a:ext uri="{FF2B5EF4-FFF2-40B4-BE49-F238E27FC236}">
                <a16:creationId xmlns:a16="http://schemas.microsoft.com/office/drawing/2014/main" id="{0ADD9C61-0E15-B82A-0683-A3079E5C2209}"/>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F60884DD-BF50-24EA-FA04-13853B784543}"/>
              </a:ext>
            </a:extLst>
          </p:cNvPr>
          <p:cNvSpPr txBox="1">
            <a:spLocks/>
          </p:cNvSpPr>
          <p:nvPr/>
        </p:nvSpPr>
        <p:spPr>
          <a:xfrm>
            <a:off x="7614921" y="1698926"/>
            <a:ext cx="4211319"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B69832A4-A7B3-5719-EBDA-12C0FFC27E8C}"/>
              </a:ext>
            </a:extLst>
          </p:cNvPr>
          <p:cNvGraphicFramePr>
            <a:graphicFrameLocks noGrp="1"/>
          </p:cNvGraphicFramePr>
          <p:nvPr>
            <p:extLst>
              <p:ext uri="{D42A27DB-BD31-4B8C-83A1-F6EECF244321}">
                <p14:modId xmlns:p14="http://schemas.microsoft.com/office/powerpoint/2010/main" val="2804879430"/>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BC249AE6-B965-4CCF-0019-C1C0534BC9D0}"/>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5480AB97-7910-7752-81B9-A9EA24BB0B9A}"/>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04E010B-007C-1124-12D7-F57FF93BEDC4}"/>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8C33229C-0567-6CFF-8E07-CD9FADB6E3CE}"/>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E4ED09F6-AC53-43DB-CE22-FD7EED00864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28214D3-A793-06D2-4149-22D6D4172C4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pSp>
        <p:nvGrpSpPr>
          <p:cNvPr id="26" name="Groupe 25">
            <a:extLst>
              <a:ext uri="{FF2B5EF4-FFF2-40B4-BE49-F238E27FC236}">
                <a16:creationId xmlns:a16="http://schemas.microsoft.com/office/drawing/2014/main" id="{BD847480-55BB-2C1A-FBCB-7A5A883ADDB8}"/>
              </a:ext>
            </a:extLst>
          </p:cNvPr>
          <p:cNvGrpSpPr/>
          <p:nvPr/>
        </p:nvGrpSpPr>
        <p:grpSpPr>
          <a:xfrm>
            <a:off x="1948788" y="1942766"/>
            <a:ext cx="5043756" cy="1909897"/>
            <a:chOff x="1948788" y="1942766"/>
            <a:chExt cx="5043756" cy="1909897"/>
          </a:xfrm>
        </p:grpSpPr>
        <p:sp>
          <p:nvSpPr>
            <p:cNvPr id="9" name="Ellipse 8">
              <a:extLst>
                <a:ext uri="{FF2B5EF4-FFF2-40B4-BE49-F238E27FC236}">
                  <a16:creationId xmlns:a16="http://schemas.microsoft.com/office/drawing/2014/main" id="{ADD5023E-5591-4C5E-0F58-1855DA0F4C7A}"/>
                </a:ext>
              </a:extLst>
            </p:cNvPr>
            <p:cNvSpPr/>
            <p:nvPr/>
          </p:nvSpPr>
          <p:spPr>
            <a:xfrm>
              <a:off x="1948788" y="1942766"/>
              <a:ext cx="1721004" cy="1909897"/>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8" name="Connecteur droit avec flèche 17">
              <a:extLst>
                <a:ext uri="{FF2B5EF4-FFF2-40B4-BE49-F238E27FC236}">
                  <a16:creationId xmlns:a16="http://schemas.microsoft.com/office/drawing/2014/main" id="{5FE77F05-4E83-1D17-F37E-10A8EAAB06FB}"/>
                </a:ext>
              </a:extLst>
            </p:cNvPr>
            <p:cNvCxnSpPr>
              <a:cxnSpLocks/>
              <a:stCxn id="9" idx="6"/>
              <a:endCxn id="22" idx="1"/>
            </p:cNvCxnSpPr>
            <p:nvPr/>
          </p:nvCxnSpPr>
          <p:spPr>
            <a:xfrm flipV="1">
              <a:off x="3669792" y="2567806"/>
              <a:ext cx="2206752" cy="3299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2" name="ZoneTexte 21">
              <a:extLst>
                <a:ext uri="{FF2B5EF4-FFF2-40B4-BE49-F238E27FC236}">
                  <a16:creationId xmlns:a16="http://schemas.microsoft.com/office/drawing/2014/main" id="{66380EFC-E6FA-A405-94D9-C3C3350CC836}"/>
                </a:ext>
              </a:extLst>
            </p:cNvPr>
            <p:cNvSpPr txBox="1"/>
            <p:nvPr/>
          </p:nvSpPr>
          <p:spPr>
            <a:xfrm>
              <a:off x="5876544" y="2109217"/>
              <a:ext cx="1116000" cy="917178"/>
            </a:xfrm>
            <a:prstGeom prst="rect">
              <a:avLst/>
            </a:prstGeom>
            <a:noFill/>
          </p:spPr>
          <p:txBody>
            <a:bodyPr wrap="square" rtlCol="0">
              <a:noAutofit/>
            </a:bodyPr>
            <a:lstStyle/>
            <a:p>
              <a:pPr algn="ctr"/>
              <a:r>
                <a:rPr lang="fr-FR" dirty="0"/>
                <a:t>Transférer ou réduire</a:t>
              </a:r>
            </a:p>
          </p:txBody>
        </p:sp>
      </p:grpSp>
      <p:grpSp>
        <p:nvGrpSpPr>
          <p:cNvPr id="27" name="Groupe 26">
            <a:extLst>
              <a:ext uri="{FF2B5EF4-FFF2-40B4-BE49-F238E27FC236}">
                <a16:creationId xmlns:a16="http://schemas.microsoft.com/office/drawing/2014/main" id="{06CCBC59-0157-75D2-409D-4DDF0F409A26}"/>
              </a:ext>
            </a:extLst>
          </p:cNvPr>
          <p:cNvGrpSpPr/>
          <p:nvPr/>
        </p:nvGrpSpPr>
        <p:grpSpPr>
          <a:xfrm>
            <a:off x="3728190" y="3026395"/>
            <a:ext cx="3300930" cy="1378604"/>
            <a:chOff x="3728190" y="3026395"/>
            <a:chExt cx="3300930" cy="1378604"/>
          </a:xfrm>
        </p:grpSpPr>
        <p:sp>
          <p:nvSpPr>
            <p:cNvPr id="10" name="Ellipse 9">
              <a:extLst>
                <a:ext uri="{FF2B5EF4-FFF2-40B4-BE49-F238E27FC236}">
                  <a16:creationId xmlns:a16="http://schemas.microsoft.com/office/drawing/2014/main" id="{B29923A5-D9E3-D437-28F0-F1FBCC413026}"/>
                </a:ext>
              </a:extLst>
            </p:cNvPr>
            <p:cNvSpPr/>
            <p:nvPr/>
          </p:nvSpPr>
          <p:spPr>
            <a:xfrm>
              <a:off x="3728190" y="3026395"/>
              <a:ext cx="1721004" cy="619014"/>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9" name="Connecteur droit avec flèche 18">
              <a:extLst>
                <a:ext uri="{FF2B5EF4-FFF2-40B4-BE49-F238E27FC236}">
                  <a16:creationId xmlns:a16="http://schemas.microsoft.com/office/drawing/2014/main" id="{5DEF6F81-E08D-73EB-8E79-7DAF45812248}"/>
                </a:ext>
              </a:extLst>
            </p:cNvPr>
            <p:cNvCxnSpPr>
              <a:cxnSpLocks/>
              <a:stCxn id="10" idx="5"/>
              <a:endCxn id="23" idx="1"/>
            </p:cNvCxnSpPr>
            <p:nvPr/>
          </p:nvCxnSpPr>
          <p:spPr>
            <a:xfrm>
              <a:off x="5197159" y="3554756"/>
              <a:ext cx="715961" cy="39165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3" name="ZoneTexte 22">
              <a:extLst>
                <a:ext uri="{FF2B5EF4-FFF2-40B4-BE49-F238E27FC236}">
                  <a16:creationId xmlns:a16="http://schemas.microsoft.com/office/drawing/2014/main" id="{820A445B-B540-45AF-74A7-918D592BBA02}"/>
                </a:ext>
              </a:extLst>
            </p:cNvPr>
            <p:cNvSpPr txBox="1"/>
            <p:nvPr/>
          </p:nvSpPr>
          <p:spPr>
            <a:xfrm>
              <a:off x="5913120" y="3487822"/>
              <a:ext cx="1116000" cy="917177"/>
            </a:xfrm>
            <a:prstGeom prst="rect">
              <a:avLst/>
            </a:prstGeom>
            <a:noFill/>
          </p:spPr>
          <p:txBody>
            <a:bodyPr wrap="square" rtlCol="0">
              <a:noAutofit/>
            </a:bodyPr>
            <a:lstStyle/>
            <a:p>
              <a:pPr algn="ctr"/>
              <a:r>
                <a:rPr lang="fr-FR" dirty="0"/>
                <a:t>Réduire, transférer ou éviter</a:t>
              </a:r>
            </a:p>
          </p:txBody>
        </p:sp>
      </p:grpSp>
    </p:spTree>
    <p:extLst>
      <p:ext uri="{BB962C8B-B14F-4D97-AF65-F5344CB8AC3E}">
        <p14:creationId xmlns:p14="http://schemas.microsoft.com/office/powerpoint/2010/main" val="1729227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wipe(left)">
                                      <p:cBhvr>
                                        <p:cTn id="1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7975B-D81E-085C-86DB-2BFF9BAD3AC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D06A5C5-6FC3-D6C9-A749-2A1B66508076}"/>
              </a:ext>
            </a:extLst>
          </p:cNvPr>
          <p:cNvSpPr>
            <a:spLocks noGrp="1"/>
          </p:cNvSpPr>
          <p:nvPr>
            <p:ph type="title"/>
          </p:nvPr>
        </p:nvSpPr>
        <p:spPr/>
        <p:txBody>
          <a:bodyPr>
            <a:normAutofit fontScale="90000"/>
          </a:bodyPr>
          <a:lstStyle/>
          <a:p>
            <a:r>
              <a:rPr lang="fr-FR" dirty="0"/>
              <a:t>Outil 13 – Déterminer les mesures</a:t>
            </a:r>
          </a:p>
        </p:txBody>
      </p:sp>
      <p:sp>
        <p:nvSpPr>
          <p:cNvPr id="5" name="Espace réservé du pied de page 4">
            <a:extLst>
              <a:ext uri="{FF2B5EF4-FFF2-40B4-BE49-F238E27FC236}">
                <a16:creationId xmlns:a16="http://schemas.microsoft.com/office/drawing/2014/main" id="{E49A608B-7A1A-397D-E5CC-E6322251C811}"/>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FA07F9B-9A5F-2681-DF33-A63CF347DD55}"/>
              </a:ext>
            </a:extLst>
          </p:cNvPr>
          <p:cNvSpPr>
            <a:spLocks noGrp="1"/>
          </p:cNvSpPr>
          <p:nvPr>
            <p:ph type="sldNum" sz="quarter" idx="12"/>
          </p:nvPr>
        </p:nvSpPr>
        <p:spPr/>
        <p:txBody>
          <a:bodyPr/>
          <a:lstStyle/>
          <a:p>
            <a:pPr rtl="0"/>
            <a:fld id="{294A09A9-5501-47C1-A89A-A340965A2BE2}" type="slidenum">
              <a:rPr lang="fr-FR" noProof="0" smtClean="0"/>
              <a:t>120</a:t>
            </a:fld>
            <a:endParaRPr lang="fr-FR" noProof="0"/>
          </a:p>
        </p:txBody>
      </p:sp>
      <p:sp>
        <p:nvSpPr>
          <p:cNvPr id="4" name="Espace réservé de la date 3">
            <a:extLst>
              <a:ext uri="{FF2B5EF4-FFF2-40B4-BE49-F238E27FC236}">
                <a16:creationId xmlns:a16="http://schemas.microsoft.com/office/drawing/2014/main" id="{979EA454-89B4-CB3E-C6C4-466D70533FEB}"/>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B0188DC7-AFC1-557A-0937-4563441624A6}"/>
              </a:ext>
            </a:extLst>
          </p:cNvPr>
          <p:cNvSpPr>
            <a:spLocks noGrp="1"/>
          </p:cNvSpPr>
          <p:nvPr>
            <p:ph type="body" sz="quarter" idx="13"/>
          </p:nvPr>
        </p:nvSpPr>
        <p:spPr/>
        <p:txBody>
          <a:bodyPr>
            <a:normAutofit/>
          </a:bodyPr>
          <a:lstStyle/>
          <a:p>
            <a:r>
              <a:rPr lang="fr-FR" dirty="0"/>
              <a:t>Quelles mesures pour traiter les risques ?</a:t>
            </a:r>
          </a:p>
        </p:txBody>
      </p:sp>
      <p:sp>
        <p:nvSpPr>
          <p:cNvPr id="8" name="ZoneTexte 7">
            <a:extLst>
              <a:ext uri="{FF2B5EF4-FFF2-40B4-BE49-F238E27FC236}">
                <a16:creationId xmlns:a16="http://schemas.microsoft.com/office/drawing/2014/main" id="{34053A09-437C-20C7-CCF6-EE85D8810D8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4" name="Espace réservé du contenu 13">
            <a:extLst>
              <a:ext uri="{FF2B5EF4-FFF2-40B4-BE49-F238E27FC236}">
                <a16:creationId xmlns:a16="http://schemas.microsoft.com/office/drawing/2014/main" id="{F69CB2F7-0691-F3EB-E2DF-1CC6A8D3F086}"/>
              </a:ext>
            </a:extLst>
          </p:cNvPr>
          <p:cNvGraphicFramePr>
            <a:graphicFrameLocks noGrp="1"/>
          </p:cNvGraphicFramePr>
          <p:nvPr>
            <p:ph idx="1"/>
            <p:extLst>
              <p:ext uri="{D42A27DB-BD31-4B8C-83A1-F6EECF244321}">
                <p14:modId xmlns:p14="http://schemas.microsoft.com/office/powerpoint/2010/main" val="383058772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3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graphicEl>
                                              <a:dgm id="{8DBD646B-6AEE-42FF-B335-898267653524}"/>
                                            </p:graphicEl>
                                          </p:spTgt>
                                        </p:tgtEl>
                                        <p:attrNameLst>
                                          <p:attrName>style.visibility</p:attrName>
                                        </p:attrNameLst>
                                      </p:cBhvr>
                                      <p:to>
                                        <p:strVal val="visible"/>
                                      </p:to>
                                    </p:set>
                                    <p:animEffect transition="in" filter="wipe(left)">
                                      <p:cBhvr>
                                        <p:cTn id="7" dur="500"/>
                                        <p:tgtEl>
                                          <p:spTgt spid="14">
                                            <p:graphicEl>
                                              <a:dgm id="{8DBD646B-6AEE-42FF-B335-898267653524}"/>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graphicEl>
                                              <a:dgm id="{7E25731F-1E2D-4872-A6DD-1E6927A3D196}"/>
                                            </p:graphicEl>
                                          </p:spTgt>
                                        </p:tgtEl>
                                        <p:attrNameLst>
                                          <p:attrName>style.visibility</p:attrName>
                                        </p:attrNameLst>
                                      </p:cBhvr>
                                      <p:to>
                                        <p:strVal val="visible"/>
                                      </p:to>
                                    </p:set>
                                    <p:animEffect transition="in" filter="wipe(left)">
                                      <p:cBhvr>
                                        <p:cTn id="12" dur="500"/>
                                        <p:tgtEl>
                                          <p:spTgt spid="14">
                                            <p:graphicEl>
                                              <a:dgm id="{7E25731F-1E2D-4872-A6DD-1E6927A3D196}"/>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graphicEl>
                                              <a:dgm id="{0959C2EF-CB0A-4274-B2A2-76BBDFBD6074}"/>
                                            </p:graphicEl>
                                          </p:spTgt>
                                        </p:tgtEl>
                                        <p:attrNameLst>
                                          <p:attrName>style.visibility</p:attrName>
                                        </p:attrNameLst>
                                      </p:cBhvr>
                                      <p:to>
                                        <p:strVal val="visible"/>
                                      </p:to>
                                    </p:set>
                                    <p:animEffect transition="in" filter="wipe(left)">
                                      <p:cBhvr>
                                        <p:cTn id="17" dur="500"/>
                                        <p:tgtEl>
                                          <p:spTgt spid="14">
                                            <p:graphicEl>
                                              <a:dgm id="{0959C2EF-CB0A-4274-B2A2-76BBDFBD6074}"/>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graphicEl>
                                              <a:dgm id="{D84EBEC1-C5B7-42AC-97B6-F7FF02E323F7}"/>
                                            </p:graphicEl>
                                          </p:spTgt>
                                        </p:tgtEl>
                                        <p:attrNameLst>
                                          <p:attrName>style.visibility</p:attrName>
                                        </p:attrNameLst>
                                      </p:cBhvr>
                                      <p:to>
                                        <p:strVal val="visible"/>
                                      </p:to>
                                    </p:set>
                                    <p:animEffect transition="in" filter="wipe(left)">
                                      <p:cBhvr>
                                        <p:cTn id="22" dur="500"/>
                                        <p:tgtEl>
                                          <p:spTgt spid="14">
                                            <p:graphicEl>
                                              <a:dgm id="{D84EBEC1-C5B7-42AC-97B6-F7FF02E323F7}"/>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graphicEl>
                                              <a:dgm id="{BCED8459-90C5-4142-958C-3ACCFC8F3F63}"/>
                                            </p:graphicEl>
                                          </p:spTgt>
                                        </p:tgtEl>
                                        <p:attrNameLst>
                                          <p:attrName>style.visibility</p:attrName>
                                        </p:attrNameLst>
                                      </p:cBhvr>
                                      <p:to>
                                        <p:strVal val="visible"/>
                                      </p:to>
                                    </p:set>
                                    <p:animEffect transition="in" filter="wipe(left)">
                                      <p:cBhvr>
                                        <p:cTn id="27" dur="500"/>
                                        <p:tgtEl>
                                          <p:spTgt spid="14">
                                            <p:graphicEl>
                                              <a:dgm id="{BCED8459-90C5-4142-958C-3ACCFC8F3F63}"/>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graphicEl>
                                              <a:dgm id="{BA936223-2001-4C67-BECE-40FA81876EFC}"/>
                                            </p:graphicEl>
                                          </p:spTgt>
                                        </p:tgtEl>
                                        <p:attrNameLst>
                                          <p:attrName>style.visibility</p:attrName>
                                        </p:attrNameLst>
                                      </p:cBhvr>
                                      <p:to>
                                        <p:strVal val="visible"/>
                                      </p:to>
                                    </p:set>
                                    <p:animEffect transition="in" filter="wipe(left)">
                                      <p:cBhvr>
                                        <p:cTn id="32" dur="500"/>
                                        <p:tgtEl>
                                          <p:spTgt spid="14">
                                            <p:graphicEl>
                                              <a:dgm id="{BA936223-2001-4C67-BECE-40FA81876EFC}"/>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4">
                                            <p:graphicEl>
                                              <a:dgm id="{40B1E412-67BE-481C-8373-23AC334133CC}"/>
                                            </p:graphicEl>
                                          </p:spTgt>
                                        </p:tgtEl>
                                        <p:attrNameLst>
                                          <p:attrName>style.visibility</p:attrName>
                                        </p:attrNameLst>
                                      </p:cBhvr>
                                      <p:to>
                                        <p:strVal val="visible"/>
                                      </p:to>
                                    </p:set>
                                    <p:animEffect transition="in" filter="wipe(left)">
                                      <p:cBhvr>
                                        <p:cTn id="37" dur="500"/>
                                        <p:tgtEl>
                                          <p:spTgt spid="14">
                                            <p:graphicEl>
                                              <a:dgm id="{40B1E412-67BE-481C-8373-23AC334133CC}"/>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4">
                                            <p:graphicEl>
                                              <a:dgm id="{7670FB3C-8805-43F9-81C5-BF19D9134845}"/>
                                            </p:graphicEl>
                                          </p:spTgt>
                                        </p:tgtEl>
                                        <p:attrNameLst>
                                          <p:attrName>style.visibility</p:attrName>
                                        </p:attrNameLst>
                                      </p:cBhvr>
                                      <p:to>
                                        <p:strVal val="visible"/>
                                      </p:to>
                                    </p:set>
                                    <p:animEffect transition="in" filter="wipe(left)">
                                      <p:cBhvr>
                                        <p:cTn id="42" dur="500"/>
                                        <p:tgtEl>
                                          <p:spTgt spid="14">
                                            <p:graphicEl>
                                              <a:dgm id="{7670FB3C-8805-43F9-81C5-BF19D9134845}"/>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Sub>
          <a:bldDgm bld="one"/>
        </p:bldSub>
      </p:bldGraphic>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AE22069-8687-24BC-50A8-5946CF3AA3A9}"/>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EC728D87-E3F3-6AF6-36A3-89B1A1A2402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C124B6A-E5E7-1364-40B0-93CAF76B061E}"/>
              </a:ext>
            </a:extLst>
          </p:cNvPr>
          <p:cNvSpPr>
            <a:spLocks noGrp="1"/>
          </p:cNvSpPr>
          <p:nvPr>
            <p:ph type="sldNum" sz="quarter" idx="12"/>
          </p:nvPr>
        </p:nvSpPr>
        <p:spPr/>
        <p:txBody>
          <a:bodyPr/>
          <a:lstStyle/>
          <a:p>
            <a:fld id="{294A09A9-5501-47C1-A89A-A340965A2BE2}" type="slidenum">
              <a:rPr lang="fr-FR" smtClean="0"/>
              <a:pPr/>
              <a:t>121</a:t>
            </a:fld>
            <a:endParaRPr lang="fr-FR"/>
          </a:p>
        </p:txBody>
      </p:sp>
      <p:sp>
        <p:nvSpPr>
          <p:cNvPr id="6" name="Espace réservé de la date 5">
            <a:extLst>
              <a:ext uri="{FF2B5EF4-FFF2-40B4-BE49-F238E27FC236}">
                <a16:creationId xmlns:a16="http://schemas.microsoft.com/office/drawing/2014/main" id="{FA710E29-F14D-5BC0-DB3C-5AFCD0B6A15D}"/>
              </a:ext>
            </a:extLst>
          </p:cNvPr>
          <p:cNvSpPr>
            <a:spLocks noGrp="1"/>
          </p:cNvSpPr>
          <p:nvPr>
            <p:ph type="dt" sz="half" idx="10"/>
          </p:nvPr>
        </p:nvSpPr>
        <p:spPr/>
        <p:txBody>
          <a:bodyPr/>
          <a:lstStyle/>
          <a:p>
            <a:r>
              <a:rPr lang="fr-FR"/>
              <a:t>19/11/2025</a:t>
            </a:r>
            <a:endParaRPr lang="fr-FR" dirty="0"/>
          </a:p>
        </p:txBody>
      </p:sp>
      <p:sp>
        <p:nvSpPr>
          <p:cNvPr id="9" name="Espace réservé du texte 8">
            <a:extLst>
              <a:ext uri="{FF2B5EF4-FFF2-40B4-BE49-F238E27FC236}">
                <a16:creationId xmlns:a16="http://schemas.microsoft.com/office/drawing/2014/main" id="{399C1AB4-8887-F1E7-AB0A-1AEDBF1060C0}"/>
              </a:ext>
            </a:extLst>
          </p:cNvPr>
          <p:cNvSpPr>
            <a:spLocks noGrp="1"/>
          </p:cNvSpPr>
          <p:nvPr>
            <p:ph type="body" sz="quarter" idx="13"/>
          </p:nvPr>
        </p:nvSpPr>
        <p:spPr/>
        <p:txBody>
          <a:bodyPr/>
          <a:lstStyle/>
          <a:p>
            <a:r>
              <a:rPr lang="fr-FR" dirty="0"/>
              <a:t>Exemples de catégories pour classer les mesures</a:t>
            </a:r>
          </a:p>
        </p:txBody>
      </p:sp>
      <p:sp>
        <p:nvSpPr>
          <p:cNvPr id="14" name="ZoneTexte 13">
            <a:extLst>
              <a:ext uri="{FF2B5EF4-FFF2-40B4-BE49-F238E27FC236}">
                <a16:creationId xmlns:a16="http://schemas.microsoft.com/office/drawing/2014/main" id="{E39F50BB-69CB-22FB-CBDA-F471231670A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7" name="Espace réservé du contenu 16">
            <a:extLst>
              <a:ext uri="{FF2B5EF4-FFF2-40B4-BE49-F238E27FC236}">
                <a16:creationId xmlns:a16="http://schemas.microsoft.com/office/drawing/2014/main" id="{5998AF80-D9F5-ABD2-1DEF-24890A50C371}"/>
              </a:ext>
            </a:extLst>
          </p:cNvPr>
          <p:cNvGraphicFramePr>
            <a:graphicFrameLocks noGrp="1"/>
          </p:cNvGraphicFramePr>
          <p:nvPr>
            <p:ph idx="1"/>
            <p:extLst>
              <p:ext uri="{D42A27DB-BD31-4B8C-83A1-F6EECF244321}">
                <p14:modId xmlns:p14="http://schemas.microsoft.com/office/powerpoint/2010/main" val="243207722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4861039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A95A01-B141-F841-5A2B-965B391224EA}"/>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6A9AE79B-E83E-0500-C464-A117501B2D7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BCAB764-8CC0-A1DB-D264-DC63E7A1C23A}"/>
              </a:ext>
            </a:extLst>
          </p:cNvPr>
          <p:cNvSpPr>
            <a:spLocks noGrp="1"/>
          </p:cNvSpPr>
          <p:nvPr>
            <p:ph type="sldNum" sz="quarter" idx="12"/>
          </p:nvPr>
        </p:nvSpPr>
        <p:spPr/>
        <p:txBody>
          <a:bodyPr/>
          <a:lstStyle/>
          <a:p>
            <a:fld id="{294A09A9-5501-47C1-A89A-A340965A2BE2}" type="slidenum">
              <a:rPr lang="fr-FR" smtClean="0"/>
              <a:pPr/>
              <a:t>122</a:t>
            </a:fld>
            <a:endParaRPr lang="fr-FR"/>
          </a:p>
        </p:txBody>
      </p:sp>
      <p:sp>
        <p:nvSpPr>
          <p:cNvPr id="6" name="Espace réservé de la date 5">
            <a:extLst>
              <a:ext uri="{FF2B5EF4-FFF2-40B4-BE49-F238E27FC236}">
                <a16:creationId xmlns:a16="http://schemas.microsoft.com/office/drawing/2014/main" id="{73EC4767-8A34-A33E-F4F7-416054319364}"/>
              </a:ext>
            </a:extLst>
          </p:cNvPr>
          <p:cNvSpPr>
            <a:spLocks noGrp="1"/>
          </p:cNvSpPr>
          <p:nvPr>
            <p:ph type="dt" sz="half" idx="10"/>
          </p:nvPr>
        </p:nvSpPr>
        <p:spPr/>
        <p:txBody>
          <a:bodyPr/>
          <a:lstStyle/>
          <a:p>
            <a:r>
              <a:rPr lang="fr-FR"/>
              <a:t>19/11/2025</a:t>
            </a:r>
            <a:endParaRPr lang="fr-FR" dirty="0"/>
          </a:p>
        </p:txBody>
      </p:sp>
      <p:sp>
        <p:nvSpPr>
          <p:cNvPr id="7" name="Espace réservé du texte 6">
            <a:extLst>
              <a:ext uri="{FF2B5EF4-FFF2-40B4-BE49-F238E27FC236}">
                <a16:creationId xmlns:a16="http://schemas.microsoft.com/office/drawing/2014/main" id="{7EB33235-D10A-BF66-53F0-AD3BFA9EE770}"/>
              </a:ext>
            </a:extLst>
          </p:cNvPr>
          <p:cNvSpPr>
            <a:spLocks noGrp="1"/>
          </p:cNvSpPr>
          <p:nvPr>
            <p:ph type="body" sz="quarter" idx="13"/>
          </p:nvPr>
        </p:nvSpPr>
        <p:spPr/>
        <p:txBody>
          <a:bodyPr/>
          <a:lstStyle/>
          <a:p>
            <a:r>
              <a:rPr lang="fr-FR" dirty="0"/>
              <a:t>Exemple (1/2)</a:t>
            </a:r>
          </a:p>
        </p:txBody>
      </p:sp>
      <p:graphicFrame>
        <p:nvGraphicFramePr>
          <p:cNvPr id="8" name="Tableau 7">
            <a:extLst>
              <a:ext uri="{FF2B5EF4-FFF2-40B4-BE49-F238E27FC236}">
                <a16:creationId xmlns:a16="http://schemas.microsoft.com/office/drawing/2014/main" id="{CFD6DF43-6931-F288-704A-8DC99BE18CC1}"/>
              </a:ext>
            </a:extLst>
          </p:cNvPr>
          <p:cNvGraphicFramePr>
            <a:graphicFrameLocks noGrp="1"/>
          </p:cNvGraphicFramePr>
          <p:nvPr>
            <p:extLst>
              <p:ext uri="{D42A27DB-BD31-4B8C-83A1-F6EECF244321}">
                <p14:modId xmlns:p14="http://schemas.microsoft.com/office/powerpoint/2010/main" val="953162536"/>
              </p:ext>
            </p:extLst>
          </p:nvPr>
        </p:nvGraphicFramePr>
        <p:xfrm>
          <a:off x="535260" y="1607729"/>
          <a:ext cx="11224937" cy="4560000"/>
        </p:xfrm>
        <a:graphic>
          <a:graphicData uri="http://schemas.openxmlformats.org/drawingml/2006/table">
            <a:tbl>
              <a:tblPr/>
              <a:tblGrid>
                <a:gridCol w="4471205">
                  <a:extLst>
                    <a:ext uri="{9D8B030D-6E8A-4147-A177-3AD203B41FA5}">
                      <a16:colId xmlns:a16="http://schemas.microsoft.com/office/drawing/2014/main" val="20000"/>
                    </a:ext>
                  </a:extLst>
                </a:gridCol>
                <a:gridCol w="898276">
                  <a:extLst>
                    <a:ext uri="{9D8B030D-6E8A-4147-A177-3AD203B41FA5}">
                      <a16:colId xmlns:a16="http://schemas.microsoft.com/office/drawing/2014/main" val="20001"/>
                    </a:ext>
                  </a:extLst>
                </a:gridCol>
                <a:gridCol w="944445">
                  <a:extLst>
                    <a:ext uri="{9D8B030D-6E8A-4147-A177-3AD203B41FA5}">
                      <a16:colId xmlns:a16="http://schemas.microsoft.com/office/drawing/2014/main" val="20002"/>
                    </a:ext>
                  </a:extLst>
                </a:gridCol>
                <a:gridCol w="2076147">
                  <a:extLst>
                    <a:ext uri="{9D8B030D-6E8A-4147-A177-3AD203B41FA5}">
                      <a16:colId xmlns:a16="http://schemas.microsoft.com/office/drawing/2014/main" val="20003"/>
                    </a:ext>
                  </a:extLst>
                </a:gridCol>
                <a:gridCol w="979023">
                  <a:extLst>
                    <a:ext uri="{9D8B030D-6E8A-4147-A177-3AD203B41FA5}">
                      <a16:colId xmlns:a16="http://schemas.microsoft.com/office/drawing/2014/main" val="20004"/>
                    </a:ext>
                  </a:extLst>
                </a:gridCol>
                <a:gridCol w="968928">
                  <a:extLst>
                    <a:ext uri="{9D8B030D-6E8A-4147-A177-3AD203B41FA5}">
                      <a16:colId xmlns:a16="http://schemas.microsoft.com/office/drawing/2014/main" val="426742108"/>
                    </a:ext>
                  </a:extLst>
                </a:gridCol>
                <a:gridCol w="886913">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Sensibilisation</a:t>
                      </a:r>
                      <a:r>
                        <a:rPr lang="fr-FR" sz="1200" baseline="0" dirty="0">
                          <a:solidFill>
                            <a:srgbClr val="252525"/>
                          </a:solidFill>
                          <a:latin typeface="+mj-lt"/>
                          <a:ea typeface="Segoe UI" panose="020B0502040204020203" pitchFamily="34" charset="0"/>
                          <a:cs typeface="Segoe UI" panose="020B0502040204020203" pitchFamily="34" charset="0"/>
                        </a:rPr>
                        <a:t> renforcée au hameçonnage par un prestataire spécialisé</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Validation</a:t>
                      </a:r>
                      <a:r>
                        <a:rPr lang="fr-FR" sz="1200" baseline="0" dirty="0">
                          <a:solidFill>
                            <a:srgbClr val="252525"/>
                          </a:solidFill>
                          <a:latin typeface="+mj-lt"/>
                          <a:ea typeface="Segoe UI" panose="020B0502040204020203" pitchFamily="34" charset="0"/>
                          <a:cs typeface="Segoe UI" panose="020B0502040204020203" pitchFamily="34" charset="0"/>
                        </a:rPr>
                        <a:t> de la</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hiérarchie obligatoire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6837253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technique et organisationnel de l’ensemble</a:t>
                      </a:r>
                      <a:r>
                        <a:rPr lang="fr-FR" sz="1200" baseline="0" dirty="0">
                          <a:solidFill>
                            <a:srgbClr val="252525"/>
                          </a:solidFill>
                          <a:latin typeface="+mj-lt"/>
                          <a:ea typeface="Segoe UI" panose="020B0502040204020203" pitchFamily="34" charset="0"/>
                          <a:cs typeface="Segoe UI" panose="020B0502040204020203" pitchFamily="34" charset="0"/>
                        </a:rPr>
                        <a:t> du SI bureautique par un PASSI</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Intégration d’une clause de garantie</a:t>
                      </a:r>
                      <a:r>
                        <a:rPr lang="fr-FR" sz="1200" baseline="0" dirty="0">
                          <a:solidFill>
                            <a:srgbClr val="252525"/>
                          </a:solidFill>
                          <a:latin typeface="+mj-lt"/>
                          <a:ea typeface="Segoe UI" panose="020B0502040204020203" pitchFamily="34" charset="0"/>
                          <a:cs typeface="Segoe UI" panose="020B0502040204020203" pitchFamily="34" charset="0"/>
                        </a:rPr>
                        <a:t> d’un niveau de sécurité satisfaisant dans les contrats avec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juridique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Effectué au fil de l’eau à la renégociatio</a:t>
                      </a:r>
                      <a:r>
                        <a:rPr lang="fr-FR" sz="1200" baseline="0" dirty="0">
                          <a:solidFill>
                            <a:srgbClr val="252525"/>
                          </a:solidFill>
                          <a:latin typeface="+mj-lt"/>
                          <a:ea typeface="Segoe UI" panose="020B0502040204020203" pitchFamily="34" charset="0"/>
                          <a:cs typeface="Segoe UI" panose="020B0502040204020203" pitchFamily="34" charset="0"/>
                        </a:rPr>
                        <a:t>n des contrats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Mise</a:t>
                      </a:r>
                      <a:r>
                        <a:rPr lang="fr-FR" sz="1200" baseline="0" dirty="0">
                          <a:solidFill>
                            <a:srgbClr val="252525"/>
                          </a:solidFill>
                          <a:latin typeface="+mj-lt"/>
                          <a:ea typeface="Segoe UI" panose="020B0502040204020203" pitchFamily="34" charset="0"/>
                          <a:cs typeface="Segoe UI" panose="020B0502040204020203" pitchFamily="34" charset="0"/>
                        </a:rPr>
                        <a:t> en place d’une procédure de signalement de tout incident de sécurité ayant lieu chez un prestataire ou un laboratoire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 / Équipe juridique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organisationnel</a:t>
                      </a:r>
                      <a:r>
                        <a:rPr lang="fr-FR" sz="1200" baseline="0" dirty="0">
                          <a:solidFill>
                            <a:srgbClr val="252525"/>
                          </a:solidFill>
                          <a:latin typeface="+mj-lt"/>
                          <a:ea typeface="Segoe UI" panose="020B0502040204020203" pitchFamily="34" charset="0"/>
                          <a:cs typeface="Segoe UI" panose="020B0502040204020203" pitchFamily="34" charset="0"/>
                        </a:rPr>
                        <a:t> des prestataires et laboratoires clés. Mise en place et suivi des plans d’action consécutifs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Acceptation de la démarche par</a:t>
                      </a:r>
                      <a:r>
                        <a:rPr lang="fr-FR" sz="1200" baseline="0" dirty="0">
                          <a:solidFill>
                            <a:srgbClr val="252525"/>
                          </a:solidFill>
                          <a:latin typeface="+mj-lt"/>
                          <a:ea typeface="Segoe UI" panose="020B0502040204020203" pitchFamily="34" charset="0"/>
                          <a:cs typeface="Segoe UI" panose="020B0502040204020203" pitchFamily="34" charset="0"/>
                        </a:rPr>
                        <a:t>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Limitation des données transmises au laboratoire au juste besoin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 R&amp;D</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Protection</a:t>
                      </a:r>
                      <a:r>
                        <a:rPr lang="fr-FR" sz="1200" baseline="0" dirty="0">
                          <a:solidFill>
                            <a:srgbClr val="252525"/>
                          </a:solidFill>
                          <a:latin typeface="+mj-lt"/>
                          <a:ea typeface="Segoe UI" panose="020B0502040204020203" pitchFamily="34" charset="0"/>
                          <a:cs typeface="Segoe UI" panose="020B0502040204020203" pitchFamily="34" charset="0"/>
                        </a:rPr>
                        <a:t> renforcée des données de R&amp;D sur le SI</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(pistes : chiffrement, cloisonnement)</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Renforcement</a:t>
                      </a:r>
                      <a:r>
                        <a:rPr lang="fr-FR" sz="1200" baseline="0" dirty="0">
                          <a:solidFill>
                            <a:srgbClr val="252525"/>
                          </a:solidFill>
                          <a:latin typeface="+mj-lt"/>
                          <a:ea typeface="Segoe UI" panose="020B0502040204020203" pitchFamily="34" charset="0"/>
                          <a:cs typeface="Segoe UI" panose="020B0502040204020203" pitchFamily="34" charset="0"/>
                        </a:rPr>
                        <a:t> du contrôle d’accès physique au bureau R&amp;D</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sûreté</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Dotation</a:t>
                      </a:r>
                      <a:r>
                        <a:rPr lang="fr-FR" sz="1200" baseline="0" dirty="0">
                          <a:solidFill>
                            <a:srgbClr val="252525"/>
                          </a:solidFill>
                          <a:latin typeface="+mj-lt"/>
                          <a:ea typeface="Segoe UI" panose="020B0502040204020203" pitchFamily="34" charset="0"/>
                          <a:cs typeface="Segoe UI" panose="020B0502040204020203" pitchFamily="34" charset="0"/>
                        </a:rPr>
                        <a:t> de matériels de maintenance administrées par la DSI et qui seront mis à disposition du prestataire sur site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pic>
        <p:nvPicPr>
          <p:cNvPr id="9" name="Image 8">
            <a:extLst>
              <a:ext uri="{FF2B5EF4-FFF2-40B4-BE49-F238E27FC236}">
                <a16:creationId xmlns:a16="http://schemas.microsoft.com/office/drawing/2014/main" id="{B1688645-1642-927F-E027-4EBD6EF6ACF6}"/>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75970280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19929-C759-F22A-7EB8-A20516C93C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BFCAA34-9504-0F0C-D377-CA5FDDB74BEE}"/>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0D54A309-2A5F-971B-2D40-13BC52145DF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0AF0BED-68A1-FF4C-D566-7D443D6F4D4B}"/>
              </a:ext>
            </a:extLst>
          </p:cNvPr>
          <p:cNvSpPr>
            <a:spLocks noGrp="1"/>
          </p:cNvSpPr>
          <p:nvPr>
            <p:ph type="sldNum" sz="quarter" idx="12"/>
          </p:nvPr>
        </p:nvSpPr>
        <p:spPr/>
        <p:txBody>
          <a:bodyPr/>
          <a:lstStyle/>
          <a:p>
            <a:fld id="{294A09A9-5501-47C1-A89A-A340965A2BE2}" type="slidenum">
              <a:rPr lang="fr-FR" smtClean="0"/>
              <a:pPr/>
              <a:t>123</a:t>
            </a:fld>
            <a:endParaRPr lang="fr-FR"/>
          </a:p>
        </p:txBody>
      </p:sp>
      <p:sp>
        <p:nvSpPr>
          <p:cNvPr id="6" name="Espace réservé de la date 5">
            <a:extLst>
              <a:ext uri="{FF2B5EF4-FFF2-40B4-BE49-F238E27FC236}">
                <a16:creationId xmlns:a16="http://schemas.microsoft.com/office/drawing/2014/main" id="{611E321C-1C5C-0EFD-9D47-3E1DFE9E9E25}"/>
              </a:ext>
            </a:extLst>
          </p:cNvPr>
          <p:cNvSpPr>
            <a:spLocks noGrp="1"/>
          </p:cNvSpPr>
          <p:nvPr>
            <p:ph type="dt" sz="half" idx="10"/>
          </p:nvPr>
        </p:nvSpPr>
        <p:spPr/>
        <p:txBody>
          <a:bodyPr/>
          <a:lstStyle/>
          <a:p>
            <a:r>
              <a:rPr lang="fr-FR"/>
              <a:t>19/11/2025</a:t>
            </a:r>
            <a:endParaRPr lang="fr-FR" dirty="0"/>
          </a:p>
        </p:txBody>
      </p:sp>
      <p:sp>
        <p:nvSpPr>
          <p:cNvPr id="7" name="Espace réservé du texte 6">
            <a:extLst>
              <a:ext uri="{FF2B5EF4-FFF2-40B4-BE49-F238E27FC236}">
                <a16:creationId xmlns:a16="http://schemas.microsoft.com/office/drawing/2014/main" id="{BCD3602C-93F3-D168-859E-AE8EF15FA37D}"/>
              </a:ext>
            </a:extLst>
          </p:cNvPr>
          <p:cNvSpPr>
            <a:spLocks noGrp="1"/>
          </p:cNvSpPr>
          <p:nvPr>
            <p:ph type="body" sz="quarter" idx="13"/>
          </p:nvPr>
        </p:nvSpPr>
        <p:spPr/>
        <p:txBody>
          <a:bodyPr/>
          <a:lstStyle/>
          <a:p>
            <a:r>
              <a:rPr lang="fr-FR" dirty="0"/>
              <a:t>Exemple (2/2)</a:t>
            </a:r>
          </a:p>
        </p:txBody>
      </p:sp>
      <p:pic>
        <p:nvPicPr>
          <p:cNvPr id="9" name="Image 8">
            <a:extLst>
              <a:ext uri="{FF2B5EF4-FFF2-40B4-BE49-F238E27FC236}">
                <a16:creationId xmlns:a16="http://schemas.microsoft.com/office/drawing/2014/main" id="{CC0F1D4F-E489-9794-0237-F5730B4B02A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3" name="Tableau 2">
            <a:extLst>
              <a:ext uri="{FF2B5EF4-FFF2-40B4-BE49-F238E27FC236}">
                <a16:creationId xmlns:a16="http://schemas.microsoft.com/office/drawing/2014/main" id="{99A1B2D1-15AC-1DFE-B40A-64D77F795A9A}"/>
              </a:ext>
            </a:extLst>
          </p:cNvPr>
          <p:cNvGraphicFramePr>
            <a:graphicFrameLocks noGrp="1"/>
          </p:cNvGraphicFramePr>
          <p:nvPr>
            <p:extLst>
              <p:ext uri="{D42A27DB-BD31-4B8C-83A1-F6EECF244321}">
                <p14:modId xmlns:p14="http://schemas.microsoft.com/office/powerpoint/2010/main" val="2997439912"/>
              </p:ext>
            </p:extLst>
          </p:nvPr>
        </p:nvGraphicFramePr>
        <p:xfrm>
          <a:off x="527051" y="1529072"/>
          <a:ext cx="11239995" cy="4798560"/>
        </p:xfrm>
        <a:graphic>
          <a:graphicData uri="http://schemas.openxmlformats.org/drawingml/2006/table">
            <a:tbl>
              <a:tblPr/>
              <a:tblGrid>
                <a:gridCol w="4474497">
                  <a:extLst>
                    <a:ext uri="{9D8B030D-6E8A-4147-A177-3AD203B41FA5}">
                      <a16:colId xmlns:a16="http://schemas.microsoft.com/office/drawing/2014/main" val="20000"/>
                    </a:ext>
                  </a:extLst>
                </a:gridCol>
                <a:gridCol w="898937">
                  <a:extLst>
                    <a:ext uri="{9D8B030D-6E8A-4147-A177-3AD203B41FA5}">
                      <a16:colId xmlns:a16="http://schemas.microsoft.com/office/drawing/2014/main" val="20001"/>
                    </a:ext>
                  </a:extLst>
                </a:gridCol>
                <a:gridCol w="951933">
                  <a:extLst>
                    <a:ext uri="{9D8B030D-6E8A-4147-A177-3AD203B41FA5}">
                      <a16:colId xmlns:a16="http://schemas.microsoft.com/office/drawing/2014/main" val="20002"/>
                    </a:ext>
                  </a:extLst>
                </a:gridCol>
                <a:gridCol w="2077676">
                  <a:extLst>
                    <a:ext uri="{9D8B030D-6E8A-4147-A177-3AD203B41FA5}">
                      <a16:colId xmlns:a16="http://schemas.microsoft.com/office/drawing/2014/main" val="20003"/>
                    </a:ext>
                  </a:extLst>
                </a:gridCol>
                <a:gridCol w="979744">
                  <a:extLst>
                    <a:ext uri="{9D8B030D-6E8A-4147-A177-3AD203B41FA5}">
                      <a16:colId xmlns:a16="http://schemas.microsoft.com/office/drawing/2014/main" val="20004"/>
                    </a:ext>
                  </a:extLst>
                </a:gridCol>
                <a:gridCol w="969641">
                  <a:extLst>
                    <a:ext uri="{9D8B030D-6E8A-4147-A177-3AD203B41FA5}">
                      <a16:colId xmlns:a16="http://schemas.microsoft.com/office/drawing/2014/main" val="426742108"/>
                    </a:ext>
                  </a:extLst>
                </a:gridCol>
                <a:gridCol w="887567">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baseline="0" dirty="0">
                          <a:solidFill>
                            <a:srgbClr val="252525"/>
                          </a:solidFill>
                          <a:latin typeface="+mj-lt"/>
                          <a:ea typeface="Segoe UI" panose="020B0502040204020203" pitchFamily="34" charset="0"/>
                          <a:cs typeface="Segoe UI" panose="020B0502040204020203" pitchFamily="34" charset="0"/>
                        </a:rPr>
                        <a:t>Sensibilisation Surveillance renforcée des flux entrants et sortants (sonde IDS). Analyse des journaux d’évènements à l’aide d’un outil</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kern="1200" dirty="0">
                          <a:solidFill>
                            <a:srgbClr val="252525"/>
                          </a:solidFill>
                          <a:latin typeface="+mj-lt"/>
                          <a:ea typeface="Segoe UI" panose="020B0502040204020203" pitchFamily="34" charset="0"/>
                          <a:cs typeface="Segoe UI" panose="020B0502040204020203" pitchFamily="34" charset="0"/>
                        </a:rPr>
                        <a:t>Achat d’un outil, budget</a:t>
                      </a:r>
                      <a:br>
                        <a:rPr lang="fr-FR" sz="1200" kern="1200" dirty="0">
                          <a:solidFill>
                            <a:srgbClr val="252525"/>
                          </a:solidFill>
                          <a:latin typeface="+mj-lt"/>
                          <a:ea typeface="Segoe UI" panose="020B0502040204020203" pitchFamily="34" charset="0"/>
                          <a:cs typeface="Segoe UI" panose="020B0502040204020203" pitchFamily="34" charset="0"/>
                        </a:rPr>
                      </a:br>
                      <a:r>
                        <a:rPr lang="fr-FR" sz="1200" kern="1200" dirty="0">
                          <a:solidFill>
                            <a:srgbClr val="252525"/>
                          </a:solidFill>
                          <a:latin typeface="+mj-lt"/>
                          <a:ea typeface="Segoe UI" panose="020B0502040204020203" pitchFamily="34" charset="0"/>
                          <a:cs typeface="Segoe UI" panose="020B0502040204020203" pitchFamily="34" charset="0"/>
                        </a:rPr>
                        <a:t>à provisionner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9 mois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6837253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609600">
                <a:tc>
                  <a:txBody>
                    <a:bodyPr/>
                    <a:lstStyle/>
                    <a:p>
                      <a:pPr algn="l"/>
                      <a:r>
                        <a:rPr lang="fr-FR" sz="1200" kern="1200" baseline="0" dirty="0">
                          <a:solidFill>
                            <a:srgbClr val="252525"/>
                          </a:solidFill>
                          <a:latin typeface="+mj-lt"/>
                          <a:ea typeface="Segoe UI" panose="020B0502040204020203" pitchFamily="34" charset="0"/>
                          <a:cs typeface="Segoe UI" panose="020B0502040204020203" pitchFamily="34" charset="0"/>
                        </a:rPr>
                        <a:t>Renforcement du plan de continuité d’activité</a:t>
                      </a:r>
                    </a:p>
                  </a:txBody>
                  <a:tcPr marL="144000" marR="96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R4, R5</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Équipe continuité</a:t>
                      </a:r>
                    </a:p>
                    <a:p>
                      <a:pPr algn="ctr"/>
                      <a:r>
                        <a:rPr lang="fr-FR" sz="1200" kern="1200" baseline="0" dirty="0">
                          <a:solidFill>
                            <a:srgbClr val="252525"/>
                          </a:solidFill>
                          <a:latin typeface="+mj-lt"/>
                          <a:ea typeface="Segoe UI" panose="020B0502040204020203" pitchFamily="34" charset="0"/>
                          <a:cs typeface="Segoe UI" panose="020B0502040204020203" pitchFamily="34" charset="0"/>
                        </a:rPr>
                        <a:t>d’activité</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spTree>
    <p:extLst>
      <p:ext uri="{BB962C8B-B14F-4D97-AF65-F5344CB8AC3E}">
        <p14:creationId xmlns:p14="http://schemas.microsoft.com/office/powerpoint/2010/main" val="168809198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8260-E747-B4B6-8FE9-57CBBFF9D30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8348256-5F48-E9B5-8815-F36AB817B761}"/>
              </a:ext>
            </a:extLst>
          </p:cNvPr>
          <p:cNvSpPr>
            <a:spLocks noGrp="1"/>
          </p:cNvSpPr>
          <p:nvPr>
            <p:ph type="title"/>
          </p:nvPr>
        </p:nvSpPr>
        <p:spPr/>
        <p:txBody>
          <a:bodyPr>
            <a:normAutofit fontScale="90000"/>
          </a:bodyPr>
          <a:lstStyle/>
          <a:p>
            <a:r>
              <a:rPr lang="fr-FR" dirty="0"/>
              <a:t>Outil 14 – Gérer les risques résiduels</a:t>
            </a:r>
          </a:p>
        </p:txBody>
      </p:sp>
      <p:sp>
        <p:nvSpPr>
          <p:cNvPr id="3" name="Espace réservé du contenu 2">
            <a:extLst>
              <a:ext uri="{FF2B5EF4-FFF2-40B4-BE49-F238E27FC236}">
                <a16:creationId xmlns:a16="http://schemas.microsoft.com/office/drawing/2014/main" id="{029E43DA-65DC-F0C2-E9C3-CF27E9F0D137}"/>
              </a:ext>
            </a:extLst>
          </p:cNvPr>
          <p:cNvSpPr>
            <a:spLocks noGrp="1"/>
          </p:cNvSpPr>
          <p:nvPr>
            <p:ph idx="1"/>
          </p:nvPr>
        </p:nvSpPr>
        <p:spPr/>
        <p:txBody>
          <a:bodyPr>
            <a:normAutofit lnSpcReduction="10000"/>
          </a:bodyPr>
          <a:lstStyle/>
          <a:p>
            <a:pPr marL="0" indent="0">
              <a:buNone/>
            </a:pPr>
            <a:r>
              <a:rPr lang="fr-FR" dirty="0"/>
              <a:t>La logique est la suivante :</a:t>
            </a:r>
          </a:p>
          <a:p>
            <a:pPr marL="514350" indent="-514350">
              <a:buFont typeface="+mj-lt"/>
              <a:buAutoNum type="arabicPeriod"/>
            </a:pPr>
            <a:r>
              <a:rPr lang="fr-FR" b="1" dirty="0" err="1"/>
              <a:t>Ré-estimer</a:t>
            </a:r>
            <a:r>
              <a:rPr lang="fr-FR" b="1" dirty="0"/>
              <a:t> les gravités et vraisemblances</a:t>
            </a:r>
            <a:r>
              <a:rPr lang="fr-FR" dirty="0"/>
              <a:t>, compte tenu des nouvelles mesures déterminées</a:t>
            </a:r>
          </a:p>
          <a:p>
            <a:pPr lvl="1"/>
            <a:r>
              <a:rPr lang="fr-FR" dirty="0"/>
              <a:t>La plupart des mesures peuvent diminuer la vraisemblance (sensibilisation, authentification forte, chiffrement, sauvegardes, etc.)</a:t>
            </a:r>
          </a:p>
          <a:p>
            <a:pPr lvl="1"/>
            <a:r>
              <a:rPr lang="fr-FR" dirty="0"/>
              <a:t>Certaines mesures peuvent également diminuer la gravité (minimisation des données, recours à une assurance, plan de communication, etc.)</a:t>
            </a:r>
          </a:p>
          <a:p>
            <a:pPr lvl="1"/>
            <a:r>
              <a:rPr lang="fr-FR" dirty="0"/>
              <a:t>Mais l’application de mesures ne modifie pas forcément gravité ou vraisemblance (voir les niveaux définis dans les échelles)</a:t>
            </a:r>
          </a:p>
          <a:p>
            <a:pPr marL="514350" indent="-514350">
              <a:buFont typeface="+mj-lt"/>
              <a:buAutoNum type="arabicPeriod"/>
            </a:pPr>
            <a:r>
              <a:rPr lang="fr-FR" b="1" dirty="0"/>
              <a:t>Faire décider de leur acceptation</a:t>
            </a:r>
            <a:r>
              <a:rPr lang="fr-FR" dirty="0"/>
              <a:t> : notion d’homologation de sécurité (dans le cadre de systèmes)</a:t>
            </a:r>
          </a:p>
        </p:txBody>
      </p:sp>
      <p:sp>
        <p:nvSpPr>
          <p:cNvPr id="5" name="Espace réservé du pied de page 4">
            <a:extLst>
              <a:ext uri="{FF2B5EF4-FFF2-40B4-BE49-F238E27FC236}">
                <a16:creationId xmlns:a16="http://schemas.microsoft.com/office/drawing/2014/main" id="{FFD0B2CB-0B83-776C-31E8-CEDAAFD8CCFC}"/>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9FF0AEB-43E1-490D-1455-6A045415D4BE}"/>
              </a:ext>
            </a:extLst>
          </p:cNvPr>
          <p:cNvSpPr>
            <a:spLocks noGrp="1"/>
          </p:cNvSpPr>
          <p:nvPr>
            <p:ph type="sldNum" sz="quarter" idx="12"/>
          </p:nvPr>
        </p:nvSpPr>
        <p:spPr/>
        <p:txBody>
          <a:bodyPr/>
          <a:lstStyle/>
          <a:p>
            <a:pPr rtl="0"/>
            <a:fld id="{294A09A9-5501-47C1-A89A-A340965A2BE2}" type="slidenum">
              <a:rPr lang="fr-FR" noProof="0" smtClean="0"/>
              <a:t>124</a:t>
            </a:fld>
            <a:endParaRPr lang="fr-FR" noProof="0"/>
          </a:p>
        </p:txBody>
      </p:sp>
      <p:sp>
        <p:nvSpPr>
          <p:cNvPr id="4" name="Espace réservé de la date 3">
            <a:extLst>
              <a:ext uri="{FF2B5EF4-FFF2-40B4-BE49-F238E27FC236}">
                <a16:creationId xmlns:a16="http://schemas.microsoft.com/office/drawing/2014/main" id="{55171DB8-4A49-2A6C-460D-F4DBEEFB6ACD}"/>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461C1FE0-8084-2C2C-DA04-E8F66719DCFE}"/>
              </a:ext>
            </a:extLst>
          </p:cNvPr>
          <p:cNvSpPr>
            <a:spLocks noGrp="1"/>
          </p:cNvSpPr>
          <p:nvPr>
            <p:ph type="body" sz="quarter" idx="13"/>
          </p:nvPr>
        </p:nvSpPr>
        <p:spPr/>
        <p:txBody>
          <a:bodyPr>
            <a:normAutofit/>
          </a:bodyPr>
          <a:lstStyle/>
          <a:p>
            <a:r>
              <a:rPr lang="fr-FR" dirty="0"/>
              <a:t>Que faire des risques qui subsistent après application des mesures ?</a:t>
            </a:r>
          </a:p>
        </p:txBody>
      </p:sp>
      <p:sp>
        <p:nvSpPr>
          <p:cNvPr id="8" name="ZoneTexte 7">
            <a:extLst>
              <a:ext uri="{FF2B5EF4-FFF2-40B4-BE49-F238E27FC236}">
                <a16:creationId xmlns:a16="http://schemas.microsoft.com/office/drawing/2014/main" id="{70A6A932-B1F5-BC99-3957-4498B871487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5816195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C19BA2C1-3776-7423-24E8-657C8B68F625}"/>
              </a:ext>
            </a:extLst>
          </p:cNvPr>
          <p:cNvSpPr>
            <a:spLocks noGrp="1"/>
          </p:cNvSpPr>
          <p:nvPr>
            <p:ph type="title"/>
          </p:nvPr>
        </p:nvSpPr>
        <p:spPr/>
        <p:txBody>
          <a:bodyPr>
            <a:normAutofit fontScale="90000"/>
          </a:bodyPr>
          <a:lstStyle/>
          <a:p>
            <a:r>
              <a:rPr lang="fr-FR" dirty="0"/>
              <a:t>Évaluer les risques résiduels</a:t>
            </a:r>
          </a:p>
        </p:txBody>
      </p:sp>
      <p:sp>
        <p:nvSpPr>
          <p:cNvPr id="6" name="Espace réservé de la date 5">
            <a:extLst>
              <a:ext uri="{FF2B5EF4-FFF2-40B4-BE49-F238E27FC236}">
                <a16:creationId xmlns:a16="http://schemas.microsoft.com/office/drawing/2014/main" id="{5CDFF081-923F-76DF-35F2-6C709BCB369D}"/>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0F880CC0-A74B-B0B5-6C60-037177EE71D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12A4C60-5924-C3C5-A2D5-B28C7BE1A1E7}"/>
              </a:ext>
            </a:extLst>
          </p:cNvPr>
          <p:cNvSpPr>
            <a:spLocks noGrp="1"/>
          </p:cNvSpPr>
          <p:nvPr>
            <p:ph type="sldNum" sz="quarter" idx="12"/>
          </p:nvPr>
        </p:nvSpPr>
        <p:spPr/>
        <p:txBody>
          <a:bodyPr/>
          <a:lstStyle/>
          <a:p>
            <a:fld id="{294A09A9-5501-47C1-A89A-A340965A2BE2}" type="slidenum">
              <a:rPr lang="fr-FR" smtClean="0"/>
              <a:pPr/>
              <a:t>125</a:t>
            </a:fld>
            <a:endParaRPr lang="fr-FR"/>
          </a:p>
        </p:txBody>
      </p:sp>
      <p:sp>
        <p:nvSpPr>
          <p:cNvPr id="9" name="Espace réservé du texte 8">
            <a:extLst>
              <a:ext uri="{FF2B5EF4-FFF2-40B4-BE49-F238E27FC236}">
                <a16:creationId xmlns:a16="http://schemas.microsoft.com/office/drawing/2014/main" id="{9A4C1A39-56C2-570D-2D1F-9AC98C1C20B3}"/>
              </a:ext>
            </a:extLst>
          </p:cNvPr>
          <p:cNvSpPr>
            <a:spLocks noGrp="1"/>
          </p:cNvSpPr>
          <p:nvPr>
            <p:ph type="body" sz="quarter" idx="13"/>
          </p:nvPr>
        </p:nvSpPr>
        <p:spPr/>
        <p:txBody>
          <a:bodyPr>
            <a:normAutofit/>
          </a:bodyPr>
          <a:lstStyle/>
          <a:p>
            <a:r>
              <a:rPr lang="fr-FR" dirty="0"/>
              <a:t>Comment la cartographie des risques va-t-elle évoluer ?</a:t>
            </a:r>
          </a:p>
        </p:txBody>
      </p:sp>
      <p:graphicFrame>
        <p:nvGraphicFramePr>
          <p:cNvPr id="10" name="Tableau 9">
            <a:extLst>
              <a:ext uri="{FF2B5EF4-FFF2-40B4-BE49-F238E27FC236}">
                <a16:creationId xmlns:a16="http://schemas.microsoft.com/office/drawing/2014/main" id="{0E6A7F67-7155-4069-A908-A439E3F60363}"/>
              </a:ext>
            </a:extLst>
          </p:cNvPr>
          <p:cNvGraphicFramePr>
            <a:graphicFrameLocks noGrp="1"/>
          </p:cNvGraphicFramePr>
          <p:nvPr>
            <p:extLst>
              <p:ext uri="{D42A27DB-BD31-4B8C-83A1-F6EECF244321}">
                <p14:modId xmlns:p14="http://schemas.microsoft.com/office/powerpoint/2010/main" val="390087472"/>
              </p:ext>
            </p:extLst>
          </p:nvPr>
        </p:nvGraphicFramePr>
        <p:xfrm>
          <a:off x="12505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1" name="Connecteur droit avec flèche 10">
            <a:extLst>
              <a:ext uri="{FF2B5EF4-FFF2-40B4-BE49-F238E27FC236}">
                <a16:creationId xmlns:a16="http://schemas.microsoft.com/office/drawing/2014/main" id="{8D492B54-063C-EABD-F4AB-4EA5AC1C58B8}"/>
              </a:ext>
            </a:extLst>
          </p:cNvPr>
          <p:cNvCxnSpPr>
            <a:cxnSpLocks/>
          </p:cNvCxnSpPr>
          <p:nvPr/>
        </p:nvCxnSpPr>
        <p:spPr>
          <a:xfrm>
            <a:off x="16266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2" name="Connecteur droit avec flèche 11">
            <a:extLst>
              <a:ext uri="{FF2B5EF4-FFF2-40B4-BE49-F238E27FC236}">
                <a16:creationId xmlns:a16="http://schemas.microsoft.com/office/drawing/2014/main" id="{B4EA25F4-19BE-F311-BBBD-75A504A3FE15}"/>
              </a:ext>
            </a:extLst>
          </p:cNvPr>
          <p:cNvCxnSpPr>
            <a:cxnSpLocks/>
          </p:cNvCxnSpPr>
          <p:nvPr/>
        </p:nvCxnSpPr>
        <p:spPr>
          <a:xfrm flipV="1">
            <a:off x="16266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Espace réservé du contenu 2">
            <a:extLst>
              <a:ext uri="{FF2B5EF4-FFF2-40B4-BE49-F238E27FC236}">
                <a16:creationId xmlns:a16="http://schemas.microsoft.com/office/drawing/2014/main" id="{A07F29D3-E80C-F8E3-8801-6942BBDDC2CC}"/>
              </a:ext>
            </a:extLst>
          </p:cNvPr>
          <p:cNvSpPr txBox="1">
            <a:spLocks/>
          </p:cNvSpPr>
          <p:nvPr/>
        </p:nvSpPr>
        <p:spPr>
          <a:xfrm>
            <a:off x="6392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4" name="Espace réservé du contenu 2">
            <a:extLst>
              <a:ext uri="{FF2B5EF4-FFF2-40B4-BE49-F238E27FC236}">
                <a16:creationId xmlns:a16="http://schemas.microsoft.com/office/drawing/2014/main" id="{DF2F93C3-802E-A048-A4BF-B699ED870F94}"/>
              </a:ext>
            </a:extLst>
          </p:cNvPr>
          <p:cNvSpPr txBox="1">
            <a:spLocks/>
          </p:cNvSpPr>
          <p:nvPr/>
        </p:nvSpPr>
        <p:spPr>
          <a:xfrm>
            <a:off x="36136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15" name="Tableau 14">
            <a:extLst>
              <a:ext uri="{FF2B5EF4-FFF2-40B4-BE49-F238E27FC236}">
                <a16:creationId xmlns:a16="http://schemas.microsoft.com/office/drawing/2014/main" id="{A01D469C-FBF5-F9F3-30A0-352466BD09C9}"/>
              </a:ext>
            </a:extLst>
          </p:cNvPr>
          <p:cNvGraphicFramePr>
            <a:graphicFrameLocks noGrp="1"/>
          </p:cNvGraphicFramePr>
          <p:nvPr>
            <p:extLst>
              <p:ext uri="{D42A27DB-BD31-4B8C-83A1-F6EECF244321}">
                <p14:modId xmlns:p14="http://schemas.microsoft.com/office/powerpoint/2010/main" val="2446988782"/>
              </p:ext>
            </p:extLst>
          </p:nvPr>
        </p:nvGraphicFramePr>
        <p:xfrm>
          <a:off x="6374860"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5ED850C2-F9AB-D757-052C-19B7F217519B}"/>
              </a:ext>
            </a:extLst>
          </p:cNvPr>
          <p:cNvCxnSpPr>
            <a:cxnSpLocks/>
          </p:cNvCxnSpPr>
          <p:nvPr/>
        </p:nvCxnSpPr>
        <p:spPr>
          <a:xfrm>
            <a:off x="6750924"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2CD5C67D-A21C-6FCE-C406-261EAD8EFB5F}"/>
              </a:ext>
            </a:extLst>
          </p:cNvPr>
          <p:cNvCxnSpPr>
            <a:cxnSpLocks/>
          </p:cNvCxnSpPr>
          <p:nvPr/>
        </p:nvCxnSpPr>
        <p:spPr>
          <a:xfrm flipV="1">
            <a:off x="6750924"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8F7247CE-48BE-278D-600E-3F4409B40899}"/>
              </a:ext>
            </a:extLst>
          </p:cNvPr>
          <p:cNvSpPr txBox="1">
            <a:spLocks/>
          </p:cNvSpPr>
          <p:nvPr/>
        </p:nvSpPr>
        <p:spPr>
          <a:xfrm>
            <a:off x="5763554"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3A4B6867-F0F5-942B-60A6-7F84E8D799D9}"/>
              </a:ext>
            </a:extLst>
          </p:cNvPr>
          <p:cNvSpPr txBox="1">
            <a:spLocks/>
          </p:cNvSpPr>
          <p:nvPr/>
        </p:nvSpPr>
        <p:spPr>
          <a:xfrm>
            <a:off x="8737974"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0" name="Forme libre 15">
            <a:extLst>
              <a:ext uri="{FF2B5EF4-FFF2-40B4-BE49-F238E27FC236}">
                <a16:creationId xmlns:a16="http://schemas.microsoft.com/office/drawing/2014/main" id="{63AF32E5-9C98-6920-76C5-0D98D59D943A}"/>
              </a:ext>
            </a:extLst>
          </p:cNvPr>
          <p:cNvSpPr/>
          <p:nvPr/>
        </p:nvSpPr>
        <p:spPr>
          <a:xfrm>
            <a:off x="5519720" y="3562023"/>
            <a:ext cx="553937" cy="1235675"/>
          </a:xfrm>
          <a:custGeom>
            <a:avLst/>
            <a:gdLst>
              <a:gd name="connsiteX0" fmla="*/ 0 w 547352"/>
              <a:gd name="connsiteY0" fmla="*/ 0 h 1964028"/>
              <a:gd name="connsiteX1" fmla="*/ 547352 w 547352"/>
              <a:gd name="connsiteY1" fmla="*/ 998112 h 1964028"/>
              <a:gd name="connsiteX2" fmla="*/ 6440 w 547352"/>
              <a:gd name="connsiteY2" fmla="*/ 1964028 h 1964028"/>
            </a:gdLst>
            <a:ahLst/>
            <a:cxnLst>
              <a:cxn ang="0">
                <a:pos x="connsiteX0" y="connsiteY0"/>
              </a:cxn>
              <a:cxn ang="0">
                <a:pos x="connsiteX1" y="connsiteY1"/>
              </a:cxn>
              <a:cxn ang="0">
                <a:pos x="connsiteX2" y="connsiteY2"/>
              </a:cxn>
            </a:cxnLst>
            <a:rect l="l" t="t" r="r" b="b"/>
            <a:pathLst>
              <a:path w="547352" h="1964028">
                <a:moveTo>
                  <a:pt x="0" y="0"/>
                </a:moveTo>
                <a:lnTo>
                  <a:pt x="547352" y="998112"/>
                </a:lnTo>
                <a:lnTo>
                  <a:pt x="6440" y="1964028"/>
                </a:lnTo>
              </a:path>
            </a:pathLst>
          </a:custGeom>
          <a:noFill/>
          <a:ln w="381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ZoneTexte 20">
            <a:extLst>
              <a:ext uri="{FF2B5EF4-FFF2-40B4-BE49-F238E27FC236}">
                <a16:creationId xmlns:a16="http://schemas.microsoft.com/office/drawing/2014/main" id="{5F2E9A68-0653-F896-B1A2-865C1CB36F7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pic>
        <p:nvPicPr>
          <p:cNvPr id="2" name="Image 1">
            <a:extLst>
              <a:ext uri="{FF2B5EF4-FFF2-40B4-BE49-F238E27FC236}">
                <a16:creationId xmlns:a16="http://schemas.microsoft.com/office/drawing/2014/main" id="{F77A7BDE-CAB3-0F90-93AF-0AB8C27C4497}"/>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9801727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38EB-655C-3E7A-A266-E7C66884BE6C}"/>
            </a:ext>
          </a:extLst>
        </p:cNvPr>
        <p:cNvGrpSpPr/>
        <p:nvPr/>
      </p:nvGrpSpPr>
      <p:grpSpPr>
        <a:xfrm>
          <a:off x="0" y="0"/>
          <a:ext cx="0" cy="0"/>
          <a:chOff x="0" y="0"/>
          <a:chExt cx="0" cy="0"/>
        </a:xfrm>
      </p:grpSpPr>
      <p:pic>
        <p:nvPicPr>
          <p:cNvPr id="3" name="Image 2">
            <a:extLst>
              <a:ext uri="{FF2B5EF4-FFF2-40B4-BE49-F238E27FC236}">
                <a16:creationId xmlns:a16="http://schemas.microsoft.com/office/drawing/2014/main" id="{2CB3665F-FF0D-6F6B-F7CE-3D094B3F96DD}"/>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Titre 7">
            <a:extLst>
              <a:ext uri="{FF2B5EF4-FFF2-40B4-BE49-F238E27FC236}">
                <a16:creationId xmlns:a16="http://schemas.microsoft.com/office/drawing/2014/main" id="{2DB47356-28CC-F449-A432-6C7DF9846E44}"/>
              </a:ext>
            </a:extLst>
          </p:cNvPr>
          <p:cNvSpPr>
            <a:spLocks noGrp="1"/>
          </p:cNvSpPr>
          <p:nvPr>
            <p:ph type="title"/>
          </p:nvPr>
        </p:nvSpPr>
        <p:spPr/>
        <p:txBody>
          <a:bodyPr>
            <a:normAutofit fontScale="90000"/>
          </a:bodyPr>
          <a:lstStyle/>
          <a:p>
            <a:r>
              <a:rPr lang="fr-FR" dirty="0"/>
              <a:t>Accepter les risques résiduels (cf. homologation)</a:t>
            </a:r>
          </a:p>
        </p:txBody>
      </p:sp>
      <p:sp>
        <p:nvSpPr>
          <p:cNvPr id="6" name="Espace réservé de la date 5">
            <a:extLst>
              <a:ext uri="{FF2B5EF4-FFF2-40B4-BE49-F238E27FC236}">
                <a16:creationId xmlns:a16="http://schemas.microsoft.com/office/drawing/2014/main" id="{0219FDE1-39A5-3955-392A-688788E83A9D}"/>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219D0502-313E-C347-E8D2-364B067AC95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4E69692-E34C-51AE-9C4B-57A31CCD3C8F}"/>
              </a:ext>
            </a:extLst>
          </p:cNvPr>
          <p:cNvSpPr>
            <a:spLocks noGrp="1"/>
          </p:cNvSpPr>
          <p:nvPr>
            <p:ph type="sldNum" sz="quarter" idx="12"/>
          </p:nvPr>
        </p:nvSpPr>
        <p:spPr/>
        <p:txBody>
          <a:bodyPr/>
          <a:lstStyle/>
          <a:p>
            <a:fld id="{294A09A9-5501-47C1-A89A-A340965A2BE2}" type="slidenum">
              <a:rPr lang="fr-FR" smtClean="0"/>
              <a:pPr/>
              <a:t>126</a:t>
            </a:fld>
            <a:endParaRPr lang="fr-FR"/>
          </a:p>
        </p:txBody>
      </p:sp>
      <p:sp>
        <p:nvSpPr>
          <p:cNvPr id="9" name="Espace réservé du texte 8">
            <a:extLst>
              <a:ext uri="{FF2B5EF4-FFF2-40B4-BE49-F238E27FC236}">
                <a16:creationId xmlns:a16="http://schemas.microsoft.com/office/drawing/2014/main" id="{E40590CC-F7FD-045C-2C42-BD5CD32791F8}"/>
              </a:ext>
            </a:extLst>
          </p:cNvPr>
          <p:cNvSpPr>
            <a:spLocks noGrp="1"/>
          </p:cNvSpPr>
          <p:nvPr>
            <p:ph type="body" sz="quarter" idx="13"/>
          </p:nvPr>
        </p:nvSpPr>
        <p:spPr/>
        <p:txBody>
          <a:bodyPr>
            <a:normAutofit/>
          </a:bodyPr>
          <a:lstStyle/>
          <a:p>
            <a:r>
              <a:rPr lang="fr-FR" dirty="0"/>
              <a:t>Une décision éclairée, une prise de responsabilité</a:t>
            </a:r>
          </a:p>
        </p:txBody>
      </p:sp>
      <p:graphicFrame>
        <p:nvGraphicFramePr>
          <p:cNvPr id="15" name="Tableau 14">
            <a:extLst>
              <a:ext uri="{FF2B5EF4-FFF2-40B4-BE49-F238E27FC236}">
                <a16:creationId xmlns:a16="http://schemas.microsoft.com/office/drawing/2014/main" id="{11EECEB1-485F-DCB7-7CB7-7616F549D700}"/>
              </a:ext>
            </a:extLst>
          </p:cNvPr>
          <p:cNvGraphicFramePr>
            <a:graphicFrameLocks noGrp="1"/>
          </p:cNvGraphicFramePr>
          <p:nvPr>
            <p:extLst>
              <p:ext uri="{D42A27DB-BD31-4B8C-83A1-F6EECF244321}">
                <p14:modId xmlns:p14="http://schemas.microsoft.com/office/powerpoint/2010/main" val="1036746035"/>
              </p:ext>
            </p:extLst>
          </p:nvPr>
        </p:nvGraphicFramePr>
        <p:xfrm>
          <a:off x="1307560" y="1745857"/>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6DF70769-8271-4203-22FF-55CEF5477A1D}"/>
              </a:ext>
            </a:extLst>
          </p:cNvPr>
          <p:cNvCxnSpPr>
            <a:cxnSpLocks/>
          </p:cNvCxnSpPr>
          <p:nvPr/>
        </p:nvCxnSpPr>
        <p:spPr>
          <a:xfrm>
            <a:off x="1683624" y="5340124"/>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50751644-548A-5891-F5E1-D1B4A3CF68E3}"/>
              </a:ext>
            </a:extLst>
          </p:cNvPr>
          <p:cNvCxnSpPr>
            <a:cxnSpLocks/>
          </p:cNvCxnSpPr>
          <p:nvPr/>
        </p:nvCxnSpPr>
        <p:spPr>
          <a:xfrm flipV="1">
            <a:off x="1683624" y="1745857"/>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1AF3BD17-9DBF-44BB-3D88-D3A679FC99A0}"/>
              </a:ext>
            </a:extLst>
          </p:cNvPr>
          <p:cNvSpPr txBox="1">
            <a:spLocks/>
          </p:cNvSpPr>
          <p:nvPr/>
        </p:nvSpPr>
        <p:spPr>
          <a:xfrm>
            <a:off x="696254" y="1674543"/>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CF810310-33F6-799D-5401-0A52F7188466}"/>
              </a:ext>
            </a:extLst>
          </p:cNvPr>
          <p:cNvSpPr txBox="1">
            <a:spLocks/>
          </p:cNvSpPr>
          <p:nvPr/>
        </p:nvSpPr>
        <p:spPr>
          <a:xfrm>
            <a:off x="3670674" y="5624754"/>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1" name="ZoneTexte 20">
            <a:extLst>
              <a:ext uri="{FF2B5EF4-FFF2-40B4-BE49-F238E27FC236}">
                <a16:creationId xmlns:a16="http://schemas.microsoft.com/office/drawing/2014/main" id="{722DC2FF-7477-9DFC-330C-FAB4E1F8208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Accepter les risques</a:t>
            </a:r>
          </a:p>
        </p:txBody>
      </p:sp>
      <p:graphicFrame>
        <p:nvGraphicFramePr>
          <p:cNvPr id="22" name="Tableau 21">
            <a:extLst>
              <a:ext uri="{FF2B5EF4-FFF2-40B4-BE49-F238E27FC236}">
                <a16:creationId xmlns:a16="http://schemas.microsoft.com/office/drawing/2014/main" id="{860AEE0B-5930-4A14-884E-9E6D8C378359}"/>
              </a:ext>
            </a:extLst>
          </p:cNvPr>
          <p:cNvGraphicFramePr>
            <a:graphicFrameLocks noGrp="1"/>
          </p:cNvGraphicFramePr>
          <p:nvPr>
            <p:extLst>
              <p:ext uri="{D42A27DB-BD31-4B8C-83A1-F6EECF244321}">
                <p14:modId xmlns:p14="http://schemas.microsoft.com/office/powerpoint/2010/main" val="2772002609"/>
              </p:ext>
            </p:extLst>
          </p:nvPr>
        </p:nvGraphicFramePr>
        <p:xfrm>
          <a:off x="6306917" y="1745857"/>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 name="Organigramme : Alternative 1">
            <a:extLst>
              <a:ext uri="{FF2B5EF4-FFF2-40B4-BE49-F238E27FC236}">
                <a16:creationId xmlns:a16="http://schemas.microsoft.com/office/drawing/2014/main" id="{01166FFB-DCDC-F5E9-DD59-F0FAE42BD6A8}"/>
              </a:ext>
            </a:extLst>
          </p:cNvPr>
          <p:cNvSpPr/>
          <p:nvPr/>
        </p:nvSpPr>
        <p:spPr>
          <a:xfrm>
            <a:off x="6306916" y="4742695"/>
            <a:ext cx="4926805" cy="145756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Ici, plusieurs risques résiduels sont encore moyens, voire élevés. Un responsable (ex : l’autorité d’homologation) va devoir décider de les accepter ou de les refuser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voit aussi que les orientations de l’échelle devraient être améliorées, sinon ce serait un refus automatique…</a:t>
            </a:r>
          </a:p>
        </p:txBody>
      </p:sp>
    </p:spTree>
    <p:extLst>
      <p:ext uri="{BB962C8B-B14F-4D97-AF65-F5344CB8AC3E}">
        <p14:creationId xmlns:p14="http://schemas.microsoft.com/office/powerpoint/2010/main" val="277110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02119-7C75-F0D3-934B-A46B64EC180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7D8CEC2-3E1A-3B41-7862-5A608072B2B7}"/>
              </a:ext>
            </a:extLst>
          </p:cNvPr>
          <p:cNvSpPr>
            <a:spLocks noGrp="1"/>
          </p:cNvSpPr>
          <p:nvPr>
            <p:ph type="title"/>
          </p:nvPr>
        </p:nvSpPr>
        <p:spPr/>
        <p:txBody>
          <a:bodyPr>
            <a:normAutofit fontScale="90000"/>
          </a:bodyPr>
          <a:lstStyle/>
          <a:p>
            <a:r>
              <a:rPr lang="fr-FR" dirty="0"/>
              <a:t>Outil 15 – Surveiller et revoir les risques</a:t>
            </a:r>
          </a:p>
        </p:txBody>
      </p:sp>
      <p:sp>
        <p:nvSpPr>
          <p:cNvPr id="3" name="Espace réservé du contenu 2">
            <a:extLst>
              <a:ext uri="{FF2B5EF4-FFF2-40B4-BE49-F238E27FC236}">
                <a16:creationId xmlns:a16="http://schemas.microsoft.com/office/drawing/2014/main" id="{3EABB2B8-9BC8-FFA0-EA64-261798FEF51B}"/>
              </a:ext>
            </a:extLst>
          </p:cNvPr>
          <p:cNvSpPr>
            <a:spLocks noGrp="1"/>
          </p:cNvSpPr>
          <p:nvPr>
            <p:ph idx="1"/>
          </p:nvPr>
        </p:nvSpPr>
        <p:spPr/>
        <p:txBody>
          <a:bodyPr>
            <a:normAutofit fontScale="92500" lnSpcReduction="20000"/>
          </a:bodyPr>
          <a:lstStyle/>
          <a:p>
            <a:pPr marL="0" indent="0">
              <a:buNone/>
            </a:pPr>
            <a:r>
              <a:rPr lang="fr-FR" dirty="0"/>
              <a:t>La logique est la suivante :</a:t>
            </a:r>
          </a:p>
          <a:p>
            <a:pPr marL="514350" indent="-514350">
              <a:buFont typeface="+mj-lt"/>
              <a:buAutoNum type="arabicPeriod"/>
            </a:pPr>
            <a:r>
              <a:rPr lang="fr-FR" dirty="0"/>
              <a:t>Suivre l’avancement de la mise en œuvre des mesures prévues dans le plan de traitement des risques (ex : comité de pilotage)</a:t>
            </a:r>
          </a:p>
          <a:p>
            <a:pPr marL="514350" indent="-514350">
              <a:buFont typeface="+mj-lt"/>
              <a:buAutoNum type="arabicPeriod"/>
            </a:pPr>
            <a:r>
              <a:rPr lang="fr-FR" dirty="0"/>
              <a:t>Éventuellement, estimer la performance des mesures (cf. ISO/IEC 27001) : pertinence (objectifs/moyens), efficacité (objectifs/résultats), efficience (résultats/moyens)</a:t>
            </a:r>
          </a:p>
          <a:p>
            <a:pPr marL="514350" indent="-514350">
              <a:buFont typeface="+mj-lt"/>
              <a:buAutoNum type="arabicPeriod"/>
            </a:pPr>
            <a:r>
              <a:rPr lang="fr-FR" dirty="0"/>
              <a:t>Surveiller les risques (outils et indicateurs), notamment les plus élevés, afin de détecter leur survenance au plus tôt</a:t>
            </a:r>
          </a:p>
          <a:p>
            <a:pPr marL="514350" indent="-514350">
              <a:buFont typeface="+mj-lt"/>
              <a:buAutoNum type="arabicPeriod"/>
            </a:pPr>
            <a:r>
              <a:rPr lang="fr-FR" dirty="0"/>
              <a:t>Revoir l’étude des risques</a:t>
            </a:r>
          </a:p>
          <a:p>
            <a:pPr lvl="1"/>
            <a:r>
              <a:rPr lang="fr-FR" dirty="0"/>
              <a:t>En cas de changement significatif dans les composants des risques (valeurs métier, biens supports, parties prenantes, etc.)</a:t>
            </a:r>
          </a:p>
          <a:p>
            <a:pPr lvl="1"/>
            <a:r>
              <a:rPr lang="fr-FR" dirty="0"/>
              <a:t>Au moins une fois par an (bonne pratique)</a:t>
            </a:r>
          </a:p>
        </p:txBody>
      </p:sp>
      <p:sp>
        <p:nvSpPr>
          <p:cNvPr id="5" name="Espace réservé du pied de page 4">
            <a:extLst>
              <a:ext uri="{FF2B5EF4-FFF2-40B4-BE49-F238E27FC236}">
                <a16:creationId xmlns:a16="http://schemas.microsoft.com/office/drawing/2014/main" id="{19BB1EEB-0A4A-66A9-2B2A-84E215983AFB}"/>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9F3E6F8C-4EA7-FBC9-B5A0-4C0DA164CE98}"/>
              </a:ext>
            </a:extLst>
          </p:cNvPr>
          <p:cNvSpPr>
            <a:spLocks noGrp="1"/>
          </p:cNvSpPr>
          <p:nvPr>
            <p:ph type="sldNum" sz="quarter" idx="12"/>
          </p:nvPr>
        </p:nvSpPr>
        <p:spPr/>
        <p:txBody>
          <a:bodyPr/>
          <a:lstStyle/>
          <a:p>
            <a:pPr rtl="0"/>
            <a:fld id="{294A09A9-5501-47C1-A89A-A340965A2BE2}" type="slidenum">
              <a:rPr lang="fr-FR" noProof="0" smtClean="0"/>
              <a:t>127</a:t>
            </a:fld>
            <a:endParaRPr lang="fr-FR" noProof="0"/>
          </a:p>
        </p:txBody>
      </p:sp>
      <p:sp>
        <p:nvSpPr>
          <p:cNvPr id="4" name="Espace réservé de la date 3">
            <a:extLst>
              <a:ext uri="{FF2B5EF4-FFF2-40B4-BE49-F238E27FC236}">
                <a16:creationId xmlns:a16="http://schemas.microsoft.com/office/drawing/2014/main" id="{516D8830-BB65-E41E-4C65-2E7ACD68935F}"/>
              </a:ext>
            </a:extLst>
          </p:cNvPr>
          <p:cNvSpPr>
            <a:spLocks noGrp="1"/>
          </p:cNvSpPr>
          <p:nvPr>
            <p:ph type="dt" sz="half" idx="10"/>
          </p:nvPr>
        </p:nvSpPr>
        <p:spPr/>
        <p:txBody>
          <a:bodyPr/>
          <a:lstStyle/>
          <a:p>
            <a:pPr rtl="0"/>
            <a:r>
              <a:rPr lang="fr-FR" noProof="0"/>
              <a:t>19/11/2025</a:t>
            </a:r>
          </a:p>
        </p:txBody>
      </p:sp>
      <p:sp>
        <p:nvSpPr>
          <p:cNvPr id="9" name="Espace réservé du texte 8">
            <a:extLst>
              <a:ext uri="{FF2B5EF4-FFF2-40B4-BE49-F238E27FC236}">
                <a16:creationId xmlns:a16="http://schemas.microsoft.com/office/drawing/2014/main" id="{5C44FFDB-E3B1-158E-89D0-981347B00717}"/>
              </a:ext>
            </a:extLst>
          </p:cNvPr>
          <p:cNvSpPr>
            <a:spLocks noGrp="1"/>
          </p:cNvSpPr>
          <p:nvPr>
            <p:ph type="body" sz="quarter" idx="13"/>
          </p:nvPr>
        </p:nvSpPr>
        <p:spPr/>
        <p:txBody>
          <a:bodyPr>
            <a:normAutofit/>
          </a:bodyPr>
          <a:lstStyle/>
          <a:p>
            <a:r>
              <a:rPr lang="fr-FR" dirty="0"/>
              <a:t>Comment maintenir l’objet de l’étude en conditions de sécurité ?</a:t>
            </a:r>
          </a:p>
        </p:txBody>
      </p:sp>
      <p:sp>
        <p:nvSpPr>
          <p:cNvPr id="8" name="ZoneTexte 7">
            <a:extLst>
              <a:ext uri="{FF2B5EF4-FFF2-40B4-BE49-F238E27FC236}">
                <a16:creationId xmlns:a16="http://schemas.microsoft.com/office/drawing/2014/main" id="{5FE7EF20-B2C7-509F-8CC1-DEC42D5597F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Surveillance et revue</a:t>
            </a:r>
          </a:p>
        </p:txBody>
      </p:sp>
    </p:spTree>
    <p:extLst>
      <p:ext uri="{BB962C8B-B14F-4D97-AF65-F5344CB8AC3E}">
        <p14:creationId xmlns:p14="http://schemas.microsoft.com/office/powerpoint/2010/main" val="20700668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92D83-EE47-4F0D-7531-9E9258023F5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FE7BE5D-F633-E46B-1C9E-F437A7B5618B}"/>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1EB8C774-3CDA-32B4-6EA6-C39D7268C9E9}"/>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88E831-25EA-28D1-F854-0B2947C21DDE}"/>
              </a:ext>
            </a:extLst>
          </p:cNvPr>
          <p:cNvSpPr>
            <a:spLocks noGrp="1"/>
          </p:cNvSpPr>
          <p:nvPr>
            <p:ph type="sldNum" sz="quarter" idx="12"/>
          </p:nvPr>
        </p:nvSpPr>
        <p:spPr/>
        <p:txBody>
          <a:bodyPr/>
          <a:lstStyle/>
          <a:p>
            <a:pPr rtl="0"/>
            <a:fld id="{294A09A9-5501-47C1-A89A-A340965A2BE2}" type="slidenum">
              <a:rPr lang="fr-FR" noProof="0" smtClean="0"/>
              <a:t>128</a:t>
            </a:fld>
            <a:endParaRPr lang="fr-FR" noProof="0"/>
          </a:p>
        </p:txBody>
      </p:sp>
      <p:sp>
        <p:nvSpPr>
          <p:cNvPr id="4" name="Espace réservé de la date 3">
            <a:extLst>
              <a:ext uri="{FF2B5EF4-FFF2-40B4-BE49-F238E27FC236}">
                <a16:creationId xmlns:a16="http://schemas.microsoft.com/office/drawing/2014/main" id="{250B0567-FD70-338A-9E6E-DB79658E0B1A}"/>
              </a:ext>
            </a:extLst>
          </p:cNvPr>
          <p:cNvSpPr>
            <a:spLocks noGrp="1"/>
          </p:cNvSpPr>
          <p:nvPr>
            <p:ph type="dt" sz="half" idx="10"/>
          </p:nvPr>
        </p:nvSpPr>
        <p:spPr/>
        <p:txBody>
          <a:bodyPr/>
          <a:lstStyle/>
          <a:p>
            <a:pPr rtl="0"/>
            <a:r>
              <a:rPr lang="fr-FR" noProof="0"/>
              <a:t>19/11/2025</a:t>
            </a:r>
          </a:p>
        </p:txBody>
      </p:sp>
      <p:sp>
        <p:nvSpPr>
          <p:cNvPr id="8" name="Espace réservé du texte 7">
            <a:extLst>
              <a:ext uri="{FF2B5EF4-FFF2-40B4-BE49-F238E27FC236}">
                <a16:creationId xmlns:a16="http://schemas.microsoft.com/office/drawing/2014/main" id="{87EBCEE1-F706-1E89-3972-05EEDCCB538E}"/>
              </a:ext>
            </a:extLst>
          </p:cNvPr>
          <p:cNvSpPr>
            <a:spLocks noGrp="1"/>
          </p:cNvSpPr>
          <p:nvPr>
            <p:ph type="body" sz="quarter" idx="13"/>
          </p:nvPr>
        </p:nvSpPr>
        <p:spPr/>
        <p:txBody>
          <a:bodyPr/>
          <a:lstStyle/>
          <a:p>
            <a:r>
              <a:rPr lang="fr-FR" dirty="0"/>
              <a:t>Planifiez la mise en œuvre d’une mesure</a:t>
            </a:r>
          </a:p>
        </p:txBody>
      </p:sp>
      <p:graphicFrame>
        <p:nvGraphicFramePr>
          <p:cNvPr id="11" name="Espace réservé du contenu 10">
            <a:extLst>
              <a:ext uri="{FF2B5EF4-FFF2-40B4-BE49-F238E27FC236}">
                <a16:creationId xmlns:a16="http://schemas.microsoft.com/office/drawing/2014/main" id="{FF42B9EF-4A74-0C01-0157-07A8C8BCF4F0}"/>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98ECD900-362E-86B8-4CA8-36D1768EED7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1792884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D3CBA-D9F3-3459-8BB7-E22895D6999E}"/>
            </a:ext>
          </a:extLst>
        </p:cNvPr>
        <p:cNvGrpSpPr/>
        <p:nvPr/>
      </p:nvGrpSpPr>
      <p:grpSpPr>
        <a:xfrm>
          <a:off x="0" y="0"/>
          <a:ext cx="0" cy="0"/>
          <a:chOff x="0" y="0"/>
          <a:chExt cx="0" cy="0"/>
        </a:xfrm>
      </p:grpSpPr>
      <p:sp>
        <p:nvSpPr>
          <p:cNvPr id="10" name="Date Placeholder 3">
            <a:extLst>
              <a:ext uri="{FF2B5EF4-FFF2-40B4-BE49-F238E27FC236}">
                <a16:creationId xmlns:a16="http://schemas.microsoft.com/office/drawing/2014/main" id="{01439067-0959-322D-5ABA-F99D8A579D56}"/>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19/11/2025</a:t>
            </a:r>
            <a:endParaRPr lang="fr-FR" dirty="0">
              <a:solidFill>
                <a:srgbClr val="7A7A7A"/>
              </a:solidFill>
            </a:endParaRPr>
          </a:p>
        </p:txBody>
      </p:sp>
      <p:sp>
        <p:nvSpPr>
          <p:cNvPr id="11" name="Footer Placeholder 4">
            <a:extLst>
              <a:ext uri="{FF2B5EF4-FFF2-40B4-BE49-F238E27FC236}">
                <a16:creationId xmlns:a16="http://schemas.microsoft.com/office/drawing/2014/main" id="{29BFA6CE-0696-581D-57A0-CA1348D69371}"/>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A6641257-4B87-33A4-50E8-CDAAEB3CC9D9}"/>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129</a:t>
            </a:fld>
            <a:endParaRPr lang="fr-FR"/>
          </a:p>
        </p:txBody>
      </p:sp>
      <p:sp>
        <p:nvSpPr>
          <p:cNvPr id="4" name="Espace réservé du contenu 3">
            <a:extLst>
              <a:ext uri="{FF2B5EF4-FFF2-40B4-BE49-F238E27FC236}">
                <a16:creationId xmlns:a16="http://schemas.microsoft.com/office/drawing/2014/main" id="{00440B71-787B-19F1-C486-090E85971396}"/>
              </a:ext>
            </a:extLst>
          </p:cNvPr>
          <p:cNvSpPr>
            <a:spLocks noGrp="1"/>
          </p:cNvSpPr>
          <p:nvPr>
            <p:ph idx="1"/>
          </p:nvPr>
        </p:nvSpPr>
        <p:spPr>
          <a:xfrm>
            <a:off x="5313680" y="1493114"/>
            <a:ext cx="3050032" cy="3517798"/>
          </a:xfrm>
        </p:spPr>
        <p:txBody>
          <a:bodyPr>
            <a:normAutofit lnSpcReduction="10000"/>
          </a:bodyPr>
          <a:lstStyle/>
          <a:p>
            <a:pPr>
              <a:buFont typeface="+mj-lt"/>
              <a:buAutoNum type="arabicPeriod"/>
            </a:pPr>
            <a:r>
              <a:rPr lang="fr-FR" sz="2000" dirty="0"/>
              <a:t>Savoir déterminer des </a:t>
            </a:r>
            <a:r>
              <a:rPr lang="fr-FR" sz="2000" b="1" dirty="0"/>
              <a:t>mesures</a:t>
            </a:r>
            <a:r>
              <a:rPr lang="fr-FR" sz="2000" dirty="0"/>
              <a:t> pour traiter les risques</a:t>
            </a:r>
            <a:endParaRPr lang="fr-FR" sz="2000" noProof="0" dirty="0"/>
          </a:p>
          <a:p>
            <a:pPr>
              <a:buFont typeface="+mj-lt"/>
              <a:buAutoNum type="arabicPeriod"/>
            </a:pPr>
            <a:r>
              <a:rPr lang="fr-FR" sz="2000" noProof="0" dirty="0"/>
              <a:t>Comprendre comment estimer et faire accepter les </a:t>
            </a:r>
            <a:r>
              <a:rPr lang="fr-FR" sz="2000" b="1" noProof="0" dirty="0"/>
              <a:t>risques résiduels</a:t>
            </a:r>
          </a:p>
          <a:p>
            <a:pPr>
              <a:buFont typeface="+mj-lt"/>
              <a:buAutoNum type="arabicPeriod"/>
            </a:pPr>
            <a:r>
              <a:rPr lang="fr-FR" dirty="0"/>
              <a:t>Comprendre comment </a:t>
            </a:r>
            <a:r>
              <a:rPr lang="fr-FR" b="1" dirty="0"/>
              <a:t>surveiller et suivre</a:t>
            </a:r>
            <a:r>
              <a:rPr lang="fr-FR" dirty="0"/>
              <a:t> les risques dans le temps</a:t>
            </a:r>
            <a:endParaRPr lang="fr-FR" sz="2000" b="1" noProof="0" dirty="0"/>
          </a:p>
          <a:p>
            <a:pPr marL="0" indent="0" algn="ctr">
              <a:buNone/>
            </a:pPr>
            <a:r>
              <a:rPr lang="fr-FR" sz="2000" noProof="0" dirty="0">
                <a:sym typeface="Wingdings" panose="05000000000000000000" pitchFamily="2" charset="2"/>
              </a:rPr>
              <a:t> Mettons tout cela en pratique !</a:t>
            </a:r>
            <a:endParaRPr lang="fr-FR" sz="2000" noProof="0" dirty="0"/>
          </a:p>
        </p:txBody>
      </p:sp>
      <p:sp>
        <p:nvSpPr>
          <p:cNvPr id="3" name="ZoneTexte 2">
            <a:extLst>
              <a:ext uri="{FF2B5EF4-FFF2-40B4-BE49-F238E27FC236}">
                <a16:creationId xmlns:a16="http://schemas.microsoft.com/office/drawing/2014/main" id="{E1637D5F-64D7-0133-DCCE-E89D17EC485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5681761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EEAAA-AD39-717E-0AA5-C64660D0F921}"/>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22290BE0-AB20-9005-ADB8-483FE096F7C9}"/>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F21B492D-7BBC-DAE5-FAA6-F9995632D39D}"/>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D1282E"/>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5B9EB19D-322B-413B-A1A1-F2599717B266}"/>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6727F25E-55D7-23B5-4572-D70D99ED2B5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92BCE765-ABC7-A6E7-94F3-32BA042D3945}"/>
              </a:ext>
            </a:extLst>
          </p:cNvPr>
          <p:cNvSpPr>
            <a:spLocks noGrp="1"/>
          </p:cNvSpPr>
          <p:nvPr>
            <p:ph type="sldNum" sz="quarter" idx="12"/>
          </p:nvPr>
        </p:nvSpPr>
        <p:spPr/>
        <p:txBody>
          <a:bodyPr/>
          <a:lstStyle/>
          <a:p>
            <a:fld id="{294A09A9-5501-47C1-A89A-A340965A2BE2}" type="slidenum">
              <a:rPr lang="fr-FR" smtClean="0"/>
              <a:pPr/>
              <a:t>130</a:t>
            </a:fld>
            <a:endParaRPr lang="fr-FR"/>
          </a:p>
        </p:txBody>
      </p:sp>
      <p:pic>
        <p:nvPicPr>
          <p:cNvPr id="13" name="Picture 2" descr="Logo - EBIOS Risk Manager">
            <a:extLst>
              <a:ext uri="{FF2B5EF4-FFF2-40B4-BE49-F238E27FC236}">
                <a16:creationId xmlns:a16="http://schemas.microsoft.com/office/drawing/2014/main" id="{D69CA346-D577-7232-3CA7-6D31EAB6CF6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19598839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E1D4ACC0-EB4B-B6B2-8B29-FFD0A36970E4}"/>
              </a:ext>
            </a:extLst>
          </p:cNvPr>
          <p:cNvSpPr>
            <a:spLocks noGrp="1"/>
          </p:cNvSpPr>
          <p:nvPr>
            <p:ph type="title"/>
          </p:nvPr>
        </p:nvSpPr>
        <p:spPr/>
        <p:txBody>
          <a:bodyPr>
            <a:normAutofit fontScale="90000"/>
          </a:bodyPr>
          <a:lstStyle/>
          <a:p>
            <a:r>
              <a:rPr lang="fr-FR" dirty="0"/>
              <a:t>Étude de cas</a:t>
            </a:r>
          </a:p>
        </p:txBody>
      </p:sp>
      <p:sp>
        <p:nvSpPr>
          <p:cNvPr id="2" name="Espace réservé de la date 1">
            <a:extLst>
              <a:ext uri="{FF2B5EF4-FFF2-40B4-BE49-F238E27FC236}">
                <a16:creationId xmlns:a16="http://schemas.microsoft.com/office/drawing/2014/main" id="{827F959A-2D8F-A160-9355-A8002919E597}"/>
              </a:ext>
            </a:extLst>
          </p:cNvPr>
          <p:cNvSpPr>
            <a:spLocks noGrp="1"/>
          </p:cNvSpPr>
          <p:nvPr>
            <p:ph type="dt" sz="half" idx="10"/>
          </p:nvPr>
        </p:nvSpPr>
        <p:spPr/>
        <p:txBody>
          <a:bodyPr/>
          <a:lstStyle/>
          <a:p>
            <a:r>
              <a:rPr lang="fr-FR"/>
              <a:t>19/11/2025</a:t>
            </a:r>
            <a:endParaRPr lang="fr-FR" dirty="0"/>
          </a:p>
        </p:txBody>
      </p:sp>
      <p:sp>
        <p:nvSpPr>
          <p:cNvPr id="3" name="Espace réservé du pied de page 2">
            <a:extLst>
              <a:ext uri="{FF2B5EF4-FFF2-40B4-BE49-F238E27FC236}">
                <a16:creationId xmlns:a16="http://schemas.microsoft.com/office/drawing/2014/main" id="{76BC2940-E382-C1C0-635C-7BE37F63EE8B}"/>
              </a:ext>
            </a:extLst>
          </p:cNvPr>
          <p:cNvSpPr>
            <a:spLocks noGrp="1"/>
          </p:cNvSpPr>
          <p:nvPr>
            <p:ph type="ftr" sz="quarter" idx="11"/>
          </p:nvPr>
        </p:nvSpPr>
        <p:spPr/>
        <p:txBody>
          <a:bodyPr/>
          <a:lstStyle/>
          <a:p>
            <a:pPr algn="ctr"/>
            <a:r>
              <a:rPr lang="fr-FR"/>
              <a:t>EBIOS Risk Manager - Formation</a:t>
            </a:r>
            <a:endParaRPr lang="fr-FR" dirty="0"/>
          </a:p>
        </p:txBody>
      </p:sp>
      <p:sp>
        <p:nvSpPr>
          <p:cNvPr id="4" name="Espace réservé du numéro de diapositive 3">
            <a:extLst>
              <a:ext uri="{FF2B5EF4-FFF2-40B4-BE49-F238E27FC236}">
                <a16:creationId xmlns:a16="http://schemas.microsoft.com/office/drawing/2014/main" id="{0118E651-BADD-A085-A548-321D45B46848}"/>
              </a:ext>
            </a:extLst>
          </p:cNvPr>
          <p:cNvSpPr>
            <a:spLocks noGrp="1"/>
          </p:cNvSpPr>
          <p:nvPr>
            <p:ph type="sldNum" sz="quarter" idx="12"/>
          </p:nvPr>
        </p:nvSpPr>
        <p:spPr/>
        <p:txBody>
          <a:bodyPr/>
          <a:lstStyle/>
          <a:p>
            <a:fld id="{294A09A9-5501-47C1-A89A-A340965A2BE2}" type="slidenum">
              <a:rPr lang="fr-FR" smtClean="0"/>
              <a:pPr/>
              <a:t>131</a:t>
            </a:fld>
            <a:endParaRPr lang="fr-FR"/>
          </a:p>
        </p:txBody>
      </p:sp>
      <p:sp>
        <p:nvSpPr>
          <p:cNvPr id="10" name="Espace réservé du texte 9">
            <a:extLst>
              <a:ext uri="{FF2B5EF4-FFF2-40B4-BE49-F238E27FC236}">
                <a16:creationId xmlns:a16="http://schemas.microsoft.com/office/drawing/2014/main" id="{EBA65642-3B7F-7B90-A34C-FE67221EE9FA}"/>
              </a:ext>
            </a:extLst>
          </p:cNvPr>
          <p:cNvSpPr>
            <a:spLocks noGrp="1"/>
          </p:cNvSpPr>
          <p:nvPr>
            <p:ph type="body" sz="quarter" idx="13"/>
          </p:nvPr>
        </p:nvSpPr>
        <p:spPr/>
        <p:txBody>
          <a:bodyPr/>
          <a:lstStyle/>
          <a:p>
            <a:r>
              <a:rPr lang="fr-FR" dirty="0"/>
              <a:t>Présentation</a:t>
            </a:r>
          </a:p>
        </p:txBody>
      </p:sp>
      <p:sp>
        <p:nvSpPr>
          <p:cNvPr id="11" name="Rectangle 10">
            <a:extLst>
              <a:ext uri="{FF2B5EF4-FFF2-40B4-BE49-F238E27FC236}">
                <a16:creationId xmlns:a16="http://schemas.microsoft.com/office/drawing/2014/main" id="{1B3DE877-B137-64D2-B87F-61E5A1823CF1}"/>
              </a:ext>
            </a:extLst>
          </p:cNvPr>
          <p:cNvSpPr/>
          <p:nvPr/>
        </p:nvSpPr>
        <p:spPr>
          <a:xfrm>
            <a:off x="1349642" y="1994732"/>
            <a:ext cx="5133441" cy="2552937"/>
          </a:xfrm>
          <a:prstGeom prst="rect">
            <a:avLst/>
          </a:prstGeom>
        </p:spPr>
        <p:txBody>
          <a:bodyPr vert="horz" lIns="0" tIns="0" rIns="0" bIns="0" rtlCol="0">
            <a:noAutofit/>
          </a:bodyPr>
          <a:lstStyle/>
          <a:p>
            <a:pPr>
              <a:spcBef>
                <a:spcPct val="20000"/>
              </a:spcBef>
              <a:spcAft>
                <a:spcPts val="800"/>
              </a:spcAft>
              <a:buClr>
                <a:srgbClr val="E53D51"/>
              </a:buClr>
            </a:pPr>
            <a:r>
              <a:rPr lang="fr-FR" dirty="0">
                <a:solidFill>
                  <a:srgbClr val="252525"/>
                </a:solidFill>
                <a:latin typeface="+mj-lt"/>
                <a:cs typeface="Segoe UI" panose="020B0502040204020203" pitchFamily="34" charset="0"/>
              </a:rPr>
              <a:t>Vous êtes amené à réfléchir sur un cas d’étude se basant sur la </a:t>
            </a:r>
            <a:r>
              <a:rPr lang="fr-FR" b="1" dirty="0">
                <a:solidFill>
                  <a:srgbClr val="252525"/>
                </a:solidFill>
                <a:latin typeface="+mj-lt"/>
                <a:cs typeface="Segoe UI" panose="020B0502040204020203" pitchFamily="34" charset="0"/>
              </a:rPr>
              <a:t>démarche administrative de renouvellement d’un titre d’identité numérique (TIN)</a:t>
            </a:r>
            <a:r>
              <a:rPr lang="fr-FR" dirty="0">
                <a:solidFill>
                  <a:srgbClr val="252525"/>
                </a:solidFill>
                <a:latin typeface="+mj-lt"/>
                <a:cs typeface="Segoe UI" panose="020B0502040204020203" pitchFamily="34" charset="0"/>
              </a:rPr>
              <a:t>.</a:t>
            </a:r>
          </a:p>
          <a:p>
            <a:pPr>
              <a:spcBef>
                <a:spcPct val="20000"/>
              </a:spcBef>
              <a:spcAft>
                <a:spcPts val="800"/>
              </a:spcAft>
              <a:buClr>
                <a:srgbClr val="E53D51"/>
              </a:buClr>
            </a:pPr>
            <a:r>
              <a:rPr lang="fr-FR" dirty="0">
                <a:solidFill>
                  <a:srgbClr val="252525"/>
                </a:solidFill>
                <a:latin typeface="+mj-lt"/>
                <a:cs typeface="Segoe UI" panose="020B0502040204020203" pitchFamily="34" charset="0"/>
              </a:rPr>
              <a:t>L’objectif de l’étude est de </a:t>
            </a:r>
            <a:r>
              <a:rPr lang="fr-FR" b="1" dirty="0">
                <a:solidFill>
                  <a:srgbClr val="252525"/>
                </a:solidFill>
                <a:latin typeface="+mj-lt"/>
                <a:cs typeface="Segoe UI" panose="020B0502040204020203" pitchFamily="34" charset="0"/>
              </a:rPr>
              <a:t>conduire une étude complète des risques sur le SI de renouvellement de TIN et ses interconnexions avec l’extérieur</a:t>
            </a:r>
            <a:r>
              <a:rPr lang="fr-FR" dirty="0">
                <a:solidFill>
                  <a:srgbClr val="252525"/>
                </a:solidFill>
                <a:latin typeface="+mj-lt"/>
                <a:cs typeface="Segoe UI" panose="020B0502040204020203" pitchFamily="34" charset="0"/>
              </a:rPr>
              <a:t>. Le commanditaire de l’étude est la Société de Gestion des Titres d’Identité Numérique (SGTIN).</a:t>
            </a:r>
          </a:p>
        </p:txBody>
      </p:sp>
      <p:sp>
        <p:nvSpPr>
          <p:cNvPr id="12" name="ZoneTexte 11">
            <a:extLst>
              <a:ext uri="{FF2B5EF4-FFF2-40B4-BE49-F238E27FC236}">
                <a16:creationId xmlns:a16="http://schemas.microsoft.com/office/drawing/2014/main" id="{AD0786C2-11A8-4FDF-6706-75E71A48B5CE}"/>
              </a:ext>
            </a:extLst>
          </p:cNvPr>
          <p:cNvSpPr txBox="1"/>
          <p:nvPr/>
        </p:nvSpPr>
        <p:spPr>
          <a:xfrm>
            <a:off x="1349642" y="4900748"/>
            <a:ext cx="5133441" cy="895499"/>
          </a:xfrm>
          <a:prstGeom prst="rect">
            <a:avLst/>
          </a:prstGeom>
          <a:solidFill>
            <a:srgbClr val="E88B00"/>
          </a:solidFill>
        </p:spPr>
        <p:txBody>
          <a:bodyPr vert="horz" lIns="144000" tIns="0" rIns="0" bIns="0" rtlCol="0" anchor="ctr">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stStyle>
          <a:p>
            <a:pPr marL="95998"/>
            <a:r>
              <a:rPr lang="fr-FR" sz="1800" dirty="0">
                <a:solidFill>
                  <a:schemeClr val="bg1"/>
                </a:solidFill>
                <a:latin typeface="+mj-lt"/>
              </a:rPr>
              <a:t>Vous pouvez désormais prendre connaissance du dossier d’étude de cas fourni.</a:t>
            </a:r>
          </a:p>
        </p:txBody>
      </p:sp>
      <p:pic>
        <p:nvPicPr>
          <p:cNvPr id="13" name="Image 12">
            <a:extLst>
              <a:ext uri="{FF2B5EF4-FFF2-40B4-BE49-F238E27FC236}">
                <a16:creationId xmlns:a16="http://schemas.microsoft.com/office/drawing/2014/main" id="{58EFB73A-85CD-6FAA-9CA2-8370C0125A85}"/>
              </a:ext>
            </a:extLst>
          </p:cNvPr>
          <p:cNvPicPr>
            <a:picLocks noChangeAspect="1"/>
          </p:cNvPicPr>
          <p:nvPr/>
        </p:nvPicPr>
        <p:blipFill>
          <a:blip r:embed="rId2"/>
          <a:stretch>
            <a:fillRect/>
          </a:stretch>
        </p:blipFill>
        <p:spPr>
          <a:xfrm>
            <a:off x="6874477" y="2113526"/>
            <a:ext cx="4784289" cy="3214975"/>
          </a:xfrm>
          <a:prstGeom prst="rect">
            <a:avLst/>
          </a:prstGeom>
        </p:spPr>
      </p:pic>
    </p:spTree>
    <p:extLst>
      <p:ext uri="{BB962C8B-B14F-4D97-AF65-F5344CB8AC3E}">
        <p14:creationId xmlns:p14="http://schemas.microsoft.com/office/powerpoint/2010/main" val="143723369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1CED15A-228C-0103-6E34-76F5AEED393F}"/>
              </a:ext>
            </a:extLst>
          </p:cNvPr>
          <p:cNvPicPr>
            <a:picLocks noChangeAspect="1"/>
          </p:cNvPicPr>
          <p:nvPr/>
        </p:nvPicPr>
        <p:blipFill>
          <a:blip r:embed="rId2"/>
          <a:stretch>
            <a:fillRect/>
          </a:stretch>
        </p:blipFill>
        <p:spPr>
          <a:xfrm>
            <a:off x="6371590" y="1879600"/>
            <a:ext cx="5524500" cy="4978400"/>
          </a:xfrm>
          <a:prstGeom prst="rect">
            <a:avLst/>
          </a:prstGeom>
        </p:spPr>
      </p:pic>
      <p:sp>
        <p:nvSpPr>
          <p:cNvPr id="2" name="Titre 1">
            <a:extLst>
              <a:ext uri="{FF2B5EF4-FFF2-40B4-BE49-F238E27FC236}">
                <a16:creationId xmlns:a16="http://schemas.microsoft.com/office/drawing/2014/main" id="{8D37B2C7-F983-8882-1347-590505184777}"/>
              </a:ext>
            </a:extLst>
          </p:cNvPr>
          <p:cNvSpPr>
            <a:spLocks noGrp="1"/>
          </p:cNvSpPr>
          <p:nvPr>
            <p:ph type="title"/>
          </p:nvPr>
        </p:nvSpPr>
        <p:spPr/>
        <p:txBody>
          <a:bodyPr>
            <a:normAutofit fontScale="90000"/>
          </a:bodyPr>
          <a:lstStyle/>
          <a:p>
            <a:r>
              <a:rPr lang="fr-FR" dirty="0"/>
              <a:t>Étude de cas</a:t>
            </a:r>
          </a:p>
        </p:txBody>
      </p:sp>
      <p:sp>
        <p:nvSpPr>
          <p:cNvPr id="3" name="Espace réservé de la date 2">
            <a:extLst>
              <a:ext uri="{FF2B5EF4-FFF2-40B4-BE49-F238E27FC236}">
                <a16:creationId xmlns:a16="http://schemas.microsoft.com/office/drawing/2014/main" id="{59CC9DA0-9347-3B4E-A0B6-011908BFE6AF}"/>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175B52FB-AE82-6285-6636-AD76C4A2010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913B8C8-C9ED-A729-AB92-D12618D9CB83}"/>
              </a:ext>
            </a:extLst>
          </p:cNvPr>
          <p:cNvSpPr>
            <a:spLocks noGrp="1"/>
          </p:cNvSpPr>
          <p:nvPr>
            <p:ph type="sldNum" sz="quarter" idx="12"/>
          </p:nvPr>
        </p:nvSpPr>
        <p:spPr/>
        <p:txBody>
          <a:bodyPr/>
          <a:lstStyle/>
          <a:p>
            <a:fld id="{294A09A9-5501-47C1-A89A-A340965A2BE2}" type="slidenum">
              <a:rPr lang="fr-FR" smtClean="0"/>
              <a:pPr/>
              <a:t>132</a:t>
            </a:fld>
            <a:endParaRPr lang="fr-FR" dirty="0"/>
          </a:p>
        </p:txBody>
      </p:sp>
      <p:sp>
        <p:nvSpPr>
          <p:cNvPr id="6" name="Espace réservé du texte 5">
            <a:extLst>
              <a:ext uri="{FF2B5EF4-FFF2-40B4-BE49-F238E27FC236}">
                <a16:creationId xmlns:a16="http://schemas.microsoft.com/office/drawing/2014/main" id="{FD2D6FF6-9CB9-46E3-2597-7F94511171D7}"/>
              </a:ext>
            </a:extLst>
          </p:cNvPr>
          <p:cNvSpPr>
            <a:spLocks noGrp="1"/>
          </p:cNvSpPr>
          <p:nvPr>
            <p:ph type="body" sz="quarter" idx="13"/>
          </p:nvPr>
        </p:nvSpPr>
        <p:spPr/>
        <p:txBody>
          <a:bodyPr/>
          <a:lstStyle/>
          <a:p>
            <a:r>
              <a:rPr lang="fr-FR" dirty="0"/>
              <a:t>Constituez des équipes et attribuez les rôles</a:t>
            </a:r>
          </a:p>
        </p:txBody>
      </p:sp>
      <p:sp>
        <p:nvSpPr>
          <p:cNvPr id="8" name="ZoneTexte 7">
            <a:extLst>
              <a:ext uri="{FF2B5EF4-FFF2-40B4-BE49-F238E27FC236}">
                <a16:creationId xmlns:a16="http://schemas.microsoft.com/office/drawing/2014/main" id="{A6076226-B9A6-EEDE-3B61-B49670229AB7}"/>
              </a:ext>
            </a:extLst>
          </p:cNvPr>
          <p:cNvSpPr txBox="1"/>
          <p:nvPr/>
        </p:nvSpPr>
        <p:spPr>
          <a:xfrm>
            <a:off x="6553200" y="2545225"/>
            <a:ext cx="3373120" cy="2011256"/>
          </a:xfrm>
          <a:prstGeom prst="rect">
            <a:avLst/>
          </a:prstGeom>
          <a:noFill/>
        </p:spPr>
        <p:txBody>
          <a:bodyPr wrap="square" lIns="0" tIns="0" rIns="0" bIns="0" rtlCol="0">
            <a:spAutoFit/>
          </a:bodyPr>
          <a:lstStyle/>
          <a:p>
            <a:pPr algn="ctr"/>
            <a:r>
              <a:rPr lang="fr-FR" sz="1867" b="1" dirty="0">
                <a:latin typeface="Arial" panose="020B0604020202020204" pitchFamily="34" charset="0"/>
                <a:cs typeface="Arial" panose="020B0604020202020204" pitchFamily="34" charset="0"/>
              </a:rPr>
              <a:t>Répartition des rôles dans chaque équipe</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d’équipes : 1 à 4</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de personnes par</a:t>
            </a:r>
          </a:p>
          <a:p>
            <a:r>
              <a:rPr lang="fr-FR" sz="1867" dirty="0">
                <a:latin typeface="Segoe UI" panose="020B0502040204020203" pitchFamily="34" charset="0"/>
                <a:cs typeface="Segoe UI" panose="020B0502040204020203" pitchFamily="34" charset="0"/>
              </a:rPr>
              <a:t>   équipe : 2 à 5</a:t>
            </a:r>
          </a:p>
        </p:txBody>
      </p:sp>
      <p:pic>
        <p:nvPicPr>
          <p:cNvPr id="9" name="Image 8">
            <a:extLst>
              <a:ext uri="{FF2B5EF4-FFF2-40B4-BE49-F238E27FC236}">
                <a16:creationId xmlns:a16="http://schemas.microsoft.com/office/drawing/2014/main" id="{945D71E5-74A7-1744-EE53-7F7C4490C8BB}"/>
              </a:ext>
            </a:extLst>
          </p:cNvPr>
          <p:cNvPicPr>
            <a:picLocks noChangeAspect="1"/>
          </p:cNvPicPr>
          <p:nvPr/>
        </p:nvPicPr>
        <p:blipFill>
          <a:blip r:embed="rId3"/>
          <a:stretch>
            <a:fillRect/>
          </a:stretch>
        </p:blipFill>
        <p:spPr>
          <a:xfrm>
            <a:off x="1992633" y="1744112"/>
            <a:ext cx="3533775" cy="847725"/>
          </a:xfrm>
          <a:prstGeom prst="rect">
            <a:avLst/>
          </a:prstGeom>
        </p:spPr>
      </p:pic>
      <p:pic>
        <p:nvPicPr>
          <p:cNvPr id="10" name="Image 9">
            <a:extLst>
              <a:ext uri="{FF2B5EF4-FFF2-40B4-BE49-F238E27FC236}">
                <a16:creationId xmlns:a16="http://schemas.microsoft.com/office/drawing/2014/main" id="{B956A265-55D6-9B69-BB2B-2231C594B50D}"/>
              </a:ext>
            </a:extLst>
          </p:cNvPr>
          <p:cNvPicPr>
            <a:picLocks noChangeAspect="1"/>
          </p:cNvPicPr>
          <p:nvPr/>
        </p:nvPicPr>
        <p:blipFill>
          <a:blip r:embed="rId4"/>
          <a:stretch>
            <a:fillRect/>
          </a:stretch>
        </p:blipFill>
        <p:spPr>
          <a:xfrm>
            <a:off x="1992633" y="2593070"/>
            <a:ext cx="3656455" cy="847725"/>
          </a:xfrm>
          <a:prstGeom prst="rect">
            <a:avLst/>
          </a:prstGeom>
        </p:spPr>
      </p:pic>
      <p:pic>
        <p:nvPicPr>
          <p:cNvPr id="11" name="Image 10">
            <a:extLst>
              <a:ext uri="{FF2B5EF4-FFF2-40B4-BE49-F238E27FC236}">
                <a16:creationId xmlns:a16="http://schemas.microsoft.com/office/drawing/2014/main" id="{BF55422F-2E91-A716-18A1-167B6DF37820}"/>
              </a:ext>
            </a:extLst>
          </p:cNvPr>
          <p:cNvPicPr>
            <a:picLocks noChangeAspect="1"/>
          </p:cNvPicPr>
          <p:nvPr/>
        </p:nvPicPr>
        <p:blipFill>
          <a:blip r:embed="rId5"/>
          <a:stretch>
            <a:fillRect/>
          </a:stretch>
        </p:blipFill>
        <p:spPr>
          <a:xfrm>
            <a:off x="1992632" y="3442028"/>
            <a:ext cx="2425669" cy="847725"/>
          </a:xfrm>
          <a:prstGeom prst="rect">
            <a:avLst/>
          </a:prstGeom>
        </p:spPr>
      </p:pic>
      <p:pic>
        <p:nvPicPr>
          <p:cNvPr id="12" name="Image 11">
            <a:extLst>
              <a:ext uri="{FF2B5EF4-FFF2-40B4-BE49-F238E27FC236}">
                <a16:creationId xmlns:a16="http://schemas.microsoft.com/office/drawing/2014/main" id="{311A007D-D484-FE6F-69C6-71F3181C417B}"/>
              </a:ext>
            </a:extLst>
          </p:cNvPr>
          <p:cNvPicPr>
            <a:picLocks noChangeAspect="1"/>
          </p:cNvPicPr>
          <p:nvPr/>
        </p:nvPicPr>
        <p:blipFill>
          <a:blip r:embed="rId6"/>
          <a:stretch>
            <a:fillRect/>
          </a:stretch>
        </p:blipFill>
        <p:spPr>
          <a:xfrm>
            <a:off x="1992633" y="4290986"/>
            <a:ext cx="1497047" cy="847725"/>
          </a:xfrm>
          <a:prstGeom prst="rect">
            <a:avLst/>
          </a:prstGeom>
        </p:spPr>
      </p:pic>
      <p:pic>
        <p:nvPicPr>
          <p:cNvPr id="13" name="Image 12">
            <a:extLst>
              <a:ext uri="{FF2B5EF4-FFF2-40B4-BE49-F238E27FC236}">
                <a16:creationId xmlns:a16="http://schemas.microsoft.com/office/drawing/2014/main" id="{A62671C1-337E-A8FA-CBCA-7BBCCCA57387}"/>
              </a:ext>
            </a:extLst>
          </p:cNvPr>
          <p:cNvPicPr>
            <a:picLocks noChangeAspect="1"/>
          </p:cNvPicPr>
          <p:nvPr/>
        </p:nvPicPr>
        <p:blipFill>
          <a:blip r:embed="rId7"/>
          <a:stretch>
            <a:fillRect/>
          </a:stretch>
        </p:blipFill>
        <p:spPr>
          <a:xfrm>
            <a:off x="1992632" y="5139944"/>
            <a:ext cx="1359893" cy="847725"/>
          </a:xfrm>
          <a:prstGeom prst="rect">
            <a:avLst/>
          </a:prstGeom>
        </p:spPr>
      </p:pic>
    </p:spTree>
    <p:extLst>
      <p:ext uri="{BB962C8B-B14F-4D97-AF65-F5344CB8AC3E}">
        <p14:creationId xmlns:p14="http://schemas.microsoft.com/office/powerpoint/2010/main" val="362272140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ED8FD8B-D2EF-48BA-29C5-EE5AB54B2D3B}"/>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68799389-8E35-E2CF-F5EB-B405B0846D5B}"/>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0872FB8F-1CEE-03C2-519B-CB5889A822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338275F-0C64-B77A-16C3-1D38A2A012E6}"/>
              </a:ext>
            </a:extLst>
          </p:cNvPr>
          <p:cNvSpPr>
            <a:spLocks noGrp="1"/>
          </p:cNvSpPr>
          <p:nvPr>
            <p:ph type="sldNum" sz="quarter" idx="12"/>
          </p:nvPr>
        </p:nvSpPr>
        <p:spPr/>
        <p:txBody>
          <a:bodyPr/>
          <a:lstStyle/>
          <a:p>
            <a:fld id="{294A09A9-5501-47C1-A89A-A340965A2BE2}" type="slidenum">
              <a:rPr lang="fr-FR" smtClean="0"/>
              <a:pPr/>
              <a:t>133</a:t>
            </a:fld>
            <a:endParaRPr lang="fr-FR" dirty="0"/>
          </a:p>
        </p:txBody>
      </p:sp>
      <p:graphicFrame>
        <p:nvGraphicFramePr>
          <p:cNvPr id="7" name="Tableau 6">
            <a:extLst>
              <a:ext uri="{FF2B5EF4-FFF2-40B4-BE49-F238E27FC236}">
                <a16:creationId xmlns:a16="http://schemas.microsoft.com/office/drawing/2014/main" id="{F4EF7DE0-8785-BE87-41C3-9EE2F5B53699}"/>
              </a:ext>
            </a:extLst>
          </p:cNvPr>
          <p:cNvGraphicFramePr>
            <a:graphicFrameLocks noGrp="1"/>
          </p:cNvGraphicFramePr>
          <p:nvPr>
            <p:extLst>
              <p:ext uri="{D42A27DB-BD31-4B8C-83A1-F6EECF244321}">
                <p14:modId xmlns:p14="http://schemas.microsoft.com/office/powerpoint/2010/main" val="3263276446"/>
              </p:ext>
            </p:extLst>
          </p:nvPr>
        </p:nvGraphicFramePr>
        <p:xfrm>
          <a:off x="1691343" y="1871848"/>
          <a:ext cx="8869153" cy="3180539"/>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p>
                      <a:pPr marL="0" indent="0" algn="ctr">
                        <a:lnSpc>
                          <a:spcPct val="115000"/>
                        </a:lnSpc>
                        <a:spcBef>
                          <a:spcPts val="0"/>
                        </a:spcBef>
                        <a:spcAft>
                          <a:spcPts val="0"/>
                        </a:spcAft>
                        <a:buFont typeface="Arial" panose="020B0604020202020204" pitchFamily="34" charset="0"/>
                        <a:buNone/>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1771030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0414D7-5094-0CF3-5170-8D5AB39EFE7A}"/>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E75F9310-89D8-4894-A2ED-A7E2AD664857}"/>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50BF7AC0-20F3-A722-1B2E-57FE26CF99F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343915-0CD8-3721-38B8-309D2C63735C}"/>
              </a:ext>
            </a:extLst>
          </p:cNvPr>
          <p:cNvSpPr>
            <a:spLocks noGrp="1"/>
          </p:cNvSpPr>
          <p:nvPr>
            <p:ph type="sldNum" sz="quarter" idx="12"/>
          </p:nvPr>
        </p:nvSpPr>
        <p:spPr/>
        <p:txBody>
          <a:bodyPr/>
          <a:lstStyle/>
          <a:p>
            <a:fld id="{294A09A9-5501-47C1-A89A-A340965A2BE2}" type="slidenum">
              <a:rPr lang="fr-FR" smtClean="0"/>
              <a:pPr/>
              <a:t>134</a:t>
            </a:fld>
            <a:endParaRPr lang="fr-FR" dirty="0"/>
          </a:p>
        </p:txBody>
      </p:sp>
      <p:graphicFrame>
        <p:nvGraphicFramePr>
          <p:cNvPr id="7" name="Tableau 6">
            <a:extLst>
              <a:ext uri="{FF2B5EF4-FFF2-40B4-BE49-F238E27FC236}">
                <a16:creationId xmlns:a16="http://schemas.microsoft.com/office/drawing/2014/main" id="{B4DFBC6A-545C-5EA6-309F-BB1E522BE355}"/>
              </a:ext>
            </a:extLst>
          </p:cNvPr>
          <p:cNvGraphicFramePr>
            <a:graphicFrameLocks noGrp="1"/>
          </p:cNvGraphicFramePr>
          <p:nvPr>
            <p:extLst>
              <p:ext uri="{D42A27DB-BD31-4B8C-83A1-F6EECF244321}">
                <p14:modId xmlns:p14="http://schemas.microsoft.com/office/powerpoint/2010/main" val="850381491"/>
              </p:ext>
            </p:extLst>
          </p:nvPr>
        </p:nvGraphicFramePr>
        <p:xfrm>
          <a:off x="1691343" y="1871848"/>
          <a:ext cx="8869153" cy="3180539"/>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pré-demandes</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Impression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Distribution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Informations des citoyens</a:t>
                      </a:r>
                      <a:r>
                        <a:rPr lang="fr-FR" sz="1000" b="1" baseline="0" dirty="0">
                          <a:solidFill>
                            <a:schemeClr val="tx1"/>
                          </a:solidFill>
                          <a:effectLst/>
                          <a:latin typeface="Calibri" panose="020F0502020204030204" pitchFamily="34" charset="0"/>
                          <a:ea typeface="Calibri"/>
                          <a:cs typeface="Times New Roman"/>
                        </a:rPr>
                        <a:t> et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SGTIN</a:t>
                      </a:r>
                    </a:p>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(responsable de la valeur métier même si elle peut déléguer l’exécution des processus à un prestataire)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a:t>
                      </a:r>
                      <a:r>
                        <a:rPr lang="fr-FR" sz="1000" kern="1200" baseline="0" dirty="0">
                          <a:solidFill>
                            <a:schemeClr val="tx1"/>
                          </a:solidFill>
                          <a:effectLst/>
                          <a:latin typeface="Calibri" panose="020F0502020204030204" pitchFamily="34" charset="0"/>
                          <a:ea typeface="Calibri"/>
                          <a:cs typeface="Times New Roman"/>
                        </a:rPr>
                        <a:t> de pré-demande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SI de</a:t>
                      </a:r>
                      <a:r>
                        <a:rPr lang="fr-FR" sz="1000" baseline="0" dirty="0">
                          <a:solidFill>
                            <a:schemeClr val="tx1"/>
                          </a:solidFill>
                          <a:effectLst/>
                          <a:latin typeface="Calibri" panose="020F0502020204030204" pitchFamily="34" charset="0"/>
                          <a:ea typeface="Calibri"/>
                          <a:cs typeface="Times New Roman"/>
                        </a:rPr>
                        <a:t> renouvellement de TIN</a:t>
                      </a: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d’impression</a:t>
                      </a:r>
                      <a:r>
                        <a:rPr lang="fr-FR" sz="1000" kern="1200" baseline="0" dirty="0">
                          <a:solidFill>
                            <a:schemeClr val="tx1"/>
                          </a:solidFill>
                          <a:effectLst/>
                          <a:latin typeface="Calibri" panose="020F0502020204030204" pitchFamily="34" charset="0"/>
                          <a:ea typeface="Calibri"/>
                          <a:cs typeface="Times New Roman"/>
                        </a:rPr>
                        <a:t>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Coursier</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de</a:t>
                      </a:r>
                      <a:r>
                        <a:rPr lang="fr-FR" sz="1000" kern="1200" baseline="0" dirty="0">
                          <a:solidFill>
                            <a:schemeClr val="tx1"/>
                          </a:solidFill>
                          <a:effectLst/>
                          <a:latin typeface="Calibri" panose="020F0502020204030204" pitchFamily="34" charset="0"/>
                          <a:ea typeface="Calibri"/>
                          <a:cs typeface="Times New Roman"/>
                        </a:rPr>
                        <a:t> la mairie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SI d’impression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 et Mairie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 et Hébergeur</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Société d’acheminement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341609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020339-258E-8BB2-1A91-A413CAD026A8}"/>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A2842801-00E9-774A-1D4E-77291A80E11D}"/>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454799E9-E0C5-E4FD-D4E6-2CD08C687D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956F2F7-1C49-FA30-6BC5-6CE08060DF79}"/>
              </a:ext>
            </a:extLst>
          </p:cNvPr>
          <p:cNvSpPr>
            <a:spLocks noGrp="1"/>
          </p:cNvSpPr>
          <p:nvPr>
            <p:ph type="sldNum" sz="quarter" idx="12"/>
          </p:nvPr>
        </p:nvSpPr>
        <p:spPr/>
        <p:txBody>
          <a:bodyPr/>
          <a:lstStyle/>
          <a:p>
            <a:fld id="{294A09A9-5501-47C1-A89A-A340965A2BE2}" type="slidenum">
              <a:rPr lang="fr-FR" smtClean="0"/>
              <a:pPr/>
              <a:t>135</a:t>
            </a:fld>
            <a:endParaRPr lang="fr-FR" dirty="0"/>
          </a:p>
        </p:txBody>
      </p:sp>
      <p:graphicFrame>
        <p:nvGraphicFramePr>
          <p:cNvPr id="7" name="Tableau 6">
            <a:extLst>
              <a:ext uri="{FF2B5EF4-FFF2-40B4-BE49-F238E27FC236}">
                <a16:creationId xmlns:a16="http://schemas.microsoft.com/office/drawing/2014/main" id="{D61DEC12-819E-A7E2-AAE0-1A2A4ADD6906}"/>
              </a:ext>
            </a:extLst>
          </p:cNvPr>
          <p:cNvGraphicFramePr>
            <a:graphicFrameLocks noGrp="1"/>
          </p:cNvGraphicFramePr>
          <p:nvPr>
            <p:extLst>
              <p:ext uri="{D42A27DB-BD31-4B8C-83A1-F6EECF244321}">
                <p14:modId xmlns:p14="http://schemas.microsoft.com/office/powerpoint/2010/main" val="1442684037"/>
              </p:ext>
            </p:extLst>
          </p:nvPr>
        </p:nvGraphicFramePr>
        <p:xfrm>
          <a:off x="2053210" y="1340769"/>
          <a:ext cx="8075239" cy="4954409"/>
        </p:xfrm>
        <a:graphic>
          <a:graphicData uri="http://schemas.openxmlformats.org/drawingml/2006/table">
            <a:tbl>
              <a:tblPr/>
              <a:tblGrid>
                <a:gridCol w="1022194">
                  <a:extLst>
                    <a:ext uri="{9D8B030D-6E8A-4147-A177-3AD203B41FA5}">
                      <a16:colId xmlns:a16="http://schemas.microsoft.com/office/drawing/2014/main" val="20000"/>
                    </a:ext>
                  </a:extLst>
                </a:gridCol>
                <a:gridCol w="2434433">
                  <a:extLst>
                    <a:ext uri="{9D8B030D-6E8A-4147-A177-3AD203B41FA5}">
                      <a16:colId xmlns:a16="http://schemas.microsoft.com/office/drawing/2014/main" val="20001"/>
                    </a:ext>
                  </a:extLst>
                </a:gridCol>
                <a:gridCol w="1585494">
                  <a:extLst>
                    <a:ext uri="{9D8B030D-6E8A-4147-A177-3AD203B41FA5}">
                      <a16:colId xmlns:a16="http://schemas.microsoft.com/office/drawing/2014/main" val="20002"/>
                    </a:ext>
                  </a:extLst>
                </a:gridCol>
                <a:gridCol w="758280">
                  <a:extLst>
                    <a:ext uri="{9D8B030D-6E8A-4147-A177-3AD203B41FA5}">
                      <a16:colId xmlns:a16="http://schemas.microsoft.com/office/drawing/2014/main" val="20003"/>
                    </a:ext>
                  </a:extLst>
                </a:gridCol>
                <a:gridCol w="2274838">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 d’Impact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dirty="0">
                          <a:solidFill>
                            <a:schemeClr val="tx1"/>
                          </a:solidFill>
                          <a:effectLst/>
                          <a:latin typeface="Calibri Light" panose="020F0302020204030204" pitchFamily="34" charset="0"/>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a:t>
                      </a:r>
                      <a:r>
                        <a:rPr lang="fr-FR" sz="1000" b="0" i="0" u="none" strike="noStrike" dirty="0">
                          <a:solidFill>
                            <a:schemeClr val="tx1"/>
                          </a:solidFill>
                          <a:effectLst/>
                          <a:latin typeface="Calibri Light" panose="020F0302020204030204" pitchFamily="34" charset="0"/>
                        </a:rPr>
                        <a:t>(RGPD)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332F"/>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 </a:t>
                      </a:r>
                      <a:r>
                        <a:rPr lang="fr-FR" sz="1000" b="0" i="0" u="none" strike="noStrike" baseline="0" dirty="0">
                          <a:solidFill>
                            <a:schemeClr val="tx1"/>
                          </a:solidFill>
                          <a:effectLst/>
                          <a:latin typeface="Calibri Light" panose="020F0302020204030204" pitchFamily="34" charset="0"/>
                        </a:rPr>
                        <a:t>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40876">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43953">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47030">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64703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57711455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813CEE-682A-48CB-AE94-BE914BC09C89}"/>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F8CA493C-F85E-04C2-2C20-BC1B75FB7D9F}"/>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56E68B7E-9445-20B4-02A4-DD3F231A118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A42E05C-6BDF-CC96-2D1C-B57E8BECD244}"/>
              </a:ext>
            </a:extLst>
          </p:cNvPr>
          <p:cNvSpPr>
            <a:spLocks noGrp="1"/>
          </p:cNvSpPr>
          <p:nvPr>
            <p:ph type="sldNum" sz="quarter" idx="12"/>
          </p:nvPr>
        </p:nvSpPr>
        <p:spPr/>
        <p:txBody>
          <a:bodyPr/>
          <a:lstStyle/>
          <a:p>
            <a:fld id="{294A09A9-5501-47C1-A89A-A340965A2BE2}" type="slidenum">
              <a:rPr lang="fr-FR" smtClean="0"/>
              <a:pPr/>
              <a:t>136</a:t>
            </a:fld>
            <a:endParaRPr lang="fr-FR" dirty="0"/>
          </a:p>
        </p:txBody>
      </p:sp>
      <p:graphicFrame>
        <p:nvGraphicFramePr>
          <p:cNvPr id="7" name="Tableau 6">
            <a:extLst>
              <a:ext uri="{FF2B5EF4-FFF2-40B4-BE49-F238E27FC236}">
                <a16:creationId xmlns:a16="http://schemas.microsoft.com/office/drawing/2014/main" id="{68A15395-9D42-A7B9-9218-3D10705C3CAD}"/>
              </a:ext>
            </a:extLst>
          </p:cNvPr>
          <p:cNvGraphicFramePr>
            <a:graphicFrameLocks noGrp="1"/>
          </p:cNvGraphicFramePr>
          <p:nvPr>
            <p:extLst>
              <p:ext uri="{D42A27DB-BD31-4B8C-83A1-F6EECF244321}">
                <p14:modId xmlns:p14="http://schemas.microsoft.com/office/powerpoint/2010/main" val="3032684877"/>
              </p:ext>
            </p:extLst>
          </p:nvPr>
        </p:nvGraphicFramePr>
        <p:xfrm>
          <a:off x="2053209" y="1465508"/>
          <a:ext cx="8064001" cy="4555781"/>
        </p:xfrm>
        <a:graphic>
          <a:graphicData uri="http://schemas.openxmlformats.org/drawingml/2006/table">
            <a:tbl>
              <a:tblPr/>
              <a:tblGrid>
                <a:gridCol w="1020770">
                  <a:extLst>
                    <a:ext uri="{9D8B030D-6E8A-4147-A177-3AD203B41FA5}">
                      <a16:colId xmlns:a16="http://schemas.microsoft.com/office/drawing/2014/main" val="20000"/>
                    </a:ext>
                  </a:extLst>
                </a:gridCol>
                <a:gridCol w="1869894">
                  <a:extLst>
                    <a:ext uri="{9D8B030D-6E8A-4147-A177-3AD203B41FA5}">
                      <a16:colId xmlns:a16="http://schemas.microsoft.com/office/drawing/2014/main" val="20001"/>
                    </a:ext>
                  </a:extLst>
                </a:gridCol>
                <a:gridCol w="2232248">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2221009">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a:t>
                      </a:r>
                      <a:r>
                        <a:rPr lang="fr-FR" sz="1000" b="1" i="0" u="none" strike="noStrike" cap="all" baseline="0" dirty="0">
                          <a:solidFill>
                            <a:schemeClr val="bg1"/>
                          </a:solidFill>
                          <a:effectLst/>
                          <a:latin typeface="Calibri Light" panose="020F0302020204030204" pitchFamily="34" charset="0"/>
                        </a:rPr>
                        <a:t> d’</a:t>
                      </a:r>
                      <a:r>
                        <a:rPr lang="fr-FR" sz="1000" b="1" i="0" u="none" strike="noStrike" cap="all" dirty="0">
                          <a:solidFill>
                            <a:schemeClr val="bg1"/>
                          </a:solidFill>
                          <a:effectLst/>
                          <a:latin typeface="Calibri Light" panose="020F0302020204030204" pitchFamily="34" charset="0"/>
                        </a:rPr>
                        <a:t>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000" b="0" i="0" u="none" strike="noStrike" kern="1200" dirty="0">
                          <a:solidFill>
                            <a:schemeClr val="tx1"/>
                          </a:solidFill>
                          <a:effectLst/>
                          <a:latin typeface="Calibri Light" panose="020F0302020204030204" pitchFamily="34" charset="0"/>
                          <a:ea typeface="+mn-ea"/>
                          <a:cs typeface="+mn-cs"/>
                        </a:rPr>
                        <a:t>Certains TIN imprimés ne correspondent pas à des demandes légitimes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réimpression du TIN</a:t>
                      </a:r>
                      <a:endParaRPr lang="fr-FR" sz="1000" b="0" i="0" u="none" strike="noStrike" baseline="0" dirty="0">
                        <a:solidFill>
                          <a:schemeClr val="tx1"/>
                        </a:solidFill>
                        <a:effectLst/>
                        <a:latin typeface="Calibri Light" panose="020F0302020204030204" pitchFamily="34" charset="0"/>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lié à l’implication de la SGTIN dans les procès pour création de fausses identités</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baseline="0" dirty="0">
                          <a:solidFill>
                            <a:schemeClr val="tx1"/>
                          </a:solidFill>
                          <a:effectLst/>
                          <a:latin typeface="Calibri Light" panose="020F0302020204030204" pitchFamily="34" charset="0"/>
                        </a:rPr>
                        <a:t>Fraude (création de faux TIN)</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Distribution des TIN /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Vol de TIN légitimes durant leur acheminement à la mairie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renouvellement de TIN</a:t>
                      </a:r>
                      <a:endParaRPr lang="fr-FR" sz="1000" b="0" i="0" u="none" strike="noStrike" baseline="0"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 </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a:t>
                      </a:r>
                      <a:r>
                        <a:rPr lang="fr-FR" sz="1000" b="0" i="0" u="none" strike="noStrike" kern="1200" baseline="0" dirty="0">
                          <a:solidFill>
                            <a:schemeClr val="tx1"/>
                          </a:solidFill>
                          <a:effectLst/>
                          <a:latin typeface="Calibri Light" panose="020F0302020204030204" pitchFamily="34" charset="0"/>
                          <a:ea typeface="+mn-ea"/>
                          <a:cs typeface="+mn-cs"/>
                        </a:rPr>
                        <a:t> service permettant à un agent de mairie de faire une demande de renouvellement de 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3</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Pas</a:t>
                      </a:r>
                      <a:r>
                        <a:rPr lang="fr-FR" sz="1000" b="0" i="0" u="none" strike="noStrike" baseline="0" dirty="0">
                          <a:solidFill>
                            <a:schemeClr val="tx1"/>
                          </a:solidFill>
                          <a:effectLst/>
                          <a:latin typeface="Calibri Light" panose="020F0302020204030204" pitchFamily="34" charset="0"/>
                        </a:rPr>
                        <a:t> d’existence de solution de contournement, impossibilité de réaliser la mission pendant la durée d’indisponibilité</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de notification de renouvellement de TIN n’est pas accessible aux utilisateurs</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 lié au délai</a:t>
                      </a:r>
                      <a:r>
                        <a:rPr lang="fr-FR" sz="1000" b="0" i="0" u="none" strike="noStrike" kern="1200" baseline="0" dirty="0">
                          <a:solidFill>
                            <a:schemeClr val="tx1"/>
                          </a:solidFill>
                          <a:effectLst/>
                          <a:latin typeface="Calibri Light" panose="020F0302020204030204" pitchFamily="34" charset="0"/>
                          <a:ea typeface="+mn-ea"/>
                          <a:cs typeface="+mn-cs"/>
                        </a:rPr>
                        <a:t> d’obtention du TIN</a:t>
                      </a:r>
                      <a:endParaRPr lang="fr-FR" sz="1000" b="0" i="0" u="none" strike="noStrike" kern="1200" dirty="0">
                        <a:solidFill>
                          <a:schemeClr val="tx1"/>
                        </a:solidFill>
                        <a:effectLst/>
                        <a:latin typeface="Calibri Light" panose="020F0302020204030204" pitchFamily="34" charset="0"/>
                        <a:ea typeface="+mn-ea"/>
                        <a:cs typeface="+mn-cs"/>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2</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avec une dégradation des performances (la mairie peut contacter par téléphone ou mail le citoyen pour le notifier)</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5010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pré-demandes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permettant de réaliser une pré-demande par internet auprès de la SGTIN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1</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tc>
                  <a:txBody>
                    <a:bodyPr/>
                    <a:lstStyle/>
                    <a:p>
                      <a:pPr marL="0" indent="0" algn="l" fontAlgn="ctr">
                        <a:buFont typeface="Arial" panose="020B0604020202020204" pitchFamily="34" charset="0"/>
                        <a:buNone/>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(possibilité de renseigner les informations directement à la mairie)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95605876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6C7A15-B293-1990-25FA-30DA8FC01EB0}"/>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2B7D3F39-4179-B82F-5F28-84265783EA1A}"/>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7FA9716B-1C14-A426-B082-C6EEC1E5F8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7A683AD-975B-D72D-6763-5C48AB83AF94}"/>
              </a:ext>
            </a:extLst>
          </p:cNvPr>
          <p:cNvSpPr>
            <a:spLocks noGrp="1"/>
          </p:cNvSpPr>
          <p:nvPr>
            <p:ph type="sldNum" sz="quarter" idx="12"/>
          </p:nvPr>
        </p:nvSpPr>
        <p:spPr/>
        <p:txBody>
          <a:bodyPr/>
          <a:lstStyle/>
          <a:p>
            <a:fld id="{294A09A9-5501-47C1-A89A-A340965A2BE2}" type="slidenum">
              <a:rPr lang="fr-FR" smtClean="0"/>
              <a:pPr/>
              <a:t>137</a:t>
            </a:fld>
            <a:endParaRPr lang="fr-FR" dirty="0"/>
          </a:p>
        </p:txBody>
      </p:sp>
      <p:graphicFrame>
        <p:nvGraphicFramePr>
          <p:cNvPr id="7" name="Tableau 6">
            <a:extLst>
              <a:ext uri="{FF2B5EF4-FFF2-40B4-BE49-F238E27FC236}">
                <a16:creationId xmlns:a16="http://schemas.microsoft.com/office/drawing/2014/main" id="{4183B83F-6B56-E780-7AE4-4A5AA1D9CD5D}"/>
              </a:ext>
            </a:extLst>
          </p:cNvPr>
          <p:cNvGraphicFramePr>
            <a:graphicFrameLocks noGrp="1"/>
          </p:cNvGraphicFramePr>
          <p:nvPr>
            <p:extLst>
              <p:ext uri="{D42A27DB-BD31-4B8C-83A1-F6EECF244321}">
                <p14:modId xmlns:p14="http://schemas.microsoft.com/office/powerpoint/2010/main" val="2536822844"/>
              </p:ext>
            </p:extLst>
          </p:nvPr>
        </p:nvGraphicFramePr>
        <p:xfrm>
          <a:off x="1972617" y="1772817"/>
          <a:ext cx="8214084" cy="4104461"/>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1"/>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1"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56011365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538F08-B3BC-4914-8F5B-77AC51C65E0F}"/>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7881195E-158B-62A4-5DA6-C613F646D797}"/>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C1C9838E-0C16-8CB3-99D1-E67E5F75FA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557C473-65E3-2C78-44D2-AB31B76DD6B5}"/>
              </a:ext>
            </a:extLst>
          </p:cNvPr>
          <p:cNvSpPr>
            <a:spLocks noGrp="1"/>
          </p:cNvSpPr>
          <p:nvPr>
            <p:ph type="sldNum" sz="quarter" idx="12"/>
          </p:nvPr>
        </p:nvSpPr>
        <p:spPr/>
        <p:txBody>
          <a:bodyPr/>
          <a:lstStyle/>
          <a:p>
            <a:fld id="{294A09A9-5501-47C1-A89A-A340965A2BE2}" type="slidenum">
              <a:rPr lang="fr-FR" smtClean="0"/>
              <a:pPr/>
              <a:t>138</a:t>
            </a:fld>
            <a:endParaRPr lang="fr-FR" dirty="0"/>
          </a:p>
        </p:txBody>
      </p:sp>
      <p:graphicFrame>
        <p:nvGraphicFramePr>
          <p:cNvPr id="7" name="Tableau 6">
            <a:extLst>
              <a:ext uri="{FF2B5EF4-FFF2-40B4-BE49-F238E27FC236}">
                <a16:creationId xmlns:a16="http://schemas.microsoft.com/office/drawing/2014/main" id="{6418BA59-09E0-8CF8-535D-5CA9C140EFB0}"/>
              </a:ext>
            </a:extLst>
          </p:cNvPr>
          <p:cNvGraphicFramePr>
            <a:graphicFrameLocks noGrp="1"/>
          </p:cNvGraphicFramePr>
          <p:nvPr>
            <p:extLst>
              <p:ext uri="{D42A27DB-BD31-4B8C-83A1-F6EECF244321}">
                <p14:modId xmlns:p14="http://schemas.microsoft.com/office/powerpoint/2010/main" val="2947631970"/>
              </p:ext>
            </p:extLst>
          </p:nvPr>
        </p:nvGraphicFramePr>
        <p:xfrm>
          <a:off x="1972617" y="1516988"/>
          <a:ext cx="8214084" cy="4720325"/>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Organisation</a:t>
                      </a:r>
                      <a:r>
                        <a:rPr lang="fr-FR" sz="1100" b="1" i="0" u="none" strike="noStrike" baseline="0" dirty="0">
                          <a:solidFill>
                            <a:schemeClr val="tx1"/>
                          </a:solidFill>
                          <a:effectLst/>
                          <a:latin typeface="Calibri Light" panose="020F0302020204030204" pitchFamily="34" charset="0"/>
                        </a:rPr>
                        <a:t> de malfaiteurs</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Gagner</a:t>
                      </a:r>
                      <a:r>
                        <a:rPr lang="fr-FR" sz="1100" b="0" i="0" u="none" strike="noStrike" kern="1200" baseline="0" dirty="0">
                          <a:solidFill>
                            <a:schemeClr val="tx1"/>
                          </a:solidFill>
                          <a:effectLst/>
                          <a:latin typeface="Calibri Light" panose="020F0302020204030204" pitchFamily="34" charset="0"/>
                          <a:ea typeface="+mn-ea"/>
                          <a:cs typeface="+mn-cs"/>
                        </a:rPr>
                        <a:t>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1"/>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Perturber la fabrication</a:t>
                      </a:r>
                      <a:r>
                        <a:rPr lang="fr-FR" sz="1100" b="0" i="0" u="none" strike="noStrike" kern="1200" baseline="0" dirty="0">
                          <a:solidFill>
                            <a:schemeClr val="tx1"/>
                          </a:solidFill>
                          <a:effectLst/>
                          <a:latin typeface="Calibri Light" panose="020F0302020204030204" pitchFamily="34" charset="0"/>
                          <a:ea typeface="+mn-ea"/>
                          <a:cs typeface="+mn-cs"/>
                        </a:rPr>
                        <a:t> de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2"/>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Faire</a:t>
                      </a:r>
                      <a:r>
                        <a:rPr lang="fr-FR" sz="1100" b="0" i="0" u="none" strike="noStrike" kern="1200" baseline="0" dirty="0">
                          <a:solidFill>
                            <a:schemeClr val="tx1"/>
                          </a:solidFill>
                          <a:effectLst/>
                          <a:latin typeface="Calibri Light" panose="020F0302020204030204" pitchFamily="34" charset="0"/>
                          <a:ea typeface="+mn-ea"/>
                          <a:cs typeface="+mn-cs"/>
                        </a:rPr>
                        <a:t> fabriquer </a:t>
                      </a:r>
                      <a:r>
                        <a:rPr lang="fr-FR" sz="1100" b="0" i="0" u="none" strike="noStrike" kern="1200" dirty="0">
                          <a:solidFill>
                            <a:schemeClr val="tx1"/>
                          </a:solidFill>
                          <a:effectLst/>
                          <a:latin typeface="Calibri Light" panose="020F0302020204030204" pitchFamily="34" charset="0"/>
                          <a:ea typeface="+mn-ea"/>
                          <a:cs typeface="+mn-cs"/>
                        </a:rPr>
                        <a:t>des faux TIN 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illimitées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3"/>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Terroriste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Créer un faux</a:t>
                      </a:r>
                      <a:r>
                        <a:rPr lang="fr-FR" sz="1100" b="0" i="0" u="none" strike="noStrike" kern="1200" baseline="0" dirty="0">
                          <a:solidFill>
                            <a:schemeClr val="tx1"/>
                          </a:solidFill>
                          <a:effectLst/>
                          <a:latin typeface="Calibri Light" panose="020F0302020204030204" pitchFamily="34" charset="0"/>
                          <a:ea typeface="+mn-ea"/>
                          <a:cs typeface="+mn-cs"/>
                        </a:rPr>
                        <a:t> TIN pour entrer sur le territoire</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Asse</a:t>
                      </a:r>
                      <a:r>
                        <a:rPr lang="fr-FR" sz="1100" b="0" i="0" u="none" strike="noStrike" kern="1200" baseline="0" dirty="0">
                          <a:solidFill>
                            <a:schemeClr val="tx1"/>
                          </a:solidFill>
                          <a:effectLst/>
                          <a:latin typeface="Calibri Light" panose="020F0302020204030204" pitchFamily="34" charset="0"/>
                          <a:ea typeface="+mn-ea"/>
                          <a:cs typeface="+mn-cs"/>
                        </a:rPr>
                        <a:t>z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Moyennement</a:t>
                      </a:r>
                      <a:r>
                        <a:rPr lang="fr-FR" sz="1100" b="1" i="0" u="none" strike="noStrike" kern="1200" baseline="0" dirty="0">
                          <a:solidFill>
                            <a:schemeClr val="tx1"/>
                          </a:solidFill>
                          <a:effectLst/>
                          <a:latin typeface="Calibri" panose="020F0502020204030204" pitchFamily="34" charset="0"/>
                          <a:ea typeface="+mn-ea"/>
                          <a:cs typeface="+mn-cs"/>
                        </a:rPr>
                        <a:t> pertinent</a:t>
                      </a:r>
                      <a:endParaRPr lang="fr-FR" sz="1100" b="1"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extLst>
                  <a:ext uri="{0D108BD9-81ED-4DB2-BD59-A6C34878D82A}">
                    <a16:rowId xmlns:a16="http://schemas.microsoft.com/office/drawing/2014/main" val="10005"/>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Citoyen</a:t>
                      </a:r>
                      <a:r>
                        <a:rPr lang="fr-FR" sz="1100" b="1" i="0" u="none" strike="noStrike" baseline="0" dirty="0">
                          <a:solidFill>
                            <a:schemeClr val="tx1"/>
                          </a:solidFill>
                          <a:effectLst/>
                          <a:latin typeface="Calibri Light" panose="020F0302020204030204" pitchFamily="34" charset="0"/>
                        </a:rPr>
                        <a:t> malhonnête</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Créer une</a:t>
                      </a:r>
                      <a:r>
                        <a:rPr lang="fr-FR" sz="1100" b="0" i="0" u="none" strike="noStrike" baseline="0" dirty="0">
                          <a:solidFill>
                            <a:schemeClr val="tx1"/>
                          </a:solidFill>
                          <a:effectLst/>
                          <a:latin typeface="Calibri Light" panose="020F0302020204030204" pitchFamily="34" charset="0"/>
                        </a:rPr>
                        <a:t> fausse identité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baseline="0" dirty="0">
                          <a:solidFill>
                            <a:schemeClr val="tx1"/>
                          </a:solidFill>
                          <a:effectLst/>
                          <a:latin typeface="Calibri Light" panose="020F0302020204030204" pitchFamily="34" charset="0"/>
                        </a:rPr>
                        <a:t>Très peu motivé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a:t>
                      </a:r>
                      <a:r>
                        <a:rPr lang="fr-FR" sz="1100" b="0" i="0" u="none" strike="noStrike" baseline="0" dirty="0">
                          <a:solidFill>
                            <a:schemeClr val="tx1"/>
                          </a:solidFill>
                          <a:effectLst/>
                          <a:latin typeface="Calibri Light" panose="020F0302020204030204" pitchFamily="34" charset="0"/>
                        </a:rPr>
                        <a:t> limitées</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6"/>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Hacker</a:t>
                      </a:r>
                      <a:r>
                        <a:rPr lang="fr-FR" sz="1100" b="1" i="0" u="none" strike="noStrike" baseline="0" dirty="0">
                          <a:solidFill>
                            <a:schemeClr val="tx1"/>
                          </a:solidFill>
                          <a:effectLst/>
                          <a:latin typeface="Calibri Light" panose="020F0302020204030204" pitchFamily="34" charset="0"/>
                        </a:rPr>
                        <a:t> amateur</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Tester</a:t>
                      </a:r>
                      <a:r>
                        <a:rPr lang="fr-FR" sz="1100" b="0" i="0" u="none" strike="noStrike" kern="1200" baseline="0" dirty="0">
                          <a:solidFill>
                            <a:schemeClr val="tx1"/>
                          </a:solidFill>
                          <a:effectLst/>
                          <a:latin typeface="Calibri Light" panose="020F0302020204030204" pitchFamily="34" charset="0"/>
                          <a:ea typeface="+mn-ea"/>
                          <a:cs typeface="+mn-cs"/>
                        </a:rPr>
                        <a:t> ses compétences sur un système « grandeur nature »</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Peu</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1051543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5C4069-C488-7F96-4390-1495F8852DEB}"/>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D3838601-CE19-1077-5084-6361F2B99BC9}"/>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E6E305A2-C873-9D6A-DF0A-E04B3C7DEFA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62DC54-9317-E320-CBF1-DB35D3EF34DB}"/>
              </a:ext>
            </a:extLst>
          </p:cNvPr>
          <p:cNvSpPr>
            <a:spLocks noGrp="1"/>
          </p:cNvSpPr>
          <p:nvPr>
            <p:ph type="sldNum" sz="quarter" idx="12"/>
          </p:nvPr>
        </p:nvSpPr>
        <p:spPr/>
        <p:txBody>
          <a:bodyPr/>
          <a:lstStyle/>
          <a:p>
            <a:fld id="{294A09A9-5501-47C1-A89A-A340965A2BE2}" type="slidenum">
              <a:rPr lang="fr-FR" smtClean="0"/>
              <a:pPr/>
              <a:t>139</a:t>
            </a:fld>
            <a:endParaRPr lang="fr-FR" dirty="0"/>
          </a:p>
        </p:txBody>
      </p:sp>
      <p:sp>
        <p:nvSpPr>
          <p:cNvPr id="7" name="Rectangle 6">
            <a:extLst>
              <a:ext uri="{FF2B5EF4-FFF2-40B4-BE49-F238E27FC236}">
                <a16:creationId xmlns:a16="http://schemas.microsoft.com/office/drawing/2014/main" id="{AEFDD094-EDAB-711D-0708-23FB5C3C2E54}"/>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8" name="Rectangle 7">
            <a:extLst>
              <a:ext uri="{FF2B5EF4-FFF2-40B4-BE49-F238E27FC236}">
                <a16:creationId xmlns:a16="http://schemas.microsoft.com/office/drawing/2014/main" id="{083BB477-BC88-05DB-43B9-F26F1C171D27}"/>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9" name="Tableau 8">
            <a:extLst>
              <a:ext uri="{FF2B5EF4-FFF2-40B4-BE49-F238E27FC236}">
                <a16:creationId xmlns:a16="http://schemas.microsoft.com/office/drawing/2014/main" id="{9CE8F861-1BB5-0668-3B29-6732E749654B}"/>
              </a:ext>
            </a:extLst>
          </p:cNvPr>
          <p:cNvGraphicFramePr>
            <a:graphicFrameLocks noGrp="1"/>
          </p:cNvGraphicFramePr>
          <p:nvPr>
            <p:extLst>
              <p:ext uri="{D42A27DB-BD31-4B8C-83A1-F6EECF244321}">
                <p14:modId xmlns:p14="http://schemas.microsoft.com/office/powerpoint/2010/main" val="1490400186"/>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0" name="Tableau 9">
            <a:extLst>
              <a:ext uri="{FF2B5EF4-FFF2-40B4-BE49-F238E27FC236}">
                <a16:creationId xmlns:a16="http://schemas.microsoft.com/office/drawing/2014/main" id="{7913E469-F3B3-452A-0150-40806B61359E}"/>
              </a:ext>
            </a:extLst>
          </p:cNvPr>
          <p:cNvGraphicFramePr>
            <a:graphicFrameLocks noGrp="1"/>
          </p:cNvGraphicFramePr>
          <p:nvPr>
            <p:extLst>
              <p:ext uri="{D42A27DB-BD31-4B8C-83A1-F6EECF244321}">
                <p14:modId xmlns:p14="http://schemas.microsoft.com/office/powerpoint/2010/main" val="1866451402"/>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7429582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D168F-664D-5800-B464-90506EDC56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A74BDFB-72A5-6850-4872-D1DD17F5E1B2}"/>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0E991DAF-B727-E892-A883-A0028A0D415B}"/>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BF486123-0EF7-D2CE-E2FA-E461A05DCE0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8C47455-1F22-0F4C-A2F9-B6CDC38EE93F}"/>
              </a:ext>
            </a:extLst>
          </p:cNvPr>
          <p:cNvSpPr>
            <a:spLocks noGrp="1"/>
          </p:cNvSpPr>
          <p:nvPr>
            <p:ph type="sldNum" sz="quarter" idx="12"/>
          </p:nvPr>
        </p:nvSpPr>
        <p:spPr/>
        <p:txBody>
          <a:bodyPr/>
          <a:lstStyle/>
          <a:p>
            <a:fld id="{294A09A9-5501-47C1-A89A-A340965A2BE2}" type="slidenum">
              <a:rPr lang="fr-FR" smtClean="0"/>
              <a:pPr/>
              <a:t>140</a:t>
            </a:fld>
            <a:endParaRPr lang="fr-FR" dirty="0"/>
          </a:p>
        </p:txBody>
      </p:sp>
      <p:cxnSp>
        <p:nvCxnSpPr>
          <p:cNvPr id="7" name="Connecteur en angle 42">
            <a:extLst>
              <a:ext uri="{FF2B5EF4-FFF2-40B4-BE49-F238E27FC236}">
                <a16:creationId xmlns:a16="http://schemas.microsoft.com/office/drawing/2014/main" id="{9AE2BB5A-63CA-F95A-1CAA-57A7E230F58E}"/>
              </a:ext>
            </a:extLst>
          </p:cNvPr>
          <p:cNvCxnSpPr/>
          <p:nvPr/>
        </p:nvCxnSpPr>
        <p:spPr>
          <a:xfrm flipV="1">
            <a:off x="5398780" y="3555964"/>
            <a:ext cx="1404000" cy="1584000"/>
          </a:xfrm>
          <a:prstGeom prst="bentConnector3">
            <a:avLst>
              <a:gd name="adj1" fmla="val 60198"/>
            </a:avLst>
          </a:prstGeom>
          <a:ln w="28575">
            <a:solidFill>
              <a:schemeClr val="accent4"/>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8" name="Connecteur en angle 22">
            <a:extLst>
              <a:ext uri="{FF2B5EF4-FFF2-40B4-BE49-F238E27FC236}">
                <a16:creationId xmlns:a16="http://schemas.microsoft.com/office/drawing/2014/main" id="{DA4440EF-969E-A88D-9360-4ED30C1B2C18}"/>
              </a:ext>
            </a:extLst>
          </p:cNvPr>
          <p:cNvCxnSpPr/>
          <p:nvPr/>
        </p:nvCxnSpPr>
        <p:spPr>
          <a:xfrm flipV="1">
            <a:off x="5408440" y="3140968"/>
            <a:ext cx="1404000" cy="1080120"/>
          </a:xfrm>
          <a:prstGeom prst="bentConnector3">
            <a:avLst>
              <a:gd name="adj1" fmla="val 19064"/>
            </a:avLst>
          </a:prstGeom>
          <a:ln w="28575">
            <a:solidFill>
              <a:srgbClr val="E22A37"/>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CF449FA-2CB6-16CD-1B89-8CF5B3B67AC2}"/>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10" name="Rectangle 9">
            <a:extLst>
              <a:ext uri="{FF2B5EF4-FFF2-40B4-BE49-F238E27FC236}">
                <a16:creationId xmlns:a16="http://schemas.microsoft.com/office/drawing/2014/main" id="{FC5A43C3-3F7B-CCF8-3852-8F1BC2596A58}"/>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11" name="Tableau 10">
            <a:extLst>
              <a:ext uri="{FF2B5EF4-FFF2-40B4-BE49-F238E27FC236}">
                <a16:creationId xmlns:a16="http://schemas.microsoft.com/office/drawing/2014/main" id="{6918BF12-9975-32AF-A4F8-AB6CE19141C7}"/>
              </a:ext>
            </a:extLst>
          </p:cNvPr>
          <p:cNvGraphicFramePr>
            <a:graphicFrameLocks noGrp="1"/>
          </p:cNvGraphicFramePr>
          <p:nvPr>
            <p:extLst>
              <p:ext uri="{D42A27DB-BD31-4B8C-83A1-F6EECF244321}">
                <p14:modId xmlns:p14="http://schemas.microsoft.com/office/powerpoint/2010/main" val="751086641"/>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a:t>
                      </a:r>
                      <a:r>
                        <a:rPr lang="fr-FR" sz="1200" b="1" i="0" u="none" strike="noStrike" cap="all" baseline="0" dirty="0" err="1">
                          <a:solidFill>
                            <a:schemeClr val="bg1"/>
                          </a:solidFill>
                          <a:effectLst/>
                          <a:latin typeface="Calibri" panose="020F0502020204030204" pitchFamily="34" charset="0"/>
                        </a:rPr>
                        <a:t>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2" name="Tableau 11">
            <a:extLst>
              <a:ext uri="{FF2B5EF4-FFF2-40B4-BE49-F238E27FC236}">
                <a16:creationId xmlns:a16="http://schemas.microsoft.com/office/drawing/2014/main" id="{5A0E8077-6FD9-683D-FA82-3B08F381562B}"/>
              </a:ext>
            </a:extLst>
          </p:cNvPr>
          <p:cNvGraphicFramePr>
            <a:graphicFrameLocks noGrp="1"/>
          </p:cNvGraphicFramePr>
          <p:nvPr>
            <p:extLst>
              <p:ext uri="{D42A27DB-BD31-4B8C-83A1-F6EECF244321}">
                <p14:modId xmlns:p14="http://schemas.microsoft.com/office/powerpoint/2010/main" val="4023272718"/>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cxnSp>
        <p:nvCxnSpPr>
          <p:cNvPr id="13" name="Connecteur en angle 37">
            <a:extLst>
              <a:ext uri="{FF2B5EF4-FFF2-40B4-BE49-F238E27FC236}">
                <a16:creationId xmlns:a16="http://schemas.microsoft.com/office/drawing/2014/main" id="{0498777E-AFF2-C868-607F-9473B499C280}"/>
              </a:ext>
            </a:extLst>
          </p:cNvPr>
          <p:cNvCxnSpPr/>
          <p:nvPr/>
        </p:nvCxnSpPr>
        <p:spPr>
          <a:xfrm>
            <a:off x="5377066" y="3345996"/>
            <a:ext cx="1440000" cy="1379149"/>
          </a:xfrm>
          <a:prstGeom prst="bentConnector3">
            <a:avLst>
              <a:gd name="adj1" fmla="val 3579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4" name="Connecteur en angle 33">
            <a:extLst>
              <a:ext uri="{FF2B5EF4-FFF2-40B4-BE49-F238E27FC236}">
                <a16:creationId xmlns:a16="http://schemas.microsoft.com/office/drawing/2014/main" id="{A4A191E7-7458-FCC8-1BB4-BD3D13E324B5}"/>
              </a:ext>
            </a:extLst>
          </p:cNvPr>
          <p:cNvCxnSpPr/>
          <p:nvPr/>
        </p:nvCxnSpPr>
        <p:spPr>
          <a:xfrm>
            <a:off x="5362780" y="3345995"/>
            <a:ext cx="1440000" cy="720000"/>
          </a:xfrm>
          <a:prstGeom prst="bentConnector3">
            <a:avLst>
              <a:gd name="adj1" fmla="val 36177"/>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5" name="Connecteur en angle 18">
            <a:extLst>
              <a:ext uri="{FF2B5EF4-FFF2-40B4-BE49-F238E27FC236}">
                <a16:creationId xmlns:a16="http://schemas.microsoft.com/office/drawing/2014/main" id="{86035075-8BE5-70D4-EB67-B25852F522A5}"/>
              </a:ext>
            </a:extLst>
          </p:cNvPr>
          <p:cNvCxnSpPr/>
          <p:nvPr/>
        </p:nvCxnSpPr>
        <p:spPr>
          <a:xfrm>
            <a:off x="5408440" y="3345995"/>
            <a:ext cx="1408626" cy="0"/>
          </a:xfrm>
          <a:prstGeom prst="bentConnector3">
            <a:avLst>
              <a:gd name="adj1" fmla="val 5000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45117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B7D713-958A-1A82-F763-3C92546600A0}"/>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8D4BDF67-A423-953A-F8C6-250736D014C3}"/>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05C33523-4A25-04AD-9241-D4D377BE788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3FC78-8F0D-EC98-4F68-6DC5A9B60844}"/>
              </a:ext>
            </a:extLst>
          </p:cNvPr>
          <p:cNvSpPr>
            <a:spLocks noGrp="1"/>
          </p:cNvSpPr>
          <p:nvPr>
            <p:ph type="sldNum" sz="quarter" idx="12"/>
          </p:nvPr>
        </p:nvSpPr>
        <p:spPr/>
        <p:txBody>
          <a:bodyPr/>
          <a:lstStyle/>
          <a:p>
            <a:fld id="{294A09A9-5501-47C1-A89A-A340965A2BE2}" type="slidenum">
              <a:rPr lang="fr-FR" smtClean="0"/>
              <a:pPr/>
              <a:t>141</a:t>
            </a:fld>
            <a:endParaRPr lang="fr-FR" dirty="0"/>
          </a:p>
        </p:txBody>
      </p:sp>
      <p:graphicFrame>
        <p:nvGraphicFramePr>
          <p:cNvPr id="7" name="Tableau 6">
            <a:extLst>
              <a:ext uri="{FF2B5EF4-FFF2-40B4-BE49-F238E27FC236}">
                <a16:creationId xmlns:a16="http://schemas.microsoft.com/office/drawing/2014/main" id="{E702DEDF-EF1E-570D-7594-4297CF7658D4}"/>
              </a:ext>
            </a:extLst>
          </p:cNvPr>
          <p:cNvGraphicFramePr>
            <a:graphicFrameLocks noGrp="1"/>
          </p:cNvGraphicFramePr>
          <p:nvPr>
            <p:extLst>
              <p:ext uri="{D42A27DB-BD31-4B8C-83A1-F6EECF244321}">
                <p14:modId xmlns:p14="http://schemas.microsoft.com/office/powerpoint/2010/main" val="2525340375"/>
              </p:ext>
            </p:extLst>
          </p:nvPr>
        </p:nvGraphicFramePr>
        <p:xfrm>
          <a:off x="1711676" y="1973676"/>
          <a:ext cx="894413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04098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 (</a:t>
                      </a:r>
                      <a:r>
                        <a:rPr lang="fr-FR" sz="1200" dirty="0" err="1">
                          <a:solidFill>
                            <a:schemeClr val="tx2"/>
                          </a:solidFill>
                          <a:latin typeface="Calibri" panose="020F0502020204030204" pitchFamily="34" charset="0"/>
                        </a:rPr>
                        <a:t>Héberweb</a:t>
                      </a:r>
                      <a:r>
                        <a:rPr lang="fr-FR" sz="1200" dirty="0">
                          <a:solidFill>
                            <a:schemeClr val="tx2"/>
                          </a:solidFill>
                          <a:latin typeface="Calibri" panose="020F0502020204030204" pitchFamily="34" charset="0"/>
                        </a:rPr>
                        <a: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88976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97B79E-54DD-4D74-EC47-6CAAED5B2809}"/>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F51711A3-A31C-067D-DD60-62FA49BDFC61}"/>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F7466E26-E19B-94EC-C4DE-4F98E87987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8A980BC-FB8D-AEC9-A338-AEB72613838C}"/>
              </a:ext>
            </a:extLst>
          </p:cNvPr>
          <p:cNvSpPr>
            <a:spLocks noGrp="1"/>
          </p:cNvSpPr>
          <p:nvPr>
            <p:ph type="sldNum" sz="quarter" idx="12"/>
          </p:nvPr>
        </p:nvSpPr>
        <p:spPr/>
        <p:txBody>
          <a:bodyPr/>
          <a:lstStyle/>
          <a:p>
            <a:fld id="{294A09A9-5501-47C1-A89A-A340965A2BE2}" type="slidenum">
              <a:rPr lang="fr-FR" smtClean="0"/>
              <a:pPr/>
              <a:t>142</a:t>
            </a:fld>
            <a:endParaRPr lang="fr-FR" dirty="0"/>
          </a:p>
        </p:txBody>
      </p:sp>
      <p:cxnSp>
        <p:nvCxnSpPr>
          <p:cNvPr id="7" name="Connecteur droit 6">
            <a:extLst>
              <a:ext uri="{FF2B5EF4-FFF2-40B4-BE49-F238E27FC236}">
                <a16:creationId xmlns:a16="http://schemas.microsoft.com/office/drawing/2014/main" id="{F1F9A883-DC03-FA3A-E7D5-B20DFAAC028A}"/>
              </a:ext>
            </a:extLst>
          </p:cNvPr>
          <p:cNvCxnSpPr/>
          <p:nvPr/>
        </p:nvCxnSpPr>
        <p:spPr>
          <a:xfrm>
            <a:off x="6218831" y="1484784"/>
            <a:ext cx="0" cy="4968552"/>
          </a:xfrm>
          <a:prstGeom prst="line">
            <a:avLst/>
          </a:prstGeom>
          <a:noFill/>
          <a:ln w="9525" cap="flat" cmpd="sng" algn="ctr">
            <a:solidFill>
              <a:sysClr val="window" lastClr="FFFFFF">
                <a:lumMod val="65000"/>
              </a:sysClr>
            </a:solidFill>
            <a:prstDash val="solid"/>
          </a:ln>
          <a:effectLst/>
        </p:spPr>
      </p:cxnSp>
      <p:sp>
        <p:nvSpPr>
          <p:cNvPr id="8" name="Ellipse 7">
            <a:extLst>
              <a:ext uri="{FF2B5EF4-FFF2-40B4-BE49-F238E27FC236}">
                <a16:creationId xmlns:a16="http://schemas.microsoft.com/office/drawing/2014/main" id="{3FD3B8F0-38C3-6578-5B01-1599BCCEB847}"/>
              </a:ext>
            </a:extLst>
          </p:cNvPr>
          <p:cNvSpPr/>
          <p:nvPr/>
        </p:nvSpPr>
        <p:spPr>
          <a:xfrm>
            <a:off x="4290793" y="1976800"/>
            <a:ext cx="3856074" cy="3856073"/>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9" name="Connecteur droit 8">
            <a:extLst>
              <a:ext uri="{FF2B5EF4-FFF2-40B4-BE49-F238E27FC236}">
                <a16:creationId xmlns:a16="http://schemas.microsoft.com/office/drawing/2014/main" id="{5A6E969B-7F13-D139-3445-77346B0EB738}"/>
              </a:ext>
            </a:extLst>
          </p:cNvPr>
          <p:cNvCxnSpPr/>
          <p:nvPr/>
        </p:nvCxnSpPr>
        <p:spPr>
          <a:xfrm>
            <a:off x="3697711" y="3896310"/>
            <a:ext cx="5031874" cy="0"/>
          </a:xfrm>
          <a:prstGeom prst="line">
            <a:avLst/>
          </a:prstGeom>
          <a:noFill/>
          <a:ln w="9525" cap="flat" cmpd="sng" algn="ctr">
            <a:solidFill>
              <a:sysClr val="window" lastClr="FFFFFF">
                <a:lumMod val="65000"/>
              </a:sysClr>
            </a:solidFill>
            <a:prstDash val="solid"/>
          </a:ln>
          <a:effectLst/>
        </p:spPr>
      </p:cxnSp>
      <p:sp>
        <p:nvSpPr>
          <p:cNvPr id="10" name="Ellipse 9">
            <a:extLst>
              <a:ext uri="{FF2B5EF4-FFF2-40B4-BE49-F238E27FC236}">
                <a16:creationId xmlns:a16="http://schemas.microsoft.com/office/drawing/2014/main" id="{2A94D921-A0D2-ABF7-0BEF-716310DE24B1}"/>
              </a:ext>
            </a:extLst>
          </p:cNvPr>
          <p:cNvSpPr/>
          <p:nvPr/>
        </p:nvSpPr>
        <p:spPr>
          <a:xfrm>
            <a:off x="5374450"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b="1" kern="0" dirty="0">
              <a:solidFill>
                <a:prstClr val="black"/>
              </a:solidFill>
              <a:latin typeface="Calibri"/>
            </a:endParaRPr>
          </a:p>
        </p:txBody>
      </p:sp>
      <p:sp>
        <p:nvSpPr>
          <p:cNvPr id="11" name="Ellipse 10">
            <a:extLst>
              <a:ext uri="{FF2B5EF4-FFF2-40B4-BE49-F238E27FC236}">
                <a16:creationId xmlns:a16="http://schemas.microsoft.com/office/drawing/2014/main" id="{A59A9C22-23F1-DDF5-62DC-1CB68259D7AB}"/>
              </a:ext>
            </a:extLst>
          </p:cNvPr>
          <p:cNvSpPr/>
          <p:nvPr/>
        </p:nvSpPr>
        <p:spPr>
          <a:xfrm>
            <a:off x="5707794"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2" name="Ellipse 11">
            <a:extLst>
              <a:ext uri="{FF2B5EF4-FFF2-40B4-BE49-F238E27FC236}">
                <a16:creationId xmlns:a16="http://schemas.microsoft.com/office/drawing/2014/main" id="{19F06458-3A88-53AE-CC5F-E5C266E38931}"/>
              </a:ext>
            </a:extLst>
          </p:cNvPr>
          <p:cNvSpPr/>
          <p:nvPr/>
        </p:nvSpPr>
        <p:spPr>
          <a:xfrm>
            <a:off x="4674670" y="2369965"/>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Rectangle 12">
            <a:extLst>
              <a:ext uri="{FF2B5EF4-FFF2-40B4-BE49-F238E27FC236}">
                <a16:creationId xmlns:a16="http://schemas.microsoft.com/office/drawing/2014/main" id="{06C4C5B3-06FB-15F7-BC5C-B5794025CA8D}"/>
              </a:ext>
            </a:extLst>
          </p:cNvPr>
          <p:cNvSpPr/>
          <p:nvPr/>
        </p:nvSpPr>
        <p:spPr>
          <a:xfrm>
            <a:off x="4217753" y="1769183"/>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4" name="Rectangle 13">
            <a:extLst>
              <a:ext uri="{FF2B5EF4-FFF2-40B4-BE49-F238E27FC236}">
                <a16:creationId xmlns:a16="http://schemas.microsoft.com/office/drawing/2014/main" id="{198265CE-D718-105D-B9EC-E1353966B92B}"/>
              </a:ext>
            </a:extLst>
          </p:cNvPr>
          <p:cNvSpPr/>
          <p:nvPr/>
        </p:nvSpPr>
        <p:spPr>
          <a:xfrm>
            <a:off x="7242117" y="1781008"/>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5" name="Ellipse 14">
            <a:extLst>
              <a:ext uri="{FF2B5EF4-FFF2-40B4-BE49-F238E27FC236}">
                <a16:creationId xmlns:a16="http://schemas.microsoft.com/office/drawing/2014/main" id="{4B78FE8D-C9DE-D462-6FAB-2A32C03CAE31}"/>
              </a:ext>
            </a:extLst>
          </p:cNvPr>
          <p:cNvSpPr/>
          <p:nvPr/>
        </p:nvSpPr>
        <p:spPr>
          <a:xfrm>
            <a:off x="3903260" y="1636992"/>
            <a:ext cx="4619653" cy="4600321"/>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16" name="Connecteur droit avec flèche 15">
            <a:extLst>
              <a:ext uri="{FF2B5EF4-FFF2-40B4-BE49-F238E27FC236}">
                <a16:creationId xmlns:a16="http://schemas.microsoft.com/office/drawing/2014/main" id="{32C25551-92CC-B2C9-0CF8-99D359DAC9B9}"/>
              </a:ext>
            </a:extLst>
          </p:cNvPr>
          <p:cNvCxnSpPr/>
          <p:nvPr/>
        </p:nvCxnSpPr>
        <p:spPr>
          <a:xfrm flipH="1" flipV="1">
            <a:off x="6398555" y="4076105"/>
            <a:ext cx="1951815" cy="1413599"/>
          </a:xfrm>
          <a:prstGeom prst="straightConnector1">
            <a:avLst/>
          </a:prstGeom>
          <a:noFill/>
          <a:ln w="19050" cap="flat" cmpd="sng" algn="ctr">
            <a:solidFill>
              <a:sysClr val="windowText" lastClr="000000"/>
            </a:solidFill>
            <a:prstDash val="solid"/>
            <a:tailEnd type="arrow"/>
          </a:ln>
          <a:effectLst/>
        </p:spPr>
      </p:cxnSp>
      <p:sp>
        <p:nvSpPr>
          <p:cNvPr id="17" name="ZoneTexte 16">
            <a:extLst>
              <a:ext uri="{FF2B5EF4-FFF2-40B4-BE49-F238E27FC236}">
                <a16:creationId xmlns:a16="http://schemas.microsoft.com/office/drawing/2014/main" id="{9694AB09-DF8E-C754-E4D3-E282227854E6}"/>
              </a:ext>
            </a:extLst>
          </p:cNvPr>
          <p:cNvSpPr txBox="1"/>
          <p:nvPr/>
        </p:nvSpPr>
        <p:spPr>
          <a:xfrm rot="2134154">
            <a:off x="6816056" y="4829018"/>
            <a:ext cx="1087157" cy="307777"/>
          </a:xfrm>
          <a:prstGeom prst="rect">
            <a:avLst/>
          </a:prstGeom>
          <a:noFill/>
        </p:spPr>
        <p:txBody>
          <a:bodyPr wrap="none" rtlCol="0">
            <a:spAutoFit/>
          </a:bodyPr>
          <a:lstStyle/>
          <a:p>
            <a:pPr>
              <a:defRPr/>
            </a:pPr>
            <a:r>
              <a:rPr lang="fr-FR" sz="1400" b="1" kern="0" dirty="0">
                <a:solidFill>
                  <a:prstClr val="black"/>
                </a:solidFill>
                <a:latin typeface="Calibri"/>
              </a:rPr>
              <a:t>Dangerosité</a:t>
            </a:r>
          </a:p>
        </p:txBody>
      </p:sp>
      <p:sp>
        <p:nvSpPr>
          <p:cNvPr id="18" name="ZoneTexte 17">
            <a:extLst>
              <a:ext uri="{FF2B5EF4-FFF2-40B4-BE49-F238E27FC236}">
                <a16:creationId xmlns:a16="http://schemas.microsoft.com/office/drawing/2014/main" id="{BE984561-AB33-C1CF-1E8E-5DE31388C7A0}"/>
              </a:ext>
            </a:extLst>
          </p:cNvPr>
          <p:cNvSpPr txBox="1"/>
          <p:nvPr/>
        </p:nvSpPr>
        <p:spPr>
          <a:xfrm>
            <a:off x="1703513" y="2570775"/>
            <a:ext cx="1739122"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19" name="ZoneTexte 18">
            <a:extLst>
              <a:ext uri="{FF2B5EF4-FFF2-40B4-BE49-F238E27FC236}">
                <a16:creationId xmlns:a16="http://schemas.microsoft.com/office/drawing/2014/main" id="{4D9A4EE0-E3D6-3F3C-F465-43A5C742F4DC}"/>
              </a:ext>
            </a:extLst>
          </p:cNvPr>
          <p:cNvSpPr txBox="1"/>
          <p:nvPr/>
        </p:nvSpPr>
        <p:spPr>
          <a:xfrm>
            <a:off x="8854308" y="2101747"/>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20" name="Ellipse 19">
            <a:extLst>
              <a:ext uri="{FF2B5EF4-FFF2-40B4-BE49-F238E27FC236}">
                <a16:creationId xmlns:a16="http://schemas.microsoft.com/office/drawing/2014/main" id="{E375BE83-D430-B88F-7F68-402B463887F6}"/>
              </a:ext>
            </a:extLst>
          </p:cNvPr>
          <p:cNvSpPr/>
          <p:nvPr/>
        </p:nvSpPr>
        <p:spPr>
          <a:xfrm>
            <a:off x="6066702"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21" name="ZoneTexte 20">
            <a:extLst>
              <a:ext uri="{FF2B5EF4-FFF2-40B4-BE49-F238E27FC236}">
                <a16:creationId xmlns:a16="http://schemas.microsoft.com/office/drawing/2014/main" id="{4A5DDE1E-7D29-295D-F580-9A04E54B8D78}"/>
              </a:ext>
            </a:extLst>
          </p:cNvPr>
          <p:cNvSpPr txBox="1"/>
          <p:nvPr/>
        </p:nvSpPr>
        <p:spPr>
          <a:xfrm>
            <a:off x="6384033" y="3860640"/>
            <a:ext cx="1234310" cy="307777"/>
          </a:xfrm>
          <a:prstGeom prst="rect">
            <a:avLst/>
          </a:prstGeom>
          <a:noFill/>
        </p:spPr>
        <p:txBody>
          <a:bodyPr wrap="square" rtlCol="0">
            <a:spAutoFit/>
          </a:bodyPr>
          <a:lstStyle/>
          <a:p>
            <a:pPr>
              <a:defRPr/>
            </a:pPr>
            <a:r>
              <a:rPr lang="fr-FR" sz="1400" b="1" kern="0" spc="-50" dirty="0">
                <a:solidFill>
                  <a:srgbClr val="00B0F0"/>
                </a:solidFill>
                <a:latin typeface="Calibri"/>
              </a:rPr>
              <a:t>SGTIN</a:t>
            </a:r>
          </a:p>
        </p:txBody>
      </p:sp>
      <p:sp>
        <p:nvSpPr>
          <p:cNvPr id="22" name="Ellipse 21">
            <a:extLst>
              <a:ext uri="{FF2B5EF4-FFF2-40B4-BE49-F238E27FC236}">
                <a16:creationId xmlns:a16="http://schemas.microsoft.com/office/drawing/2014/main" id="{FE59AF19-1D8D-6C2B-2527-D3DFCE134495}"/>
              </a:ext>
            </a:extLst>
          </p:cNvPr>
          <p:cNvSpPr/>
          <p:nvPr/>
        </p:nvSpPr>
        <p:spPr>
          <a:xfrm>
            <a:off x="5045108" y="2709274"/>
            <a:ext cx="2385550" cy="2385550"/>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23" name="Rectangle à coins arrondis 202">
            <a:extLst>
              <a:ext uri="{FF2B5EF4-FFF2-40B4-BE49-F238E27FC236}">
                <a16:creationId xmlns:a16="http://schemas.microsoft.com/office/drawing/2014/main" id="{7C86B10A-8560-F1C1-BD49-5E42A60967E3}"/>
              </a:ext>
            </a:extLst>
          </p:cNvPr>
          <p:cNvSpPr/>
          <p:nvPr/>
        </p:nvSpPr>
        <p:spPr>
          <a:xfrm>
            <a:off x="4075960"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4" name="Rectangle à coins arrondis 203">
            <a:extLst>
              <a:ext uri="{FF2B5EF4-FFF2-40B4-BE49-F238E27FC236}">
                <a16:creationId xmlns:a16="http://schemas.microsoft.com/office/drawing/2014/main" id="{0E749B4C-24E7-30BD-7417-7058BDF9F163}"/>
              </a:ext>
            </a:extLst>
          </p:cNvPr>
          <p:cNvSpPr/>
          <p:nvPr/>
        </p:nvSpPr>
        <p:spPr>
          <a:xfrm>
            <a:off x="6290353"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5" name="Rectangle à coins arrondis 204">
            <a:extLst>
              <a:ext uri="{FF2B5EF4-FFF2-40B4-BE49-F238E27FC236}">
                <a16:creationId xmlns:a16="http://schemas.microsoft.com/office/drawing/2014/main" id="{8750CBC9-E975-8960-BEAA-9080530582A4}"/>
              </a:ext>
            </a:extLst>
          </p:cNvPr>
          <p:cNvSpPr/>
          <p:nvPr/>
        </p:nvSpPr>
        <p:spPr>
          <a:xfrm>
            <a:off x="4075960"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6" name="Rectangle 25">
            <a:extLst>
              <a:ext uri="{FF2B5EF4-FFF2-40B4-BE49-F238E27FC236}">
                <a16:creationId xmlns:a16="http://schemas.microsoft.com/office/drawing/2014/main" id="{A15263D1-BA0A-2F4C-DF9E-6B33947CE332}"/>
              </a:ext>
            </a:extLst>
          </p:cNvPr>
          <p:cNvSpPr/>
          <p:nvPr/>
        </p:nvSpPr>
        <p:spPr>
          <a:xfrm>
            <a:off x="4129072" y="5708323"/>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27" name="ZoneTexte 26">
            <a:extLst>
              <a:ext uri="{FF2B5EF4-FFF2-40B4-BE49-F238E27FC236}">
                <a16:creationId xmlns:a16="http://schemas.microsoft.com/office/drawing/2014/main" id="{64638813-3ECB-DB7C-F9DA-7C444F04568D}"/>
              </a:ext>
            </a:extLst>
          </p:cNvPr>
          <p:cNvSpPr txBox="1"/>
          <p:nvPr/>
        </p:nvSpPr>
        <p:spPr>
          <a:xfrm>
            <a:off x="8904313" y="2918614"/>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28" name="ZoneTexte 27">
            <a:extLst>
              <a:ext uri="{FF2B5EF4-FFF2-40B4-BE49-F238E27FC236}">
                <a16:creationId xmlns:a16="http://schemas.microsoft.com/office/drawing/2014/main" id="{46EEDA4A-E255-08E4-AF48-4393F071E8D0}"/>
              </a:ext>
            </a:extLst>
          </p:cNvPr>
          <p:cNvSpPr txBox="1"/>
          <p:nvPr/>
        </p:nvSpPr>
        <p:spPr>
          <a:xfrm>
            <a:off x="1703513" y="4150376"/>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29" name="ZoneTexte 28">
            <a:extLst>
              <a:ext uri="{FF2B5EF4-FFF2-40B4-BE49-F238E27FC236}">
                <a16:creationId xmlns:a16="http://schemas.microsoft.com/office/drawing/2014/main" id="{E6ECD1CC-D5A8-5C21-E161-F1A9485C1BD5}"/>
              </a:ext>
            </a:extLst>
          </p:cNvPr>
          <p:cNvSpPr txBox="1"/>
          <p:nvPr/>
        </p:nvSpPr>
        <p:spPr>
          <a:xfrm>
            <a:off x="1703513" y="5487616"/>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0" name="ZoneTexte 29">
            <a:extLst>
              <a:ext uri="{FF2B5EF4-FFF2-40B4-BE49-F238E27FC236}">
                <a16:creationId xmlns:a16="http://schemas.microsoft.com/office/drawing/2014/main" id="{3E94B370-765F-E6D0-A839-7655C5878227}"/>
              </a:ext>
            </a:extLst>
          </p:cNvPr>
          <p:cNvSpPr txBox="1"/>
          <p:nvPr/>
        </p:nvSpPr>
        <p:spPr>
          <a:xfrm>
            <a:off x="1703513" y="5008938"/>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Tree>
    <p:extLst>
      <p:ext uri="{BB962C8B-B14F-4D97-AF65-F5344CB8AC3E}">
        <p14:creationId xmlns:p14="http://schemas.microsoft.com/office/powerpoint/2010/main" val="52989322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6E23ED-0C3E-9D82-DF01-348AF66CAD86}"/>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7050DA7C-4E9F-81CE-305B-A159F67CBB04}"/>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FD22AC51-A226-0678-48A6-29F8EBB5EF9C}"/>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181E506-D1A3-2FF2-2A51-A910207DE57A}"/>
              </a:ext>
            </a:extLst>
          </p:cNvPr>
          <p:cNvSpPr>
            <a:spLocks noGrp="1"/>
          </p:cNvSpPr>
          <p:nvPr>
            <p:ph type="sldNum" sz="quarter" idx="12"/>
          </p:nvPr>
        </p:nvSpPr>
        <p:spPr/>
        <p:txBody>
          <a:bodyPr/>
          <a:lstStyle/>
          <a:p>
            <a:fld id="{294A09A9-5501-47C1-A89A-A340965A2BE2}" type="slidenum">
              <a:rPr lang="fr-FR" smtClean="0"/>
              <a:pPr/>
              <a:t>143</a:t>
            </a:fld>
            <a:endParaRPr lang="fr-FR" dirty="0"/>
          </a:p>
        </p:txBody>
      </p:sp>
      <p:graphicFrame>
        <p:nvGraphicFramePr>
          <p:cNvPr id="7" name="Tableau 6">
            <a:extLst>
              <a:ext uri="{FF2B5EF4-FFF2-40B4-BE49-F238E27FC236}">
                <a16:creationId xmlns:a16="http://schemas.microsoft.com/office/drawing/2014/main" id="{54C3D185-8CA5-6B81-48FC-40AEFB733621}"/>
              </a:ext>
            </a:extLst>
          </p:cNvPr>
          <p:cNvGraphicFramePr>
            <a:graphicFrameLocks noGrp="1"/>
          </p:cNvGraphicFramePr>
          <p:nvPr>
            <p:extLst>
              <p:ext uri="{D42A27DB-BD31-4B8C-83A1-F6EECF244321}">
                <p14:modId xmlns:p14="http://schemas.microsoft.com/office/powerpoint/2010/main" val="2659703083"/>
              </p:ext>
            </p:extLst>
          </p:nvPr>
        </p:nvGraphicFramePr>
        <p:xfrm>
          <a:off x="1711048" y="1924908"/>
          <a:ext cx="901791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11476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0,75</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a:t>
                      </a:r>
                      <a:r>
                        <a:rPr lang="fr-FR" sz="1200" baseline="0" dirty="0">
                          <a:solidFill>
                            <a:schemeClr val="tx2"/>
                          </a:solidFill>
                          <a:latin typeface="Calibri" panose="020F0502020204030204" pitchFamily="34" charset="0"/>
                        </a:rPr>
                        <a:t> (</a:t>
                      </a:r>
                      <a:r>
                        <a:rPr lang="fr-FR" sz="1200" baseline="0" dirty="0" err="1">
                          <a:solidFill>
                            <a:schemeClr val="tx2"/>
                          </a:solidFill>
                          <a:latin typeface="Calibri" panose="020F0502020204030204" pitchFamily="34" charset="0"/>
                        </a:rPr>
                        <a:t>Héberweb</a:t>
                      </a:r>
                      <a:r>
                        <a:rPr lang="fr-FR" sz="1200" baseline="0" dirty="0">
                          <a:solidFill>
                            <a:schemeClr val="tx2"/>
                          </a:solidFill>
                          <a:latin typeface="Calibri" panose="020F0502020204030204" pitchFamily="34" charset="0"/>
                        </a:rPr>
                        <a:t>)</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
        <p:nvSpPr>
          <p:cNvPr id="8" name="Accolade fermante 7">
            <a:extLst>
              <a:ext uri="{FF2B5EF4-FFF2-40B4-BE49-F238E27FC236}">
                <a16:creationId xmlns:a16="http://schemas.microsoft.com/office/drawing/2014/main" id="{8E866F99-C32F-3BCE-082A-50D897559221}"/>
              </a:ext>
            </a:extLst>
          </p:cNvPr>
          <p:cNvSpPr/>
          <p:nvPr/>
        </p:nvSpPr>
        <p:spPr>
          <a:xfrm rot="5400000">
            <a:off x="5681820" y="4203220"/>
            <a:ext cx="504056" cy="2412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Rectangle 8">
            <a:extLst>
              <a:ext uri="{FF2B5EF4-FFF2-40B4-BE49-F238E27FC236}">
                <a16:creationId xmlns:a16="http://schemas.microsoft.com/office/drawing/2014/main" id="{883BF0D3-EC64-5717-796D-B5A5FAA7E50A}"/>
              </a:ext>
            </a:extLst>
          </p:cNvPr>
          <p:cNvSpPr/>
          <p:nvPr/>
        </p:nvSpPr>
        <p:spPr>
          <a:xfrm>
            <a:off x="47148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Exposition</a:t>
            </a:r>
          </a:p>
        </p:txBody>
      </p:sp>
      <p:sp>
        <p:nvSpPr>
          <p:cNvPr id="10" name="Accolade fermante 9">
            <a:extLst>
              <a:ext uri="{FF2B5EF4-FFF2-40B4-BE49-F238E27FC236}">
                <a16:creationId xmlns:a16="http://schemas.microsoft.com/office/drawing/2014/main" id="{8C2DD3E7-C80B-98AB-5E9C-4A94EA30D3ED}"/>
              </a:ext>
            </a:extLst>
          </p:cNvPr>
          <p:cNvSpPr/>
          <p:nvPr/>
        </p:nvSpPr>
        <p:spPr>
          <a:xfrm rot="5400000">
            <a:off x="8137818" y="4221220"/>
            <a:ext cx="504056" cy="2376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11" name="Rectangle 10">
            <a:extLst>
              <a:ext uri="{FF2B5EF4-FFF2-40B4-BE49-F238E27FC236}">
                <a16:creationId xmlns:a16="http://schemas.microsoft.com/office/drawing/2014/main" id="{4FA1092C-EA6A-CFB6-43C4-9F7501018296}"/>
              </a:ext>
            </a:extLst>
          </p:cNvPr>
          <p:cNvSpPr/>
          <p:nvPr/>
        </p:nvSpPr>
        <p:spPr>
          <a:xfrm>
            <a:off x="71574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Fiabilité cyber</a:t>
            </a:r>
          </a:p>
        </p:txBody>
      </p:sp>
    </p:spTree>
    <p:extLst>
      <p:ext uri="{BB962C8B-B14F-4D97-AF65-F5344CB8AC3E}">
        <p14:creationId xmlns:p14="http://schemas.microsoft.com/office/powerpoint/2010/main" val="383103807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7966EE-1607-CDB2-D2FA-3B6C09070BEF}"/>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9A177BBA-B5EE-1AEF-3E01-EABFD911C005}"/>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E1026443-6B3C-C46B-A82D-8C933E377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D700865-F790-B6B6-021E-1E57A7127575}"/>
              </a:ext>
            </a:extLst>
          </p:cNvPr>
          <p:cNvSpPr>
            <a:spLocks noGrp="1"/>
          </p:cNvSpPr>
          <p:nvPr>
            <p:ph type="sldNum" sz="quarter" idx="12"/>
          </p:nvPr>
        </p:nvSpPr>
        <p:spPr/>
        <p:txBody>
          <a:bodyPr/>
          <a:lstStyle/>
          <a:p>
            <a:fld id="{294A09A9-5501-47C1-A89A-A340965A2BE2}" type="slidenum">
              <a:rPr lang="fr-FR" smtClean="0"/>
              <a:pPr/>
              <a:t>144</a:t>
            </a:fld>
            <a:endParaRPr lang="fr-FR" dirty="0"/>
          </a:p>
        </p:txBody>
      </p:sp>
      <p:grpSp>
        <p:nvGrpSpPr>
          <p:cNvPr id="7" name="Groupe 6">
            <a:extLst>
              <a:ext uri="{FF2B5EF4-FFF2-40B4-BE49-F238E27FC236}">
                <a16:creationId xmlns:a16="http://schemas.microsoft.com/office/drawing/2014/main" id="{CDE4D5B4-A307-AD01-60CF-22FB45FC3AE0}"/>
              </a:ext>
            </a:extLst>
          </p:cNvPr>
          <p:cNvGrpSpPr/>
          <p:nvPr/>
        </p:nvGrpSpPr>
        <p:grpSpPr>
          <a:xfrm>
            <a:off x="1703512" y="1265328"/>
            <a:ext cx="8908445" cy="4968552"/>
            <a:chOff x="179511" y="1484784"/>
            <a:chExt cx="8908445" cy="4968552"/>
          </a:xfrm>
        </p:grpSpPr>
        <p:cxnSp>
          <p:nvCxnSpPr>
            <p:cNvPr id="8" name="Connecteur droit 7">
              <a:extLst>
                <a:ext uri="{FF2B5EF4-FFF2-40B4-BE49-F238E27FC236}">
                  <a16:creationId xmlns:a16="http://schemas.microsoft.com/office/drawing/2014/main" id="{6BAF2072-51F5-2B4D-5291-6E0A1B7BEFF3}"/>
                </a:ext>
              </a:extLst>
            </p:cNvPr>
            <p:cNvCxnSpPr/>
            <p:nvPr/>
          </p:nvCxnSpPr>
          <p:spPr>
            <a:xfrm>
              <a:off x="4334790" y="1484784"/>
              <a:ext cx="0" cy="4968552"/>
            </a:xfrm>
            <a:prstGeom prst="line">
              <a:avLst/>
            </a:prstGeom>
            <a:noFill/>
            <a:ln w="9525" cap="flat" cmpd="sng" algn="ctr">
              <a:solidFill>
                <a:sysClr val="window" lastClr="FFFFFF">
                  <a:lumMod val="65000"/>
                </a:sysClr>
              </a:solidFill>
              <a:prstDash val="solid"/>
            </a:ln>
            <a:effectLst/>
          </p:spPr>
        </p:cxnSp>
        <p:sp>
          <p:nvSpPr>
            <p:cNvPr id="9" name="Ellipse 8">
              <a:extLst>
                <a:ext uri="{FF2B5EF4-FFF2-40B4-BE49-F238E27FC236}">
                  <a16:creationId xmlns:a16="http://schemas.microsoft.com/office/drawing/2014/main" id="{0CE0A131-09C6-CA7E-2856-6FAB9E26BB19}"/>
                </a:ext>
              </a:extLst>
            </p:cNvPr>
            <p:cNvSpPr/>
            <p:nvPr/>
          </p:nvSpPr>
          <p:spPr>
            <a:xfrm>
              <a:off x="2406752" y="1976799"/>
              <a:ext cx="3856074" cy="3856073"/>
            </a:xfrm>
            <a:prstGeom prst="ellipse">
              <a:avLst/>
            </a:prstGeom>
            <a:noFill/>
            <a:ln w="38100" cap="flat" cmpd="sng" algn="ctr">
              <a:solidFill>
                <a:srgbClr val="FFC000"/>
              </a:solidFill>
              <a:prstDash val="solid"/>
            </a:ln>
            <a:effectLst/>
          </p:spPr>
          <p:txBody>
            <a:bodyPr rtlCol="0" anchor="ctr"/>
            <a:lstStyle/>
            <a:p>
              <a:pPr algn="ctr"/>
              <a:endParaRPr lang="fr-FR" sz="1400" kern="0">
                <a:solidFill>
                  <a:prstClr val="black"/>
                </a:solidFill>
                <a:latin typeface="Calibri"/>
              </a:endParaRPr>
            </a:p>
          </p:txBody>
        </p:sp>
        <p:cxnSp>
          <p:nvCxnSpPr>
            <p:cNvPr id="10" name="Connecteur droit 9">
              <a:extLst>
                <a:ext uri="{FF2B5EF4-FFF2-40B4-BE49-F238E27FC236}">
                  <a16:creationId xmlns:a16="http://schemas.microsoft.com/office/drawing/2014/main" id="{8530CCF7-B2D5-C448-F1A2-BB5D647668D7}"/>
                </a:ext>
              </a:extLst>
            </p:cNvPr>
            <p:cNvCxnSpPr/>
            <p:nvPr/>
          </p:nvCxnSpPr>
          <p:spPr>
            <a:xfrm>
              <a:off x="1813670" y="3896310"/>
              <a:ext cx="5031874" cy="0"/>
            </a:xfrm>
            <a:prstGeom prst="line">
              <a:avLst/>
            </a:prstGeom>
            <a:noFill/>
            <a:ln w="9525" cap="flat" cmpd="sng" algn="ctr">
              <a:solidFill>
                <a:sysClr val="window" lastClr="FFFFFF">
                  <a:lumMod val="65000"/>
                </a:sysClr>
              </a:solidFill>
              <a:prstDash val="solid"/>
            </a:ln>
            <a:effectLst/>
          </p:spPr>
        </p:cxnSp>
        <p:sp>
          <p:nvSpPr>
            <p:cNvPr id="11" name="Ellipse 10">
              <a:extLst>
                <a:ext uri="{FF2B5EF4-FFF2-40B4-BE49-F238E27FC236}">
                  <a16:creationId xmlns:a16="http://schemas.microsoft.com/office/drawing/2014/main" id="{330F531B-9EBE-1661-E6AF-3FC68CC03B01}"/>
                </a:ext>
              </a:extLst>
            </p:cNvPr>
            <p:cNvSpPr/>
            <p:nvPr/>
          </p:nvSpPr>
          <p:spPr>
            <a:xfrm>
              <a:off x="3490409"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endParaRPr lang="fr-FR" sz="1400" kern="0" dirty="0">
                <a:solidFill>
                  <a:prstClr val="black"/>
                </a:solidFill>
                <a:latin typeface="Calibri"/>
              </a:endParaRPr>
            </a:p>
          </p:txBody>
        </p:sp>
        <p:sp>
          <p:nvSpPr>
            <p:cNvPr id="12" name="Ellipse 11">
              <a:extLst>
                <a:ext uri="{FF2B5EF4-FFF2-40B4-BE49-F238E27FC236}">
                  <a16:creationId xmlns:a16="http://schemas.microsoft.com/office/drawing/2014/main" id="{7FA55E95-61D6-F36D-5B9B-9551FEDB5B74}"/>
                </a:ext>
              </a:extLst>
            </p:cNvPr>
            <p:cNvSpPr/>
            <p:nvPr/>
          </p:nvSpPr>
          <p:spPr>
            <a:xfrm>
              <a:off x="3823753"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Ellipse 12">
              <a:extLst>
                <a:ext uri="{FF2B5EF4-FFF2-40B4-BE49-F238E27FC236}">
                  <a16:creationId xmlns:a16="http://schemas.microsoft.com/office/drawing/2014/main" id="{2FCB9F86-A8E7-B161-4B48-B92FBB0C9C50}"/>
                </a:ext>
              </a:extLst>
            </p:cNvPr>
            <p:cNvSpPr/>
            <p:nvPr/>
          </p:nvSpPr>
          <p:spPr>
            <a:xfrm>
              <a:off x="2790629" y="2369964"/>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4" name="Rectangle 13">
              <a:extLst>
                <a:ext uri="{FF2B5EF4-FFF2-40B4-BE49-F238E27FC236}">
                  <a16:creationId xmlns:a16="http://schemas.microsoft.com/office/drawing/2014/main" id="{B17C7A3A-6700-97E1-B1F2-12F92DD31C9C}"/>
                </a:ext>
              </a:extLst>
            </p:cNvPr>
            <p:cNvSpPr/>
            <p:nvPr/>
          </p:nvSpPr>
          <p:spPr>
            <a:xfrm>
              <a:off x="2333711" y="1769182"/>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5" name="Rectangle 14">
              <a:extLst>
                <a:ext uri="{FF2B5EF4-FFF2-40B4-BE49-F238E27FC236}">
                  <a16:creationId xmlns:a16="http://schemas.microsoft.com/office/drawing/2014/main" id="{F39C477F-D832-CB7E-DEAC-F44ECEB10B36}"/>
                </a:ext>
              </a:extLst>
            </p:cNvPr>
            <p:cNvSpPr/>
            <p:nvPr/>
          </p:nvSpPr>
          <p:spPr>
            <a:xfrm>
              <a:off x="5358076" y="1781007"/>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6" name="Ellipse 15">
              <a:extLst>
                <a:ext uri="{FF2B5EF4-FFF2-40B4-BE49-F238E27FC236}">
                  <a16:creationId xmlns:a16="http://schemas.microsoft.com/office/drawing/2014/main" id="{D7EBC74B-31F7-E252-0BF5-2573F4BA9538}"/>
                </a:ext>
              </a:extLst>
            </p:cNvPr>
            <p:cNvSpPr/>
            <p:nvPr/>
          </p:nvSpPr>
          <p:spPr>
            <a:xfrm>
              <a:off x="2019218" y="1636991"/>
              <a:ext cx="4619653" cy="4600321"/>
            </a:xfrm>
            <a:prstGeom prst="ellipse">
              <a:avLst/>
            </a:prstGeom>
            <a:noFill/>
            <a:ln w="38100" cap="flat" cmpd="sng" algn="ctr">
              <a:solidFill>
                <a:srgbClr val="00A278"/>
              </a:solidFill>
              <a:prstDash val="solid"/>
            </a:ln>
            <a:effectLst/>
          </p:spPr>
          <p:txBody>
            <a:bodyPr rtlCol="0" anchor="ctr"/>
            <a:lstStyle/>
            <a:p>
              <a:pPr algn="ctr">
                <a:defRPr/>
              </a:pPr>
              <a:endParaRPr lang="fr-FR" sz="1400" kern="0">
                <a:solidFill>
                  <a:prstClr val="black"/>
                </a:solidFill>
                <a:latin typeface="Calibri"/>
              </a:endParaRPr>
            </a:p>
          </p:txBody>
        </p:sp>
        <p:cxnSp>
          <p:nvCxnSpPr>
            <p:cNvPr id="17" name="Connecteur droit avec flèche 16">
              <a:extLst>
                <a:ext uri="{FF2B5EF4-FFF2-40B4-BE49-F238E27FC236}">
                  <a16:creationId xmlns:a16="http://schemas.microsoft.com/office/drawing/2014/main" id="{6C37F3C5-2118-495A-F5A2-495213418D63}"/>
                </a:ext>
              </a:extLst>
            </p:cNvPr>
            <p:cNvCxnSpPr/>
            <p:nvPr/>
          </p:nvCxnSpPr>
          <p:spPr>
            <a:xfrm flipH="1" flipV="1">
              <a:off x="4514513" y="4076104"/>
              <a:ext cx="1951815" cy="1413599"/>
            </a:xfrm>
            <a:prstGeom prst="straightConnector1">
              <a:avLst/>
            </a:prstGeom>
            <a:noFill/>
            <a:ln w="19050" cap="flat" cmpd="sng" algn="ctr">
              <a:solidFill>
                <a:sysClr val="windowText" lastClr="000000"/>
              </a:solidFill>
              <a:prstDash val="solid"/>
              <a:tailEnd type="arrow"/>
            </a:ln>
            <a:effectLst/>
          </p:spPr>
        </p:cxnSp>
        <p:sp>
          <p:nvSpPr>
            <p:cNvPr id="18" name="ZoneTexte 17">
              <a:extLst>
                <a:ext uri="{FF2B5EF4-FFF2-40B4-BE49-F238E27FC236}">
                  <a16:creationId xmlns:a16="http://schemas.microsoft.com/office/drawing/2014/main" id="{E98A2EF8-F7B4-B6B4-2101-EEB7AA2FD8B5}"/>
                </a:ext>
              </a:extLst>
            </p:cNvPr>
            <p:cNvSpPr txBox="1"/>
            <p:nvPr/>
          </p:nvSpPr>
          <p:spPr>
            <a:xfrm rot="2134154">
              <a:off x="5053935" y="4910297"/>
              <a:ext cx="1087157" cy="307777"/>
            </a:xfrm>
            <a:prstGeom prst="rect">
              <a:avLst/>
            </a:prstGeom>
            <a:noFill/>
          </p:spPr>
          <p:txBody>
            <a:bodyPr wrap="none" rtlCol="0">
              <a:spAutoFit/>
            </a:bodyPr>
            <a:lstStyle/>
            <a:p>
              <a:pPr>
                <a:defRPr/>
              </a:pPr>
              <a:r>
                <a:rPr lang="fr-FR" sz="1400" b="1" kern="0" dirty="0">
                  <a:solidFill>
                    <a:prstClr val="black"/>
                  </a:solidFill>
                  <a:latin typeface="Calibri"/>
                </a:rPr>
                <a:t>Dangerosité</a:t>
              </a:r>
            </a:p>
          </p:txBody>
        </p:sp>
        <p:sp>
          <p:nvSpPr>
            <p:cNvPr id="19" name="Ellipse 18">
              <a:extLst>
                <a:ext uri="{FF2B5EF4-FFF2-40B4-BE49-F238E27FC236}">
                  <a16:creationId xmlns:a16="http://schemas.microsoft.com/office/drawing/2014/main" id="{36D517D2-BEED-509E-FD0A-CBA98E08F024}"/>
                </a:ext>
              </a:extLst>
            </p:cNvPr>
            <p:cNvSpPr/>
            <p:nvPr/>
          </p:nvSpPr>
          <p:spPr>
            <a:xfrm>
              <a:off x="8295868" y="5177425"/>
              <a:ext cx="216403" cy="216403"/>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0" name="Ellipse 19">
              <a:extLst>
                <a:ext uri="{FF2B5EF4-FFF2-40B4-BE49-F238E27FC236}">
                  <a16:creationId xmlns:a16="http://schemas.microsoft.com/office/drawing/2014/main" id="{3E0505DC-192A-A764-C57D-31CB009E5907}"/>
                </a:ext>
              </a:extLst>
            </p:cNvPr>
            <p:cNvSpPr/>
            <p:nvPr/>
          </p:nvSpPr>
          <p:spPr>
            <a:xfrm>
              <a:off x="8637379" y="5076993"/>
              <a:ext cx="316835" cy="31683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1" name="Ellipse 20">
              <a:extLst>
                <a:ext uri="{FF2B5EF4-FFF2-40B4-BE49-F238E27FC236}">
                  <a16:creationId xmlns:a16="http://schemas.microsoft.com/office/drawing/2014/main" id="{0B4ACA78-F5ED-E2DE-8CDD-9300E96E93AA}"/>
                </a:ext>
              </a:extLst>
            </p:cNvPr>
            <p:cNvSpPr/>
            <p:nvPr/>
          </p:nvSpPr>
          <p:spPr>
            <a:xfrm>
              <a:off x="7987198" y="5249828"/>
              <a:ext cx="144000" cy="144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2" name="Ellipse 21">
              <a:extLst>
                <a:ext uri="{FF2B5EF4-FFF2-40B4-BE49-F238E27FC236}">
                  <a16:creationId xmlns:a16="http://schemas.microsoft.com/office/drawing/2014/main" id="{71419A17-4198-C2A0-16B9-A00C3564A002}"/>
                </a:ext>
              </a:extLst>
            </p:cNvPr>
            <p:cNvSpPr/>
            <p:nvPr/>
          </p:nvSpPr>
          <p:spPr>
            <a:xfrm>
              <a:off x="7715824" y="5300044"/>
              <a:ext cx="93672" cy="9378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3" name="ZoneTexte 22">
              <a:extLst>
                <a:ext uri="{FF2B5EF4-FFF2-40B4-BE49-F238E27FC236}">
                  <a16:creationId xmlns:a16="http://schemas.microsoft.com/office/drawing/2014/main" id="{4D5AA9E1-D6F7-DEAB-ED2C-E4DCB3916B4A}"/>
                </a:ext>
              </a:extLst>
            </p:cNvPr>
            <p:cNvSpPr txBox="1"/>
            <p:nvPr/>
          </p:nvSpPr>
          <p:spPr>
            <a:xfrm>
              <a:off x="7613052" y="4725144"/>
              <a:ext cx="1423444" cy="307777"/>
            </a:xfrm>
            <a:prstGeom prst="rect">
              <a:avLst/>
            </a:prstGeom>
            <a:noFill/>
          </p:spPr>
          <p:txBody>
            <a:bodyPr wrap="square" rtlCol="0">
              <a:spAutoFit/>
            </a:bodyPr>
            <a:lstStyle/>
            <a:p>
              <a:pPr>
                <a:defRPr/>
              </a:pPr>
              <a:r>
                <a:rPr lang="fr-FR" sz="1400" b="1" i="1" kern="0" dirty="0">
                  <a:solidFill>
                    <a:prstClr val="black"/>
                  </a:solidFill>
                  <a:latin typeface="Calibri"/>
                </a:rPr>
                <a:t>EXPOSITION</a:t>
              </a:r>
              <a:endParaRPr lang="fr-FR" sz="1200" b="1" i="1" kern="0" dirty="0">
                <a:solidFill>
                  <a:prstClr val="black"/>
                </a:solidFill>
                <a:latin typeface="Calibri"/>
              </a:endParaRPr>
            </a:p>
          </p:txBody>
        </p:sp>
        <p:sp>
          <p:nvSpPr>
            <p:cNvPr id="24" name="ZoneTexte 23">
              <a:extLst>
                <a:ext uri="{FF2B5EF4-FFF2-40B4-BE49-F238E27FC236}">
                  <a16:creationId xmlns:a16="http://schemas.microsoft.com/office/drawing/2014/main" id="{5B4057F7-23C5-FE1A-3961-B5427ABCFBE1}"/>
                </a:ext>
              </a:extLst>
            </p:cNvPr>
            <p:cNvSpPr txBox="1"/>
            <p:nvPr/>
          </p:nvSpPr>
          <p:spPr>
            <a:xfrm>
              <a:off x="7596336" y="5661248"/>
              <a:ext cx="1440160" cy="307777"/>
            </a:xfrm>
            <a:prstGeom prst="rect">
              <a:avLst/>
            </a:prstGeom>
            <a:noFill/>
          </p:spPr>
          <p:txBody>
            <a:bodyPr wrap="square" rtlCol="0">
              <a:spAutoFit/>
            </a:bodyPr>
            <a:lstStyle/>
            <a:p>
              <a:pPr>
                <a:defRPr/>
              </a:pPr>
              <a:r>
                <a:rPr lang="fr-FR" sz="1400" b="1" i="1" kern="0" dirty="0">
                  <a:solidFill>
                    <a:prstClr val="black"/>
                  </a:solidFill>
                  <a:latin typeface="Calibri"/>
                </a:rPr>
                <a:t>FIABILITE CYBER</a:t>
              </a:r>
            </a:p>
          </p:txBody>
        </p:sp>
        <p:sp>
          <p:nvSpPr>
            <p:cNvPr id="25" name="Ellipse 24">
              <a:extLst>
                <a:ext uri="{FF2B5EF4-FFF2-40B4-BE49-F238E27FC236}">
                  <a16:creationId xmlns:a16="http://schemas.microsoft.com/office/drawing/2014/main" id="{2E286346-F904-2587-7211-0D6101781AAD}"/>
                </a:ext>
              </a:extLst>
            </p:cNvPr>
            <p:cNvSpPr/>
            <p:nvPr/>
          </p:nvSpPr>
          <p:spPr>
            <a:xfrm>
              <a:off x="7750623" y="6077371"/>
              <a:ext cx="108000" cy="108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6" name="Ellipse 25">
              <a:extLst>
                <a:ext uri="{FF2B5EF4-FFF2-40B4-BE49-F238E27FC236}">
                  <a16:creationId xmlns:a16="http://schemas.microsoft.com/office/drawing/2014/main" id="{60E4DCF4-20DF-5DD8-CF62-1EA98BBE05BD}"/>
                </a:ext>
              </a:extLst>
            </p:cNvPr>
            <p:cNvSpPr/>
            <p:nvPr/>
          </p:nvSpPr>
          <p:spPr>
            <a:xfrm>
              <a:off x="8068490" y="6077371"/>
              <a:ext cx="108000" cy="108000"/>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7" name="Ellipse 26">
              <a:extLst>
                <a:ext uri="{FF2B5EF4-FFF2-40B4-BE49-F238E27FC236}">
                  <a16:creationId xmlns:a16="http://schemas.microsoft.com/office/drawing/2014/main" id="{B7D66282-EE7D-A3ED-C89B-A80885FADA41}"/>
                </a:ext>
              </a:extLst>
            </p:cNvPr>
            <p:cNvSpPr/>
            <p:nvPr/>
          </p:nvSpPr>
          <p:spPr>
            <a:xfrm>
              <a:off x="8424440" y="6077371"/>
              <a:ext cx="108000" cy="108000"/>
            </a:xfrm>
            <a:prstGeom prst="ellipse">
              <a:avLst/>
            </a:prstGeom>
            <a:solidFill>
              <a:srgbClr val="4F81BD">
                <a:lumMod val="40000"/>
                <a:lumOff val="60000"/>
              </a:srgb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8" name="Ellipse 27">
              <a:extLst>
                <a:ext uri="{FF2B5EF4-FFF2-40B4-BE49-F238E27FC236}">
                  <a16:creationId xmlns:a16="http://schemas.microsoft.com/office/drawing/2014/main" id="{D4DB5955-253F-7B74-EADD-C85C23D13231}"/>
                </a:ext>
              </a:extLst>
            </p:cNvPr>
            <p:cNvSpPr/>
            <p:nvPr/>
          </p:nvSpPr>
          <p:spPr>
            <a:xfrm>
              <a:off x="8748464" y="6077371"/>
              <a:ext cx="108000" cy="108000"/>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endParaRPr lang="fr-FR" sz="1100" kern="0" dirty="0">
                <a:solidFill>
                  <a:prstClr val="white">
                    <a:lumMod val="50000"/>
                  </a:prstClr>
                </a:solidFill>
                <a:latin typeface="Akzidenz-Grotesk Pro Cnd" pitchFamily="50" charset="0"/>
              </a:endParaRPr>
            </a:p>
          </p:txBody>
        </p:sp>
        <p:sp>
          <p:nvSpPr>
            <p:cNvPr id="29" name="ZoneTexte 28">
              <a:extLst>
                <a:ext uri="{FF2B5EF4-FFF2-40B4-BE49-F238E27FC236}">
                  <a16:creationId xmlns:a16="http://schemas.microsoft.com/office/drawing/2014/main" id="{CF3FC16D-127F-034F-AD94-368DCAB967C0}"/>
                </a:ext>
              </a:extLst>
            </p:cNvPr>
            <p:cNvSpPr txBox="1"/>
            <p:nvPr/>
          </p:nvSpPr>
          <p:spPr>
            <a:xfrm>
              <a:off x="179511" y="2570774"/>
              <a:ext cx="1296145"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30" name="ZoneTexte 29">
              <a:extLst>
                <a:ext uri="{FF2B5EF4-FFF2-40B4-BE49-F238E27FC236}">
                  <a16:creationId xmlns:a16="http://schemas.microsoft.com/office/drawing/2014/main" id="{720BAADD-F2C9-D6E2-FA37-EFD8EFEF2F4D}"/>
                </a:ext>
              </a:extLst>
            </p:cNvPr>
            <p:cNvSpPr txBox="1"/>
            <p:nvPr/>
          </p:nvSpPr>
          <p:spPr>
            <a:xfrm>
              <a:off x="179513" y="4005064"/>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31" name="ZoneTexte 30">
              <a:extLst>
                <a:ext uri="{FF2B5EF4-FFF2-40B4-BE49-F238E27FC236}">
                  <a16:creationId xmlns:a16="http://schemas.microsoft.com/office/drawing/2014/main" id="{D2BAADE1-8485-DF35-0443-29C2548C2C34}"/>
                </a:ext>
              </a:extLst>
            </p:cNvPr>
            <p:cNvSpPr txBox="1"/>
            <p:nvPr/>
          </p:nvSpPr>
          <p:spPr>
            <a:xfrm>
              <a:off x="6970267" y="2376696"/>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32" name="ZoneTexte 31">
              <a:extLst>
                <a:ext uri="{FF2B5EF4-FFF2-40B4-BE49-F238E27FC236}">
                  <a16:creationId xmlns:a16="http://schemas.microsoft.com/office/drawing/2014/main" id="{9B505030-B92C-A28B-CF15-237A2E9C3D3D}"/>
                </a:ext>
              </a:extLst>
            </p:cNvPr>
            <p:cNvSpPr txBox="1"/>
            <p:nvPr/>
          </p:nvSpPr>
          <p:spPr>
            <a:xfrm>
              <a:off x="6970267" y="3007985"/>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33" name="ZoneTexte 32">
              <a:extLst>
                <a:ext uri="{FF2B5EF4-FFF2-40B4-BE49-F238E27FC236}">
                  <a16:creationId xmlns:a16="http://schemas.microsoft.com/office/drawing/2014/main" id="{228FC620-6677-4AB0-BA0C-077E38239CC0}"/>
                </a:ext>
              </a:extLst>
            </p:cNvPr>
            <p:cNvSpPr txBox="1"/>
            <p:nvPr/>
          </p:nvSpPr>
          <p:spPr>
            <a:xfrm>
              <a:off x="179513" y="5179744"/>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4" name="ZoneTexte 33">
              <a:extLst>
                <a:ext uri="{FF2B5EF4-FFF2-40B4-BE49-F238E27FC236}">
                  <a16:creationId xmlns:a16="http://schemas.microsoft.com/office/drawing/2014/main" id="{32252454-6164-071C-7EDF-230E29EFB412}"/>
                </a:ext>
              </a:extLst>
            </p:cNvPr>
            <p:cNvSpPr txBox="1"/>
            <p:nvPr/>
          </p:nvSpPr>
          <p:spPr>
            <a:xfrm>
              <a:off x="179512" y="4863626"/>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
          <p:nvSpPr>
            <p:cNvPr id="35" name="Ellipse 34">
              <a:extLst>
                <a:ext uri="{FF2B5EF4-FFF2-40B4-BE49-F238E27FC236}">
                  <a16:creationId xmlns:a16="http://schemas.microsoft.com/office/drawing/2014/main" id="{349D3AF5-DBA6-C253-5618-5E4E223F0990}"/>
                </a:ext>
              </a:extLst>
            </p:cNvPr>
            <p:cNvSpPr/>
            <p:nvPr/>
          </p:nvSpPr>
          <p:spPr>
            <a:xfrm>
              <a:off x="4182661"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36" name="ZoneTexte 35">
              <a:extLst>
                <a:ext uri="{FF2B5EF4-FFF2-40B4-BE49-F238E27FC236}">
                  <a16:creationId xmlns:a16="http://schemas.microsoft.com/office/drawing/2014/main" id="{C8D30B9D-6E0A-49C6-64EE-82CA8260E220}"/>
                </a:ext>
              </a:extLst>
            </p:cNvPr>
            <p:cNvSpPr txBox="1"/>
            <p:nvPr/>
          </p:nvSpPr>
          <p:spPr>
            <a:xfrm>
              <a:off x="4414636" y="3860639"/>
              <a:ext cx="1234310" cy="276999"/>
            </a:xfrm>
            <a:prstGeom prst="rect">
              <a:avLst/>
            </a:prstGeom>
            <a:noFill/>
          </p:spPr>
          <p:txBody>
            <a:bodyPr wrap="square" rtlCol="0">
              <a:spAutoFit/>
            </a:bodyPr>
            <a:lstStyle/>
            <a:p>
              <a:pPr>
                <a:defRPr/>
              </a:pPr>
              <a:r>
                <a:rPr lang="fr-FR" sz="1200" b="1" kern="0" spc="-50" dirty="0">
                  <a:solidFill>
                    <a:srgbClr val="00B0F0"/>
                  </a:solidFill>
                  <a:latin typeface="Calibri"/>
                </a:rPr>
                <a:t>Objet de l'étude</a:t>
              </a:r>
            </a:p>
          </p:txBody>
        </p:sp>
        <p:sp>
          <p:nvSpPr>
            <p:cNvPr id="37" name="Ellipse 36">
              <a:extLst>
                <a:ext uri="{FF2B5EF4-FFF2-40B4-BE49-F238E27FC236}">
                  <a16:creationId xmlns:a16="http://schemas.microsoft.com/office/drawing/2014/main" id="{0E350144-6F7B-D61A-D323-868C364EF815}"/>
                </a:ext>
              </a:extLst>
            </p:cNvPr>
            <p:cNvSpPr/>
            <p:nvPr/>
          </p:nvSpPr>
          <p:spPr>
            <a:xfrm>
              <a:off x="3161067" y="2709274"/>
              <a:ext cx="2385550" cy="2385550"/>
            </a:xfrm>
            <a:prstGeom prst="ellipse">
              <a:avLst/>
            </a:prstGeom>
            <a:noFill/>
            <a:ln w="38100" cap="flat" cmpd="sng" algn="ctr">
              <a:solidFill>
                <a:srgbClr val="C00000"/>
              </a:solidFill>
              <a:prstDash val="solid"/>
            </a:ln>
            <a:effectLst/>
          </p:spPr>
          <p:txBody>
            <a:bodyPr rtlCol="0" anchor="ctr"/>
            <a:lstStyle/>
            <a:p>
              <a:pPr algn="ctr">
                <a:defRPr/>
              </a:pPr>
              <a:endParaRPr lang="fr-FR" sz="1400" kern="0">
                <a:solidFill>
                  <a:prstClr val="black"/>
                </a:solidFill>
                <a:latin typeface="Calibri"/>
              </a:endParaRPr>
            </a:p>
          </p:txBody>
        </p:sp>
        <p:sp>
          <p:nvSpPr>
            <p:cNvPr id="38" name="Rectangle à coins arrondis 177">
              <a:extLst>
                <a:ext uri="{FF2B5EF4-FFF2-40B4-BE49-F238E27FC236}">
                  <a16:creationId xmlns:a16="http://schemas.microsoft.com/office/drawing/2014/main" id="{946853A1-BAA6-DD85-93B2-BBE58A4AD2E6}"/>
                </a:ext>
              </a:extLst>
            </p:cNvPr>
            <p:cNvSpPr/>
            <p:nvPr/>
          </p:nvSpPr>
          <p:spPr>
            <a:xfrm>
              <a:off x="2191919"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39" name="Rectangle à coins arrondis 178">
              <a:extLst>
                <a:ext uri="{FF2B5EF4-FFF2-40B4-BE49-F238E27FC236}">
                  <a16:creationId xmlns:a16="http://schemas.microsoft.com/office/drawing/2014/main" id="{60D9B80F-3922-D75A-A265-7AEC30D52CA8}"/>
                </a:ext>
              </a:extLst>
            </p:cNvPr>
            <p:cNvSpPr/>
            <p:nvPr/>
          </p:nvSpPr>
          <p:spPr>
            <a:xfrm>
              <a:off x="4406312"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0" name="Rectangle à coins arrondis 179">
              <a:extLst>
                <a:ext uri="{FF2B5EF4-FFF2-40B4-BE49-F238E27FC236}">
                  <a16:creationId xmlns:a16="http://schemas.microsoft.com/office/drawing/2014/main" id="{CCB1147A-A9EC-6118-9CF3-D5DE683B92EC}"/>
                </a:ext>
              </a:extLst>
            </p:cNvPr>
            <p:cNvSpPr/>
            <p:nvPr/>
          </p:nvSpPr>
          <p:spPr>
            <a:xfrm>
              <a:off x="2191919"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1" name="Rectangle 40">
              <a:extLst>
                <a:ext uri="{FF2B5EF4-FFF2-40B4-BE49-F238E27FC236}">
                  <a16:creationId xmlns:a16="http://schemas.microsoft.com/office/drawing/2014/main" id="{1E41C509-BBCC-58F0-AA99-F50A6815450B}"/>
                </a:ext>
              </a:extLst>
            </p:cNvPr>
            <p:cNvSpPr/>
            <p:nvPr/>
          </p:nvSpPr>
          <p:spPr>
            <a:xfrm>
              <a:off x="2245030" y="5708322"/>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42" name="Rectangle 41">
              <a:extLst>
                <a:ext uri="{FF2B5EF4-FFF2-40B4-BE49-F238E27FC236}">
                  <a16:creationId xmlns:a16="http://schemas.microsoft.com/office/drawing/2014/main" id="{C449D4E8-333D-47BD-1A23-1017556CC5B2}"/>
                </a:ext>
              </a:extLst>
            </p:cNvPr>
            <p:cNvSpPr/>
            <p:nvPr/>
          </p:nvSpPr>
          <p:spPr>
            <a:xfrm>
              <a:off x="751925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&lt;4</a:t>
              </a:r>
            </a:p>
          </p:txBody>
        </p:sp>
        <p:sp>
          <p:nvSpPr>
            <p:cNvPr id="43" name="Rectangle 42">
              <a:extLst>
                <a:ext uri="{FF2B5EF4-FFF2-40B4-BE49-F238E27FC236}">
                  <a16:creationId xmlns:a16="http://schemas.microsoft.com/office/drawing/2014/main" id="{B51DA995-62F6-3905-0BBA-18F90CDBAEF7}"/>
                </a:ext>
              </a:extLst>
            </p:cNvPr>
            <p:cNvSpPr/>
            <p:nvPr/>
          </p:nvSpPr>
          <p:spPr>
            <a:xfrm>
              <a:off x="8524633"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10</a:t>
              </a:r>
            </a:p>
          </p:txBody>
        </p:sp>
        <p:sp>
          <p:nvSpPr>
            <p:cNvPr id="44" name="Rectangle 43">
              <a:extLst>
                <a:ext uri="{FF2B5EF4-FFF2-40B4-BE49-F238E27FC236}">
                  <a16:creationId xmlns:a16="http://schemas.microsoft.com/office/drawing/2014/main" id="{1E86A646-E9C0-B201-E6C0-DE875AE2D443}"/>
                </a:ext>
              </a:extLst>
            </p:cNvPr>
            <p:cNvSpPr/>
            <p:nvPr/>
          </p:nvSpPr>
          <p:spPr>
            <a:xfrm>
              <a:off x="782604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4-7</a:t>
              </a:r>
            </a:p>
          </p:txBody>
        </p:sp>
        <p:sp>
          <p:nvSpPr>
            <p:cNvPr id="45" name="Rectangle 44">
              <a:extLst>
                <a:ext uri="{FF2B5EF4-FFF2-40B4-BE49-F238E27FC236}">
                  <a16:creationId xmlns:a16="http://schemas.microsoft.com/office/drawing/2014/main" id="{3F229C6D-1033-ADE4-338C-86EFD64E642A}"/>
                </a:ext>
              </a:extLst>
            </p:cNvPr>
            <p:cNvSpPr/>
            <p:nvPr/>
          </p:nvSpPr>
          <p:spPr>
            <a:xfrm>
              <a:off x="8132831"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8-10</a:t>
              </a:r>
            </a:p>
          </p:txBody>
        </p:sp>
        <p:sp>
          <p:nvSpPr>
            <p:cNvPr id="46" name="Rectangle 45">
              <a:extLst>
                <a:ext uri="{FF2B5EF4-FFF2-40B4-BE49-F238E27FC236}">
                  <a16:creationId xmlns:a16="http://schemas.microsoft.com/office/drawing/2014/main" id="{0BD46992-7C27-D714-C6E2-1CFDBB6B9167}"/>
                </a:ext>
              </a:extLst>
            </p:cNvPr>
            <p:cNvSpPr/>
            <p:nvPr/>
          </p:nvSpPr>
          <p:spPr>
            <a:xfrm>
              <a:off x="7596336"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 4</a:t>
              </a:r>
            </a:p>
          </p:txBody>
        </p:sp>
        <p:sp>
          <p:nvSpPr>
            <p:cNvPr id="47" name="Rectangle 46">
              <a:extLst>
                <a:ext uri="{FF2B5EF4-FFF2-40B4-BE49-F238E27FC236}">
                  <a16:creationId xmlns:a16="http://schemas.microsoft.com/office/drawing/2014/main" id="{ED776ABA-E0B6-0185-4567-CD5D5A4D51E6}"/>
                </a:ext>
              </a:extLst>
            </p:cNvPr>
            <p:cNvSpPr/>
            <p:nvPr/>
          </p:nvSpPr>
          <p:spPr>
            <a:xfrm>
              <a:off x="8604448"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8</a:t>
              </a:r>
            </a:p>
          </p:txBody>
        </p:sp>
        <p:sp>
          <p:nvSpPr>
            <p:cNvPr id="48" name="Rectangle 47">
              <a:extLst>
                <a:ext uri="{FF2B5EF4-FFF2-40B4-BE49-F238E27FC236}">
                  <a16:creationId xmlns:a16="http://schemas.microsoft.com/office/drawing/2014/main" id="{EF23ED10-61F9-3AEB-3051-84928B0FCEF7}"/>
                </a:ext>
              </a:extLst>
            </p:cNvPr>
            <p:cNvSpPr/>
            <p:nvPr/>
          </p:nvSpPr>
          <p:spPr>
            <a:xfrm>
              <a:off x="7932373"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4-5</a:t>
              </a:r>
            </a:p>
          </p:txBody>
        </p:sp>
        <p:sp>
          <p:nvSpPr>
            <p:cNvPr id="49" name="Rectangle 48">
              <a:extLst>
                <a:ext uri="{FF2B5EF4-FFF2-40B4-BE49-F238E27FC236}">
                  <a16:creationId xmlns:a16="http://schemas.microsoft.com/office/drawing/2014/main" id="{AF118910-7463-03F7-01D5-48B58FD0EB28}"/>
                </a:ext>
              </a:extLst>
            </p:cNvPr>
            <p:cNvSpPr/>
            <p:nvPr/>
          </p:nvSpPr>
          <p:spPr>
            <a:xfrm>
              <a:off x="8268410"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6-8</a:t>
              </a:r>
            </a:p>
          </p:txBody>
        </p:sp>
        <p:sp>
          <p:nvSpPr>
            <p:cNvPr id="50" name="Ellipse 49">
              <a:extLst>
                <a:ext uri="{FF2B5EF4-FFF2-40B4-BE49-F238E27FC236}">
                  <a16:creationId xmlns:a16="http://schemas.microsoft.com/office/drawing/2014/main" id="{F367D830-F2BD-55C8-307A-2325E90BD2F4}"/>
                </a:ext>
              </a:extLst>
            </p:cNvPr>
            <p:cNvSpPr/>
            <p:nvPr/>
          </p:nvSpPr>
          <p:spPr>
            <a:xfrm>
              <a:off x="2771800" y="2662381"/>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1" name="Rectangle 50">
              <a:extLst>
                <a:ext uri="{FF2B5EF4-FFF2-40B4-BE49-F238E27FC236}">
                  <a16:creationId xmlns:a16="http://schemas.microsoft.com/office/drawing/2014/main" id="{57C37405-6B67-C621-4ED9-7EADFE7FDAA3}"/>
                </a:ext>
              </a:extLst>
            </p:cNvPr>
            <p:cNvSpPr/>
            <p:nvPr/>
          </p:nvSpPr>
          <p:spPr>
            <a:xfrm>
              <a:off x="6012160" y="5137143"/>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0</a:t>
              </a:r>
            </a:p>
          </p:txBody>
        </p:sp>
        <p:sp>
          <p:nvSpPr>
            <p:cNvPr id="52" name="Rectangle 51">
              <a:extLst>
                <a:ext uri="{FF2B5EF4-FFF2-40B4-BE49-F238E27FC236}">
                  <a16:creationId xmlns:a16="http://schemas.microsoft.com/office/drawing/2014/main" id="{21367B71-9C48-70B7-54A8-CE30085FC913}"/>
                </a:ext>
              </a:extLst>
            </p:cNvPr>
            <p:cNvSpPr/>
            <p:nvPr/>
          </p:nvSpPr>
          <p:spPr>
            <a:xfrm>
              <a:off x="5681724" y="491516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1</a:t>
              </a:r>
            </a:p>
          </p:txBody>
        </p:sp>
        <p:sp>
          <p:nvSpPr>
            <p:cNvPr id="53" name="Rectangle 52">
              <a:extLst>
                <a:ext uri="{FF2B5EF4-FFF2-40B4-BE49-F238E27FC236}">
                  <a16:creationId xmlns:a16="http://schemas.microsoft.com/office/drawing/2014/main" id="{79620057-42D4-BD2F-71C4-45A8E4B6FD93}"/>
                </a:ext>
              </a:extLst>
            </p:cNvPr>
            <p:cNvSpPr/>
            <p:nvPr/>
          </p:nvSpPr>
          <p:spPr>
            <a:xfrm>
              <a:off x="5380090" y="469461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2</a:t>
              </a:r>
            </a:p>
          </p:txBody>
        </p:sp>
        <p:sp>
          <p:nvSpPr>
            <p:cNvPr id="54" name="Rectangle 53">
              <a:extLst>
                <a:ext uri="{FF2B5EF4-FFF2-40B4-BE49-F238E27FC236}">
                  <a16:creationId xmlns:a16="http://schemas.microsoft.com/office/drawing/2014/main" id="{5D4E38D2-C151-EC33-FDBC-2FF3B78EF6D9}"/>
                </a:ext>
              </a:extLst>
            </p:cNvPr>
            <p:cNvSpPr/>
            <p:nvPr/>
          </p:nvSpPr>
          <p:spPr>
            <a:xfrm>
              <a:off x="5099128" y="4497116"/>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3</a:t>
              </a:r>
            </a:p>
          </p:txBody>
        </p:sp>
        <p:sp>
          <p:nvSpPr>
            <p:cNvPr id="55" name="Rectangle 54">
              <a:extLst>
                <a:ext uri="{FF2B5EF4-FFF2-40B4-BE49-F238E27FC236}">
                  <a16:creationId xmlns:a16="http://schemas.microsoft.com/office/drawing/2014/main" id="{43181B1A-5726-B4FC-E87C-0F8C2F48FF58}"/>
                </a:ext>
              </a:extLst>
            </p:cNvPr>
            <p:cNvSpPr/>
            <p:nvPr/>
          </p:nvSpPr>
          <p:spPr>
            <a:xfrm>
              <a:off x="4792635" y="4258727"/>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a:t>
              </a:r>
            </a:p>
          </p:txBody>
        </p:sp>
        <p:sp>
          <p:nvSpPr>
            <p:cNvPr id="56" name="Rectangle 55">
              <a:extLst>
                <a:ext uri="{FF2B5EF4-FFF2-40B4-BE49-F238E27FC236}">
                  <a16:creationId xmlns:a16="http://schemas.microsoft.com/office/drawing/2014/main" id="{C1AD41BA-108D-DC97-E581-2FB4AA5994CE}"/>
                </a:ext>
              </a:extLst>
            </p:cNvPr>
            <p:cNvSpPr/>
            <p:nvPr/>
          </p:nvSpPr>
          <p:spPr>
            <a:xfrm>
              <a:off x="4532931" y="407610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5</a:t>
              </a:r>
            </a:p>
          </p:txBody>
        </p:sp>
        <p:sp>
          <p:nvSpPr>
            <p:cNvPr id="57" name="Ellipse 56">
              <a:extLst>
                <a:ext uri="{FF2B5EF4-FFF2-40B4-BE49-F238E27FC236}">
                  <a16:creationId xmlns:a16="http://schemas.microsoft.com/office/drawing/2014/main" id="{259D2157-3989-AF17-060B-58E5E09681B3}"/>
                </a:ext>
              </a:extLst>
            </p:cNvPr>
            <p:cNvSpPr/>
            <p:nvPr/>
          </p:nvSpPr>
          <p:spPr>
            <a:xfrm>
              <a:off x="3823117" y="5248450"/>
              <a:ext cx="316835" cy="316835"/>
            </a:xfrm>
            <a:prstGeom prst="ellipse">
              <a:avLst/>
            </a:prstGeom>
            <a:solidFill>
              <a:schemeClr val="bg1">
                <a:lumMod val="75000"/>
              </a:scheme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8" name="Ellipse 57">
              <a:extLst>
                <a:ext uri="{FF2B5EF4-FFF2-40B4-BE49-F238E27FC236}">
                  <a16:creationId xmlns:a16="http://schemas.microsoft.com/office/drawing/2014/main" id="{308DC8C5-5FD4-9B31-1CBD-A3624A96BD61}"/>
                </a:ext>
              </a:extLst>
            </p:cNvPr>
            <p:cNvSpPr/>
            <p:nvPr/>
          </p:nvSpPr>
          <p:spPr>
            <a:xfrm>
              <a:off x="2704497" y="4840357"/>
              <a:ext cx="316835" cy="316835"/>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cxnSp>
          <p:nvCxnSpPr>
            <p:cNvPr id="59" name="Connecteur droit avec flèche 58">
              <a:extLst>
                <a:ext uri="{FF2B5EF4-FFF2-40B4-BE49-F238E27FC236}">
                  <a16:creationId xmlns:a16="http://schemas.microsoft.com/office/drawing/2014/main" id="{742B7FD5-BE32-198F-BB5C-89D4549ACF41}"/>
                </a:ext>
              </a:extLst>
            </p:cNvPr>
            <p:cNvCxnSpPr>
              <a:stCxn id="29" idx="3"/>
              <a:endCxn id="50" idx="2"/>
            </p:cNvCxnSpPr>
            <p:nvPr/>
          </p:nvCxnSpPr>
          <p:spPr>
            <a:xfrm flipV="1">
              <a:off x="1475656" y="2709273"/>
              <a:ext cx="1296144" cy="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0" name="Connecteur droit avec flèche 59">
              <a:extLst>
                <a:ext uri="{FF2B5EF4-FFF2-40B4-BE49-F238E27FC236}">
                  <a16:creationId xmlns:a16="http://schemas.microsoft.com/office/drawing/2014/main" id="{5080AF74-7294-E0E2-0B4A-5830036BD00A}"/>
                </a:ext>
              </a:extLst>
            </p:cNvPr>
            <p:cNvCxnSpPr>
              <a:stCxn id="30" idx="3"/>
              <a:endCxn id="67" idx="2"/>
            </p:cNvCxnSpPr>
            <p:nvPr/>
          </p:nvCxnSpPr>
          <p:spPr>
            <a:xfrm flipV="1">
              <a:off x="1619673" y="4326463"/>
              <a:ext cx="1584174" cy="1767"/>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1" name="Connecteur droit avec flèche 60">
              <a:extLst>
                <a:ext uri="{FF2B5EF4-FFF2-40B4-BE49-F238E27FC236}">
                  <a16:creationId xmlns:a16="http://schemas.microsoft.com/office/drawing/2014/main" id="{89FD2DC2-4FC7-9028-EE78-13598E6387C9}"/>
                </a:ext>
              </a:extLst>
            </p:cNvPr>
            <p:cNvCxnSpPr>
              <a:stCxn id="34" idx="3"/>
              <a:endCxn id="58" idx="2"/>
            </p:cNvCxnSpPr>
            <p:nvPr/>
          </p:nvCxnSpPr>
          <p:spPr>
            <a:xfrm flipV="1">
              <a:off x="1619673" y="4998775"/>
              <a:ext cx="1084824" cy="335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2" name="Connecteur droit avec flèche 61">
              <a:extLst>
                <a:ext uri="{FF2B5EF4-FFF2-40B4-BE49-F238E27FC236}">
                  <a16:creationId xmlns:a16="http://schemas.microsoft.com/office/drawing/2014/main" id="{E3D0D134-E543-8F4C-1FE4-A0A2CADBB044}"/>
                </a:ext>
              </a:extLst>
            </p:cNvPr>
            <p:cNvCxnSpPr>
              <a:stCxn id="33" idx="3"/>
              <a:endCxn id="57" idx="2"/>
            </p:cNvCxnSpPr>
            <p:nvPr/>
          </p:nvCxnSpPr>
          <p:spPr>
            <a:xfrm flipV="1">
              <a:off x="1619673" y="5406868"/>
              <a:ext cx="2203444" cy="3709"/>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3" name="Connecteur droit avec flèche 62">
              <a:extLst>
                <a:ext uri="{FF2B5EF4-FFF2-40B4-BE49-F238E27FC236}">
                  <a16:creationId xmlns:a16="http://schemas.microsoft.com/office/drawing/2014/main" id="{90E5EA32-074E-8F30-839A-9E03C9B17E9A}"/>
                </a:ext>
              </a:extLst>
            </p:cNvPr>
            <p:cNvCxnSpPr>
              <a:stCxn id="32" idx="1"/>
              <a:endCxn id="65" idx="6"/>
            </p:cNvCxnSpPr>
            <p:nvPr/>
          </p:nvCxnSpPr>
          <p:spPr>
            <a:xfrm flipH="1">
              <a:off x="6283356" y="3146485"/>
              <a:ext cx="686911" cy="349"/>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4" name="Connecteur droit avec flèche 63">
              <a:extLst>
                <a:ext uri="{FF2B5EF4-FFF2-40B4-BE49-F238E27FC236}">
                  <a16:creationId xmlns:a16="http://schemas.microsoft.com/office/drawing/2014/main" id="{7EBF1BA2-0F4E-13DB-A0FF-03DF8250C3A6}"/>
                </a:ext>
              </a:extLst>
            </p:cNvPr>
            <p:cNvCxnSpPr>
              <a:stCxn id="31" idx="1"/>
              <a:endCxn id="66" idx="6"/>
            </p:cNvCxnSpPr>
            <p:nvPr/>
          </p:nvCxnSpPr>
          <p:spPr>
            <a:xfrm flipH="1">
              <a:off x="5076040" y="2515196"/>
              <a:ext cx="1894227" cy="6852"/>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65" name="Ellipse 64">
              <a:extLst>
                <a:ext uri="{FF2B5EF4-FFF2-40B4-BE49-F238E27FC236}">
                  <a16:creationId xmlns:a16="http://schemas.microsoft.com/office/drawing/2014/main" id="{EFF60563-0C2E-B74B-9FE5-BA147204A092}"/>
                </a:ext>
              </a:extLst>
            </p:cNvPr>
            <p:cNvSpPr/>
            <p:nvPr/>
          </p:nvSpPr>
          <p:spPr>
            <a:xfrm>
              <a:off x="6189684" y="3099942"/>
              <a:ext cx="93672" cy="93784"/>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66" name="Ellipse 65">
              <a:extLst>
                <a:ext uri="{FF2B5EF4-FFF2-40B4-BE49-F238E27FC236}">
                  <a16:creationId xmlns:a16="http://schemas.microsoft.com/office/drawing/2014/main" id="{5D34D82A-13F2-10A5-5497-E959374E4B24}"/>
                </a:ext>
              </a:extLst>
            </p:cNvPr>
            <p:cNvSpPr/>
            <p:nvPr/>
          </p:nvSpPr>
          <p:spPr>
            <a:xfrm>
              <a:off x="4932040" y="2450048"/>
              <a:ext cx="144000" cy="144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grpSp>
      <p:sp>
        <p:nvSpPr>
          <p:cNvPr id="67" name="Ellipse 66">
            <a:extLst>
              <a:ext uri="{FF2B5EF4-FFF2-40B4-BE49-F238E27FC236}">
                <a16:creationId xmlns:a16="http://schemas.microsoft.com/office/drawing/2014/main" id="{FC26C21C-51F6-E1D3-C15C-C34AB4B1FC7D}"/>
              </a:ext>
            </a:extLst>
          </p:cNvPr>
          <p:cNvSpPr/>
          <p:nvPr/>
        </p:nvSpPr>
        <p:spPr>
          <a:xfrm>
            <a:off x="4727848" y="4060115"/>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Tree>
    <p:extLst>
      <p:ext uri="{BB962C8B-B14F-4D97-AF65-F5344CB8AC3E}">
        <p14:creationId xmlns:p14="http://schemas.microsoft.com/office/powerpoint/2010/main" val="3775886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7E2EF8-71D6-ED00-D9E6-BBDF0C781BE8}"/>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863EEEBD-F16B-91C6-CDD9-89408D123600}"/>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D674BACB-9D50-BF4D-4A41-280A7BB612E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41379C-AC9C-E37C-A238-BE3D2E5D8238}"/>
              </a:ext>
            </a:extLst>
          </p:cNvPr>
          <p:cNvSpPr>
            <a:spLocks noGrp="1"/>
          </p:cNvSpPr>
          <p:nvPr>
            <p:ph type="sldNum" sz="quarter" idx="12"/>
          </p:nvPr>
        </p:nvSpPr>
        <p:spPr/>
        <p:txBody>
          <a:bodyPr/>
          <a:lstStyle/>
          <a:p>
            <a:fld id="{294A09A9-5501-47C1-A89A-A340965A2BE2}" type="slidenum">
              <a:rPr lang="fr-FR" smtClean="0"/>
              <a:pPr/>
              <a:t>145</a:t>
            </a:fld>
            <a:endParaRPr lang="fr-FR" dirty="0"/>
          </a:p>
        </p:txBody>
      </p:sp>
      <p:sp>
        <p:nvSpPr>
          <p:cNvPr id="11" name="ZoneTexte 10">
            <a:extLst>
              <a:ext uri="{FF2B5EF4-FFF2-40B4-BE49-F238E27FC236}">
                <a16:creationId xmlns:a16="http://schemas.microsoft.com/office/drawing/2014/main" id="{3DFE8C03-3698-4548-9038-E095B0D30734}"/>
              </a:ext>
            </a:extLst>
          </p:cNvPr>
          <p:cNvSpPr txBox="1"/>
          <p:nvPr/>
        </p:nvSpPr>
        <p:spPr>
          <a:xfrm>
            <a:off x="8472264" y="6181460"/>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a:t>
            </a:r>
          </a:p>
        </p:txBody>
      </p:sp>
      <p:sp>
        <p:nvSpPr>
          <p:cNvPr id="12" name="Rectangle 11">
            <a:extLst>
              <a:ext uri="{FF2B5EF4-FFF2-40B4-BE49-F238E27FC236}">
                <a16:creationId xmlns:a16="http://schemas.microsoft.com/office/drawing/2014/main" id="{3BD6DEBE-A75A-3A2D-0DA4-71E7C1C987E2}"/>
              </a:ext>
            </a:extLst>
          </p:cNvPr>
          <p:cNvSpPr/>
          <p:nvPr/>
        </p:nvSpPr>
        <p:spPr>
          <a:xfrm>
            <a:off x="8538143" y="1782721"/>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7A813258-1FCF-ACC2-4D3B-BC2D1BF6C030}"/>
              </a:ext>
            </a:extLst>
          </p:cNvPr>
          <p:cNvSpPr/>
          <p:nvPr/>
        </p:nvSpPr>
        <p:spPr>
          <a:xfrm>
            <a:off x="3824156" y="1782721"/>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0C268C98-AA73-0BFC-A6B2-E2F2623790EC}"/>
              </a:ext>
            </a:extLst>
          </p:cNvPr>
          <p:cNvSpPr/>
          <p:nvPr/>
        </p:nvSpPr>
        <p:spPr>
          <a:xfrm>
            <a:off x="1666672" y="1782721"/>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Rectangle 14">
            <a:extLst>
              <a:ext uri="{FF2B5EF4-FFF2-40B4-BE49-F238E27FC236}">
                <a16:creationId xmlns:a16="http://schemas.microsoft.com/office/drawing/2014/main" id="{C184D482-327F-CA06-22FA-5FC69B0AD941}"/>
              </a:ext>
            </a:extLst>
          </p:cNvPr>
          <p:cNvSpPr/>
          <p:nvPr/>
        </p:nvSpPr>
        <p:spPr>
          <a:xfrm>
            <a:off x="1706432"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9C4B6585-29F0-E8D1-A4FB-1EB8EA85568A}"/>
              </a:ext>
            </a:extLst>
          </p:cNvPr>
          <p:cNvSpPr txBox="1"/>
          <p:nvPr/>
        </p:nvSpPr>
        <p:spPr>
          <a:xfrm>
            <a:off x="2001566"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17" name="ZoneTexte 16">
            <a:extLst>
              <a:ext uri="{FF2B5EF4-FFF2-40B4-BE49-F238E27FC236}">
                <a16:creationId xmlns:a16="http://schemas.microsoft.com/office/drawing/2014/main" id="{77017A93-7B28-08B8-CBED-5EB9A72042C9}"/>
              </a:ext>
            </a:extLst>
          </p:cNvPr>
          <p:cNvSpPr txBox="1"/>
          <p:nvPr/>
        </p:nvSpPr>
        <p:spPr>
          <a:xfrm>
            <a:off x="5612896"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Tree>
    <p:extLst>
      <p:ext uri="{BB962C8B-B14F-4D97-AF65-F5344CB8AC3E}">
        <p14:creationId xmlns:p14="http://schemas.microsoft.com/office/powerpoint/2010/main" val="265172080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72C898-4C5C-F111-6D25-96F6CD2F9EED}"/>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A718D26D-EB1C-F74C-3EEF-6FFFC8620D5C}"/>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AA96E3AD-B718-86FA-FB50-9B526A7405DD}"/>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FA68C4DC-7B3B-D685-0BFE-DC1FBF4275BE}"/>
              </a:ext>
            </a:extLst>
          </p:cNvPr>
          <p:cNvSpPr>
            <a:spLocks noGrp="1"/>
          </p:cNvSpPr>
          <p:nvPr>
            <p:ph type="sldNum" sz="quarter" idx="12"/>
          </p:nvPr>
        </p:nvSpPr>
        <p:spPr/>
        <p:txBody>
          <a:bodyPr/>
          <a:lstStyle/>
          <a:p>
            <a:fld id="{294A09A9-5501-47C1-A89A-A340965A2BE2}" type="slidenum">
              <a:rPr lang="fr-FR" smtClean="0"/>
              <a:pPr/>
              <a:t>146</a:t>
            </a:fld>
            <a:endParaRPr lang="fr-FR" dirty="0"/>
          </a:p>
        </p:txBody>
      </p:sp>
      <p:sp>
        <p:nvSpPr>
          <p:cNvPr id="7" name="Rectangle 6">
            <a:extLst>
              <a:ext uri="{FF2B5EF4-FFF2-40B4-BE49-F238E27FC236}">
                <a16:creationId xmlns:a16="http://schemas.microsoft.com/office/drawing/2014/main" id="{6419728F-5C56-78ED-9B3B-A8579AED7047}"/>
              </a:ext>
            </a:extLst>
          </p:cNvPr>
          <p:cNvSpPr/>
          <p:nvPr/>
        </p:nvSpPr>
        <p:spPr>
          <a:xfrm>
            <a:off x="1718624"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CA316408-0472-9517-3CC1-80BA5A8DFA37}"/>
              </a:ext>
            </a:extLst>
          </p:cNvPr>
          <p:cNvSpPr txBox="1"/>
          <p:nvPr/>
        </p:nvSpPr>
        <p:spPr>
          <a:xfrm>
            <a:off x="2013758"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9" name="ZoneTexte 8">
            <a:extLst>
              <a:ext uri="{FF2B5EF4-FFF2-40B4-BE49-F238E27FC236}">
                <a16:creationId xmlns:a16="http://schemas.microsoft.com/office/drawing/2014/main" id="{93C2F138-0BE7-29D6-7210-1062356ADB68}"/>
              </a:ext>
            </a:extLst>
          </p:cNvPr>
          <p:cNvSpPr txBox="1"/>
          <p:nvPr/>
        </p:nvSpPr>
        <p:spPr>
          <a:xfrm>
            <a:off x="5625088"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
        <p:nvSpPr>
          <p:cNvPr id="11" name="ZoneTexte 10">
            <a:extLst>
              <a:ext uri="{FF2B5EF4-FFF2-40B4-BE49-F238E27FC236}">
                <a16:creationId xmlns:a16="http://schemas.microsoft.com/office/drawing/2014/main" id="{33E3491A-5618-021C-FFC9-A6989A6FE3B0}"/>
              </a:ext>
            </a:extLst>
          </p:cNvPr>
          <p:cNvSpPr txBox="1"/>
          <p:nvPr/>
        </p:nvSpPr>
        <p:spPr>
          <a:xfrm>
            <a:off x="8472264" y="6193652"/>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2" name="Rectangle 11">
            <a:extLst>
              <a:ext uri="{FF2B5EF4-FFF2-40B4-BE49-F238E27FC236}">
                <a16:creationId xmlns:a16="http://schemas.microsoft.com/office/drawing/2014/main" id="{8F5314D4-3343-C53E-34B1-ADE7ECACB1C7}"/>
              </a:ext>
            </a:extLst>
          </p:cNvPr>
          <p:cNvSpPr/>
          <p:nvPr/>
        </p:nvSpPr>
        <p:spPr>
          <a:xfrm>
            <a:off x="8538143" y="1794913"/>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878777BE-E831-2C88-588D-BDFFAB9BDBA8}"/>
              </a:ext>
            </a:extLst>
          </p:cNvPr>
          <p:cNvSpPr/>
          <p:nvPr/>
        </p:nvSpPr>
        <p:spPr>
          <a:xfrm>
            <a:off x="3824156" y="1794913"/>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B008CD6E-8BD7-301C-633A-EA7DE3C03C12}"/>
              </a:ext>
            </a:extLst>
          </p:cNvPr>
          <p:cNvSpPr/>
          <p:nvPr/>
        </p:nvSpPr>
        <p:spPr>
          <a:xfrm>
            <a:off x="1666672" y="1794913"/>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Ellipse 14">
            <a:extLst>
              <a:ext uri="{FF2B5EF4-FFF2-40B4-BE49-F238E27FC236}">
                <a16:creationId xmlns:a16="http://schemas.microsoft.com/office/drawing/2014/main" id="{1636FC2D-619C-DBA6-6303-1CFCF6EC30D7}"/>
              </a:ext>
            </a:extLst>
          </p:cNvPr>
          <p:cNvSpPr/>
          <p:nvPr/>
        </p:nvSpPr>
        <p:spPr>
          <a:xfrm>
            <a:off x="1851820" y="3688824"/>
            <a:ext cx="1609705" cy="914400"/>
          </a:xfrm>
          <a:prstGeom prst="ellipse">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latin typeface="Calibri" panose="020F0502020204030204" pitchFamily="34" charset="0"/>
              </a:rPr>
              <a:t>Organisation de malfaiteurs</a:t>
            </a:r>
          </a:p>
        </p:txBody>
      </p:sp>
      <p:sp>
        <p:nvSpPr>
          <p:cNvPr id="16" name="Rectangle 15">
            <a:extLst>
              <a:ext uri="{FF2B5EF4-FFF2-40B4-BE49-F238E27FC236}">
                <a16:creationId xmlns:a16="http://schemas.microsoft.com/office/drawing/2014/main" id="{5DA41D71-82DA-47EC-B62F-88D0E6B58154}"/>
              </a:ext>
            </a:extLst>
          </p:cNvPr>
          <p:cNvSpPr/>
          <p:nvPr/>
        </p:nvSpPr>
        <p:spPr>
          <a:xfrm>
            <a:off x="5365067" y="2752720"/>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Mairie</a:t>
            </a:r>
          </a:p>
        </p:txBody>
      </p:sp>
      <p:sp>
        <p:nvSpPr>
          <p:cNvPr id="17" name="Rectangle 16">
            <a:extLst>
              <a:ext uri="{FF2B5EF4-FFF2-40B4-BE49-F238E27FC236}">
                <a16:creationId xmlns:a16="http://schemas.microsoft.com/office/drawing/2014/main" id="{6F09EFE6-A67E-6E37-3896-8079CEF20916}"/>
              </a:ext>
            </a:extLst>
          </p:cNvPr>
          <p:cNvSpPr/>
          <p:nvPr/>
        </p:nvSpPr>
        <p:spPr>
          <a:xfrm>
            <a:off x="5365067" y="5345008"/>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Société d’administration</a:t>
            </a:r>
          </a:p>
        </p:txBody>
      </p:sp>
      <p:sp>
        <p:nvSpPr>
          <p:cNvPr id="18" name="Ellipse 17">
            <a:extLst>
              <a:ext uri="{FF2B5EF4-FFF2-40B4-BE49-F238E27FC236}">
                <a16:creationId xmlns:a16="http://schemas.microsoft.com/office/drawing/2014/main" id="{BA43A0AB-A4C1-07C2-7316-4003A8819381}"/>
              </a:ext>
            </a:extLst>
          </p:cNvPr>
          <p:cNvSpPr/>
          <p:nvPr/>
        </p:nvSpPr>
        <p:spPr>
          <a:xfrm>
            <a:off x="8832305" y="3675176"/>
            <a:ext cx="1487509" cy="914400"/>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Informations</a:t>
            </a:r>
            <a:r>
              <a:rPr lang="fr-FR" sz="1200" dirty="0">
                <a:latin typeface="Calibri" panose="020F0502020204030204" pitchFamily="34" charset="0"/>
              </a:rPr>
              <a:t> </a:t>
            </a:r>
            <a:r>
              <a:rPr lang="fr-FR" sz="1050" dirty="0">
                <a:latin typeface="Calibri" panose="020F0502020204030204" pitchFamily="34" charset="0"/>
              </a:rPr>
              <a:t>(données des citoyens)</a:t>
            </a:r>
          </a:p>
        </p:txBody>
      </p:sp>
      <p:sp>
        <p:nvSpPr>
          <p:cNvPr id="19" name="Ellipse 18">
            <a:extLst>
              <a:ext uri="{FF2B5EF4-FFF2-40B4-BE49-F238E27FC236}">
                <a16:creationId xmlns:a16="http://schemas.microsoft.com/office/drawing/2014/main" id="{F02E7308-8A8C-E30F-3709-ACEB64639FBA}"/>
              </a:ext>
            </a:extLst>
          </p:cNvPr>
          <p:cNvSpPr/>
          <p:nvPr/>
        </p:nvSpPr>
        <p:spPr>
          <a:xfrm>
            <a:off x="6600056" y="2341620"/>
            <a:ext cx="1431776" cy="746156"/>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TIN </a:t>
            </a:r>
            <a:r>
              <a:rPr lang="fr-FR" sz="1050" dirty="0">
                <a:latin typeface="Calibri" panose="020F0502020204030204" pitchFamily="34" charset="0"/>
              </a:rPr>
              <a:t>(contenant des données des citoyens)</a:t>
            </a:r>
          </a:p>
        </p:txBody>
      </p:sp>
      <p:cxnSp>
        <p:nvCxnSpPr>
          <p:cNvPr id="20" name="Connecteur en angle 46">
            <a:extLst>
              <a:ext uri="{FF2B5EF4-FFF2-40B4-BE49-F238E27FC236}">
                <a16:creationId xmlns:a16="http://schemas.microsoft.com/office/drawing/2014/main" id="{D85BC342-28AF-041D-CF12-39E002ED5055}"/>
              </a:ext>
            </a:extLst>
          </p:cNvPr>
          <p:cNvCxnSpPr>
            <a:stCxn id="15" idx="0"/>
            <a:endCxn id="16" idx="1"/>
          </p:cNvCxnSpPr>
          <p:nvPr/>
        </p:nvCxnSpPr>
        <p:spPr>
          <a:xfrm rot="5400000" flipH="1" flipV="1">
            <a:off x="3681407" y="2005166"/>
            <a:ext cx="65892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1" name="Connecteur en angle 47">
            <a:extLst>
              <a:ext uri="{FF2B5EF4-FFF2-40B4-BE49-F238E27FC236}">
                <a16:creationId xmlns:a16="http://schemas.microsoft.com/office/drawing/2014/main" id="{E4E1206C-2FAB-FA3D-0430-98D3B76687E9}"/>
              </a:ext>
            </a:extLst>
          </p:cNvPr>
          <p:cNvCxnSpPr>
            <a:stCxn id="15" idx="4"/>
            <a:endCxn id="17" idx="1"/>
          </p:cNvCxnSpPr>
          <p:nvPr/>
        </p:nvCxnSpPr>
        <p:spPr>
          <a:xfrm rot="16200000" flipH="1">
            <a:off x="3501387" y="3758509"/>
            <a:ext cx="101896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2" name="Connecteur en angle 48">
            <a:extLst>
              <a:ext uri="{FF2B5EF4-FFF2-40B4-BE49-F238E27FC236}">
                <a16:creationId xmlns:a16="http://schemas.microsoft.com/office/drawing/2014/main" id="{A6BE669F-6040-06D9-F7F8-24E9E3D67AE4}"/>
              </a:ext>
            </a:extLst>
          </p:cNvPr>
          <p:cNvCxnSpPr>
            <a:stCxn id="17" idx="3"/>
            <a:endCxn id="18" idx="4"/>
          </p:cNvCxnSpPr>
          <p:nvPr/>
        </p:nvCxnSpPr>
        <p:spPr>
          <a:xfrm flipV="1">
            <a:off x="6949243" y="4589576"/>
            <a:ext cx="2626816" cy="1032612"/>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3" name="Connecteur en angle 49">
            <a:extLst>
              <a:ext uri="{FF2B5EF4-FFF2-40B4-BE49-F238E27FC236}">
                <a16:creationId xmlns:a16="http://schemas.microsoft.com/office/drawing/2014/main" id="{2DFF83A7-CDD8-ED7C-8A8D-D04CEE904B50}"/>
              </a:ext>
            </a:extLst>
          </p:cNvPr>
          <p:cNvCxnSpPr>
            <a:stCxn id="15" idx="6"/>
            <a:endCxn id="18" idx="2"/>
          </p:cNvCxnSpPr>
          <p:nvPr/>
        </p:nvCxnSpPr>
        <p:spPr>
          <a:xfrm flipV="1">
            <a:off x="3461524" y="4132376"/>
            <a:ext cx="5370780" cy="0"/>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2786C3C-521B-BC15-9149-BFB8A35BF166}"/>
              </a:ext>
            </a:extLst>
          </p:cNvPr>
          <p:cNvSpPr/>
          <p:nvPr/>
        </p:nvSpPr>
        <p:spPr>
          <a:xfrm>
            <a:off x="4079796" y="2628186"/>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1</a:t>
            </a:r>
          </a:p>
        </p:txBody>
      </p:sp>
      <p:sp>
        <p:nvSpPr>
          <p:cNvPr id="25" name="Ellipse 24">
            <a:extLst>
              <a:ext uri="{FF2B5EF4-FFF2-40B4-BE49-F238E27FC236}">
                <a16:creationId xmlns:a16="http://schemas.microsoft.com/office/drawing/2014/main" id="{3D4FC180-0663-4BF0-9EFC-D966D249E936}"/>
              </a:ext>
            </a:extLst>
          </p:cNvPr>
          <p:cNvSpPr/>
          <p:nvPr/>
        </p:nvSpPr>
        <p:spPr>
          <a:xfrm>
            <a:off x="4079796" y="3739128"/>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2</a:t>
            </a:r>
          </a:p>
        </p:txBody>
      </p:sp>
      <p:sp>
        <p:nvSpPr>
          <p:cNvPr id="26" name="Ellipse 25">
            <a:extLst>
              <a:ext uri="{FF2B5EF4-FFF2-40B4-BE49-F238E27FC236}">
                <a16:creationId xmlns:a16="http://schemas.microsoft.com/office/drawing/2014/main" id="{34AEEFC9-FED5-D81B-6014-E38B5D014F0B}"/>
              </a:ext>
            </a:extLst>
          </p:cNvPr>
          <p:cNvSpPr/>
          <p:nvPr/>
        </p:nvSpPr>
        <p:spPr>
          <a:xfrm>
            <a:off x="4079796" y="5220474"/>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4</a:t>
            </a:r>
          </a:p>
        </p:txBody>
      </p:sp>
      <p:sp>
        <p:nvSpPr>
          <p:cNvPr id="27" name="Rectangle 26">
            <a:extLst>
              <a:ext uri="{FF2B5EF4-FFF2-40B4-BE49-F238E27FC236}">
                <a16:creationId xmlns:a16="http://schemas.microsoft.com/office/drawing/2014/main" id="{45EA8BFB-8D77-92AF-32DD-2563BCC2FC76}"/>
              </a:ext>
            </a:extLst>
          </p:cNvPr>
          <p:cNvSpPr/>
          <p:nvPr/>
        </p:nvSpPr>
        <p:spPr>
          <a:xfrm>
            <a:off x="5365067" y="4589576"/>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Hébergeur</a:t>
            </a:r>
          </a:p>
        </p:txBody>
      </p:sp>
      <p:cxnSp>
        <p:nvCxnSpPr>
          <p:cNvPr id="28" name="Connecteur en angle 54">
            <a:extLst>
              <a:ext uri="{FF2B5EF4-FFF2-40B4-BE49-F238E27FC236}">
                <a16:creationId xmlns:a16="http://schemas.microsoft.com/office/drawing/2014/main" id="{F53789D2-DC6C-536C-BEE0-28E2E0522904}"/>
              </a:ext>
            </a:extLst>
          </p:cNvPr>
          <p:cNvCxnSpPr>
            <a:stCxn id="15" idx="5"/>
            <a:endCxn id="27" idx="1"/>
          </p:cNvCxnSpPr>
          <p:nvPr/>
        </p:nvCxnSpPr>
        <p:spPr>
          <a:xfrm rot="16200000" flipH="1">
            <a:off x="4096707" y="3598395"/>
            <a:ext cx="397443" cy="2139279"/>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55">
            <a:extLst>
              <a:ext uri="{FF2B5EF4-FFF2-40B4-BE49-F238E27FC236}">
                <a16:creationId xmlns:a16="http://schemas.microsoft.com/office/drawing/2014/main" id="{5DAF890B-9DC0-1E6D-8643-C92527F86440}"/>
              </a:ext>
            </a:extLst>
          </p:cNvPr>
          <p:cNvCxnSpPr>
            <a:stCxn id="27" idx="3"/>
            <a:endCxn id="18" idx="3"/>
          </p:cNvCxnSpPr>
          <p:nvPr/>
        </p:nvCxnSpPr>
        <p:spPr>
          <a:xfrm flipV="1">
            <a:off x="6949243" y="4455666"/>
            <a:ext cx="2100902" cy="411091"/>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Ellipse 29">
            <a:extLst>
              <a:ext uri="{FF2B5EF4-FFF2-40B4-BE49-F238E27FC236}">
                <a16:creationId xmlns:a16="http://schemas.microsoft.com/office/drawing/2014/main" id="{0DBCD6BD-AED3-DCC6-76AC-5FC240277953}"/>
              </a:ext>
            </a:extLst>
          </p:cNvPr>
          <p:cNvSpPr/>
          <p:nvPr/>
        </p:nvSpPr>
        <p:spPr>
          <a:xfrm>
            <a:off x="4079796" y="4455665"/>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3</a:t>
            </a:r>
          </a:p>
        </p:txBody>
      </p:sp>
      <p:cxnSp>
        <p:nvCxnSpPr>
          <p:cNvPr id="31" name="Connecteur en angle 33">
            <a:extLst>
              <a:ext uri="{FF2B5EF4-FFF2-40B4-BE49-F238E27FC236}">
                <a16:creationId xmlns:a16="http://schemas.microsoft.com/office/drawing/2014/main" id="{5705522F-F21B-033A-9A56-F0F99E3ABC06}"/>
              </a:ext>
            </a:extLst>
          </p:cNvPr>
          <p:cNvCxnSpPr>
            <a:stCxn id="16" idx="2"/>
            <a:endCxn id="18" idx="0"/>
          </p:cNvCxnSpPr>
          <p:nvPr/>
        </p:nvCxnSpPr>
        <p:spPr>
          <a:xfrm rot="16200000" flipH="1">
            <a:off x="7682559" y="1781676"/>
            <a:ext cx="368096" cy="3418904"/>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387496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7DC6B9-E37A-6DF5-F36F-0D857E75D999}"/>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5496723D-C5AC-BE5D-B9A1-A2F37991DCE0}"/>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EB305DB2-B5F2-03D5-0D76-986D17F53B97}"/>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56AA7CF-6D8B-1AA5-A8BB-645AC41D5B77}"/>
              </a:ext>
            </a:extLst>
          </p:cNvPr>
          <p:cNvSpPr>
            <a:spLocks noGrp="1"/>
          </p:cNvSpPr>
          <p:nvPr>
            <p:ph type="sldNum" sz="quarter" idx="12"/>
          </p:nvPr>
        </p:nvSpPr>
        <p:spPr/>
        <p:txBody>
          <a:bodyPr/>
          <a:lstStyle/>
          <a:p>
            <a:fld id="{294A09A9-5501-47C1-A89A-A340965A2BE2}" type="slidenum">
              <a:rPr lang="fr-FR" smtClean="0"/>
              <a:pPr/>
              <a:t>147</a:t>
            </a:fld>
            <a:endParaRPr lang="fr-FR" dirty="0"/>
          </a:p>
        </p:txBody>
      </p:sp>
      <p:sp>
        <p:nvSpPr>
          <p:cNvPr id="7" name="Rectangle 6">
            <a:extLst>
              <a:ext uri="{FF2B5EF4-FFF2-40B4-BE49-F238E27FC236}">
                <a16:creationId xmlns:a16="http://schemas.microsoft.com/office/drawing/2014/main" id="{752511E7-577B-9AD6-D5D4-B83BC809BF69}"/>
              </a:ext>
            </a:extLst>
          </p:cNvPr>
          <p:cNvSpPr/>
          <p:nvPr/>
        </p:nvSpPr>
        <p:spPr>
          <a:xfrm>
            <a:off x="1682964" y="1842536"/>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024021D5-0354-08CC-7575-414D95EDB00B}"/>
              </a:ext>
            </a:extLst>
          </p:cNvPr>
          <p:cNvSpPr/>
          <p:nvPr/>
        </p:nvSpPr>
        <p:spPr>
          <a:xfrm>
            <a:off x="6450820" y="1842536"/>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D069D10D-9637-FF3D-83CF-9C563F2E04EF}"/>
              </a:ext>
            </a:extLst>
          </p:cNvPr>
          <p:cNvSpPr/>
          <p:nvPr/>
        </p:nvSpPr>
        <p:spPr>
          <a:xfrm>
            <a:off x="8542670" y="1842536"/>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A0541ED6-B87E-3A59-5AB4-32E09C17DD85}"/>
              </a:ext>
            </a:extLst>
          </p:cNvPr>
          <p:cNvSpPr/>
          <p:nvPr/>
        </p:nvSpPr>
        <p:spPr>
          <a:xfrm>
            <a:off x="3360045" y="1842536"/>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6" name="Rectangle 15">
            <a:extLst>
              <a:ext uri="{FF2B5EF4-FFF2-40B4-BE49-F238E27FC236}">
                <a16:creationId xmlns:a16="http://schemas.microsoft.com/office/drawing/2014/main" id="{0550952A-72D3-ABAF-931D-FA54866CDBF7}"/>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2771B56B-CC5B-D03B-3E0E-709C0D6CE6D3}"/>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8" name="ZoneTexte 17">
            <a:extLst>
              <a:ext uri="{FF2B5EF4-FFF2-40B4-BE49-F238E27FC236}">
                <a16:creationId xmlns:a16="http://schemas.microsoft.com/office/drawing/2014/main" id="{E15A0855-F000-2B03-E05D-DBA0E81FF6CA}"/>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9" name="ZoneTexte 18">
            <a:extLst>
              <a:ext uri="{FF2B5EF4-FFF2-40B4-BE49-F238E27FC236}">
                <a16:creationId xmlns:a16="http://schemas.microsoft.com/office/drawing/2014/main" id="{F6432CB8-764C-5E0F-1EF4-4B734F0AB60C}"/>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Tree>
    <p:extLst>
      <p:ext uri="{BB962C8B-B14F-4D97-AF65-F5344CB8AC3E}">
        <p14:creationId xmlns:p14="http://schemas.microsoft.com/office/powerpoint/2010/main" val="141016440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F79E6DB-326A-8760-ABA0-D864E5EEBF86}"/>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31223F46-5262-CD04-E325-BECF9F904E27}"/>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CF38A4A4-228C-CB8C-7032-AB7B7682CEF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5505EB5-8B35-458F-81C7-082C08AAC05A}"/>
              </a:ext>
            </a:extLst>
          </p:cNvPr>
          <p:cNvSpPr>
            <a:spLocks noGrp="1"/>
          </p:cNvSpPr>
          <p:nvPr>
            <p:ph type="sldNum" sz="quarter" idx="12"/>
          </p:nvPr>
        </p:nvSpPr>
        <p:spPr/>
        <p:txBody>
          <a:bodyPr/>
          <a:lstStyle/>
          <a:p>
            <a:fld id="{294A09A9-5501-47C1-A89A-A340965A2BE2}" type="slidenum">
              <a:rPr lang="fr-FR" smtClean="0"/>
              <a:pPr/>
              <a:t>148</a:t>
            </a:fld>
            <a:endParaRPr lang="fr-FR" dirty="0"/>
          </a:p>
        </p:txBody>
      </p:sp>
      <p:sp>
        <p:nvSpPr>
          <p:cNvPr id="7" name="Rectangle 6">
            <a:extLst>
              <a:ext uri="{FF2B5EF4-FFF2-40B4-BE49-F238E27FC236}">
                <a16:creationId xmlns:a16="http://schemas.microsoft.com/office/drawing/2014/main" id="{DC6D9C8A-0804-35DF-48A4-1980660E032B}"/>
              </a:ext>
            </a:extLst>
          </p:cNvPr>
          <p:cNvSpPr/>
          <p:nvPr/>
        </p:nvSpPr>
        <p:spPr>
          <a:xfrm>
            <a:off x="1682964" y="1805960"/>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A753802E-A5FB-F81D-5356-170638358EEE}"/>
              </a:ext>
            </a:extLst>
          </p:cNvPr>
          <p:cNvSpPr/>
          <p:nvPr/>
        </p:nvSpPr>
        <p:spPr>
          <a:xfrm>
            <a:off x="6450820" y="1805960"/>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BBD7BE95-A2BD-91DA-D138-F4F3EF156108}"/>
              </a:ext>
            </a:extLst>
          </p:cNvPr>
          <p:cNvSpPr/>
          <p:nvPr/>
        </p:nvSpPr>
        <p:spPr>
          <a:xfrm>
            <a:off x="8542670" y="1805960"/>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2CDC9509-070E-1D32-4C88-91E5DB0679AC}"/>
              </a:ext>
            </a:extLst>
          </p:cNvPr>
          <p:cNvSpPr/>
          <p:nvPr/>
        </p:nvSpPr>
        <p:spPr>
          <a:xfrm>
            <a:off x="3360045" y="1805960"/>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1" name="Rectangle 10">
            <a:extLst>
              <a:ext uri="{FF2B5EF4-FFF2-40B4-BE49-F238E27FC236}">
                <a16:creationId xmlns:a16="http://schemas.microsoft.com/office/drawing/2014/main" id="{8E4D2FF5-BDA1-5B94-B1B8-9BFA5D4A3705}"/>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6C27EFCA-1844-D707-6C12-023B0EF13E72}"/>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4" name="ZoneTexte 13">
            <a:extLst>
              <a:ext uri="{FF2B5EF4-FFF2-40B4-BE49-F238E27FC236}">
                <a16:creationId xmlns:a16="http://schemas.microsoft.com/office/drawing/2014/main" id="{288A24AC-59C5-02F2-4E7E-35F7D4E31638}"/>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5" name="ZoneTexte 14">
            <a:extLst>
              <a:ext uri="{FF2B5EF4-FFF2-40B4-BE49-F238E27FC236}">
                <a16:creationId xmlns:a16="http://schemas.microsoft.com/office/drawing/2014/main" id="{723E2E2B-F570-A4A0-325A-0DCF36593240}"/>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
        <p:nvSpPr>
          <p:cNvPr id="16" name="Rectangle à coins arrondis 17">
            <a:extLst>
              <a:ext uri="{FF2B5EF4-FFF2-40B4-BE49-F238E27FC236}">
                <a16:creationId xmlns:a16="http://schemas.microsoft.com/office/drawing/2014/main" id="{5EB9A937-F854-7F6C-8ACE-FC2DCE96C80A}"/>
              </a:ext>
            </a:extLst>
          </p:cNvPr>
          <p:cNvSpPr/>
          <p:nvPr/>
        </p:nvSpPr>
        <p:spPr>
          <a:xfrm>
            <a:off x="1826980" y="3218498"/>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Reconnaissance externe en sources ouvertes</a:t>
            </a:r>
            <a:endParaRPr lang="fr-FR" sz="1050" kern="0" dirty="0">
              <a:solidFill>
                <a:srgbClr val="05314E"/>
              </a:solidFill>
              <a:latin typeface="Calibri Light" panose="020F0302020204030204" pitchFamily="34" charset="0"/>
            </a:endParaRPr>
          </a:p>
        </p:txBody>
      </p:sp>
      <p:sp>
        <p:nvSpPr>
          <p:cNvPr id="17" name="Rectangle à coins arrondis 18">
            <a:extLst>
              <a:ext uri="{FF2B5EF4-FFF2-40B4-BE49-F238E27FC236}">
                <a16:creationId xmlns:a16="http://schemas.microsoft.com/office/drawing/2014/main" id="{3ACF7079-99A1-EA25-FA2C-C18FE54C6DE3}"/>
              </a:ext>
            </a:extLst>
          </p:cNvPr>
          <p:cNvSpPr/>
          <p:nvPr/>
        </p:nvSpPr>
        <p:spPr>
          <a:xfrm>
            <a:off x="3483164"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Intrusion via une pièce jointe dans un mail de hameçonnage</a:t>
            </a:r>
            <a:endParaRPr lang="fr-FR" sz="1050" kern="0" dirty="0">
              <a:solidFill>
                <a:srgbClr val="05314E"/>
              </a:solidFill>
              <a:latin typeface="Calibri Light" panose="020F0302020204030204" pitchFamily="34" charset="0"/>
            </a:endParaRPr>
          </a:p>
        </p:txBody>
      </p:sp>
      <p:sp>
        <p:nvSpPr>
          <p:cNvPr id="18" name="Rectangle à coins arrondis 19">
            <a:extLst>
              <a:ext uri="{FF2B5EF4-FFF2-40B4-BE49-F238E27FC236}">
                <a16:creationId xmlns:a16="http://schemas.microsoft.com/office/drawing/2014/main" id="{464DC7A6-EAE1-D7C1-563C-4BA5B7BBBDE1}"/>
              </a:ext>
            </a:extLst>
          </p:cNvPr>
          <p:cNvSpPr/>
          <p:nvPr/>
        </p:nvSpPr>
        <p:spPr>
          <a:xfrm>
            <a:off x="3483164" y="5046319"/>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Corruption d’un employé de la SGTIN</a:t>
            </a:r>
            <a:endParaRPr lang="fr-FR" sz="1050" kern="0" dirty="0">
              <a:solidFill>
                <a:srgbClr val="05314E"/>
              </a:solidFill>
              <a:latin typeface="Calibri Light" panose="020F0302020204030204" pitchFamily="34" charset="0"/>
            </a:endParaRPr>
          </a:p>
        </p:txBody>
      </p:sp>
      <p:sp>
        <p:nvSpPr>
          <p:cNvPr id="19" name="Rectangle à coins arrondis 20">
            <a:extLst>
              <a:ext uri="{FF2B5EF4-FFF2-40B4-BE49-F238E27FC236}">
                <a16:creationId xmlns:a16="http://schemas.microsoft.com/office/drawing/2014/main" id="{E6BA4545-D1FC-4F1A-2A0C-4DC7AAB3B51C}"/>
              </a:ext>
            </a:extLst>
          </p:cNvPr>
          <p:cNvSpPr/>
          <p:nvPr/>
        </p:nvSpPr>
        <p:spPr>
          <a:xfrm>
            <a:off x="4906140" y="3971627"/>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Prise de contrôle du poste de travail</a:t>
            </a:r>
            <a:endParaRPr lang="fr-FR" sz="1050" kern="0" dirty="0">
              <a:solidFill>
                <a:srgbClr val="05314E"/>
              </a:solidFill>
              <a:latin typeface="Calibri Light" panose="020F0302020204030204" pitchFamily="34" charset="0"/>
            </a:endParaRPr>
          </a:p>
        </p:txBody>
      </p:sp>
      <p:sp>
        <p:nvSpPr>
          <p:cNvPr id="20" name="Rectangle à coins arrondis 21">
            <a:extLst>
              <a:ext uri="{FF2B5EF4-FFF2-40B4-BE49-F238E27FC236}">
                <a16:creationId xmlns:a16="http://schemas.microsoft.com/office/drawing/2014/main" id="{23A18D88-F548-87B5-CB09-120E5A172986}"/>
              </a:ext>
            </a:extLst>
          </p:cNvPr>
          <p:cNvSpPr/>
          <p:nvPr/>
        </p:nvSpPr>
        <p:spPr>
          <a:xfrm>
            <a:off x="8920602" y="4929831"/>
            <a:ext cx="1224136" cy="792088"/>
          </a:xfrm>
          <a:prstGeom prst="roundRect">
            <a:avLst/>
          </a:prstGeom>
          <a:solidFill>
            <a:schemeClr val="accent2">
              <a:lumMod val="40000"/>
              <a:lumOff val="60000"/>
            </a:schemeClr>
          </a:solidFill>
          <a:ln w="12700" cap="flat" cmpd="sng" algn="ctr">
            <a:solidFill>
              <a:schemeClr val="accent1"/>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Vol des informations des citoyens</a:t>
            </a:r>
            <a:endParaRPr lang="fr-FR" sz="1050" kern="0" dirty="0">
              <a:solidFill>
                <a:srgbClr val="05314E"/>
              </a:solidFill>
              <a:latin typeface="Calibri Light" panose="020F0302020204030204" pitchFamily="34" charset="0"/>
            </a:endParaRPr>
          </a:p>
        </p:txBody>
      </p:sp>
      <p:sp>
        <p:nvSpPr>
          <p:cNvPr id="21" name="Rectangle à coins arrondis 22">
            <a:extLst>
              <a:ext uri="{FF2B5EF4-FFF2-40B4-BE49-F238E27FC236}">
                <a16:creationId xmlns:a16="http://schemas.microsoft.com/office/drawing/2014/main" id="{DEEC8CBB-FDCE-F350-13CD-B2F9EC94E1E9}"/>
              </a:ext>
            </a:extLst>
          </p:cNvPr>
          <p:cNvSpPr/>
          <p:nvPr/>
        </p:nvSpPr>
        <p:spPr>
          <a:xfrm>
            <a:off x="6791772"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Exploitation d’une vulnérabilité logicielle</a:t>
            </a:r>
            <a:endParaRPr lang="fr-FR" sz="1050" kern="0" dirty="0">
              <a:solidFill>
                <a:srgbClr val="05314E"/>
              </a:solidFill>
              <a:latin typeface="Calibri Light" panose="020F0302020204030204" pitchFamily="34" charset="0"/>
            </a:endParaRPr>
          </a:p>
        </p:txBody>
      </p:sp>
      <p:sp>
        <p:nvSpPr>
          <p:cNvPr id="22" name="Rectangle à coins arrondis 23">
            <a:extLst>
              <a:ext uri="{FF2B5EF4-FFF2-40B4-BE49-F238E27FC236}">
                <a16:creationId xmlns:a16="http://schemas.microsoft.com/office/drawing/2014/main" id="{A8F6BCA3-BC0A-89E0-643E-BC2D42A8315E}"/>
              </a:ext>
            </a:extLst>
          </p:cNvPr>
          <p:cNvSpPr/>
          <p:nvPr/>
        </p:nvSpPr>
        <p:spPr>
          <a:xfrm>
            <a:off x="6791772" y="465027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Exploration des fichiers et dossiers</a:t>
            </a:r>
            <a:endParaRPr lang="fr-FR" sz="1050" kern="0" dirty="0">
              <a:solidFill>
                <a:srgbClr val="05314E"/>
              </a:solidFill>
              <a:latin typeface="Calibri Light" panose="020F0302020204030204" pitchFamily="34" charset="0"/>
            </a:endParaRPr>
          </a:p>
        </p:txBody>
      </p:sp>
      <p:sp>
        <p:nvSpPr>
          <p:cNvPr id="23" name="Rectangle à coins arrondis 24">
            <a:extLst>
              <a:ext uri="{FF2B5EF4-FFF2-40B4-BE49-F238E27FC236}">
                <a16:creationId xmlns:a16="http://schemas.microsoft.com/office/drawing/2014/main" id="{B0E01F7F-76DD-E24D-4546-516736AD48EF}"/>
              </a:ext>
            </a:extLst>
          </p:cNvPr>
          <p:cNvSpPr/>
          <p:nvPr/>
        </p:nvSpPr>
        <p:spPr>
          <a:xfrm>
            <a:off x="8920602" y="372255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Compression et segmentation des fichiers puis création d’un canal FTP</a:t>
            </a:r>
          </a:p>
        </p:txBody>
      </p:sp>
      <p:sp>
        <p:nvSpPr>
          <p:cNvPr id="24" name="Rectangle à coins arrondis 25">
            <a:extLst>
              <a:ext uri="{FF2B5EF4-FFF2-40B4-BE49-F238E27FC236}">
                <a16:creationId xmlns:a16="http://schemas.microsoft.com/office/drawing/2014/main" id="{684CA8D3-9C05-6CBC-C71D-D6F50CB207EA}"/>
              </a:ext>
            </a:extLst>
          </p:cNvPr>
          <p:cNvSpPr/>
          <p:nvPr/>
        </p:nvSpPr>
        <p:spPr>
          <a:xfrm>
            <a:off x="4906407" y="5046320"/>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Introduction d’un maliciel via un média amovible (clé USB)</a:t>
            </a:r>
            <a:endParaRPr lang="fr-FR" sz="1050" kern="0" dirty="0">
              <a:solidFill>
                <a:srgbClr val="05314E"/>
              </a:solidFill>
              <a:latin typeface="Calibri Light" panose="020F0302020204030204" pitchFamily="34" charset="0"/>
            </a:endParaRPr>
          </a:p>
        </p:txBody>
      </p:sp>
      <p:sp>
        <p:nvSpPr>
          <p:cNvPr id="25" name="Rectangle à coins arrondis 27">
            <a:extLst>
              <a:ext uri="{FF2B5EF4-FFF2-40B4-BE49-F238E27FC236}">
                <a16:creationId xmlns:a16="http://schemas.microsoft.com/office/drawing/2014/main" id="{A8B21F05-F223-CE50-41D5-68CDC1AC9190}"/>
              </a:ext>
            </a:extLst>
          </p:cNvPr>
          <p:cNvSpPr/>
          <p:nvPr/>
        </p:nvSpPr>
        <p:spPr>
          <a:xfrm>
            <a:off x="6791772" y="339432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Élévation de privilèges</a:t>
            </a:r>
            <a:endParaRPr lang="fr-FR" sz="1050" kern="0" dirty="0">
              <a:solidFill>
                <a:srgbClr val="05314E"/>
              </a:solidFill>
              <a:latin typeface="Calibri Light" panose="020F0302020204030204" pitchFamily="34" charset="0"/>
            </a:endParaRPr>
          </a:p>
        </p:txBody>
      </p:sp>
      <p:cxnSp>
        <p:nvCxnSpPr>
          <p:cNvPr id="26" name="Connecteur en angle 3">
            <a:extLst>
              <a:ext uri="{FF2B5EF4-FFF2-40B4-BE49-F238E27FC236}">
                <a16:creationId xmlns:a16="http://schemas.microsoft.com/office/drawing/2014/main" id="{65E74E38-3A27-2894-B6BA-104A161142A4}"/>
              </a:ext>
            </a:extLst>
          </p:cNvPr>
          <p:cNvCxnSpPr>
            <a:stCxn id="16" idx="0"/>
            <a:endCxn id="17" idx="1"/>
          </p:cNvCxnSpPr>
          <p:nvPr/>
        </p:nvCxnSpPr>
        <p:spPr>
          <a:xfrm rot="5400000" flipH="1" flipV="1">
            <a:off x="2655072" y="2390406"/>
            <a:ext cx="612068"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7" name="Connecteur en angle 31">
            <a:extLst>
              <a:ext uri="{FF2B5EF4-FFF2-40B4-BE49-F238E27FC236}">
                <a16:creationId xmlns:a16="http://schemas.microsoft.com/office/drawing/2014/main" id="{A39093E2-0148-ADA9-C723-4EA9447516AF}"/>
              </a:ext>
            </a:extLst>
          </p:cNvPr>
          <p:cNvCxnSpPr>
            <a:stCxn id="17" idx="3"/>
            <a:endCxn id="21" idx="1"/>
          </p:cNvCxnSpPr>
          <p:nvPr/>
        </p:nvCxnSpPr>
        <p:spPr>
          <a:xfrm>
            <a:off x="4707300" y="2606430"/>
            <a:ext cx="208447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8" name="Connecteur en angle 37">
            <a:extLst>
              <a:ext uri="{FF2B5EF4-FFF2-40B4-BE49-F238E27FC236}">
                <a16:creationId xmlns:a16="http://schemas.microsoft.com/office/drawing/2014/main" id="{62F90C8A-6B0F-66CC-44A8-63ABBACAAEB4}"/>
              </a:ext>
            </a:extLst>
          </p:cNvPr>
          <p:cNvCxnSpPr>
            <a:stCxn id="21" idx="2"/>
            <a:endCxn id="25" idx="0"/>
          </p:cNvCxnSpPr>
          <p:nvPr/>
        </p:nvCxnSpPr>
        <p:spPr>
          <a:xfrm rot="5400000">
            <a:off x="7214264" y="3204750"/>
            <a:ext cx="39185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41">
            <a:extLst>
              <a:ext uri="{FF2B5EF4-FFF2-40B4-BE49-F238E27FC236}">
                <a16:creationId xmlns:a16="http://schemas.microsoft.com/office/drawing/2014/main" id="{967D30DC-2A90-FFF5-4602-B60B0A93057F}"/>
              </a:ext>
            </a:extLst>
          </p:cNvPr>
          <p:cNvCxnSpPr>
            <a:stCxn id="25" idx="2"/>
            <a:endCxn id="22" idx="0"/>
          </p:cNvCxnSpPr>
          <p:nvPr/>
        </p:nvCxnSpPr>
        <p:spPr>
          <a:xfrm rot="5400000">
            <a:off x="7178260" y="4424694"/>
            <a:ext cx="463860"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0" name="Connecteur en angle 43">
            <a:extLst>
              <a:ext uri="{FF2B5EF4-FFF2-40B4-BE49-F238E27FC236}">
                <a16:creationId xmlns:a16="http://schemas.microsoft.com/office/drawing/2014/main" id="{CB8AF7F8-0D42-3E2F-4AD8-CDC6280C97FA}"/>
              </a:ext>
            </a:extLst>
          </p:cNvPr>
          <p:cNvCxnSpPr>
            <a:stCxn id="22" idx="3"/>
            <a:endCxn id="23" idx="0"/>
          </p:cNvCxnSpPr>
          <p:nvPr/>
        </p:nvCxnSpPr>
        <p:spPr>
          <a:xfrm flipV="1">
            <a:off x="8015908" y="3722554"/>
            <a:ext cx="1516762" cy="1323764"/>
          </a:xfrm>
          <a:prstGeom prst="bentConnector4">
            <a:avLst>
              <a:gd name="adj1" fmla="val 29823"/>
              <a:gd name="adj2" fmla="val 117269"/>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1" name="Connecteur en angle 49">
            <a:extLst>
              <a:ext uri="{FF2B5EF4-FFF2-40B4-BE49-F238E27FC236}">
                <a16:creationId xmlns:a16="http://schemas.microsoft.com/office/drawing/2014/main" id="{58FAFD0C-A41D-1F10-2CEB-443B9686F403}"/>
              </a:ext>
            </a:extLst>
          </p:cNvPr>
          <p:cNvCxnSpPr>
            <a:stCxn id="23" idx="2"/>
            <a:endCxn id="20" idx="0"/>
          </p:cNvCxnSpPr>
          <p:nvPr/>
        </p:nvCxnSpPr>
        <p:spPr>
          <a:xfrm rot="5400000">
            <a:off x="9331427" y="4728586"/>
            <a:ext cx="415189"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2" name="Connecteur en angle 56">
            <a:extLst>
              <a:ext uri="{FF2B5EF4-FFF2-40B4-BE49-F238E27FC236}">
                <a16:creationId xmlns:a16="http://schemas.microsoft.com/office/drawing/2014/main" id="{D2D50F65-39E9-0D69-6CF4-583E1D62B9CA}"/>
              </a:ext>
            </a:extLst>
          </p:cNvPr>
          <p:cNvCxnSpPr>
            <a:stCxn id="18" idx="3"/>
            <a:endCxn id="24" idx="1"/>
          </p:cNvCxnSpPr>
          <p:nvPr/>
        </p:nvCxnSpPr>
        <p:spPr>
          <a:xfrm>
            <a:off x="4707301" y="5442364"/>
            <a:ext cx="199107" cy="1"/>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3" name="Connecteur en angle 60">
            <a:extLst>
              <a:ext uri="{FF2B5EF4-FFF2-40B4-BE49-F238E27FC236}">
                <a16:creationId xmlns:a16="http://schemas.microsoft.com/office/drawing/2014/main" id="{4F49CD20-F348-4FE0-3B9A-7BA11B19B551}"/>
              </a:ext>
            </a:extLst>
          </p:cNvPr>
          <p:cNvCxnSpPr>
            <a:stCxn id="24" idx="0"/>
            <a:endCxn id="19" idx="2"/>
          </p:cNvCxnSpPr>
          <p:nvPr/>
        </p:nvCxnSpPr>
        <p:spPr>
          <a:xfrm rot="16200000" flipV="1">
            <a:off x="5377041" y="4904885"/>
            <a:ext cx="282605" cy="267"/>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4" name="Connecteur en angle 65">
            <a:extLst>
              <a:ext uri="{FF2B5EF4-FFF2-40B4-BE49-F238E27FC236}">
                <a16:creationId xmlns:a16="http://schemas.microsoft.com/office/drawing/2014/main" id="{CE8C89B2-4495-6E31-DFC0-E53E7A0B09DC}"/>
              </a:ext>
            </a:extLst>
          </p:cNvPr>
          <p:cNvCxnSpPr>
            <a:stCxn id="18" idx="2"/>
            <a:endCxn id="20" idx="2"/>
          </p:cNvCxnSpPr>
          <p:nvPr/>
        </p:nvCxnSpPr>
        <p:spPr>
          <a:xfrm rot="5400000" flipH="1" flipV="1">
            <a:off x="6755707" y="3061444"/>
            <a:ext cx="116488" cy="5437438"/>
          </a:xfrm>
          <a:prstGeom prst="bentConnector3">
            <a:avLst>
              <a:gd name="adj1" fmla="val -169784"/>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5" name="Connecteur en angle 68">
            <a:extLst>
              <a:ext uri="{FF2B5EF4-FFF2-40B4-BE49-F238E27FC236}">
                <a16:creationId xmlns:a16="http://schemas.microsoft.com/office/drawing/2014/main" id="{5D51F19F-7715-85F9-3F5C-0A9305A2512B}"/>
              </a:ext>
            </a:extLst>
          </p:cNvPr>
          <p:cNvCxnSpPr>
            <a:stCxn id="16" idx="2"/>
            <a:endCxn id="18" idx="1"/>
          </p:cNvCxnSpPr>
          <p:nvPr/>
        </p:nvCxnSpPr>
        <p:spPr>
          <a:xfrm rot="16200000" flipH="1">
            <a:off x="2245219" y="4204416"/>
            <a:ext cx="1431777"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6" name="Connecteur en angle 88">
            <a:extLst>
              <a:ext uri="{FF2B5EF4-FFF2-40B4-BE49-F238E27FC236}">
                <a16:creationId xmlns:a16="http://schemas.microsoft.com/office/drawing/2014/main" id="{CBE22D3B-72B3-1756-4386-0AF93B7A5749}"/>
              </a:ext>
            </a:extLst>
          </p:cNvPr>
          <p:cNvCxnSpPr>
            <a:stCxn id="19" idx="3"/>
            <a:endCxn id="22" idx="1"/>
          </p:cNvCxnSpPr>
          <p:nvPr/>
        </p:nvCxnSpPr>
        <p:spPr>
          <a:xfrm>
            <a:off x="6130276" y="4367672"/>
            <a:ext cx="661496" cy="678647"/>
          </a:xfrm>
          <a:prstGeom prst="bentConnector3">
            <a:avLst>
              <a:gd name="adj1" fmla="val 36021"/>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
        <p:nvSpPr>
          <p:cNvPr id="37" name="Rectangle à coins arrondis 91">
            <a:extLst>
              <a:ext uri="{FF2B5EF4-FFF2-40B4-BE49-F238E27FC236}">
                <a16:creationId xmlns:a16="http://schemas.microsoft.com/office/drawing/2014/main" id="{7475F7D7-C830-4D83-EF47-5F68B4748FED}"/>
              </a:ext>
            </a:extLst>
          </p:cNvPr>
          <p:cNvSpPr/>
          <p:nvPr/>
        </p:nvSpPr>
        <p:spPr>
          <a:xfrm>
            <a:off x="3483164" y="320822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Envoi d’un média amovible piégé par courrier </a:t>
            </a:r>
            <a:endParaRPr lang="fr-FR" sz="1050" kern="0" dirty="0">
              <a:solidFill>
                <a:srgbClr val="05314E"/>
              </a:solidFill>
              <a:latin typeface="Calibri Light" panose="020F0302020204030204" pitchFamily="34" charset="0"/>
            </a:endParaRPr>
          </a:p>
        </p:txBody>
      </p:sp>
      <p:cxnSp>
        <p:nvCxnSpPr>
          <p:cNvPr id="38" name="Connecteur en angle 103">
            <a:extLst>
              <a:ext uri="{FF2B5EF4-FFF2-40B4-BE49-F238E27FC236}">
                <a16:creationId xmlns:a16="http://schemas.microsoft.com/office/drawing/2014/main" id="{8CF35594-7031-66B9-56A8-66565E1079AD}"/>
              </a:ext>
            </a:extLst>
          </p:cNvPr>
          <p:cNvCxnSpPr>
            <a:stCxn id="16" idx="3"/>
            <a:endCxn id="37" idx="1"/>
          </p:cNvCxnSpPr>
          <p:nvPr/>
        </p:nvCxnSpPr>
        <p:spPr>
          <a:xfrm flipV="1">
            <a:off x="3051116" y="3604268"/>
            <a:ext cx="432048"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9" name="Connecteur en angle 113">
            <a:extLst>
              <a:ext uri="{FF2B5EF4-FFF2-40B4-BE49-F238E27FC236}">
                <a16:creationId xmlns:a16="http://schemas.microsoft.com/office/drawing/2014/main" id="{A450CD7F-9AB5-E890-CCB3-E678D1984244}"/>
              </a:ext>
            </a:extLst>
          </p:cNvPr>
          <p:cNvCxnSpPr>
            <a:stCxn id="37" idx="3"/>
            <a:endCxn id="19" idx="0"/>
          </p:cNvCxnSpPr>
          <p:nvPr/>
        </p:nvCxnSpPr>
        <p:spPr>
          <a:xfrm>
            <a:off x="4707300" y="3604269"/>
            <a:ext cx="810908" cy="367359"/>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08473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C958DD-E228-73A5-90FD-FCFED0204A99}"/>
              </a:ext>
            </a:extLst>
          </p:cNvPr>
          <p:cNvSpPr>
            <a:spLocks noGrp="1"/>
          </p:cNvSpPr>
          <p:nvPr>
            <p:ph type="title"/>
          </p:nvPr>
        </p:nvSpPr>
        <p:spPr>
          <a:xfrm>
            <a:off x="1237674" y="365126"/>
            <a:ext cx="10539798" cy="669348"/>
          </a:xfrm>
        </p:spPr>
        <p:txBody>
          <a:bodyPr>
            <a:normAutofit fontScale="90000"/>
          </a:bodyPr>
          <a:lstStyle/>
          <a:p>
            <a:r>
              <a:rPr lang="fr-FR" dirty="0"/>
              <a:t>Positionnez le risque ainsi constitué pour l’évaluer</a:t>
            </a:r>
          </a:p>
        </p:txBody>
      </p:sp>
      <p:sp>
        <p:nvSpPr>
          <p:cNvPr id="3" name="Espace réservé de la date 2">
            <a:extLst>
              <a:ext uri="{FF2B5EF4-FFF2-40B4-BE49-F238E27FC236}">
                <a16:creationId xmlns:a16="http://schemas.microsoft.com/office/drawing/2014/main" id="{0971709B-E5D3-2067-AEF1-C44FD0A18D4C}"/>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949847C2-6187-DECB-9410-10B912CD1B2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222628C-06BB-F213-D54F-699061D16666}"/>
              </a:ext>
            </a:extLst>
          </p:cNvPr>
          <p:cNvSpPr>
            <a:spLocks noGrp="1"/>
          </p:cNvSpPr>
          <p:nvPr>
            <p:ph type="sldNum" sz="quarter" idx="12"/>
          </p:nvPr>
        </p:nvSpPr>
        <p:spPr/>
        <p:txBody>
          <a:bodyPr/>
          <a:lstStyle/>
          <a:p>
            <a:fld id="{294A09A9-5501-47C1-A89A-A340965A2BE2}" type="slidenum">
              <a:rPr lang="fr-FR" smtClean="0"/>
              <a:pPr/>
              <a:t>149</a:t>
            </a:fld>
            <a:endParaRPr lang="fr-FR" dirty="0"/>
          </a:p>
        </p:txBody>
      </p:sp>
      <p:grpSp>
        <p:nvGrpSpPr>
          <p:cNvPr id="8" name="Groupe 7">
            <a:extLst>
              <a:ext uri="{FF2B5EF4-FFF2-40B4-BE49-F238E27FC236}">
                <a16:creationId xmlns:a16="http://schemas.microsoft.com/office/drawing/2014/main" id="{5186BEB7-F53E-3A3D-24A8-96026181CEA5}"/>
              </a:ext>
            </a:extLst>
          </p:cNvPr>
          <p:cNvGrpSpPr/>
          <p:nvPr/>
        </p:nvGrpSpPr>
        <p:grpSpPr>
          <a:xfrm>
            <a:off x="2135560" y="1628800"/>
            <a:ext cx="7776864" cy="4393814"/>
            <a:chOff x="35496" y="3005755"/>
            <a:chExt cx="5877309" cy="3576558"/>
          </a:xfrm>
        </p:grpSpPr>
        <p:grpSp>
          <p:nvGrpSpPr>
            <p:cNvPr id="9" name="Groupe 8">
              <a:extLst>
                <a:ext uri="{FF2B5EF4-FFF2-40B4-BE49-F238E27FC236}">
                  <a16:creationId xmlns:a16="http://schemas.microsoft.com/office/drawing/2014/main" id="{288235A9-42EF-E08E-38FA-5DCFEE81C13C}"/>
                </a:ext>
              </a:extLst>
            </p:cNvPr>
            <p:cNvGrpSpPr/>
            <p:nvPr/>
          </p:nvGrpSpPr>
          <p:grpSpPr>
            <a:xfrm>
              <a:off x="747163" y="3310068"/>
              <a:ext cx="4269604" cy="2947930"/>
              <a:chOff x="747163" y="3310068"/>
              <a:chExt cx="4269604" cy="2947930"/>
            </a:xfrm>
          </p:grpSpPr>
          <p:sp>
            <p:nvSpPr>
              <p:cNvPr id="22" name="Rectangle 21">
                <a:extLst>
                  <a:ext uri="{FF2B5EF4-FFF2-40B4-BE49-F238E27FC236}">
                    <a16:creationId xmlns:a16="http://schemas.microsoft.com/office/drawing/2014/main" id="{80717B7B-AE94-66E5-01B5-83D545741580}"/>
                  </a:ext>
                </a:extLst>
              </p:cNvPr>
              <p:cNvSpPr/>
              <p:nvPr/>
            </p:nvSpPr>
            <p:spPr>
              <a:xfrm>
                <a:off x="747163"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3" name="Rectangle 22">
                <a:extLst>
                  <a:ext uri="{FF2B5EF4-FFF2-40B4-BE49-F238E27FC236}">
                    <a16:creationId xmlns:a16="http://schemas.microsoft.com/office/drawing/2014/main" id="{BAF0BC6A-6313-010A-F91E-96C3556F9283}"/>
                  </a:ext>
                </a:extLst>
              </p:cNvPr>
              <p:cNvSpPr/>
              <p:nvPr/>
            </p:nvSpPr>
            <p:spPr>
              <a:xfrm>
                <a:off x="747163"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4" name="Rectangle 23">
                <a:extLst>
                  <a:ext uri="{FF2B5EF4-FFF2-40B4-BE49-F238E27FC236}">
                    <a16:creationId xmlns:a16="http://schemas.microsoft.com/office/drawing/2014/main" id="{7FCC6B78-936E-9B01-D761-82ECE8428727}"/>
                  </a:ext>
                </a:extLst>
              </p:cNvPr>
              <p:cNvSpPr/>
              <p:nvPr/>
            </p:nvSpPr>
            <p:spPr>
              <a:xfrm>
                <a:off x="747163" y="4047051"/>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5" name="Rectangle 24">
                <a:extLst>
                  <a:ext uri="{FF2B5EF4-FFF2-40B4-BE49-F238E27FC236}">
                    <a16:creationId xmlns:a16="http://schemas.microsoft.com/office/drawing/2014/main" id="{89DB4F15-D7BF-24B5-273D-AAF2A6F53C5B}"/>
                  </a:ext>
                </a:extLst>
              </p:cNvPr>
              <p:cNvSpPr/>
              <p:nvPr/>
            </p:nvSpPr>
            <p:spPr>
              <a:xfrm>
                <a:off x="747163"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6" name="Rectangle 25">
                <a:extLst>
                  <a:ext uri="{FF2B5EF4-FFF2-40B4-BE49-F238E27FC236}">
                    <a16:creationId xmlns:a16="http://schemas.microsoft.com/office/drawing/2014/main" id="{DFC8A34F-B911-48FD-8B07-D17C056CC792}"/>
                  </a:ext>
                </a:extLst>
              </p:cNvPr>
              <p:cNvSpPr/>
              <p:nvPr/>
            </p:nvSpPr>
            <p:spPr>
              <a:xfrm>
                <a:off x="1814564"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7" name="Rectangle 26">
                <a:extLst>
                  <a:ext uri="{FF2B5EF4-FFF2-40B4-BE49-F238E27FC236}">
                    <a16:creationId xmlns:a16="http://schemas.microsoft.com/office/drawing/2014/main" id="{345474C2-1919-65C4-696D-DA1C4F29CFB1}"/>
                  </a:ext>
                </a:extLst>
              </p:cNvPr>
              <p:cNvSpPr/>
              <p:nvPr/>
            </p:nvSpPr>
            <p:spPr>
              <a:xfrm>
                <a:off x="1814564"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8" name="Rectangle 27">
                <a:extLst>
                  <a:ext uri="{FF2B5EF4-FFF2-40B4-BE49-F238E27FC236}">
                    <a16:creationId xmlns:a16="http://schemas.microsoft.com/office/drawing/2014/main" id="{EEE94AAB-A453-00B7-F55F-DA51C7EB8591}"/>
                  </a:ext>
                </a:extLst>
              </p:cNvPr>
              <p:cNvSpPr/>
              <p:nvPr/>
            </p:nvSpPr>
            <p:spPr>
              <a:xfrm>
                <a:off x="1814564" y="4047051"/>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9" name="Rectangle 28">
                <a:extLst>
                  <a:ext uri="{FF2B5EF4-FFF2-40B4-BE49-F238E27FC236}">
                    <a16:creationId xmlns:a16="http://schemas.microsoft.com/office/drawing/2014/main" id="{04112AD7-B8A7-44F1-4E56-D8BEF92BAEDF}"/>
                  </a:ext>
                </a:extLst>
              </p:cNvPr>
              <p:cNvSpPr/>
              <p:nvPr/>
            </p:nvSpPr>
            <p:spPr>
              <a:xfrm>
                <a:off x="1814564"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0" name="Rectangle 29">
                <a:extLst>
                  <a:ext uri="{FF2B5EF4-FFF2-40B4-BE49-F238E27FC236}">
                    <a16:creationId xmlns:a16="http://schemas.microsoft.com/office/drawing/2014/main" id="{EBAD1051-0F0F-DBDF-E70E-9E32A8BBE8A5}"/>
                  </a:ext>
                </a:extLst>
              </p:cNvPr>
              <p:cNvSpPr/>
              <p:nvPr/>
            </p:nvSpPr>
            <p:spPr>
              <a:xfrm>
                <a:off x="2881965"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1" name="Rectangle 30">
                <a:extLst>
                  <a:ext uri="{FF2B5EF4-FFF2-40B4-BE49-F238E27FC236}">
                    <a16:creationId xmlns:a16="http://schemas.microsoft.com/office/drawing/2014/main" id="{9A7F0DFA-C8FC-774D-1596-AB5BBD79932D}"/>
                  </a:ext>
                </a:extLst>
              </p:cNvPr>
              <p:cNvSpPr/>
              <p:nvPr/>
            </p:nvSpPr>
            <p:spPr>
              <a:xfrm>
                <a:off x="2881965" y="4784033"/>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2" name="Rectangle 31">
                <a:extLst>
                  <a:ext uri="{FF2B5EF4-FFF2-40B4-BE49-F238E27FC236}">
                    <a16:creationId xmlns:a16="http://schemas.microsoft.com/office/drawing/2014/main" id="{0515F76A-0C3E-BDB0-66E1-C86B5638A86B}"/>
                  </a:ext>
                </a:extLst>
              </p:cNvPr>
              <p:cNvSpPr/>
              <p:nvPr/>
            </p:nvSpPr>
            <p:spPr>
              <a:xfrm>
                <a:off x="2881965"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3" name="Rectangle 32">
                <a:extLst>
                  <a:ext uri="{FF2B5EF4-FFF2-40B4-BE49-F238E27FC236}">
                    <a16:creationId xmlns:a16="http://schemas.microsoft.com/office/drawing/2014/main" id="{CB7549ED-A16A-11D6-E34A-239A5E2F349D}"/>
                  </a:ext>
                </a:extLst>
              </p:cNvPr>
              <p:cNvSpPr/>
              <p:nvPr/>
            </p:nvSpPr>
            <p:spPr>
              <a:xfrm>
                <a:off x="2881965"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4" name="Rectangle 33">
                <a:extLst>
                  <a:ext uri="{FF2B5EF4-FFF2-40B4-BE49-F238E27FC236}">
                    <a16:creationId xmlns:a16="http://schemas.microsoft.com/office/drawing/2014/main" id="{2B425815-B864-FB7E-8C80-F73516241D3B}"/>
                  </a:ext>
                </a:extLst>
              </p:cNvPr>
              <p:cNvSpPr/>
              <p:nvPr/>
            </p:nvSpPr>
            <p:spPr>
              <a:xfrm>
                <a:off x="3949366"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5" name="Rectangle 34">
                <a:extLst>
                  <a:ext uri="{FF2B5EF4-FFF2-40B4-BE49-F238E27FC236}">
                    <a16:creationId xmlns:a16="http://schemas.microsoft.com/office/drawing/2014/main" id="{E481A884-3AED-D286-CA85-CA1F25EE46D1}"/>
                  </a:ext>
                </a:extLst>
              </p:cNvPr>
              <p:cNvSpPr/>
              <p:nvPr/>
            </p:nvSpPr>
            <p:spPr>
              <a:xfrm>
                <a:off x="3949366" y="4784033"/>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6" name="Rectangle 35">
                <a:extLst>
                  <a:ext uri="{FF2B5EF4-FFF2-40B4-BE49-F238E27FC236}">
                    <a16:creationId xmlns:a16="http://schemas.microsoft.com/office/drawing/2014/main" id="{DB53B96B-8902-8D31-5C40-702527251115}"/>
                  </a:ext>
                </a:extLst>
              </p:cNvPr>
              <p:cNvSpPr/>
              <p:nvPr/>
            </p:nvSpPr>
            <p:spPr>
              <a:xfrm>
                <a:off x="3949366"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7" name="Rectangle 36">
                <a:extLst>
                  <a:ext uri="{FF2B5EF4-FFF2-40B4-BE49-F238E27FC236}">
                    <a16:creationId xmlns:a16="http://schemas.microsoft.com/office/drawing/2014/main" id="{A005A0E6-ADD2-0EBA-16EB-6E2EDCBEFF35}"/>
                  </a:ext>
                </a:extLst>
              </p:cNvPr>
              <p:cNvSpPr/>
              <p:nvPr/>
            </p:nvSpPr>
            <p:spPr>
              <a:xfrm>
                <a:off x="3949366"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grpSp>
        <p:sp>
          <p:nvSpPr>
            <p:cNvPr id="10" name="ZoneTexte 9">
              <a:extLst>
                <a:ext uri="{FF2B5EF4-FFF2-40B4-BE49-F238E27FC236}">
                  <a16:creationId xmlns:a16="http://schemas.microsoft.com/office/drawing/2014/main" id="{30EE94A8-1D70-E602-0431-CEB705C3ACF4}"/>
                </a:ext>
              </a:extLst>
            </p:cNvPr>
            <p:cNvSpPr txBox="1"/>
            <p:nvPr/>
          </p:nvSpPr>
          <p:spPr>
            <a:xfrm>
              <a:off x="4675171" y="6306731"/>
              <a:ext cx="1237634" cy="275582"/>
            </a:xfrm>
            <a:prstGeom prst="rect">
              <a:avLst/>
            </a:prstGeom>
            <a:noFill/>
          </p:spPr>
          <p:txBody>
            <a:bodyPr wrap="square" rtlCol="0" anchor="ctr">
              <a:spAutoFit/>
            </a:bodyPr>
            <a:lstStyle/>
            <a:p>
              <a:pPr algn="ctr"/>
              <a:r>
                <a:rPr lang="fr-FR" sz="1600" b="1" dirty="0"/>
                <a:t>Vraisemblance</a:t>
              </a:r>
              <a:endParaRPr lang="fr-FR" sz="2400" b="1" dirty="0"/>
            </a:p>
          </p:txBody>
        </p:sp>
        <p:sp>
          <p:nvSpPr>
            <p:cNvPr id="11" name="ZoneTexte 10">
              <a:extLst>
                <a:ext uri="{FF2B5EF4-FFF2-40B4-BE49-F238E27FC236}">
                  <a16:creationId xmlns:a16="http://schemas.microsoft.com/office/drawing/2014/main" id="{48235213-0470-D325-7B5B-62036313E858}"/>
                </a:ext>
              </a:extLst>
            </p:cNvPr>
            <p:cNvSpPr txBox="1"/>
            <p:nvPr/>
          </p:nvSpPr>
          <p:spPr>
            <a:xfrm>
              <a:off x="35496" y="3005755"/>
              <a:ext cx="711666" cy="275582"/>
            </a:xfrm>
            <a:prstGeom prst="rect">
              <a:avLst/>
            </a:prstGeom>
            <a:noFill/>
          </p:spPr>
          <p:txBody>
            <a:bodyPr wrap="square" rtlCol="0" anchor="ctr">
              <a:spAutoFit/>
            </a:bodyPr>
            <a:lstStyle/>
            <a:p>
              <a:pPr algn="ctr"/>
              <a:r>
                <a:rPr lang="fr-FR" sz="1600" b="1" dirty="0"/>
                <a:t>Gravité</a:t>
              </a:r>
              <a:endParaRPr lang="fr-FR" sz="2400" b="1" dirty="0"/>
            </a:p>
          </p:txBody>
        </p:sp>
        <p:sp>
          <p:nvSpPr>
            <p:cNvPr id="12" name="ZoneTexte 11">
              <a:extLst>
                <a:ext uri="{FF2B5EF4-FFF2-40B4-BE49-F238E27FC236}">
                  <a16:creationId xmlns:a16="http://schemas.microsoft.com/office/drawing/2014/main" id="{D4D08A9E-469D-F54C-FB2A-A8A5DCF6D798}"/>
                </a:ext>
              </a:extLst>
            </p:cNvPr>
            <p:cNvSpPr txBox="1"/>
            <p:nvPr/>
          </p:nvSpPr>
          <p:spPr>
            <a:xfrm>
              <a:off x="344370" y="3565819"/>
              <a:ext cx="296232" cy="225477"/>
            </a:xfrm>
            <a:prstGeom prst="rect">
              <a:avLst/>
            </a:prstGeom>
            <a:noFill/>
          </p:spPr>
          <p:txBody>
            <a:bodyPr wrap="square" rtlCol="0" anchor="ctr">
              <a:spAutoFit/>
            </a:bodyPr>
            <a:lstStyle/>
            <a:p>
              <a:pPr algn="ctr"/>
              <a:r>
                <a:rPr lang="fr-FR" sz="1200" b="1" dirty="0"/>
                <a:t>4</a:t>
              </a:r>
              <a:endParaRPr lang="fr-FR" sz="2400" b="1" dirty="0"/>
            </a:p>
          </p:txBody>
        </p:sp>
        <p:sp>
          <p:nvSpPr>
            <p:cNvPr id="13" name="ZoneTexte 12">
              <a:extLst>
                <a:ext uri="{FF2B5EF4-FFF2-40B4-BE49-F238E27FC236}">
                  <a16:creationId xmlns:a16="http://schemas.microsoft.com/office/drawing/2014/main" id="{6DBE41DD-64EF-8CBC-2E79-4B6D7F6788FB}"/>
                </a:ext>
              </a:extLst>
            </p:cNvPr>
            <p:cNvSpPr txBox="1"/>
            <p:nvPr/>
          </p:nvSpPr>
          <p:spPr>
            <a:xfrm>
              <a:off x="344370" y="4302803"/>
              <a:ext cx="296232" cy="225477"/>
            </a:xfrm>
            <a:prstGeom prst="rect">
              <a:avLst/>
            </a:prstGeom>
            <a:noFill/>
          </p:spPr>
          <p:txBody>
            <a:bodyPr wrap="square" rtlCol="0" anchor="ctr">
              <a:spAutoFit/>
            </a:bodyPr>
            <a:lstStyle/>
            <a:p>
              <a:pPr algn="ctr"/>
              <a:r>
                <a:rPr lang="fr-FR" sz="1200" b="1" dirty="0"/>
                <a:t>3</a:t>
              </a:r>
              <a:endParaRPr lang="fr-FR" sz="2400" b="1" dirty="0"/>
            </a:p>
          </p:txBody>
        </p:sp>
        <p:sp>
          <p:nvSpPr>
            <p:cNvPr id="14" name="ZoneTexte 13">
              <a:extLst>
                <a:ext uri="{FF2B5EF4-FFF2-40B4-BE49-F238E27FC236}">
                  <a16:creationId xmlns:a16="http://schemas.microsoft.com/office/drawing/2014/main" id="{77271AF6-ADBE-DDA1-2CDE-50AAF7DC0C86}"/>
                </a:ext>
              </a:extLst>
            </p:cNvPr>
            <p:cNvSpPr txBox="1"/>
            <p:nvPr/>
          </p:nvSpPr>
          <p:spPr>
            <a:xfrm>
              <a:off x="344370" y="5039786"/>
              <a:ext cx="296232" cy="225477"/>
            </a:xfrm>
            <a:prstGeom prst="rect">
              <a:avLst/>
            </a:prstGeom>
            <a:noFill/>
          </p:spPr>
          <p:txBody>
            <a:bodyPr wrap="square" rtlCol="0" anchor="ctr">
              <a:spAutoFit/>
            </a:bodyPr>
            <a:lstStyle/>
            <a:p>
              <a:pPr algn="ctr"/>
              <a:r>
                <a:rPr lang="fr-FR" sz="1200" b="1" dirty="0"/>
                <a:t>2</a:t>
              </a:r>
              <a:endParaRPr lang="fr-FR" sz="2400" b="1" dirty="0"/>
            </a:p>
          </p:txBody>
        </p:sp>
        <p:sp>
          <p:nvSpPr>
            <p:cNvPr id="15" name="ZoneTexte 14">
              <a:extLst>
                <a:ext uri="{FF2B5EF4-FFF2-40B4-BE49-F238E27FC236}">
                  <a16:creationId xmlns:a16="http://schemas.microsoft.com/office/drawing/2014/main" id="{AADC266E-6CF9-DAFE-F6BA-C73A9D1EA5FA}"/>
                </a:ext>
              </a:extLst>
            </p:cNvPr>
            <p:cNvSpPr txBox="1"/>
            <p:nvPr/>
          </p:nvSpPr>
          <p:spPr>
            <a:xfrm>
              <a:off x="344370" y="5776770"/>
              <a:ext cx="296232" cy="225477"/>
            </a:xfrm>
            <a:prstGeom prst="rect">
              <a:avLst/>
            </a:prstGeom>
            <a:noFill/>
          </p:spPr>
          <p:txBody>
            <a:bodyPr wrap="square" rtlCol="0" anchor="ctr">
              <a:spAutoFit/>
            </a:bodyPr>
            <a:lstStyle/>
            <a:p>
              <a:pPr algn="ctr"/>
              <a:r>
                <a:rPr lang="fr-FR" sz="1200" b="1" dirty="0"/>
                <a:t>1</a:t>
              </a:r>
              <a:endParaRPr lang="fr-FR" sz="2400" b="1" dirty="0"/>
            </a:p>
          </p:txBody>
        </p:sp>
        <p:cxnSp>
          <p:nvCxnSpPr>
            <p:cNvPr id="16" name="Connecteur droit avec flèche 15">
              <a:extLst>
                <a:ext uri="{FF2B5EF4-FFF2-40B4-BE49-F238E27FC236}">
                  <a16:creationId xmlns:a16="http://schemas.microsoft.com/office/drawing/2014/main" id="{0416B8BA-FAD1-5A93-01B0-A4529BB637DB}"/>
                </a:ext>
              </a:extLst>
            </p:cNvPr>
            <p:cNvCxnSpPr/>
            <p:nvPr/>
          </p:nvCxnSpPr>
          <p:spPr>
            <a:xfrm>
              <a:off x="747162" y="6257968"/>
              <a:ext cx="4467106"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Connecteur droit avec flèche 16">
              <a:extLst>
                <a:ext uri="{FF2B5EF4-FFF2-40B4-BE49-F238E27FC236}">
                  <a16:creationId xmlns:a16="http://schemas.microsoft.com/office/drawing/2014/main" id="{D026DFCF-6E32-0784-FE62-594318EDF369}"/>
                </a:ext>
              </a:extLst>
            </p:cNvPr>
            <p:cNvCxnSpPr/>
            <p:nvPr/>
          </p:nvCxnSpPr>
          <p:spPr>
            <a:xfrm flipV="1">
              <a:off x="747162" y="3040761"/>
              <a:ext cx="0" cy="321720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ZoneTexte 17">
              <a:extLst>
                <a:ext uri="{FF2B5EF4-FFF2-40B4-BE49-F238E27FC236}">
                  <a16:creationId xmlns:a16="http://schemas.microsoft.com/office/drawing/2014/main" id="{C8D55E5F-FE9E-4852-C632-C5821848EC77}"/>
                </a:ext>
              </a:extLst>
            </p:cNvPr>
            <p:cNvSpPr txBox="1"/>
            <p:nvPr/>
          </p:nvSpPr>
          <p:spPr>
            <a:xfrm>
              <a:off x="2099450" y="6311663"/>
              <a:ext cx="497629" cy="225477"/>
            </a:xfrm>
            <a:prstGeom prst="rect">
              <a:avLst/>
            </a:prstGeom>
            <a:noFill/>
          </p:spPr>
          <p:txBody>
            <a:bodyPr wrap="square" rtlCol="0" anchor="ctr">
              <a:spAutoFit/>
            </a:bodyPr>
            <a:lstStyle/>
            <a:p>
              <a:pPr algn="ctr"/>
              <a:r>
                <a:rPr lang="fr-FR" sz="1200" b="1" dirty="0"/>
                <a:t>2</a:t>
              </a:r>
              <a:endParaRPr lang="fr-FR" sz="2400" b="1" dirty="0"/>
            </a:p>
          </p:txBody>
        </p:sp>
        <p:sp>
          <p:nvSpPr>
            <p:cNvPr id="19" name="ZoneTexte 18">
              <a:extLst>
                <a:ext uri="{FF2B5EF4-FFF2-40B4-BE49-F238E27FC236}">
                  <a16:creationId xmlns:a16="http://schemas.microsoft.com/office/drawing/2014/main" id="{4195DEFC-8257-7902-DE4D-D4DB92AFED8D}"/>
                </a:ext>
              </a:extLst>
            </p:cNvPr>
            <p:cNvSpPr txBox="1"/>
            <p:nvPr/>
          </p:nvSpPr>
          <p:spPr>
            <a:xfrm>
              <a:off x="1032049" y="6311663"/>
              <a:ext cx="497629" cy="225477"/>
            </a:xfrm>
            <a:prstGeom prst="rect">
              <a:avLst/>
            </a:prstGeom>
            <a:noFill/>
          </p:spPr>
          <p:txBody>
            <a:bodyPr wrap="square" rtlCol="0" anchor="ctr">
              <a:spAutoFit/>
            </a:bodyPr>
            <a:lstStyle/>
            <a:p>
              <a:pPr algn="ctr"/>
              <a:r>
                <a:rPr lang="fr-FR" sz="1200" b="1" dirty="0"/>
                <a:t>1</a:t>
              </a:r>
              <a:endParaRPr lang="fr-FR" sz="2400" b="1" dirty="0"/>
            </a:p>
          </p:txBody>
        </p:sp>
        <p:sp>
          <p:nvSpPr>
            <p:cNvPr id="20" name="ZoneTexte 19">
              <a:extLst>
                <a:ext uri="{FF2B5EF4-FFF2-40B4-BE49-F238E27FC236}">
                  <a16:creationId xmlns:a16="http://schemas.microsoft.com/office/drawing/2014/main" id="{DD389C21-9AAB-681A-C584-30A6DC2452E3}"/>
                </a:ext>
              </a:extLst>
            </p:cNvPr>
            <p:cNvSpPr txBox="1"/>
            <p:nvPr/>
          </p:nvSpPr>
          <p:spPr>
            <a:xfrm>
              <a:off x="3166851" y="6311663"/>
              <a:ext cx="497629" cy="225477"/>
            </a:xfrm>
            <a:prstGeom prst="rect">
              <a:avLst/>
            </a:prstGeom>
            <a:noFill/>
          </p:spPr>
          <p:txBody>
            <a:bodyPr wrap="square" rtlCol="0" anchor="ctr">
              <a:spAutoFit/>
            </a:bodyPr>
            <a:lstStyle/>
            <a:p>
              <a:pPr algn="ctr"/>
              <a:r>
                <a:rPr lang="fr-FR" sz="1200" b="1" dirty="0"/>
                <a:t>3</a:t>
              </a:r>
              <a:endParaRPr lang="fr-FR" sz="2400" b="1" dirty="0"/>
            </a:p>
          </p:txBody>
        </p:sp>
        <p:sp>
          <p:nvSpPr>
            <p:cNvPr id="21" name="ZoneTexte 20">
              <a:extLst>
                <a:ext uri="{FF2B5EF4-FFF2-40B4-BE49-F238E27FC236}">
                  <a16:creationId xmlns:a16="http://schemas.microsoft.com/office/drawing/2014/main" id="{CC47DCBE-853A-5E01-9F3A-2FC0C3E509A4}"/>
                </a:ext>
              </a:extLst>
            </p:cNvPr>
            <p:cNvSpPr txBox="1"/>
            <p:nvPr/>
          </p:nvSpPr>
          <p:spPr>
            <a:xfrm>
              <a:off x="4234252" y="6311663"/>
              <a:ext cx="497629" cy="225477"/>
            </a:xfrm>
            <a:prstGeom prst="rect">
              <a:avLst/>
            </a:prstGeom>
            <a:noFill/>
          </p:spPr>
          <p:txBody>
            <a:bodyPr wrap="square" rtlCol="0" anchor="ctr">
              <a:spAutoFit/>
            </a:bodyPr>
            <a:lstStyle/>
            <a:p>
              <a:pPr algn="ctr"/>
              <a:r>
                <a:rPr lang="fr-FR" sz="1200" b="1" dirty="0"/>
                <a:t>4</a:t>
              </a:r>
              <a:endParaRPr lang="fr-FR" sz="2400" b="1" dirty="0"/>
            </a:p>
          </p:txBody>
        </p:sp>
      </p:grpSp>
    </p:spTree>
    <p:extLst>
      <p:ext uri="{BB962C8B-B14F-4D97-AF65-F5344CB8AC3E}">
        <p14:creationId xmlns:p14="http://schemas.microsoft.com/office/powerpoint/2010/main" val="44472046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DE9613-B0E3-E836-7948-F916A52A0D83}"/>
              </a:ext>
            </a:extLst>
          </p:cNvPr>
          <p:cNvSpPr>
            <a:spLocks noGrp="1"/>
          </p:cNvSpPr>
          <p:nvPr>
            <p:ph type="title"/>
          </p:nvPr>
        </p:nvSpPr>
        <p:spPr/>
        <p:txBody>
          <a:bodyPr>
            <a:normAutofit fontScale="90000"/>
          </a:bodyPr>
          <a:lstStyle/>
          <a:p>
            <a:r>
              <a:rPr lang="fr-FR" dirty="0"/>
              <a:t>Définissez un plan de traitement du risque</a:t>
            </a:r>
          </a:p>
        </p:txBody>
      </p:sp>
      <p:sp>
        <p:nvSpPr>
          <p:cNvPr id="3" name="Espace réservé de la date 2">
            <a:extLst>
              <a:ext uri="{FF2B5EF4-FFF2-40B4-BE49-F238E27FC236}">
                <a16:creationId xmlns:a16="http://schemas.microsoft.com/office/drawing/2014/main" id="{BF4214D9-9F5E-447E-FA48-6EF7E4C9501C}"/>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8C5B195B-DDF4-5919-D02F-C9D627A0BD41}"/>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C463A92-5171-3A19-A9E8-C9A10C71F2C7}"/>
              </a:ext>
            </a:extLst>
          </p:cNvPr>
          <p:cNvSpPr>
            <a:spLocks noGrp="1"/>
          </p:cNvSpPr>
          <p:nvPr>
            <p:ph type="sldNum" sz="quarter" idx="12"/>
          </p:nvPr>
        </p:nvSpPr>
        <p:spPr/>
        <p:txBody>
          <a:bodyPr/>
          <a:lstStyle/>
          <a:p>
            <a:fld id="{294A09A9-5501-47C1-A89A-A340965A2BE2}" type="slidenum">
              <a:rPr lang="fr-FR" smtClean="0"/>
              <a:pPr/>
              <a:t>150</a:t>
            </a:fld>
            <a:endParaRPr lang="fr-FR" dirty="0"/>
          </a:p>
        </p:txBody>
      </p:sp>
      <p:graphicFrame>
        <p:nvGraphicFramePr>
          <p:cNvPr id="7" name="Tableau 6">
            <a:extLst>
              <a:ext uri="{FF2B5EF4-FFF2-40B4-BE49-F238E27FC236}">
                <a16:creationId xmlns:a16="http://schemas.microsoft.com/office/drawing/2014/main" id="{216F084C-12C1-0589-66CA-E9F67A3E8292}"/>
              </a:ext>
            </a:extLst>
          </p:cNvPr>
          <p:cNvGraphicFramePr>
            <a:graphicFrameLocks noGrp="1"/>
          </p:cNvGraphicFramePr>
          <p:nvPr>
            <p:extLst>
              <p:ext uri="{D42A27DB-BD31-4B8C-83A1-F6EECF244321}">
                <p14:modId xmlns:p14="http://schemas.microsoft.com/office/powerpoint/2010/main" val="3028713859"/>
              </p:ext>
            </p:extLst>
          </p:nvPr>
        </p:nvGraphicFramePr>
        <p:xfrm>
          <a:off x="719328" y="1204369"/>
          <a:ext cx="10546081" cy="4977189"/>
        </p:xfrm>
        <a:graphic>
          <a:graphicData uri="http://schemas.openxmlformats.org/drawingml/2006/table">
            <a:tbl>
              <a:tblPr/>
              <a:tblGrid>
                <a:gridCol w="2340864">
                  <a:extLst>
                    <a:ext uri="{9D8B030D-6E8A-4147-A177-3AD203B41FA5}">
                      <a16:colId xmlns:a16="http://schemas.microsoft.com/office/drawing/2014/main" val="20000"/>
                    </a:ext>
                  </a:extLst>
                </a:gridCol>
                <a:gridCol w="1853184">
                  <a:extLst>
                    <a:ext uri="{9D8B030D-6E8A-4147-A177-3AD203B41FA5}">
                      <a16:colId xmlns:a16="http://schemas.microsoft.com/office/drawing/2014/main" val="20002"/>
                    </a:ext>
                  </a:extLst>
                </a:gridCol>
                <a:gridCol w="2791968">
                  <a:extLst>
                    <a:ext uri="{9D8B030D-6E8A-4147-A177-3AD203B41FA5}">
                      <a16:colId xmlns:a16="http://schemas.microsoft.com/office/drawing/2014/main" val="20003"/>
                    </a:ext>
                  </a:extLst>
                </a:gridCol>
                <a:gridCol w="2508274">
                  <a:extLst>
                    <a:ext uri="{9D8B030D-6E8A-4147-A177-3AD203B41FA5}">
                      <a16:colId xmlns:a16="http://schemas.microsoft.com/office/drawing/2014/main" val="20004"/>
                    </a:ext>
                  </a:extLst>
                </a:gridCol>
                <a:gridCol w="1051791">
                  <a:extLst>
                    <a:ext uri="{9D8B030D-6E8A-4147-A177-3AD203B41FA5}">
                      <a16:colId xmlns:a16="http://schemas.microsoft.com/office/drawing/2014/main" val="20005"/>
                    </a:ext>
                  </a:extLst>
                </a:gridCol>
              </a:tblGrid>
              <a:tr h="67733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Mesure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Responsable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Freins</a:t>
                      </a:r>
                      <a:r>
                        <a:rPr lang="fr-FR" sz="1000" b="1" i="0" u="none" strike="noStrike" cap="all" baseline="0" dirty="0">
                          <a:solidFill>
                            <a:schemeClr val="bg1"/>
                          </a:solidFill>
                          <a:effectLst/>
                          <a:latin typeface="Calibri Light" panose="020F0302020204030204" pitchFamily="34" charset="0"/>
                        </a:rPr>
                        <a:t> et difficulté de mise en œuvre</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Coût / Complexité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Échéance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8156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7700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928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479282">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83925589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61125-E42F-DFED-82AC-0AEE22A16F90}"/>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325FFF9-6E79-264C-9448-E4416A911573}"/>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AEE1C8F-4C6F-31EC-A8EF-058FF1F411D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D1282E"/>
                </a:solidFill>
              </a:rPr>
              <a:t>Conclusion</a:t>
            </a:r>
          </a:p>
        </p:txBody>
      </p:sp>
      <p:sp>
        <p:nvSpPr>
          <p:cNvPr id="4" name="Espace réservé de la date 3">
            <a:extLst>
              <a:ext uri="{FF2B5EF4-FFF2-40B4-BE49-F238E27FC236}">
                <a16:creationId xmlns:a16="http://schemas.microsoft.com/office/drawing/2014/main" id="{99271941-3AF1-E7BB-56E5-7168831F73CC}"/>
              </a:ext>
            </a:extLst>
          </p:cNvPr>
          <p:cNvSpPr>
            <a:spLocks noGrp="1"/>
          </p:cNvSpPr>
          <p:nvPr>
            <p:ph type="dt" sz="half" idx="10"/>
          </p:nvPr>
        </p:nvSpPr>
        <p:spPr/>
        <p:txBody>
          <a:bodyPr/>
          <a:lstStyle/>
          <a:p>
            <a:r>
              <a:rPr lang="fr-FR"/>
              <a:t>19/11/2025</a:t>
            </a:r>
            <a:endParaRPr lang="fr-FR" dirty="0"/>
          </a:p>
        </p:txBody>
      </p:sp>
      <p:sp>
        <p:nvSpPr>
          <p:cNvPr id="5" name="Espace réservé du pied de page 4">
            <a:extLst>
              <a:ext uri="{FF2B5EF4-FFF2-40B4-BE49-F238E27FC236}">
                <a16:creationId xmlns:a16="http://schemas.microsoft.com/office/drawing/2014/main" id="{F1BCDE9B-393B-6523-79AE-1986312F1DD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8C78C06-5F38-619F-E0F8-28728494D657}"/>
              </a:ext>
            </a:extLst>
          </p:cNvPr>
          <p:cNvSpPr>
            <a:spLocks noGrp="1"/>
          </p:cNvSpPr>
          <p:nvPr>
            <p:ph type="sldNum" sz="quarter" idx="12"/>
          </p:nvPr>
        </p:nvSpPr>
        <p:spPr/>
        <p:txBody>
          <a:bodyPr/>
          <a:lstStyle/>
          <a:p>
            <a:fld id="{294A09A9-5501-47C1-A89A-A340965A2BE2}" type="slidenum">
              <a:rPr lang="fr-FR" smtClean="0"/>
              <a:pPr/>
              <a:t>151</a:t>
            </a:fld>
            <a:endParaRPr lang="fr-FR"/>
          </a:p>
        </p:txBody>
      </p:sp>
      <p:pic>
        <p:nvPicPr>
          <p:cNvPr id="13" name="Picture 2" descr="Logo - EBIOS Risk Manager">
            <a:extLst>
              <a:ext uri="{FF2B5EF4-FFF2-40B4-BE49-F238E27FC236}">
                <a16:creationId xmlns:a16="http://schemas.microsoft.com/office/drawing/2014/main" id="{14F294E2-9BFB-8B4B-42B5-8078B5931D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239708055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34500896-5975-3811-72E4-8FD902824AE7}"/>
              </a:ext>
            </a:extLst>
          </p:cNvPr>
          <p:cNvSpPr>
            <a:spLocks noGrp="1"/>
          </p:cNvSpPr>
          <p:nvPr>
            <p:ph type="title"/>
          </p:nvPr>
        </p:nvSpPr>
        <p:spPr/>
        <p:txBody>
          <a:bodyPr>
            <a:normAutofit fontScale="90000"/>
          </a:bodyPr>
          <a:lstStyle/>
          <a:p>
            <a:r>
              <a:rPr lang="fr-FR" dirty="0"/>
              <a:t>Ateliers d’EBIOS Risk Manager</a:t>
            </a:r>
          </a:p>
        </p:txBody>
      </p:sp>
      <p:sp>
        <p:nvSpPr>
          <p:cNvPr id="6" name="Espace réservé de la date 5">
            <a:extLst>
              <a:ext uri="{FF2B5EF4-FFF2-40B4-BE49-F238E27FC236}">
                <a16:creationId xmlns:a16="http://schemas.microsoft.com/office/drawing/2014/main" id="{27C43FB2-200E-0702-9933-FBAB0E60FF74}"/>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2C76B4BA-640F-78DA-F5A4-9AFA06A97CD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1F74B7A-245B-3B8B-9079-A8949185EE45}"/>
              </a:ext>
            </a:extLst>
          </p:cNvPr>
          <p:cNvSpPr>
            <a:spLocks noGrp="1"/>
          </p:cNvSpPr>
          <p:nvPr>
            <p:ph type="sldNum" sz="quarter" idx="12"/>
          </p:nvPr>
        </p:nvSpPr>
        <p:spPr/>
        <p:txBody>
          <a:bodyPr/>
          <a:lstStyle/>
          <a:p>
            <a:fld id="{294A09A9-5501-47C1-A89A-A340965A2BE2}" type="slidenum">
              <a:rPr lang="fr-FR" smtClean="0"/>
              <a:pPr/>
              <a:t>152</a:t>
            </a:fld>
            <a:endParaRPr lang="fr-FR"/>
          </a:p>
        </p:txBody>
      </p:sp>
      <p:sp>
        <p:nvSpPr>
          <p:cNvPr id="9" name="Espace réservé du texte 8">
            <a:extLst>
              <a:ext uri="{FF2B5EF4-FFF2-40B4-BE49-F238E27FC236}">
                <a16:creationId xmlns:a16="http://schemas.microsoft.com/office/drawing/2014/main" id="{B2B1EBBF-AEDE-9A63-D97F-D4D8A86EFAB7}"/>
              </a:ext>
            </a:extLst>
          </p:cNvPr>
          <p:cNvSpPr>
            <a:spLocks noGrp="1"/>
          </p:cNvSpPr>
          <p:nvPr>
            <p:ph type="body" sz="quarter" idx="13"/>
          </p:nvPr>
        </p:nvSpPr>
        <p:spPr/>
        <p:txBody>
          <a:bodyPr/>
          <a:lstStyle/>
          <a:p>
            <a:r>
              <a:rPr lang="fr-FR" dirty="0"/>
              <a:t>Résultats de la démarche complète</a:t>
            </a:r>
          </a:p>
        </p:txBody>
      </p:sp>
      <p:sp>
        <p:nvSpPr>
          <p:cNvPr id="20" name="Rectangle 19">
            <a:extLst>
              <a:ext uri="{FF2B5EF4-FFF2-40B4-BE49-F238E27FC236}">
                <a16:creationId xmlns:a16="http://schemas.microsoft.com/office/drawing/2014/main" id="{B897E311-29B0-D22B-37F9-8861CDD16386}"/>
              </a:ext>
            </a:extLst>
          </p:cNvPr>
          <p:cNvSpPr/>
          <p:nvPr/>
        </p:nvSpPr>
        <p:spPr>
          <a:xfrm>
            <a:off x="9413013" y="4980901"/>
            <a:ext cx="1595363" cy="677301"/>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Mesures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 résiduels</a:t>
            </a:r>
          </a:p>
        </p:txBody>
      </p:sp>
      <p:cxnSp>
        <p:nvCxnSpPr>
          <p:cNvPr id="36" name="Connecteur droit 35">
            <a:extLst>
              <a:ext uri="{FF2B5EF4-FFF2-40B4-BE49-F238E27FC236}">
                <a16:creationId xmlns:a16="http://schemas.microsoft.com/office/drawing/2014/main" id="{7024B38A-0270-E710-3E45-97B80D8A5D25}"/>
              </a:ext>
            </a:extLst>
          </p:cNvPr>
          <p:cNvCxnSpPr>
            <a:cxnSpLocks/>
          </p:cNvCxnSpPr>
          <p:nvPr/>
        </p:nvCxnSpPr>
        <p:spPr>
          <a:xfrm>
            <a:off x="9943985" y="3695173"/>
            <a:ext cx="0" cy="1174044"/>
          </a:xfrm>
          <a:prstGeom prst="line">
            <a:avLst/>
          </a:prstGeom>
          <a:ln w="19050">
            <a:solidFill>
              <a:srgbClr val="E73C50"/>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D4A1F3C2-1799-4237-ADB2-7871C43C4312}"/>
              </a:ext>
            </a:extLst>
          </p:cNvPr>
          <p:cNvPicPr>
            <a:picLocks noChangeAspect="1"/>
          </p:cNvPicPr>
          <p:nvPr/>
        </p:nvPicPr>
        <p:blipFill>
          <a:blip r:embed="rId2"/>
          <a:stretch>
            <a:fillRect/>
          </a:stretch>
        </p:blipFill>
        <p:spPr>
          <a:xfrm>
            <a:off x="1735742" y="2063838"/>
            <a:ext cx="8893873" cy="3160095"/>
          </a:xfrm>
          <a:prstGeom prst="rect">
            <a:avLst/>
          </a:prstGeom>
        </p:spPr>
      </p:pic>
      <p:sp>
        <p:nvSpPr>
          <p:cNvPr id="11" name="Rectangle 10">
            <a:extLst>
              <a:ext uri="{FF2B5EF4-FFF2-40B4-BE49-F238E27FC236}">
                <a16:creationId xmlns:a16="http://schemas.microsoft.com/office/drawing/2014/main" id="{C6F0F630-D750-4446-A28C-C4AEBBF5BAA9}"/>
              </a:ext>
            </a:extLst>
          </p:cNvPr>
          <p:cNvSpPr/>
          <p:nvPr/>
        </p:nvSpPr>
        <p:spPr>
          <a:xfrm>
            <a:off x="6467042" y="5627681"/>
            <a:ext cx="2725726" cy="619831"/>
          </a:xfrm>
          <a:prstGeom prst="rect">
            <a:avLst/>
          </a:prstGeom>
          <a:noFill/>
          <a:ln w="25400" cap="flat" cmpd="sng" algn="ctr">
            <a:noFill/>
            <a:prstDash val="solid"/>
          </a:ln>
          <a:effectLst/>
        </p:spPr>
        <p:txBody>
          <a:bodyPr lIns="0" tIns="0" rIns="0" bIns="0" rtlCol="0" anchor="t" anchorCtr="0"/>
          <a:lstStyle/>
          <a:p>
            <a:pPr marL="124881" indent="-124881">
              <a:buClr>
                <a:srgbClr val="C8A90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opérationnels, avec leurs différentes chaînes d’attaque (et vraisemblances)</a:t>
            </a:r>
          </a:p>
        </p:txBody>
      </p:sp>
      <p:cxnSp>
        <p:nvCxnSpPr>
          <p:cNvPr id="12" name="Connecteur droit 11">
            <a:extLst>
              <a:ext uri="{FF2B5EF4-FFF2-40B4-BE49-F238E27FC236}">
                <a16:creationId xmlns:a16="http://schemas.microsoft.com/office/drawing/2014/main" id="{026C1C4F-48C2-46FA-BEDD-79743A087779}"/>
              </a:ext>
            </a:extLst>
          </p:cNvPr>
          <p:cNvCxnSpPr>
            <a:cxnSpLocks/>
          </p:cNvCxnSpPr>
          <p:nvPr/>
        </p:nvCxnSpPr>
        <p:spPr>
          <a:xfrm flipH="1">
            <a:off x="7829403" y="4198237"/>
            <a:ext cx="2" cy="1312547"/>
          </a:xfrm>
          <a:prstGeom prst="line">
            <a:avLst/>
          </a:prstGeom>
          <a:noFill/>
          <a:ln w="19050">
            <a:solidFill>
              <a:srgbClr val="C9AD00"/>
            </a:solidFill>
            <a:prstDash val="sysDot"/>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92DCA682-F8DE-4E52-96FA-BB9352A339C4}"/>
              </a:ext>
            </a:extLst>
          </p:cNvPr>
          <p:cNvSpPr/>
          <p:nvPr/>
        </p:nvSpPr>
        <p:spPr>
          <a:xfrm>
            <a:off x="7735209" y="1780235"/>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Parties prenantes (et dangerosités)</a:t>
            </a:r>
          </a:p>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stratégiques</a:t>
            </a:r>
          </a:p>
        </p:txBody>
      </p:sp>
      <p:cxnSp>
        <p:nvCxnSpPr>
          <p:cNvPr id="14" name="Connecteur : en angle 13">
            <a:extLst>
              <a:ext uri="{FF2B5EF4-FFF2-40B4-BE49-F238E27FC236}">
                <a16:creationId xmlns:a16="http://schemas.microsoft.com/office/drawing/2014/main" id="{7AA12A21-A7D6-4804-A7CE-9088B822974E}"/>
              </a:ext>
            </a:extLst>
          </p:cNvPr>
          <p:cNvCxnSpPr>
            <a:cxnSpLocks/>
          </p:cNvCxnSpPr>
          <p:nvPr/>
        </p:nvCxnSpPr>
        <p:spPr>
          <a:xfrm flipV="1">
            <a:off x="7829403" y="2342933"/>
            <a:ext cx="1061499" cy="1034571"/>
          </a:xfrm>
          <a:prstGeom prst="bentConnector2">
            <a:avLst/>
          </a:prstGeom>
          <a:ln w="19050">
            <a:solidFill>
              <a:srgbClr val="00AFAA"/>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00F9766C-119C-4356-B56D-C787B236C18F}"/>
              </a:ext>
            </a:extLst>
          </p:cNvPr>
          <p:cNvSpPr/>
          <p:nvPr/>
        </p:nvSpPr>
        <p:spPr>
          <a:xfrm>
            <a:off x="7319320" y="2822372"/>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66A350A3-81C4-4E71-AD30-86EFA5F147DC}"/>
              </a:ext>
            </a:extLst>
          </p:cNvPr>
          <p:cNvSpPr/>
          <p:nvPr/>
        </p:nvSpPr>
        <p:spPr>
          <a:xfrm>
            <a:off x="8635860" y="1610621"/>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2" name="Connecteur droit 21">
            <a:extLst>
              <a:ext uri="{FF2B5EF4-FFF2-40B4-BE49-F238E27FC236}">
                <a16:creationId xmlns:a16="http://schemas.microsoft.com/office/drawing/2014/main" id="{1BD6D891-2D28-4850-9487-FA16EC2DFE3A}"/>
              </a:ext>
            </a:extLst>
          </p:cNvPr>
          <p:cNvCxnSpPr>
            <a:cxnSpLocks/>
          </p:cNvCxnSpPr>
          <p:nvPr/>
        </p:nvCxnSpPr>
        <p:spPr>
          <a:xfrm flipV="1">
            <a:off x="4201500" y="2286620"/>
            <a:ext cx="0" cy="1185448"/>
          </a:xfrm>
          <a:prstGeom prst="line">
            <a:avLst/>
          </a:prstGeom>
          <a:ln w="19050">
            <a:solidFill>
              <a:srgbClr val="9C248D"/>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53617C6-79A9-4D0F-889E-C731034D8F97}"/>
              </a:ext>
            </a:extLst>
          </p:cNvPr>
          <p:cNvSpPr/>
          <p:nvPr/>
        </p:nvSpPr>
        <p:spPr>
          <a:xfrm>
            <a:off x="3275725" y="1746048"/>
            <a:ext cx="3119791" cy="451534"/>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Sources de risques (et pertinences)</a:t>
            </a:r>
          </a:p>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Objectifs visés</a:t>
            </a:r>
          </a:p>
        </p:txBody>
      </p:sp>
      <p:sp>
        <p:nvSpPr>
          <p:cNvPr id="24" name="Rectangle 23">
            <a:extLst>
              <a:ext uri="{FF2B5EF4-FFF2-40B4-BE49-F238E27FC236}">
                <a16:creationId xmlns:a16="http://schemas.microsoft.com/office/drawing/2014/main" id="{F3D017BD-47FB-4E90-8E4F-8E9B31488316}"/>
              </a:ext>
            </a:extLst>
          </p:cNvPr>
          <p:cNvSpPr/>
          <p:nvPr/>
        </p:nvSpPr>
        <p:spPr>
          <a:xfrm>
            <a:off x="1634921" y="5111647"/>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Valeurs métier</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Événements redoutés (et gravités)</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Évaluation du socle</a:t>
            </a:r>
          </a:p>
        </p:txBody>
      </p:sp>
      <p:cxnSp>
        <p:nvCxnSpPr>
          <p:cNvPr id="25" name="Connecteur droit 24">
            <a:extLst>
              <a:ext uri="{FF2B5EF4-FFF2-40B4-BE49-F238E27FC236}">
                <a16:creationId xmlns:a16="http://schemas.microsoft.com/office/drawing/2014/main" id="{6410511D-DEE8-4D7C-9203-6B70A7E83D93}"/>
              </a:ext>
            </a:extLst>
          </p:cNvPr>
          <p:cNvCxnSpPr>
            <a:cxnSpLocks/>
          </p:cNvCxnSpPr>
          <p:nvPr/>
        </p:nvCxnSpPr>
        <p:spPr>
          <a:xfrm>
            <a:off x="2427621" y="3990716"/>
            <a:ext cx="0" cy="1051129"/>
          </a:xfrm>
          <a:prstGeom prst="line">
            <a:avLst/>
          </a:prstGeom>
          <a:ln w="19050">
            <a:solidFill>
              <a:srgbClr val="E6007E"/>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6466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85C752B-4743-5439-C493-3BB3CFABA561}"/>
              </a:ext>
            </a:extLst>
          </p:cNvPr>
          <p:cNvSpPr>
            <a:spLocks noGrp="1"/>
          </p:cNvSpPr>
          <p:nvPr>
            <p:ph type="title"/>
          </p:nvPr>
        </p:nvSpPr>
        <p:spPr/>
        <p:txBody>
          <a:bodyPr>
            <a:normAutofit fontScale="90000"/>
          </a:bodyPr>
          <a:lstStyle/>
          <a:p>
            <a:r>
              <a:rPr lang="fr-FR" noProof="0" dirty="0"/>
              <a:t>Allez, un dernier exercice !</a:t>
            </a:r>
          </a:p>
        </p:txBody>
      </p:sp>
      <p:sp>
        <p:nvSpPr>
          <p:cNvPr id="6" name="Espace réservé de la date 5">
            <a:extLst>
              <a:ext uri="{FF2B5EF4-FFF2-40B4-BE49-F238E27FC236}">
                <a16:creationId xmlns:a16="http://schemas.microsoft.com/office/drawing/2014/main" id="{2B333F70-678A-4F76-4481-3F53E31D286B}"/>
              </a:ext>
            </a:extLst>
          </p:cNvPr>
          <p:cNvSpPr>
            <a:spLocks noGrp="1"/>
          </p:cNvSpPr>
          <p:nvPr>
            <p:ph type="dt" sz="half" idx="10"/>
          </p:nvPr>
        </p:nvSpPr>
        <p:spPr/>
        <p:txBody>
          <a:bodyPr/>
          <a:lstStyle/>
          <a:p>
            <a:pPr rtl="0"/>
            <a:r>
              <a:rPr lang="fr-FR" noProof="0"/>
              <a:t>19/11/2025</a:t>
            </a:r>
          </a:p>
        </p:txBody>
      </p:sp>
      <p:sp>
        <p:nvSpPr>
          <p:cNvPr id="4" name="Espace réservé du pied de page 3">
            <a:extLst>
              <a:ext uri="{FF2B5EF4-FFF2-40B4-BE49-F238E27FC236}">
                <a16:creationId xmlns:a16="http://schemas.microsoft.com/office/drawing/2014/main" id="{BBB74001-CD97-94F9-D83E-860990AB5A40}"/>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73323524-11BD-7644-8102-A8BB0C9C90AC}"/>
              </a:ext>
            </a:extLst>
          </p:cNvPr>
          <p:cNvSpPr>
            <a:spLocks noGrp="1"/>
          </p:cNvSpPr>
          <p:nvPr>
            <p:ph type="sldNum" sz="quarter" idx="12"/>
          </p:nvPr>
        </p:nvSpPr>
        <p:spPr/>
        <p:txBody>
          <a:bodyPr/>
          <a:lstStyle/>
          <a:p>
            <a:pPr rtl="0"/>
            <a:fld id="{3A98EE3D-8CD1-4C3F-BD1C-C98C9596463C}" type="slidenum">
              <a:rPr lang="fr-FR" noProof="0" smtClean="0"/>
              <a:pPr rtl="0"/>
              <a:t>153</a:t>
            </a:fld>
            <a:endParaRPr lang="fr-FR" noProof="0"/>
          </a:p>
        </p:txBody>
      </p:sp>
      <p:sp>
        <p:nvSpPr>
          <p:cNvPr id="2" name="Espace réservé du texte 1">
            <a:extLst>
              <a:ext uri="{FF2B5EF4-FFF2-40B4-BE49-F238E27FC236}">
                <a16:creationId xmlns:a16="http://schemas.microsoft.com/office/drawing/2014/main" id="{12A42207-7A32-FD34-757B-EE256AB03E92}"/>
              </a:ext>
            </a:extLst>
          </p:cNvPr>
          <p:cNvSpPr>
            <a:spLocks noGrp="1"/>
          </p:cNvSpPr>
          <p:nvPr>
            <p:ph type="body" sz="quarter" idx="13"/>
          </p:nvPr>
        </p:nvSpPr>
        <p:spPr/>
        <p:txBody>
          <a:bodyPr/>
          <a:lstStyle/>
          <a:p>
            <a:r>
              <a:rPr lang="fr-FR" dirty="0"/>
              <a:t>Qu’est-ce qu’EBIOS ?</a:t>
            </a:r>
          </a:p>
        </p:txBody>
      </p:sp>
      <p:graphicFrame>
        <p:nvGraphicFramePr>
          <p:cNvPr id="11" name="Espace réservé du contenu 8">
            <a:extLst>
              <a:ext uri="{FF2B5EF4-FFF2-40B4-BE49-F238E27FC236}">
                <a16:creationId xmlns:a16="http://schemas.microsoft.com/office/drawing/2014/main" id="{189AB891-FA64-10CF-5ADF-808D9F67E23C}"/>
              </a:ext>
            </a:extLst>
          </p:cNvPr>
          <p:cNvGraphicFramePr>
            <a:graphicFrameLocks noGrp="1"/>
          </p:cNvGraphicFramePr>
          <p:nvPr>
            <p:ph idx="4294967295"/>
            <p:extLst>
              <p:ext uri="{D42A27DB-BD31-4B8C-83A1-F6EECF244321}">
                <p14:modId xmlns:p14="http://schemas.microsoft.com/office/powerpoint/2010/main" val="757192761"/>
              </p:ext>
            </p:extLst>
          </p:nvPr>
        </p:nvGraphicFramePr>
        <p:xfrm>
          <a:off x="1261872" y="1532763"/>
          <a:ext cx="9601200" cy="2244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19" name="Groupe 18">
            <a:extLst>
              <a:ext uri="{FF2B5EF4-FFF2-40B4-BE49-F238E27FC236}">
                <a16:creationId xmlns:a16="http://schemas.microsoft.com/office/drawing/2014/main" id="{E7EF934B-7245-F3A8-3791-C57A2C3183A5}"/>
              </a:ext>
            </a:extLst>
          </p:cNvPr>
          <p:cNvGrpSpPr/>
          <p:nvPr/>
        </p:nvGrpSpPr>
        <p:grpSpPr>
          <a:xfrm>
            <a:off x="2005584" y="3568652"/>
            <a:ext cx="2194560" cy="2222282"/>
            <a:chOff x="2092960" y="4017724"/>
            <a:chExt cx="2194560" cy="2222282"/>
          </a:xfrm>
        </p:grpSpPr>
        <p:sp>
          <p:nvSpPr>
            <p:cNvPr id="10" name="ZoneTexte 9">
              <a:extLst>
                <a:ext uri="{FF2B5EF4-FFF2-40B4-BE49-F238E27FC236}">
                  <a16:creationId xmlns:a16="http://schemas.microsoft.com/office/drawing/2014/main" id="{78ABB60F-D09F-F2B1-F0F4-BBCA7E0838F4}"/>
                </a:ext>
              </a:extLst>
            </p:cNvPr>
            <p:cNvSpPr txBox="1"/>
            <p:nvPr/>
          </p:nvSpPr>
          <p:spPr>
            <a:xfrm>
              <a:off x="2092960" y="4424124"/>
              <a:ext cx="2194560" cy="1815882"/>
            </a:xfrm>
            <a:prstGeom prst="rect">
              <a:avLst/>
            </a:prstGeom>
            <a:noFill/>
          </p:spPr>
          <p:txBody>
            <a:bodyPr wrap="square" rtlCol="0">
              <a:spAutoFit/>
            </a:bodyPr>
            <a:lstStyle/>
            <a:p>
              <a:pPr algn="ctr"/>
              <a:r>
                <a:rPr lang="fr-FR" sz="1600" b="1" dirty="0"/>
                <a:t>Non</a:t>
              </a:r>
              <a:r>
                <a:rPr lang="fr-FR" sz="1600" dirty="0"/>
                <a:t>, c’est une méthode de gestion des risques : contexte, appréciation (identification, analyse, évaluation), traitement, communication, revue</a:t>
              </a:r>
            </a:p>
          </p:txBody>
        </p:sp>
        <p:sp>
          <p:nvSpPr>
            <p:cNvPr id="15" name="Ellipse 14">
              <a:extLst>
                <a:ext uri="{FF2B5EF4-FFF2-40B4-BE49-F238E27FC236}">
                  <a16:creationId xmlns:a16="http://schemas.microsoft.com/office/drawing/2014/main" id="{79EC8FD8-6878-8B9B-C379-2EF31960C058}"/>
                </a:ext>
              </a:extLst>
            </p:cNvPr>
            <p:cNvSpPr/>
            <p:nvPr/>
          </p:nvSpPr>
          <p:spPr>
            <a:xfrm>
              <a:off x="30632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0" name="Groupe 19">
            <a:extLst>
              <a:ext uri="{FF2B5EF4-FFF2-40B4-BE49-F238E27FC236}">
                <a16:creationId xmlns:a16="http://schemas.microsoft.com/office/drawing/2014/main" id="{828912C5-744C-8CB9-56A6-3F3A832D2205}"/>
              </a:ext>
            </a:extLst>
          </p:cNvPr>
          <p:cNvGrpSpPr/>
          <p:nvPr/>
        </p:nvGrpSpPr>
        <p:grpSpPr>
          <a:xfrm>
            <a:off x="4108704" y="3568652"/>
            <a:ext cx="2194560" cy="2222282"/>
            <a:chOff x="4084320" y="4017724"/>
            <a:chExt cx="2194560" cy="2222282"/>
          </a:xfrm>
        </p:grpSpPr>
        <p:sp>
          <p:nvSpPr>
            <p:cNvPr id="12" name="ZoneTexte 11">
              <a:extLst>
                <a:ext uri="{FF2B5EF4-FFF2-40B4-BE49-F238E27FC236}">
                  <a16:creationId xmlns:a16="http://schemas.microsoft.com/office/drawing/2014/main" id="{DF6A3906-C4B3-383D-EC9A-5E8AF091C135}"/>
                </a:ext>
              </a:extLst>
            </p:cNvPr>
            <p:cNvSpPr txBox="1"/>
            <p:nvPr/>
          </p:nvSpPr>
          <p:spPr>
            <a:xfrm>
              <a:off x="4084320" y="4424124"/>
              <a:ext cx="2194560" cy="1815882"/>
            </a:xfrm>
            <a:prstGeom prst="rect">
              <a:avLst/>
            </a:prstGeom>
            <a:noFill/>
          </p:spPr>
          <p:txBody>
            <a:bodyPr wrap="square" rtlCol="0">
              <a:spAutoFit/>
            </a:bodyPr>
            <a:lstStyle/>
            <a:p>
              <a:pPr algn="ctr"/>
              <a:r>
                <a:rPr lang="fr-FR" sz="1600" b="1" dirty="0"/>
                <a:t>Non</a:t>
              </a:r>
              <a:r>
                <a:rPr lang="fr-FR" sz="1600" dirty="0"/>
                <a:t>, c’est une boîte à outils, qu’il faut employer de manière appropriée (au commanditaire, à l’objectif, au niveau de maturité, etc.)</a:t>
              </a:r>
            </a:p>
          </p:txBody>
        </p:sp>
        <p:sp>
          <p:nvSpPr>
            <p:cNvPr id="16" name="Ellipse 15">
              <a:extLst>
                <a:ext uri="{FF2B5EF4-FFF2-40B4-BE49-F238E27FC236}">
                  <a16:creationId xmlns:a16="http://schemas.microsoft.com/office/drawing/2014/main" id="{E1DA8D7E-A50C-8E46-B9F3-3587475BDF05}"/>
                </a:ext>
              </a:extLst>
            </p:cNvPr>
            <p:cNvSpPr/>
            <p:nvPr/>
          </p:nvSpPr>
          <p:spPr>
            <a:xfrm>
              <a:off x="50444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2" name="Groupe 21">
            <a:extLst>
              <a:ext uri="{FF2B5EF4-FFF2-40B4-BE49-F238E27FC236}">
                <a16:creationId xmlns:a16="http://schemas.microsoft.com/office/drawing/2014/main" id="{681455E6-5C89-5850-B63F-3BEA3F04FE2C}"/>
              </a:ext>
            </a:extLst>
          </p:cNvPr>
          <p:cNvGrpSpPr/>
          <p:nvPr/>
        </p:nvGrpSpPr>
        <p:grpSpPr>
          <a:xfrm>
            <a:off x="7908544" y="3568652"/>
            <a:ext cx="2308352" cy="2222282"/>
            <a:chOff x="7945120" y="4017724"/>
            <a:chExt cx="2308352" cy="2222282"/>
          </a:xfrm>
        </p:grpSpPr>
        <p:sp>
          <p:nvSpPr>
            <p:cNvPr id="14" name="ZoneTexte 13">
              <a:extLst>
                <a:ext uri="{FF2B5EF4-FFF2-40B4-BE49-F238E27FC236}">
                  <a16:creationId xmlns:a16="http://schemas.microsoft.com/office/drawing/2014/main" id="{2FF5844F-1F12-EACD-3B9E-DC054F1169F5}"/>
                </a:ext>
              </a:extLst>
            </p:cNvPr>
            <p:cNvSpPr txBox="1"/>
            <p:nvPr/>
          </p:nvSpPr>
          <p:spPr>
            <a:xfrm>
              <a:off x="7945120" y="4424124"/>
              <a:ext cx="2308352" cy="1815882"/>
            </a:xfrm>
            <a:prstGeom prst="rect">
              <a:avLst/>
            </a:prstGeom>
            <a:noFill/>
          </p:spPr>
          <p:txBody>
            <a:bodyPr wrap="square" rtlCol="0">
              <a:spAutoFit/>
            </a:bodyPr>
            <a:lstStyle/>
            <a:p>
              <a:pPr algn="ctr"/>
              <a:r>
                <a:rPr lang="fr-FR" sz="1600" b="1" dirty="0"/>
                <a:t>Évidemment</a:t>
              </a:r>
              <a:r>
                <a:rPr lang="fr-FR" sz="1600" dirty="0"/>
                <a:t> !</a:t>
              </a:r>
            </a:p>
            <a:p>
              <a:pPr algn="ctr"/>
              <a:r>
                <a:rPr lang="fr-FR" sz="1600" dirty="0"/>
                <a:t>On peut l’employer dans tous les domaines (sécurité, vie privée, etc.) et sur tous les objets (organisation, système, composant, etc.)</a:t>
              </a:r>
            </a:p>
          </p:txBody>
        </p:sp>
        <p:sp>
          <p:nvSpPr>
            <p:cNvPr id="18" name="Ellipse 17">
              <a:extLst>
                <a:ext uri="{FF2B5EF4-FFF2-40B4-BE49-F238E27FC236}">
                  <a16:creationId xmlns:a16="http://schemas.microsoft.com/office/drawing/2014/main" id="{36F48E31-7820-B5A7-1A17-4B0083084D42}"/>
                </a:ext>
              </a:extLst>
            </p:cNvPr>
            <p:cNvSpPr/>
            <p:nvPr/>
          </p:nvSpPr>
          <p:spPr>
            <a:xfrm>
              <a:off x="8966200" y="40177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5" name="Groupe 24">
            <a:extLst>
              <a:ext uri="{FF2B5EF4-FFF2-40B4-BE49-F238E27FC236}">
                <a16:creationId xmlns:a16="http://schemas.microsoft.com/office/drawing/2014/main" id="{B1BCD53E-5C48-7206-4455-D811B7886C06}"/>
              </a:ext>
            </a:extLst>
          </p:cNvPr>
          <p:cNvGrpSpPr/>
          <p:nvPr/>
        </p:nvGrpSpPr>
        <p:grpSpPr>
          <a:xfrm>
            <a:off x="6008624" y="3568652"/>
            <a:ext cx="2194560" cy="2116824"/>
            <a:chOff x="6045200" y="4119324"/>
            <a:chExt cx="2194560" cy="2116824"/>
          </a:xfrm>
        </p:grpSpPr>
        <p:sp>
          <p:nvSpPr>
            <p:cNvPr id="13" name="ZoneTexte 12">
              <a:extLst>
                <a:ext uri="{FF2B5EF4-FFF2-40B4-BE49-F238E27FC236}">
                  <a16:creationId xmlns:a16="http://schemas.microsoft.com/office/drawing/2014/main" id="{5C7F74AE-2D87-C624-C72A-EAB3AC47185B}"/>
                </a:ext>
              </a:extLst>
            </p:cNvPr>
            <p:cNvSpPr txBox="1"/>
            <p:nvPr/>
          </p:nvSpPr>
          <p:spPr>
            <a:xfrm>
              <a:off x="6045200" y="4525724"/>
              <a:ext cx="2194560" cy="338554"/>
            </a:xfrm>
            <a:prstGeom prst="rect">
              <a:avLst/>
            </a:prstGeom>
            <a:noFill/>
          </p:spPr>
          <p:txBody>
            <a:bodyPr wrap="square" rtlCol="0">
              <a:spAutoFit/>
            </a:bodyPr>
            <a:lstStyle/>
            <a:p>
              <a:pPr algn="ctr"/>
              <a:r>
                <a:rPr lang="fr-FR" sz="1600" dirty="0"/>
                <a:t>Hé </a:t>
              </a:r>
              <a:r>
                <a:rPr lang="fr-FR" sz="1600" b="1" dirty="0"/>
                <a:t>Oui</a:t>
              </a:r>
              <a:r>
                <a:rPr lang="fr-FR" sz="1600" dirty="0"/>
                <a:t> ;)</a:t>
              </a:r>
            </a:p>
          </p:txBody>
        </p:sp>
        <p:sp>
          <p:nvSpPr>
            <p:cNvPr id="17" name="Ellipse 16">
              <a:extLst>
                <a:ext uri="{FF2B5EF4-FFF2-40B4-BE49-F238E27FC236}">
                  <a16:creationId xmlns:a16="http://schemas.microsoft.com/office/drawing/2014/main" id="{817CBC66-BF24-CCCF-6A60-C011DC30937C}"/>
                </a:ext>
              </a:extLst>
            </p:cNvPr>
            <p:cNvSpPr/>
            <p:nvPr/>
          </p:nvSpPr>
          <p:spPr>
            <a:xfrm>
              <a:off x="7005320" y="41193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4" name="Image 23" descr="Une image contenant texte, jaune, nourriture&#10;&#10;Description générée automatiquement">
              <a:extLst>
                <a:ext uri="{FF2B5EF4-FFF2-40B4-BE49-F238E27FC236}">
                  <a16:creationId xmlns:a16="http://schemas.microsoft.com/office/drawing/2014/main" id="{4B9BC401-5DAE-0551-827B-8F87FB07AA56}"/>
                </a:ext>
              </a:extLst>
            </p:cNvPr>
            <p:cNvPicPr>
              <a:picLocks noChangeAspect="1"/>
            </p:cNvPicPr>
            <p:nvPr/>
          </p:nvPicPr>
          <p:blipFill>
            <a:blip r:embed="rId7"/>
            <a:stretch>
              <a:fillRect/>
            </a:stretch>
          </p:blipFill>
          <p:spPr>
            <a:xfrm>
              <a:off x="6699266" y="5081515"/>
              <a:ext cx="876852" cy="1154633"/>
            </a:xfrm>
            <a:prstGeom prst="rect">
              <a:avLst/>
            </a:prstGeom>
          </p:spPr>
        </p:pic>
      </p:grpSp>
    </p:spTree>
    <p:extLst>
      <p:ext uri="{BB962C8B-B14F-4D97-AF65-F5344CB8AC3E}">
        <p14:creationId xmlns:p14="http://schemas.microsoft.com/office/powerpoint/2010/main" val="1946972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C1375-B1C1-CD44-452A-BB597E890ED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3B83888-C946-AAC1-2EF8-26B31C378E05}"/>
              </a:ext>
            </a:extLst>
          </p:cNvPr>
          <p:cNvSpPr>
            <a:spLocks noGrp="1"/>
          </p:cNvSpPr>
          <p:nvPr>
            <p:ph type="title"/>
          </p:nvPr>
        </p:nvSpPr>
        <p:spPr/>
        <p:txBody>
          <a:bodyPr>
            <a:normAutofit fontScale="90000"/>
          </a:bodyPr>
          <a:lstStyle/>
          <a:p>
            <a:r>
              <a:rPr lang="fr-FR" noProof="0" dirty="0"/>
              <a:t>Et maintenant ?</a:t>
            </a:r>
          </a:p>
        </p:txBody>
      </p:sp>
      <p:sp>
        <p:nvSpPr>
          <p:cNvPr id="7" name="Espace réservé du contenu 6">
            <a:extLst>
              <a:ext uri="{FF2B5EF4-FFF2-40B4-BE49-F238E27FC236}">
                <a16:creationId xmlns:a16="http://schemas.microsoft.com/office/drawing/2014/main" id="{A02C170B-4D45-7AFB-D5FE-F649E5327622}"/>
              </a:ext>
            </a:extLst>
          </p:cNvPr>
          <p:cNvSpPr>
            <a:spLocks noGrp="1"/>
          </p:cNvSpPr>
          <p:nvPr>
            <p:ph idx="1"/>
          </p:nvPr>
        </p:nvSpPr>
        <p:spPr/>
        <p:txBody>
          <a:bodyPr/>
          <a:lstStyle/>
          <a:p>
            <a:r>
              <a:rPr lang="fr-FR" dirty="0"/>
              <a:t>Vous êtes maintenant capables de mener des études de risques, notamment avec la méthode EBIOS </a:t>
            </a:r>
            <a:r>
              <a:rPr lang="fr-FR" i="1" dirty="0"/>
              <a:t>Risk Manager</a:t>
            </a:r>
          </a:p>
          <a:p>
            <a:endParaRPr lang="fr-FR" dirty="0"/>
          </a:p>
          <a:p>
            <a:r>
              <a:rPr lang="fr-FR" dirty="0"/>
              <a:t>Vous trouverez d’autres informations dans les guides de l’ANSSI</a:t>
            </a:r>
          </a:p>
          <a:p>
            <a:pPr lvl="1"/>
            <a:r>
              <a:rPr lang="fr-FR" dirty="0"/>
              <a:t>Des informations plus détaillées</a:t>
            </a:r>
          </a:p>
          <a:p>
            <a:pPr lvl="1"/>
            <a:r>
              <a:rPr lang="fr-FR" dirty="0"/>
              <a:t>Des termes parfois différents (notamment ceux qui ne respectent pas les normes et cultures d’entreprises)</a:t>
            </a:r>
          </a:p>
          <a:p>
            <a:endParaRPr lang="fr-FR" dirty="0"/>
          </a:p>
          <a:p>
            <a:r>
              <a:rPr lang="fr-FR" dirty="0"/>
              <a:t>Pour être compétent, l’idéal est de mener une étude de risques réelle</a:t>
            </a:r>
          </a:p>
        </p:txBody>
      </p:sp>
      <p:sp>
        <p:nvSpPr>
          <p:cNvPr id="4" name="Espace réservé du pied de page 3">
            <a:extLst>
              <a:ext uri="{FF2B5EF4-FFF2-40B4-BE49-F238E27FC236}">
                <a16:creationId xmlns:a16="http://schemas.microsoft.com/office/drawing/2014/main" id="{DC1808A4-1CCC-9FE5-16D6-3450B29B8A9D}"/>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9FC9370D-BAAA-EF15-DA29-D75E6B12914E}"/>
              </a:ext>
            </a:extLst>
          </p:cNvPr>
          <p:cNvSpPr>
            <a:spLocks noGrp="1"/>
          </p:cNvSpPr>
          <p:nvPr>
            <p:ph type="sldNum" sz="quarter" idx="12"/>
          </p:nvPr>
        </p:nvSpPr>
        <p:spPr/>
        <p:txBody>
          <a:bodyPr/>
          <a:lstStyle/>
          <a:p>
            <a:pPr rtl="0"/>
            <a:fld id="{294A09A9-5501-47C1-A89A-A340965A2BE2}" type="slidenum">
              <a:rPr lang="fr-FR" noProof="0" smtClean="0"/>
              <a:t>154</a:t>
            </a:fld>
            <a:endParaRPr lang="fr-FR" noProof="0"/>
          </a:p>
        </p:txBody>
      </p:sp>
      <p:sp>
        <p:nvSpPr>
          <p:cNvPr id="3" name="Espace réservé de la date 2">
            <a:extLst>
              <a:ext uri="{FF2B5EF4-FFF2-40B4-BE49-F238E27FC236}">
                <a16:creationId xmlns:a16="http://schemas.microsoft.com/office/drawing/2014/main" id="{44588CF5-448C-5E9A-588E-0FA5182E3A5A}"/>
              </a:ext>
            </a:extLst>
          </p:cNvPr>
          <p:cNvSpPr>
            <a:spLocks noGrp="1"/>
          </p:cNvSpPr>
          <p:nvPr>
            <p:ph type="dt" sz="half" idx="10"/>
          </p:nvPr>
        </p:nvSpPr>
        <p:spPr/>
        <p:txBody>
          <a:bodyPr/>
          <a:lstStyle/>
          <a:p>
            <a:pPr rtl="0"/>
            <a:r>
              <a:rPr lang="fr-FR" noProof="0"/>
              <a:t>19/11/2025</a:t>
            </a:r>
          </a:p>
        </p:txBody>
      </p:sp>
    </p:spTree>
    <p:extLst>
      <p:ext uri="{BB962C8B-B14F-4D97-AF65-F5344CB8AC3E}">
        <p14:creationId xmlns:p14="http://schemas.microsoft.com/office/powerpoint/2010/main" val="974699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F321B48-FCFD-58CE-0A6F-1709655BE221}"/>
              </a:ext>
            </a:extLst>
          </p:cNvPr>
          <p:cNvSpPr>
            <a:spLocks noGrp="1"/>
          </p:cNvSpPr>
          <p:nvPr>
            <p:ph type="title"/>
          </p:nvPr>
        </p:nvSpPr>
        <p:spPr/>
        <p:txBody>
          <a:bodyPr>
            <a:normAutofit fontScale="90000"/>
          </a:bodyPr>
          <a:lstStyle/>
          <a:p>
            <a:r>
              <a:rPr lang="fr-FR" dirty="0"/>
              <a:t>Pour finir…</a:t>
            </a:r>
          </a:p>
        </p:txBody>
      </p:sp>
      <p:sp>
        <p:nvSpPr>
          <p:cNvPr id="8" name="Espace réservé du contenu 7">
            <a:extLst>
              <a:ext uri="{FF2B5EF4-FFF2-40B4-BE49-F238E27FC236}">
                <a16:creationId xmlns:a16="http://schemas.microsoft.com/office/drawing/2014/main" id="{F1110792-B448-2E78-1359-E99CFEAB3383}"/>
              </a:ext>
            </a:extLst>
          </p:cNvPr>
          <p:cNvSpPr>
            <a:spLocks noGrp="1"/>
          </p:cNvSpPr>
          <p:nvPr>
            <p:ph idx="1"/>
          </p:nvPr>
        </p:nvSpPr>
        <p:spPr/>
        <p:txBody>
          <a:bodyPr/>
          <a:lstStyle/>
          <a:p>
            <a:r>
              <a:rPr lang="fr-FR" dirty="0"/>
              <a:t>Vous sentez-vous prêts à mener une étude de risques ?</a:t>
            </a:r>
          </a:p>
          <a:p>
            <a:endParaRPr lang="fr-FR" dirty="0"/>
          </a:p>
          <a:p>
            <a:r>
              <a:rPr lang="fr-FR" dirty="0"/>
              <a:t>Vos objectifs pour cette formation sont-ils atteints ?</a:t>
            </a:r>
          </a:p>
          <a:p>
            <a:endParaRPr lang="fr-FR" dirty="0"/>
          </a:p>
          <a:p>
            <a:r>
              <a:rPr lang="fr-FR" dirty="0"/>
              <a:t>Avez-vous des questions ?</a:t>
            </a:r>
          </a:p>
        </p:txBody>
      </p:sp>
      <p:sp>
        <p:nvSpPr>
          <p:cNvPr id="4" name="Espace réservé du pied de page 3">
            <a:extLst>
              <a:ext uri="{FF2B5EF4-FFF2-40B4-BE49-F238E27FC236}">
                <a16:creationId xmlns:a16="http://schemas.microsoft.com/office/drawing/2014/main" id="{43684D87-BC33-23A8-995A-DB7A30C98D03}"/>
              </a:ext>
            </a:extLst>
          </p:cNvPr>
          <p:cNvSpPr>
            <a:spLocks noGrp="1"/>
          </p:cNvSpPr>
          <p:nvPr>
            <p:ph type="ftr" sz="quarter" idx="11"/>
          </p:nvPr>
        </p:nvSpPr>
        <p:spPr/>
        <p:txBody>
          <a:bodyPr/>
          <a:lstStyle/>
          <a:p>
            <a:pPr rtl="0"/>
            <a:r>
              <a:rPr lang="fr-FR" noProof="0"/>
              <a:t>EBIOS Risk Manager - Formation</a:t>
            </a:r>
          </a:p>
        </p:txBody>
      </p:sp>
      <p:sp>
        <p:nvSpPr>
          <p:cNvPr id="2" name="Espace réservé de la date 1">
            <a:extLst>
              <a:ext uri="{FF2B5EF4-FFF2-40B4-BE49-F238E27FC236}">
                <a16:creationId xmlns:a16="http://schemas.microsoft.com/office/drawing/2014/main" id="{A1A36A52-EEF3-64DC-1490-20C2C60042FB}"/>
              </a:ext>
            </a:extLst>
          </p:cNvPr>
          <p:cNvSpPr>
            <a:spLocks noGrp="1"/>
          </p:cNvSpPr>
          <p:nvPr>
            <p:ph type="dt" sz="half" idx="10"/>
          </p:nvPr>
        </p:nvSpPr>
        <p:spPr/>
        <p:txBody>
          <a:bodyPr/>
          <a:lstStyle/>
          <a:p>
            <a:r>
              <a:rPr lang="fr-FR"/>
              <a:t>19/11/2025</a:t>
            </a:r>
            <a:endParaRPr lang="fr-FR" dirty="0"/>
          </a:p>
        </p:txBody>
      </p:sp>
      <p:sp>
        <p:nvSpPr>
          <p:cNvPr id="3" name="Espace réservé du numéro de diapositive 2">
            <a:extLst>
              <a:ext uri="{FF2B5EF4-FFF2-40B4-BE49-F238E27FC236}">
                <a16:creationId xmlns:a16="http://schemas.microsoft.com/office/drawing/2014/main" id="{DACFBD97-3657-853F-F26B-D98F04AE0B50}"/>
              </a:ext>
            </a:extLst>
          </p:cNvPr>
          <p:cNvSpPr>
            <a:spLocks noGrp="1"/>
          </p:cNvSpPr>
          <p:nvPr>
            <p:ph type="sldNum" sz="quarter" idx="12"/>
          </p:nvPr>
        </p:nvSpPr>
        <p:spPr/>
        <p:txBody>
          <a:bodyPr/>
          <a:lstStyle/>
          <a:p>
            <a:fld id="{294A09A9-5501-47C1-A89A-A340965A2BE2}" type="slidenum">
              <a:rPr lang="fr-FR" smtClean="0"/>
              <a:pPr/>
              <a:t>155</a:t>
            </a:fld>
            <a:endParaRPr lang="fr-FR"/>
          </a:p>
        </p:txBody>
      </p:sp>
    </p:spTree>
    <p:extLst>
      <p:ext uri="{BB962C8B-B14F-4D97-AF65-F5344CB8AC3E}">
        <p14:creationId xmlns:p14="http://schemas.microsoft.com/office/powerpoint/2010/main" val="34028806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e la date 5">
            <a:extLst>
              <a:ext uri="{FF2B5EF4-FFF2-40B4-BE49-F238E27FC236}">
                <a16:creationId xmlns:a16="http://schemas.microsoft.com/office/drawing/2014/main" id="{E594D15E-D004-E1E7-80F4-B8FF335D85E7}"/>
              </a:ext>
            </a:extLst>
          </p:cNvPr>
          <p:cNvSpPr>
            <a:spLocks noGrp="1"/>
          </p:cNvSpPr>
          <p:nvPr>
            <p:ph type="dt" sz="half" idx="10"/>
          </p:nvPr>
        </p:nvSpPr>
        <p:spPr/>
        <p:txBody>
          <a:bodyPr/>
          <a:lstStyle/>
          <a:p>
            <a:r>
              <a:rPr lang="fr-FR"/>
              <a:t>19/11/2025</a:t>
            </a:r>
            <a:endParaRPr lang="fr-FR" dirty="0"/>
          </a:p>
        </p:txBody>
      </p:sp>
      <p:sp>
        <p:nvSpPr>
          <p:cNvPr id="4" name="Espace réservé du pied de page 3">
            <a:extLst>
              <a:ext uri="{FF2B5EF4-FFF2-40B4-BE49-F238E27FC236}">
                <a16:creationId xmlns:a16="http://schemas.microsoft.com/office/drawing/2014/main" id="{EB7EBB5A-1B83-33FB-A46B-4692B2B4F23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E34D9A6-5C0D-4CA3-85D9-FB800E8B86CE}"/>
              </a:ext>
            </a:extLst>
          </p:cNvPr>
          <p:cNvSpPr>
            <a:spLocks noGrp="1"/>
          </p:cNvSpPr>
          <p:nvPr>
            <p:ph type="sldNum" sz="quarter" idx="12"/>
          </p:nvPr>
        </p:nvSpPr>
        <p:spPr/>
        <p:txBody>
          <a:bodyPr/>
          <a:lstStyle/>
          <a:p>
            <a:fld id="{294A09A9-5501-47C1-A89A-A340965A2BE2}" type="slidenum">
              <a:rPr lang="fr-FR" smtClean="0"/>
              <a:pPr/>
              <a:t>156</a:t>
            </a:fld>
            <a:endParaRPr lang="fr-FR"/>
          </a:p>
        </p:txBody>
      </p:sp>
      <p:sp>
        <p:nvSpPr>
          <p:cNvPr id="10" name="Titre 1">
            <a:extLst>
              <a:ext uri="{FF2B5EF4-FFF2-40B4-BE49-F238E27FC236}">
                <a16:creationId xmlns:a16="http://schemas.microsoft.com/office/drawing/2014/main" id="{85CFD0B2-997C-1997-D42A-F2C14028655B}"/>
              </a:ext>
            </a:extLst>
          </p:cNvPr>
          <p:cNvSpPr>
            <a:spLocks noGrp="1"/>
          </p:cNvSpPr>
          <p:nvPr>
            <p:ph type="title"/>
          </p:nvPr>
        </p:nvSpPr>
        <p:spPr>
          <a:xfrm>
            <a:off x="1158948" y="1233378"/>
            <a:ext cx="5441285" cy="2911902"/>
          </a:xfrm>
        </p:spPr>
        <p:txBody>
          <a:bodyPr rtlCol="0">
            <a:noAutofit/>
          </a:bodyPr>
          <a:lstStyle/>
          <a:p>
            <a:pPr rtl="0"/>
            <a:r>
              <a:rPr lang="fr-FR" i="1" noProof="0" dirty="0"/>
              <a:t>La meilleure manière de commencer, c’est d’arrêter de parler et de s’y mettre.</a:t>
            </a:r>
          </a:p>
        </p:txBody>
      </p:sp>
      <p:sp>
        <p:nvSpPr>
          <p:cNvPr id="11" name="Sous-titre 2">
            <a:extLst>
              <a:ext uri="{FF2B5EF4-FFF2-40B4-BE49-F238E27FC236}">
                <a16:creationId xmlns:a16="http://schemas.microsoft.com/office/drawing/2014/main" id="{30CBB935-38AF-3243-EBA6-C5350B6AD371}"/>
              </a:ext>
            </a:extLst>
          </p:cNvPr>
          <p:cNvSpPr txBox="1">
            <a:spLocks/>
          </p:cNvSpPr>
          <p:nvPr/>
        </p:nvSpPr>
        <p:spPr>
          <a:xfrm>
            <a:off x="1158948" y="4495800"/>
            <a:ext cx="5441286" cy="777874"/>
          </a:xfrm>
          <a:prstGeom prst="rect">
            <a:avLst/>
          </a:prstGeom>
        </p:spPr>
        <p:txBody>
          <a:bodyPr rtlCol="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dirty="0"/>
              <a:t>Walt Disney</a:t>
            </a:r>
          </a:p>
        </p:txBody>
      </p:sp>
      <p:pic>
        <p:nvPicPr>
          <p:cNvPr id="12" name="Espace réservé d’image 24" descr="Image contenant du texte, personne, intérieur, personne lisant">
            <a:extLst>
              <a:ext uri="{FF2B5EF4-FFF2-40B4-BE49-F238E27FC236}">
                <a16:creationId xmlns:a16="http://schemas.microsoft.com/office/drawing/2014/main" id="{7F2DD86A-984E-31A5-AA4D-E8DF7C68E33B}"/>
              </a:ext>
            </a:extLst>
          </p:cNvPr>
          <p:cNvPicPr>
            <a:picLocks noChangeAspect="1"/>
          </p:cNvPicPr>
          <p:nvPr/>
        </p:nvPicPr>
        <p:blipFill rotWithShape="1">
          <a:blip r:embed="rId2" cstate="screen">
            <a:extLst>
              <a:ext uri="{28A0092B-C50C-407E-A947-70E740481C1C}">
                <a14:useLocalDpi xmlns:a14="http://schemas.microsoft.com/office/drawing/2010/main" val="0"/>
              </a:ext>
            </a:extLst>
          </a:blip>
          <a:srcRect/>
          <a:stretch/>
        </p:blipFill>
        <p:spPr>
          <a:xfrm>
            <a:off x="7848600" y="642938"/>
            <a:ext cx="3700463" cy="2625725"/>
          </a:xfrm>
          <a:prstGeom prst="rect">
            <a:avLst/>
          </a:prstGeom>
        </p:spPr>
      </p:pic>
      <p:pic>
        <p:nvPicPr>
          <p:cNvPr id="13" name="Espace réservé d’image 26" descr="Image contenant une personne, intérieur">
            <a:extLst>
              <a:ext uri="{FF2B5EF4-FFF2-40B4-BE49-F238E27FC236}">
                <a16:creationId xmlns:a16="http://schemas.microsoft.com/office/drawing/2014/main" id="{F4F18F89-0432-2069-0744-FCA40A7F9AC8}"/>
              </a:ext>
            </a:extLst>
          </p:cNvPr>
          <p:cNvPicPr>
            <a:picLocks noChangeAspect="1"/>
          </p:cNvPicPr>
          <p:nvPr/>
        </p:nvPicPr>
        <p:blipFill rotWithShape="1">
          <a:blip r:embed="rId3" cstate="screen">
            <a:extLst>
              <a:ext uri="{28A0092B-C50C-407E-A947-70E740481C1C}">
                <a14:useLocalDpi xmlns:a14="http://schemas.microsoft.com/office/drawing/2010/main" val="0"/>
              </a:ext>
            </a:extLst>
          </a:blip>
          <a:srcRect l="130" r="130"/>
          <a:stretch/>
        </p:blipFill>
        <p:spPr>
          <a:xfrm>
            <a:off x="7848600" y="3600901"/>
            <a:ext cx="3700463" cy="2625725"/>
          </a:xfrm>
          <a:prstGeom prst="rect">
            <a:avLst/>
          </a:prstGeom>
        </p:spPr>
      </p:pic>
    </p:spTree>
    <p:extLst>
      <p:ext uri="{BB962C8B-B14F-4D97-AF65-F5344CB8AC3E}">
        <p14:creationId xmlns:p14="http://schemas.microsoft.com/office/powerpoint/2010/main" val="28634414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pied de page 3">
            <a:extLst>
              <a:ext uri="{FF2B5EF4-FFF2-40B4-BE49-F238E27FC236}">
                <a16:creationId xmlns:a16="http://schemas.microsoft.com/office/drawing/2014/main" id="{F9F32BD8-3C17-DB0A-CF8B-4C2CE365D9D5}"/>
              </a:ext>
            </a:extLst>
          </p:cNvPr>
          <p:cNvSpPr>
            <a:spLocks noGrp="1"/>
          </p:cNvSpPr>
          <p:nvPr>
            <p:ph type="ftr" sz="quarter" idx="11"/>
          </p:nvPr>
        </p:nvSpPr>
        <p:spPr/>
        <p:txBody>
          <a:bodyPr/>
          <a:lstStyle/>
          <a:p>
            <a:r>
              <a:rPr lang="fr-FR" dirty="0"/>
              <a:t>EBIOS Risk Manager - Formation</a:t>
            </a:r>
          </a:p>
        </p:txBody>
      </p:sp>
      <p:sp>
        <p:nvSpPr>
          <p:cNvPr id="2" name="Espace réservé du numéro de diapositive 1">
            <a:extLst>
              <a:ext uri="{FF2B5EF4-FFF2-40B4-BE49-F238E27FC236}">
                <a16:creationId xmlns:a16="http://schemas.microsoft.com/office/drawing/2014/main" id="{33AC5778-843D-4E08-E1AC-73B43173CA4D}"/>
              </a:ext>
            </a:extLst>
          </p:cNvPr>
          <p:cNvSpPr>
            <a:spLocks noGrp="1"/>
          </p:cNvSpPr>
          <p:nvPr>
            <p:ph type="sldNum" sz="quarter" idx="12"/>
          </p:nvPr>
        </p:nvSpPr>
        <p:spPr/>
        <p:txBody>
          <a:bodyPr/>
          <a:lstStyle/>
          <a:p>
            <a:fld id="{294A09A9-5501-47C1-A89A-A340965A2BE2}" type="slidenum">
              <a:rPr lang="fr-FR" smtClean="0"/>
              <a:pPr/>
              <a:t>157</a:t>
            </a:fld>
            <a:endParaRPr lang="fr-FR"/>
          </a:p>
        </p:txBody>
      </p:sp>
      <p:sp>
        <p:nvSpPr>
          <p:cNvPr id="3" name="Espace réservé de la date 2">
            <a:extLst>
              <a:ext uri="{FF2B5EF4-FFF2-40B4-BE49-F238E27FC236}">
                <a16:creationId xmlns:a16="http://schemas.microsoft.com/office/drawing/2014/main" id="{473E3753-7D3C-5EE3-D1FD-6F6296BB3D7A}"/>
              </a:ext>
            </a:extLst>
          </p:cNvPr>
          <p:cNvSpPr>
            <a:spLocks noGrp="1"/>
          </p:cNvSpPr>
          <p:nvPr>
            <p:ph type="dt" sz="half" idx="10"/>
          </p:nvPr>
        </p:nvSpPr>
        <p:spPr/>
        <p:txBody>
          <a:bodyPr/>
          <a:lstStyle/>
          <a:p>
            <a:r>
              <a:rPr lang="fr-FR"/>
              <a:t>19/11/2025</a:t>
            </a:r>
            <a:endParaRPr lang="fr-FR" dirty="0"/>
          </a:p>
        </p:txBody>
      </p:sp>
    </p:spTree>
    <p:extLst>
      <p:ext uri="{BB962C8B-B14F-4D97-AF65-F5344CB8AC3E}">
        <p14:creationId xmlns:p14="http://schemas.microsoft.com/office/powerpoint/2010/main" val="92514092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3940F3-6444-D789-DAED-B618829BFD85}"/>
              </a:ext>
            </a:extLst>
          </p:cNvPr>
          <p:cNvSpPr>
            <a:spLocks noGrp="1"/>
          </p:cNvSpPr>
          <p:nvPr>
            <p:ph type="title"/>
          </p:nvPr>
        </p:nvSpPr>
        <p:spPr/>
        <p:txBody>
          <a:bodyPr>
            <a:normAutofit fontScale="90000"/>
          </a:bodyPr>
          <a:lstStyle/>
          <a:p>
            <a:r>
              <a:rPr lang="fr-FR" noProof="0" dirty="0">
                <a:solidFill>
                  <a:srgbClr val="7A7A7A"/>
                </a:solidFill>
              </a:rPr>
              <a:t>Ressources utilisées</a:t>
            </a:r>
          </a:p>
        </p:txBody>
      </p:sp>
      <p:sp>
        <p:nvSpPr>
          <p:cNvPr id="7" name="Espace réservé du contenu 6">
            <a:extLst>
              <a:ext uri="{FF2B5EF4-FFF2-40B4-BE49-F238E27FC236}">
                <a16:creationId xmlns:a16="http://schemas.microsoft.com/office/drawing/2014/main" id="{3B111B93-3E32-4B76-AA9E-FA27A4010B47}"/>
              </a:ext>
            </a:extLst>
          </p:cNvPr>
          <p:cNvSpPr>
            <a:spLocks noGrp="1"/>
          </p:cNvSpPr>
          <p:nvPr>
            <p:ph idx="1"/>
          </p:nvPr>
        </p:nvSpPr>
        <p:spPr/>
        <p:txBody>
          <a:bodyPr/>
          <a:lstStyle/>
          <a:p>
            <a:r>
              <a:rPr lang="fr-FR" dirty="0"/>
              <a:t>Documents de référence</a:t>
            </a:r>
          </a:p>
          <a:p>
            <a:pPr lvl="1"/>
            <a:r>
              <a:rPr lang="fr-FR" dirty="0"/>
              <a:t>ISO 31000:2018</a:t>
            </a:r>
          </a:p>
          <a:p>
            <a:pPr lvl="1"/>
            <a:r>
              <a:rPr lang="fr-FR" dirty="0"/>
              <a:t>ISO/IEC 27005:2002</a:t>
            </a:r>
          </a:p>
          <a:p>
            <a:pPr lvl="1"/>
            <a:r>
              <a:rPr lang="fr-FR" dirty="0"/>
              <a:t>EBIOS </a:t>
            </a:r>
            <a:r>
              <a:rPr lang="fr-FR" i="1" dirty="0"/>
              <a:t>Risk Manager</a:t>
            </a:r>
            <a:r>
              <a:rPr lang="fr-FR" dirty="0"/>
              <a:t> de 2024</a:t>
            </a:r>
          </a:p>
          <a:p>
            <a:pPr lvl="1"/>
            <a:r>
              <a:rPr lang="fr-FR" dirty="0"/>
              <a:t>Kit de formation EBIOS </a:t>
            </a:r>
            <a:r>
              <a:rPr lang="fr-FR" i="1" dirty="0"/>
              <a:t>Risk Manager</a:t>
            </a:r>
            <a:r>
              <a:rPr lang="fr-FR" dirty="0"/>
              <a:t> de 2024</a:t>
            </a:r>
            <a:endParaRPr lang="fr-FR" i="1" dirty="0"/>
          </a:p>
          <a:p>
            <a:r>
              <a:rPr lang="fr-FR" dirty="0"/>
              <a:t>Images</a:t>
            </a:r>
          </a:p>
          <a:p>
            <a:pPr lvl="1"/>
            <a:r>
              <a:rPr lang="fr-FR" dirty="0"/>
              <a:t>Page de garde : </a:t>
            </a:r>
            <a:r>
              <a:rPr lang="fr-FR" dirty="0" err="1"/>
              <a:t>Grid</a:t>
            </a:r>
            <a:r>
              <a:rPr lang="fr-FR" dirty="0"/>
              <a:t>, par Magic Creative, de PIXABAY</a:t>
            </a:r>
          </a:p>
          <a:p>
            <a:pPr lvl="1"/>
            <a:r>
              <a:rPr lang="fr-FR" dirty="0"/>
              <a:t>Logo : Matthieu GRALL</a:t>
            </a:r>
          </a:p>
          <a:p>
            <a:pPr lvl="1"/>
            <a:r>
              <a:rPr lang="fr-FR" dirty="0"/>
              <a:t>Illustrations liées à EBIOS </a:t>
            </a:r>
            <a:r>
              <a:rPr lang="fr-FR" i="1" dirty="0"/>
              <a:t>Risk Manager</a:t>
            </a:r>
            <a:r>
              <a:rPr lang="fr-FR" dirty="0"/>
              <a:t> : kit de formation de l’ANSSI</a:t>
            </a:r>
          </a:p>
        </p:txBody>
      </p:sp>
      <p:sp>
        <p:nvSpPr>
          <p:cNvPr id="4" name="Espace réservé du pied de page 3">
            <a:extLst>
              <a:ext uri="{FF2B5EF4-FFF2-40B4-BE49-F238E27FC236}">
                <a16:creationId xmlns:a16="http://schemas.microsoft.com/office/drawing/2014/main" id="{16C7C52D-14DA-5A05-4B59-13321F9C8267}"/>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A9E6B68B-7ADC-32C0-0457-45A6A5813D35}"/>
              </a:ext>
            </a:extLst>
          </p:cNvPr>
          <p:cNvSpPr>
            <a:spLocks noGrp="1"/>
          </p:cNvSpPr>
          <p:nvPr>
            <p:ph type="sldNum" sz="quarter" idx="12"/>
          </p:nvPr>
        </p:nvSpPr>
        <p:spPr/>
        <p:txBody>
          <a:bodyPr/>
          <a:lstStyle/>
          <a:p>
            <a:pPr rtl="0"/>
            <a:fld id="{294A09A9-5501-47C1-A89A-A340965A2BE2}" type="slidenum">
              <a:rPr lang="fr-FR" noProof="0" smtClean="0"/>
              <a:t>158</a:t>
            </a:fld>
            <a:endParaRPr lang="fr-FR" noProof="0"/>
          </a:p>
        </p:txBody>
      </p:sp>
      <p:sp>
        <p:nvSpPr>
          <p:cNvPr id="3" name="Espace réservé de la date 2">
            <a:extLst>
              <a:ext uri="{FF2B5EF4-FFF2-40B4-BE49-F238E27FC236}">
                <a16:creationId xmlns:a16="http://schemas.microsoft.com/office/drawing/2014/main" id="{1B402268-3552-F82B-5AE1-DA5A49861A1B}"/>
              </a:ext>
            </a:extLst>
          </p:cNvPr>
          <p:cNvSpPr>
            <a:spLocks noGrp="1"/>
          </p:cNvSpPr>
          <p:nvPr>
            <p:ph type="dt" sz="half" idx="10"/>
          </p:nvPr>
        </p:nvSpPr>
        <p:spPr/>
        <p:txBody>
          <a:bodyPr/>
          <a:lstStyle/>
          <a:p>
            <a:pPr rtl="0"/>
            <a:r>
              <a:rPr lang="fr-FR" noProof="0"/>
              <a:t>19/11/2025</a:t>
            </a:r>
          </a:p>
        </p:txBody>
      </p:sp>
    </p:spTree>
    <p:extLst>
      <p:ext uri="{BB962C8B-B14F-4D97-AF65-F5344CB8AC3E}">
        <p14:creationId xmlns:p14="http://schemas.microsoft.com/office/powerpoint/2010/main" val="367687958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DB37A-E1C2-979D-2677-5E6463B62E83}"/>
              </a:ext>
            </a:extLst>
          </p:cNvPr>
          <p:cNvSpPr>
            <a:spLocks noGrp="1"/>
          </p:cNvSpPr>
          <p:nvPr>
            <p:ph type="title"/>
          </p:nvPr>
        </p:nvSpPr>
        <p:spPr/>
        <p:txBody>
          <a:bodyPr>
            <a:normAutofit fontScale="90000"/>
          </a:bodyPr>
          <a:lstStyle/>
          <a:p>
            <a:r>
              <a:rPr lang="fr-FR" dirty="0"/>
              <a:t>Informations de versions</a:t>
            </a:r>
          </a:p>
        </p:txBody>
      </p:sp>
      <p:sp>
        <p:nvSpPr>
          <p:cNvPr id="4" name="Espace réservé du pied de page 3">
            <a:extLst>
              <a:ext uri="{FF2B5EF4-FFF2-40B4-BE49-F238E27FC236}">
                <a16:creationId xmlns:a16="http://schemas.microsoft.com/office/drawing/2014/main" id="{6F5A3AA5-45D6-BBC8-4AA3-C9449CD88BC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DCFE296-AB0A-0F79-320E-F2FC3AF85DE2}"/>
              </a:ext>
            </a:extLst>
          </p:cNvPr>
          <p:cNvSpPr>
            <a:spLocks noGrp="1"/>
          </p:cNvSpPr>
          <p:nvPr>
            <p:ph type="sldNum" sz="quarter" idx="12"/>
          </p:nvPr>
        </p:nvSpPr>
        <p:spPr/>
        <p:txBody>
          <a:bodyPr/>
          <a:lstStyle/>
          <a:p>
            <a:fld id="{294A09A9-5501-47C1-A89A-A340965A2BE2}" type="slidenum">
              <a:rPr lang="fr-FR" smtClean="0"/>
              <a:pPr/>
              <a:t>159</a:t>
            </a:fld>
            <a:endParaRPr lang="fr-FR"/>
          </a:p>
        </p:txBody>
      </p:sp>
      <p:sp>
        <p:nvSpPr>
          <p:cNvPr id="6" name="Espace réservé de la date 5">
            <a:extLst>
              <a:ext uri="{FF2B5EF4-FFF2-40B4-BE49-F238E27FC236}">
                <a16:creationId xmlns:a16="http://schemas.microsoft.com/office/drawing/2014/main" id="{70FCC632-B5E7-400A-6061-455F75A92409}"/>
              </a:ext>
            </a:extLst>
          </p:cNvPr>
          <p:cNvSpPr>
            <a:spLocks noGrp="1"/>
          </p:cNvSpPr>
          <p:nvPr>
            <p:ph type="dt" sz="half" idx="10"/>
          </p:nvPr>
        </p:nvSpPr>
        <p:spPr/>
        <p:txBody>
          <a:bodyPr/>
          <a:lstStyle/>
          <a:p>
            <a:r>
              <a:rPr lang="fr-FR"/>
              <a:t>19/11/2025</a:t>
            </a:r>
            <a:endParaRPr lang="fr-FR" dirty="0"/>
          </a:p>
        </p:txBody>
      </p:sp>
      <p:graphicFrame>
        <p:nvGraphicFramePr>
          <p:cNvPr id="14" name="Espace réservé du contenu 7">
            <a:extLst>
              <a:ext uri="{FF2B5EF4-FFF2-40B4-BE49-F238E27FC236}">
                <a16:creationId xmlns:a16="http://schemas.microsoft.com/office/drawing/2014/main" id="{4F3F4863-8D99-1CBD-040F-E490061F51E8}"/>
              </a:ext>
            </a:extLst>
          </p:cNvPr>
          <p:cNvGraphicFramePr>
            <a:graphicFrameLocks noGrp="1"/>
          </p:cNvGraphicFramePr>
          <p:nvPr>
            <p:ph idx="1"/>
            <p:extLst>
              <p:ext uri="{D42A27DB-BD31-4B8C-83A1-F6EECF244321}">
                <p14:modId xmlns:p14="http://schemas.microsoft.com/office/powerpoint/2010/main" val="3882834851"/>
              </p:ext>
            </p:extLst>
          </p:nvPr>
        </p:nvGraphicFramePr>
        <p:xfrm>
          <a:off x="444402" y="1387885"/>
          <a:ext cx="11280238" cy="4096039"/>
        </p:xfrm>
        <a:graphic>
          <a:graphicData uri="http://schemas.openxmlformats.org/drawingml/2006/table">
            <a:tbl>
              <a:tblPr firstRow="1" bandRow="1">
                <a:tableStyleId>{46F890A9-2807-4EBB-B81D-B2AA78EC7F39}</a:tableStyleId>
              </a:tblPr>
              <a:tblGrid>
                <a:gridCol w="1317708">
                  <a:extLst>
                    <a:ext uri="{9D8B030D-6E8A-4147-A177-3AD203B41FA5}">
                      <a16:colId xmlns:a16="http://schemas.microsoft.com/office/drawing/2014/main" val="20000"/>
                    </a:ext>
                  </a:extLst>
                </a:gridCol>
                <a:gridCol w="9962530">
                  <a:extLst>
                    <a:ext uri="{9D8B030D-6E8A-4147-A177-3AD203B41FA5}">
                      <a16:colId xmlns:a16="http://schemas.microsoft.com/office/drawing/2014/main" val="20001"/>
                    </a:ext>
                  </a:extLst>
                </a:gridCol>
              </a:tblGrid>
              <a:tr h="47879">
                <a:tc>
                  <a:txBody>
                    <a:bodyPr/>
                    <a:lstStyle/>
                    <a:p>
                      <a:pPr algn="ctr">
                        <a:lnSpc>
                          <a:spcPct val="115000"/>
                        </a:lnSpc>
                        <a:spcBef>
                          <a:spcPts val="600"/>
                        </a:spcBef>
                        <a:spcAft>
                          <a:spcPts val="600"/>
                        </a:spcAft>
                      </a:pPr>
                      <a:r>
                        <a:rPr lang="fr-FR" sz="1400" b="0" dirty="0">
                          <a:latin typeface="Calibri" pitchFamily="34" charset="0"/>
                          <a:cs typeface="Calibri" pitchFamily="34" charset="0"/>
                        </a:rPr>
                        <a:t>Date</a:t>
                      </a:r>
                      <a:endParaRPr lang="fr-FR" sz="14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400" b="0" dirty="0">
                          <a:latin typeface="Calibri" pitchFamily="34" charset="0"/>
                          <a:cs typeface="Calibri" pitchFamily="34" charset="0"/>
                        </a:rPr>
                        <a:t>Actions réalisées</a:t>
                      </a:r>
                      <a:endParaRPr lang="fr-FR" sz="14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0"/>
                  </a:ext>
                </a:extLst>
              </a:tr>
              <a:tr h="220853">
                <a:tc>
                  <a:txBody>
                    <a:bodyPr/>
                    <a:lstStyle/>
                    <a:p>
                      <a:pPr algn="r">
                        <a:lnSpc>
                          <a:spcPct val="100000"/>
                        </a:lnSpc>
                        <a:spcBef>
                          <a:spcPts val="0"/>
                        </a:spcBef>
                        <a:spcAft>
                          <a:spcPts val="0"/>
                        </a:spcAft>
                      </a:pPr>
                      <a:r>
                        <a:rPr lang="fr-FR" sz="1400" dirty="0">
                          <a:latin typeface="Calibri" pitchFamily="34" charset="0"/>
                          <a:cs typeface="Calibri" pitchFamily="34" charset="0"/>
                        </a:rPr>
                        <a:t>2018-2019</a:t>
                      </a:r>
                      <a:endParaRPr lang="fr-FR" sz="1400" b="0" dirty="0">
                        <a:latin typeface="Calibri" pitchFamily="34" charset="0"/>
                        <a:ea typeface="Calibri"/>
                        <a:cs typeface="Calibri" pitchFamily="34" charset="0"/>
                      </a:endParaRPr>
                    </a:p>
                  </a:txBody>
                  <a:tcPr marL="68580" marR="68580" marT="0" marB="0" anchor="ctr"/>
                </a:tc>
                <a:tc>
                  <a:txBody>
                    <a:bodyPr/>
                    <a:lstStyle/>
                    <a:p>
                      <a:pPr>
                        <a:lnSpc>
                          <a:spcPct val="100000"/>
                        </a:lnSpc>
                        <a:spcBef>
                          <a:spcPts val="0"/>
                        </a:spcBef>
                        <a:spcAft>
                          <a:spcPts val="0"/>
                        </a:spcAft>
                      </a:pPr>
                      <a:r>
                        <a:rPr lang="fr-FR" sz="1400" dirty="0">
                          <a:latin typeface="Calibri" pitchFamily="34" charset="0"/>
                          <a:cs typeface="Calibri" pitchFamily="34" charset="0"/>
                        </a:rPr>
                        <a:t>Création d’une nouvelle présentation</a:t>
                      </a:r>
                    </a:p>
                    <a:p>
                      <a:pPr>
                        <a:lnSpc>
                          <a:spcPct val="100000"/>
                        </a:lnSpc>
                        <a:spcBef>
                          <a:spcPts val="0"/>
                        </a:spcBef>
                        <a:spcAft>
                          <a:spcPts val="0"/>
                        </a:spcAft>
                      </a:pPr>
                      <a:r>
                        <a:rPr lang="fr-FR" sz="1400" dirty="0">
                          <a:latin typeface="Calibri" pitchFamily="34" charset="0"/>
                          <a:cs typeface="Calibri" pitchFamily="34" charset="0"/>
                        </a:rPr>
                        <a:t>Julie DUCLOS et Maricela PELEGRIN-BOMEL (ANSSI)</a:t>
                      </a:r>
                      <a:endParaRPr lang="fr-FR" sz="14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1"/>
                  </a:ext>
                </a:extLst>
              </a:tr>
              <a:tr h="109093">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08/04/2020</a:t>
                      </a:r>
                    </a:p>
                  </a:txBody>
                  <a:tcPr marL="68580" marR="68580" marT="0" marB="0" anchor="ctr"/>
                </a:tc>
                <a:tc>
                  <a:txBody>
                    <a:bodyPr/>
                    <a:lstStyle/>
                    <a:p>
                      <a:pPr>
                        <a:lnSpc>
                          <a:spcPct val="100000"/>
                        </a:lnSpc>
                        <a:spcBef>
                          <a:spcPts val="0"/>
                        </a:spcBef>
                        <a:spcAft>
                          <a:spcPts val="0"/>
                        </a:spcAft>
                      </a:pPr>
                      <a:r>
                        <a:rPr lang="fr-FR" sz="1400" kern="1200" dirty="0">
                          <a:latin typeface="Calibri" pitchFamily="34" charset="0"/>
                          <a:cs typeface="Calibri" pitchFamily="34" charset="0"/>
                        </a:rPr>
                        <a:t>Améliorations (mise en cohérence avec le Livret formateur et le Livret stagiaire)</a:t>
                      </a:r>
                    </a:p>
                    <a:p>
                      <a:pPr>
                        <a:lnSpc>
                          <a:spcPct val="100000"/>
                        </a:lnSpc>
                        <a:spcBef>
                          <a:spcPts val="0"/>
                        </a:spcBef>
                        <a:spcAft>
                          <a:spcPts val="0"/>
                        </a:spcAft>
                      </a:pPr>
                      <a:r>
                        <a:rPr lang="fr-FR" sz="1400" kern="1200" dirty="0">
                          <a:latin typeface="Calibri" pitchFamily="34" charset="0"/>
                          <a:cs typeface="Calibri" pitchFamily="34" charset="0"/>
                        </a:rPr>
                        <a:t>Matthieu GRALL (SODIFRANCE)</a:t>
                      </a:r>
                      <a:endParaRPr lang="fr-FR" sz="14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2"/>
                  </a:ext>
                </a:extLst>
              </a:tr>
              <a:tr h="0">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2024</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Publication d’un nouveau kit de formation</a:t>
                      </a:r>
                    </a:p>
                    <a:p>
                      <a:pPr>
                        <a:lnSpc>
                          <a:spcPct val="100000"/>
                        </a:lnSpc>
                        <a:spcBef>
                          <a:spcPts val="0"/>
                        </a:spcBef>
                        <a:spcAft>
                          <a:spcPts val="0"/>
                        </a:spcAft>
                      </a:pPr>
                      <a:r>
                        <a:rPr lang="fr-FR" sz="1400" dirty="0">
                          <a:latin typeface="Calibri" pitchFamily="34" charset="0"/>
                          <a:ea typeface="Calibri"/>
                          <a:cs typeface="Calibri" pitchFamily="34" charset="0"/>
                        </a:rPr>
                        <a:t>ANSSI</a:t>
                      </a:r>
                    </a:p>
                  </a:txBody>
                  <a:tcPr marL="68580" marR="68580" marT="0" marB="0" anchor="ctr"/>
                </a:tc>
                <a:extLst>
                  <a:ext uri="{0D108BD9-81ED-4DB2-BD59-A6C34878D82A}">
                    <a16:rowId xmlns:a16="http://schemas.microsoft.com/office/drawing/2014/main" val="3301869157"/>
                  </a:ext>
                </a:extLst>
              </a:tr>
              <a:tr h="0">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08/07/2025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Exploitation du nouveau kit de formation de l’ANSSI (récupération d’illustrations, non reprise des éléments marketing, obsolètes, de culture générale, trop détaillés ou inutiles dans le cadre d’une formation à EBIOS </a:t>
                      </a:r>
                      <a:r>
                        <a:rPr lang="fr-FR" sz="1400" i="1" dirty="0">
                          <a:latin typeface="Calibri" pitchFamily="34" charset="0"/>
                          <a:ea typeface="Calibri"/>
                          <a:cs typeface="Calibri" pitchFamily="34" charset="0"/>
                        </a:rPr>
                        <a:t>Risk Manager</a:t>
                      </a:r>
                      <a:r>
                        <a:rPr lang="fr-FR" sz="1400" dirty="0">
                          <a:latin typeface="Calibri" pitchFamily="34" charset="0"/>
                          <a:ea typeface="Calibri"/>
                          <a:cs typeface="Calibri" pitchFamily="34" charset="0"/>
                        </a:rPr>
                        <a:t>, corrections des erreurs méthodologiques et des incohérences), amélioration de la cohérence avec les normes, ajout d’explications, d’exercices et de corrections, mise en évidence des outils, améliorations mineures diverses (modèle, forme, animations, harmonisation de termes, etc.)</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939033961"/>
                  </a:ext>
                </a:extLst>
              </a:tr>
              <a:tr h="664689">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14/10/2025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Remplacement du terme « mode opératoire » par « chaîne d’attaque », correction des mesures pour les scénarios opérationnels, améliorations mineures</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3431474098"/>
                  </a:ext>
                </a:extLst>
              </a:tr>
              <a:tr h="358076">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22/10/2025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Ajout du MOOC de l’ANSSI en prérequis, améliorations mineures (corrections, modèle, etc.)</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412192715"/>
                  </a:ext>
                </a:extLst>
              </a:tr>
              <a:tr h="286956">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19/11/2025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Multiples corrections mineures (cohérence, lisibilité)</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673664383"/>
                  </a:ext>
                </a:extLst>
              </a:tr>
            </a:tbl>
          </a:graphicData>
        </a:graphic>
      </p:graphicFrame>
    </p:spTree>
    <p:extLst>
      <p:ext uri="{BB962C8B-B14F-4D97-AF65-F5344CB8AC3E}">
        <p14:creationId xmlns:p14="http://schemas.microsoft.com/office/powerpoint/2010/main" val="1869716879"/>
      </p:ext>
    </p:extLst>
  </p:cSld>
  <p:clrMapOvr>
    <a:masterClrMapping/>
  </p:clrMapOvr>
</p:sld>
</file>

<file path=ppt/theme/theme1.xml><?xml version="1.0" encoding="utf-8"?>
<a:theme xmlns:a="http://schemas.openxmlformats.org/drawingml/2006/main" name="MG - Global">
  <a:themeElements>
    <a:clrScheme name="Rouge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Matthieu GRALL">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1D2C913-C7E9-427D-8C7B-4D2DB36F60BD}">
  <ds:schemaRefs>
    <ds:schemaRef ds:uri="http://schemas.microsoft.com/sharepoint/v3/contenttype/forms"/>
  </ds:schemaRefs>
</ds:datastoreItem>
</file>

<file path=customXml/itemProps2.xml><?xml version="1.0" encoding="utf-8"?>
<ds:datastoreItem xmlns:ds="http://schemas.openxmlformats.org/officeDocument/2006/customXml" ds:itemID="{DF06F3F2-9398-47DD-B339-5E062F7F29B5}">
  <ds:schemaRefs>
    <ds:schemaRef ds:uri="http://schemas.microsoft.com/sharepoint/v3"/>
    <ds:schemaRef ds:uri="230e9df3-be65-4c73-a93b-d1236ebd677e"/>
    <ds:schemaRef ds:uri="http://purl.org/dc/terms/"/>
    <ds:schemaRef ds:uri="http://schemas.openxmlformats.org/package/2006/metadata/core-properties"/>
    <ds:schemaRef ds:uri="16c05727-aa75-4e4a-9b5f-8a80a1165891"/>
    <ds:schemaRef ds:uri="http://schemas.microsoft.com/office/2006/documentManagement/types"/>
    <ds:schemaRef ds:uri="http://schemas.microsoft.com/office/infopath/2007/PartnerControls"/>
    <ds:schemaRef ds:uri="http://purl.org/dc/elements/1.1/"/>
    <ds:schemaRef ds:uri="71af3243-3dd4-4a8d-8c0d-dd76da1f02a5"/>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80EF115D-73C4-4C20-A44F-97481CD74C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49345</TotalTime>
  <Words>17020</Words>
  <Application>Microsoft Office PowerPoint</Application>
  <PresentationFormat>Grand écran</PresentationFormat>
  <Paragraphs>3409</Paragraphs>
  <Slides>159</Slides>
  <Notes>14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159</vt:i4>
      </vt:variant>
    </vt:vector>
  </HeadingPairs>
  <TitlesOfParts>
    <vt:vector size="168" baseType="lpstr">
      <vt:lpstr>Malgun Gothic</vt:lpstr>
      <vt:lpstr>Akzidenz-Grotesk Pro Cnd</vt:lpstr>
      <vt:lpstr>Arial</vt:lpstr>
      <vt:lpstr>Calibri</vt:lpstr>
      <vt:lpstr>Calibri Light</vt:lpstr>
      <vt:lpstr>Segoe UI</vt:lpstr>
      <vt:lpstr>Segoe UI Semibold</vt:lpstr>
      <vt:lpstr>Wingdings</vt:lpstr>
      <vt:lpstr>MG - Global</vt:lpstr>
      <vt:lpstr>Apprendre à mener des études de risques</vt:lpstr>
      <vt:lpstr>Introduction</vt:lpstr>
      <vt:lpstr>Plan de la formation</vt:lpstr>
      <vt:lpstr>Plan de la formation</vt:lpstr>
      <vt:lpstr>Présentation PowerPoint</vt:lpstr>
      <vt:lpstr>Présentations</vt:lpstr>
      <vt:lpstr>Qu’allez-vous apprendre ? Comment ?</vt:lpstr>
      <vt:lpstr>Présentation PowerPoint</vt:lpstr>
      <vt:lpstr>Plan de la formation</vt:lpstr>
      <vt:lpstr>Présentation PowerPoint</vt:lpstr>
      <vt:lpstr>Qu’est-ce qu’un risque ?</vt:lpstr>
      <vt:lpstr>Analyse des risques</vt:lpstr>
      <vt:lpstr>Exercice collégial</vt:lpstr>
      <vt:lpstr>Correction</vt:lpstr>
      <vt:lpstr>Exercice collégial</vt:lpstr>
      <vt:lpstr>Correction</vt:lpstr>
      <vt:lpstr>Exercice collégial</vt:lpstr>
      <vt:lpstr>Correction</vt:lpstr>
      <vt:lpstr>Estimation des risques</vt:lpstr>
      <vt:lpstr>Estimation des risques</vt:lpstr>
      <vt:lpstr>Estimation des risques</vt:lpstr>
      <vt:lpstr>Exercice collégial</vt:lpstr>
      <vt:lpstr>Correction</vt:lpstr>
      <vt:lpstr>Le processus de gestion des risques</vt:lpstr>
      <vt:lpstr>La méthode EBIOS Risk Manager</vt:lpstr>
      <vt:lpstr>EBIOS Risk Manager vs. ISO/IEC 27005</vt:lpstr>
      <vt:lpstr>Présentation PowerPoint</vt:lpstr>
      <vt:lpstr>Plan de la formation</vt:lpstr>
      <vt:lpstr>Présentation PowerPoint</vt:lpstr>
      <vt:lpstr>Outil 01 – Cadrer une étude</vt:lpstr>
      <vt:lpstr>Exercice collégial</vt:lpstr>
      <vt:lpstr>Correction</vt:lpstr>
      <vt:lpstr>Outil 02 – Choisir et affecter les outils</vt:lpstr>
      <vt:lpstr>Qui va faire quoi ?</vt:lpstr>
      <vt:lpstr>Outil 03 – Identifier le périmètre</vt:lpstr>
      <vt:lpstr>Exercice collégial</vt:lpstr>
      <vt:lpstr>Correction</vt:lpstr>
      <vt:lpstr>Outil 04 – Identifier les parties prenantes</vt:lpstr>
      <vt:lpstr>Exercice collégial</vt:lpstr>
      <vt:lpstr>Correction</vt:lpstr>
      <vt:lpstr>Contexte des exercices à venir</vt:lpstr>
      <vt:lpstr>Exercice en groupes</vt:lpstr>
      <vt:lpstr>Correction</vt:lpstr>
      <vt:lpstr>Exercice en groupes</vt:lpstr>
      <vt:lpstr>Correction</vt:lpstr>
      <vt:lpstr>Conseil pour ne pas se noyer</vt:lpstr>
      <vt:lpstr>Et chez vous alors ? Exercice personnel</vt:lpstr>
      <vt:lpstr>Présentation PowerPoint</vt:lpstr>
      <vt:lpstr>Plan de la formation</vt:lpstr>
      <vt:lpstr>L’efficacité d’EBIOS Risk Manager</vt:lpstr>
      <vt:lpstr>Plan de la formation</vt:lpstr>
      <vt:lpstr>Présentation PowerPoint</vt:lpstr>
      <vt:lpstr>Outil 05 – Identifier et évaluer le socle de règles</vt:lpstr>
      <vt:lpstr>Exercice collégial</vt:lpstr>
      <vt:lpstr>Correction</vt:lpstr>
      <vt:lpstr>Comment évaluer la conformité au socle ?</vt:lpstr>
      <vt:lpstr>Les bonnes pratiques traitent les risques standards et non ciblés</vt:lpstr>
      <vt:lpstr>Mesures</vt:lpstr>
      <vt:lpstr>Et chez vous alors ? Exercice personnel</vt:lpstr>
      <vt:lpstr>Présentation PowerPoint</vt:lpstr>
      <vt:lpstr>Plan de la formation</vt:lpstr>
      <vt:lpstr>Présentation PowerPoint</vt:lpstr>
      <vt:lpstr>Des scénarios par raffinements successifs</vt:lpstr>
      <vt:lpstr>Outil 06 – Identifier et analyser les événements redoutés Que doit-on craindre ?</vt:lpstr>
      <vt:lpstr>Comment estimer la gravité ?</vt:lpstr>
      <vt:lpstr>Comment estimer la gravité ?</vt:lpstr>
      <vt:lpstr>Exercice en groupes</vt:lpstr>
      <vt:lpstr>Correction</vt:lpstr>
      <vt:lpstr>Mesures</vt:lpstr>
      <vt:lpstr>Outil 07 – Analyser les sources de risques À quels attaquants est-on exposé ?</vt:lpstr>
      <vt:lpstr>Exercice collégial</vt:lpstr>
      <vt:lpstr>Exercice collégial</vt:lpstr>
      <vt:lpstr>Exercice collégial</vt:lpstr>
      <vt:lpstr>Comment estimer la pertinence des sources de risques / objectifs visés ?</vt:lpstr>
      <vt:lpstr>Exercice en groupes</vt:lpstr>
      <vt:lpstr>Correction</vt:lpstr>
      <vt:lpstr>Il faut ensuite « raccrocher » les composants…</vt:lpstr>
      <vt:lpstr>Autre technique</vt:lpstr>
      <vt:lpstr>Mesures</vt:lpstr>
      <vt:lpstr>Outil 08 – Analyser les parties prenantes</vt:lpstr>
      <vt:lpstr>Comment estimer la dangerosité des parties prenantes ?</vt:lpstr>
      <vt:lpstr>Exemple</vt:lpstr>
      <vt:lpstr>Exercice en groupes</vt:lpstr>
      <vt:lpstr>Correction</vt:lpstr>
      <vt:lpstr>Correction (suite)</vt:lpstr>
      <vt:lpstr>Outil 09 – Analyser les scénarios stratégiques</vt:lpstr>
      <vt:lpstr>La démarche</vt:lpstr>
      <vt:lpstr>Exemple</vt:lpstr>
      <vt:lpstr>Exercice collégial</vt:lpstr>
      <vt:lpstr>Correction</vt:lpstr>
      <vt:lpstr>Mesures</vt:lpstr>
      <vt:lpstr>Exemple</vt:lpstr>
      <vt:lpstr>Outil 10 – Analyser les scénarios opérationnels</vt:lpstr>
      <vt:lpstr>Le séquencement type d’une attaque</vt:lpstr>
      <vt:lpstr>Exemple</vt:lpstr>
      <vt:lpstr>Exemple</vt:lpstr>
      <vt:lpstr>Exemple</vt:lpstr>
      <vt:lpstr>Exemple</vt:lpstr>
      <vt:lpstr>Exemple</vt:lpstr>
      <vt:lpstr>Exemple</vt:lpstr>
      <vt:lpstr>Exemple</vt:lpstr>
      <vt:lpstr>Autre exemple</vt:lpstr>
      <vt:lpstr>Autre exemple</vt:lpstr>
      <vt:lpstr>Comment estimer la vraisemblance ?</vt:lpstr>
      <vt:lpstr>Exercice en groupes</vt:lpstr>
      <vt:lpstr>Correction</vt:lpstr>
      <vt:lpstr>Mesures</vt:lpstr>
      <vt:lpstr>Outil 11 – Évaluer les risques</vt:lpstr>
      <vt:lpstr>Comment formuler et estimer les risques ?</vt:lpstr>
      <vt:lpstr>Exemple</vt:lpstr>
      <vt:lpstr>Comment représenter les risques ?</vt:lpstr>
      <vt:lpstr>Comment juger de l’acceptabilité des risques ?</vt:lpstr>
      <vt:lpstr>Application de l’échelle d’acceptation</vt:lpstr>
      <vt:lpstr>Et chez vous alors ? Exercice personnel</vt:lpstr>
      <vt:lpstr>Présentation PowerPoint</vt:lpstr>
      <vt:lpstr>Plan de la formation</vt:lpstr>
      <vt:lpstr>Présentation PowerPoint</vt:lpstr>
      <vt:lpstr>Outil 12 – Choisir les options de traitement</vt:lpstr>
      <vt:lpstr>Choix des options de traitement</vt:lpstr>
      <vt:lpstr>Outil 13 – Déterminer les mesures</vt:lpstr>
      <vt:lpstr>Bâtir son plan de traitement des risques</vt:lpstr>
      <vt:lpstr>Bâtir son plan de traitement des risques</vt:lpstr>
      <vt:lpstr>Bâtir son plan de traitement des risques</vt:lpstr>
      <vt:lpstr>Outil 14 – Gérer les risques résiduels</vt:lpstr>
      <vt:lpstr>Évaluer les risques résiduels</vt:lpstr>
      <vt:lpstr>Accepter les risques résiduels (cf. homologation)</vt:lpstr>
      <vt:lpstr>Outil 15 – Surveiller et revoir les risques</vt:lpstr>
      <vt:lpstr>Et chez vous alors ? Exercice personnel</vt:lpstr>
      <vt:lpstr>Présentation PowerPoint</vt:lpstr>
      <vt:lpstr>Plan de la formation</vt:lpstr>
      <vt:lpstr>Étude de cas</vt:lpstr>
      <vt:lpstr>Étude de cas</vt:lpstr>
      <vt:lpstr>Définissez le périmètre métier et technique</vt:lpstr>
      <vt:lpstr>Définissez le périmètre métier et technique</vt:lpstr>
      <vt:lpstr>Appréciez les événements redoutés (ER)</vt:lpstr>
      <vt:lpstr>Appréciez les événements redoutés (ER)</vt:lpstr>
      <vt:lpstr>Évaluez les couples SR/OV</vt:lpstr>
      <vt:lpstr>Évaluez les couples SR/OV</vt:lpstr>
      <vt:lpstr>Reliez événements redoutés et couples SR/OV</vt:lpstr>
      <vt:lpstr>Reliez événements redoutés et couples SR/OV</vt:lpstr>
      <vt:lpstr>Construisez la cartographie de l’écosystème</vt:lpstr>
      <vt:lpstr>Construisez la cartographie de l’écosystème</vt:lpstr>
      <vt:lpstr>Construisez la cartographie de l’écosystème</vt:lpstr>
      <vt:lpstr>Construisez la cartographie de l’écosystème</vt:lpstr>
      <vt:lpstr>Élaborez un scénario stratégique</vt:lpstr>
      <vt:lpstr>Élaborez un scénario stratégique</vt:lpstr>
      <vt:lpstr>Élaborez un scénario opérationnel</vt:lpstr>
      <vt:lpstr>Élaborez un scénario opérationnel</vt:lpstr>
      <vt:lpstr>Positionnez le risque ainsi constitué pour l’évaluer</vt:lpstr>
      <vt:lpstr>Définissez un plan de traitement du risque</vt:lpstr>
      <vt:lpstr>Plan de la formation</vt:lpstr>
      <vt:lpstr>Ateliers d’EBIOS Risk Manager</vt:lpstr>
      <vt:lpstr>Allez, un dernier exercice !</vt:lpstr>
      <vt:lpstr>Et maintenant ?</vt:lpstr>
      <vt:lpstr>Pour finir…</vt:lpstr>
      <vt:lpstr>La meilleure manière de commencer, c’est d’arrêter de parler et de s’y mettre.</vt:lpstr>
      <vt:lpstr>Présentation PowerPoint</vt:lpstr>
      <vt:lpstr>Ressources utilisées</vt:lpstr>
      <vt:lpstr>Informations de versions</vt:lpstr>
    </vt:vector>
  </TitlesOfParts>
  <Company>Eclipse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Matthieu GRALL</dc:creator>
  <cp:lastModifiedBy>Matthieu GRALL</cp:lastModifiedBy>
  <cp:revision>35</cp:revision>
  <cp:lastPrinted>2025-10-14T12:28:36Z</cp:lastPrinted>
  <dcterms:created xsi:type="dcterms:W3CDTF">2024-08-08T18:09:03Z</dcterms:created>
  <dcterms:modified xsi:type="dcterms:W3CDTF">2025-11-19T12:03:05Z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